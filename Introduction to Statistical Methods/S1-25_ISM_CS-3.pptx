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ink/ink729.xml" ContentType="application/inkml+xml"/>
  <Override PartName="/ppt/ink/ink730.xml" ContentType="application/inkml+xml"/>
  <Override PartName="/ppt/ink/ink731.xml" ContentType="application/inkml+xml"/>
  <Override PartName="/ppt/ink/ink732.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0.xml" ContentType="application/inkml+xml"/>
  <Override PartName="/ppt/ink/ink741.xml" ContentType="application/inkml+xml"/>
  <Override PartName="/ppt/ink/ink742.xml" ContentType="application/inkml+xml"/>
  <Override PartName="/ppt/ink/ink743.xml" ContentType="application/inkml+xml"/>
  <Override PartName="/ppt/ink/ink744.xml" ContentType="application/inkml+xml"/>
  <Override PartName="/ppt/ink/ink745.xml" ContentType="application/inkml+xml"/>
  <Override PartName="/ppt/ink/ink746.xml" ContentType="application/inkml+xml"/>
  <Override PartName="/ppt/ink/ink747.xml" ContentType="application/inkml+xml"/>
  <Override PartName="/ppt/ink/ink748.xml" ContentType="application/inkml+xml"/>
  <Override PartName="/ppt/ink/ink749.xml" ContentType="application/inkml+xml"/>
  <Override PartName="/ppt/ink/ink750.xml" ContentType="application/inkml+xml"/>
  <Override PartName="/ppt/ink/ink751.xml" ContentType="application/inkml+xml"/>
  <Override PartName="/ppt/ink/ink752.xml" ContentType="application/inkml+xml"/>
  <Override PartName="/ppt/ink/ink753.xml" ContentType="application/inkml+xml"/>
  <Override PartName="/ppt/ink/ink754.xml" ContentType="application/inkml+xml"/>
  <Override PartName="/ppt/ink/ink755.xml" ContentType="application/inkml+xml"/>
  <Override PartName="/ppt/ink/ink756.xml" ContentType="application/inkml+xml"/>
  <Override PartName="/ppt/ink/ink757.xml" ContentType="application/inkml+xml"/>
  <Override PartName="/ppt/ink/ink758.xml" ContentType="application/inkml+xml"/>
  <Override PartName="/ppt/ink/ink759.xml" ContentType="application/inkml+xml"/>
  <Override PartName="/ppt/ink/ink760.xml" ContentType="application/inkml+xml"/>
  <Override PartName="/ppt/ink/ink761.xml" ContentType="application/inkml+xml"/>
  <Override PartName="/ppt/ink/ink762.xml" ContentType="application/inkml+xml"/>
  <Override PartName="/ppt/ink/ink763.xml" ContentType="application/inkml+xml"/>
  <Override PartName="/ppt/ink/ink764.xml" ContentType="application/inkml+xml"/>
  <Override PartName="/ppt/ink/ink765.xml" ContentType="application/inkml+xml"/>
  <Override PartName="/ppt/ink/ink766.xml" ContentType="application/inkml+xml"/>
  <Override PartName="/ppt/ink/ink767.xml" ContentType="application/inkml+xml"/>
  <Override PartName="/ppt/ink/ink768.xml" ContentType="application/inkml+xml"/>
  <Override PartName="/ppt/ink/ink769.xml" ContentType="application/inkml+xml"/>
  <Override PartName="/ppt/ink/ink770.xml" ContentType="application/inkml+xml"/>
  <Override PartName="/ppt/ink/ink771.xml" ContentType="application/inkml+xml"/>
  <Override PartName="/ppt/ink/ink772.xml" ContentType="application/inkml+xml"/>
  <Override PartName="/ppt/ink/ink773.xml" ContentType="application/inkml+xml"/>
  <Override PartName="/ppt/ink/ink774.xml" ContentType="application/inkml+xml"/>
  <Override PartName="/ppt/ink/ink775.xml" ContentType="application/inkml+xml"/>
  <Override PartName="/ppt/ink/ink776.xml" ContentType="application/inkml+xml"/>
  <Override PartName="/ppt/ink/ink777.xml" ContentType="application/inkml+xml"/>
  <Override PartName="/ppt/ink/ink778.xml" ContentType="application/inkml+xml"/>
  <Override PartName="/ppt/ink/ink779.xml" ContentType="application/inkml+xml"/>
  <Override PartName="/ppt/ink/ink780.xml" ContentType="application/inkml+xml"/>
  <Override PartName="/ppt/ink/ink781.xml" ContentType="application/inkml+xml"/>
  <Override PartName="/ppt/ink/ink782.xml" ContentType="application/inkml+xml"/>
  <Override PartName="/ppt/ink/ink783.xml" ContentType="application/inkml+xml"/>
  <Override PartName="/ppt/ink/ink784.xml" ContentType="application/inkml+xml"/>
  <Override PartName="/ppt/ink/ink785.xml" ContentType="application/inkml+xml"/>
  <Override PartName="/ppt/ink/ink786.xml" ContentType="application/inkml+xml"/>
  <Override PartName="/ppt/ink/ink787.xml" ContentType="application/inkml+xml"/>
  <Override PartName="/ppt/ink/ink788.xml" ContentType="application/inkml+xml"/>
  <Override PartName="/ppt/ink/ink789.xml" ContentType="application/inkml+xml"/>
  <Override PartName="/ppt/ink/ink790.xml" ContentType="application/inkml+xml"/>
  <Override PartName="/ppt/ink/ink791.xml" ContentType="application/inkml+xml"/>
  <Override PartName="/ppt/ink/ink792.xml" ContentType="application/inkml+xml"/>
  <Override PartName="/ppt/ink/ink793.xml" ContentType="application/inkml+xml"/>
  <Override PartName="/ppt/ink/ink794.xml" ContentType="application/inkml+xml"/>
  <Override PartName="/ppt/ink/ink795.xml" ContentType="application/inkml+xml"/>
  <Override PartName="/ppt/ink/ink796.xml" ContentType="application/inkml+xml"/>
  <Override PartName="/ppt/ink/ink797.xml" ContentType="application/inkml+xml"/>
  <Override PartName="/ppt/ink/ink798.xml" ContentType="application/inkml+xml"/>
  <Override PartName="/ppt/ink/ink799.xml" ContentType="application/inkml+xml"/>
  <Override PartName="/ppt/ink/ink800.xml" ContentType="application/inkml+xml"/>
  <Override PartName="/ppt/ink/ink801.xml" ContentType="application/inkml+xml"/>
  <Override PartName="/ppt/ink/ink802.xml" ContentType="application/inkml+xml"/>
  <Override PartName="/ppt/ink/ink803.xml" ContentType="application/inkml+xml"/>
  <Override PartName="/ppt/ink/ink804.xml" ContentType="application/inkml+xml"/>
  <Override PartName="/ppt/ink/ink805.xml" ContentType="application/inkml+xml"/>
  <Override PartName="/ppt/ink/ink806.xml" ContentType="application/inkml+xml"/>
  <Override PartName="/ppt/ink/ink807.xml" ContentType="application/inkml+xml"/>
  <Override PartName="/ppt/ink/ink808.xml" ContentType="application/inkml+xml"/>
  <Override PartName="/ppt/ink/ink809.xml" ContentType="application/inkml+xml"/>
  <Override PartName="/ppt/ink/ink810.xml" ContentType="application/inkml+xml"/>
  <Override PartName="/ppt/ink/ink811.xml" ContentType="application/inkml+xml"/>
  <Override PartName="/ppt/ink/ink812.xml" ContentType="application/inkml+xml"/>
  <Override PartName="/ppt/ink/ink813.xml" ContentType="application/inkml+xml"/>
  <Override PartName="/ppt/ink/ink814.xml" ContentType="application/inkml+xml"/>
  <Override PartName="/ppt/ink/ink815.xml" ContentType="application/inkml+xml"/>
  <Override PartName="/ppt/ink/ink816.xml" ContentType="application/inkml+xml"/>
  <Override PartName="/ppt/ink/ink817.xml" ContentType="application/inkml+xml"/>
  <Override PartName="/ppt/ink/ink818.xml" ContentType="application/inkml+xml"/>
  <Override PartName="/ppt/ink/ink819.xml" ContentType="application/inkml+xml"/>
  <Override PartName="/ppt/ink/ink820.xml" ContentType="application/inkml+xml"/>
  <Override PartName="/ppt/ink/ink821.xml" ContentType="application/inkml+xml"/>
  <Override PartName="/ppt/ink/ink822.xml" ContentType="application/inkml+xml"/>
  <Override PartName="/ppt/ink/ink823.xml" ContentType="application/inkml+xml"/>
  <Override PartName="/ppt/ink/ink824.xml" ContentType="application/inkml+xml"/>
  <Override PartName="/ppt/ink/ink825.xml" ContentType="application/inkml+xml"/>
  <Override PartName="/ppt/ink/ink826.xml" ContentType="application/inkml+xml"/>
  <Override PartName="/ppt/ink/ink827.xml" ContentType="application/inkml+xml"/>
  <Override PartName="/ppt/ink/ink828.xml" ContentType="application/inkml+xml"/>
  <Override PartName="/ppt/ink/ink829.xml" ContentType="application/inkml+xml"/>
  <Override PartName="/ppt/ink/ink830.xml" ContentType="application/inkml+xml"/>
  <Override PartName="/ppt/ink/ink831.xml" ContentType="application/inkml+xml"/>
  <Override PartName="/ppt/ink/ink832.xml" ContentType="application/inkml+xml"/>
  <Override PartName="/ppt/ink/ink833.xml" ContentType="application/inkml+xml"/>
  <Override PartName="/ppt/ink/ink834.xml" ContentType="application/inkml+xml"/>
  <Override PartName="/ppt/ink/ink835.xml" ContentType="application/inkml+xml"/>
  <Override PartName="/ppt/ink/ink836.xml" ContentType="application/inkml+xml"/>
  <Override PartName="/ppt/ink/ink837.xml" ContentType="application/inkml+xml"/>
  <Override PartName="/ppt/ink/ink838.xml" ContentType="application/inkml+xml"/>
  <Override PartName="/ppt/ink/ink839.xml" ContentType="application/inkml+xml"/>
  <Override PartName="/ppt/ink/ink840.xml" ContentType="application/inkml+xml"/>
  <Override PartName="/ppt/ink/ink841.xml" ContentType="application/inkml+xml"/>
  <Override PartName="/ppt/ink/ink842.xml" ContentType="application/inkml+xml"/>
  <Override PartName="/ppt/ink/ink843.xml" ContentType="application/inkml+xml"/>
  <Override PartName="/ppt/ink/ink844.xml" ContentType="application/inkml+xml"/>
  <Override PartName="/ppt/ink/ink845.xml" ContentType="application/inkml+xml"/>
  <Override PartName="/ppt/ink/ink846.xml" ContentType="application/inkml+xml"/>
  <Override PartName="/ppt/ink/ink847.xml" ContentType="application/inkml+xml"/>
  <Override PartName="/ppt/ink/ink848.xml" ContentType="application/inkml+xml"/>
  <Override PartName="/ppt/ink/ink849.xml" ContentType="application/inkml+xml"/>
  <Override PartName="/ppt/ink/ink850.xml" ContentType="application/inkml+xml"/>
  <Override PartName="/ppt/ink/ink851.xml" ContentType="application/inkml+xml"/>
  <Override PartName="/ppt/ink/ink852.xml" ContentType="application/inkml+xml"/>
  <Override PartName="/ppt/ink/ink853.xml" ContentType="application/inkml+xml"/>
  <Override PartName="/ppt/ink/ink854.xml" ContentType="application/inkml+xml"/>
  <Override PartName="/ppt/ink/ink855.xml" ContentType="application/inkml+xml"/>
  <Override PartName="/ppt/ink/ink856.xml" ContentType="application/inkml+xml"/>
  <Override PartName="/ppt/ink/ink857.xml" ContentType="application/inkml+xml"/>
  <Override PartName="/ppt/ink/ink858.xml" ContentType="application/inkml+xml"/>
  <Override PartName="/ppt/ink/ink859.xml" ContentType="application/inkml+xml"/>
  <Override PartName="/ppt/ink/ink860.xml" ContentType="application/inkml+xml"/>
  <Override PartName="/ppt/ink/ink861.xml" ContentType="application/inkml+xml"/>
  <Override PartName="/ppt/ink/ink862.xml" ContentType="application/inkml+xml"/>
  <Override PartName="/ppt/ink/ink863.xml" ContentType="application/inkml+xml"/>
  <Override PartName="/ppt/ink/ink864.xml" ContentType="application/inkml+xml"/>
  <Override PartName="/ppt/ink/ink865.xml" ContentType="application/inkml+xml"/>
  <Override PartName="/ppt/ink/ink866.xml" ContentType="application/inkml+xml"/>
  <Override PartName="/ppt/ink/ink867.xml" ContentType="application/inkml+xml"/>
  <Override PartName="/ppt/ink/ink868.xml" ContentType="application/inkml+xml"/>
  <Override PartName="/ppt/ink/ink869.xml" ContentType="application/inkml+xml"/>
  <Override PartName="/ppt/ink/ink870.xml" ContentType="application/inkml+xml"/>
  <Override PartName="/ppt/ink/ink871.xml" ContentType="application/inkml+xml"/>
  <Override PartName="/ppt/ink/ink872.xml" ContentType="application/inkml+xml"/>
  <Override PartName="/ppt/ink/ink873.xml" ContentType="application/inkml+xml"/>
  <Override PartName="/ppt/ink/ink874.xml" ContentType="application/inkml+xml"/>
  <Override PartName="/ppt/ink/ink875.xml" ContentType="application/inkml+xml"/>
  <Override PartName="/ppt/ink/ink876.xml" ContentType="application/inkml+xml"/>
  <Override PartName="/ppt/ink/ink877.xml" ContentType="application/inkml+xml"/>
  <Override PartName="/ppt/ink/ink878.xml" ContentType="application/inkml+xml"/>
  <Override PartName="/ppt/ink/ink879.xml" ContentType="application/inkml+xml"/>
  <Override PartName="/ppt/ink/ink880.xml" ContentType="application/inkml+xml"/>
  <Override PartName="/ppt/ink/ink881.xml" ContentType="application/inkml+xml"/>
  <Override PartName="/ppt/ink/ink882.xml" ContentType="application/inkml+xml"/>
  <Override PartName="/ppt/ink/ink883.xml" ContentType="application/inkml+xml"/>
  <Override PartName="/ppt/ink/ink884.xml" ContentType="application/inkml+xml"/>
  <Override PartName="/ppt/ink/ink885.xml" ContentType="application/inkml+xml"/>
  <Override PartName="/ppt/ink/ink886.xml" ContentType="application/inkml+xml"/>
  <Override PartName="/ppt/ink/ink887.xml" ContentType="application/inkml+xml"/>
  <Override PartName="/ppt/ink/ink888.xml" ContentType="application/inkml+xml"/>
  <Override PartName="/ppt/ink/ink889.xml" ContentType="application/inkml+xml"/>
  <Override PartName="/ppt/ink/ink890.xml" ContentType="application/inkml+xml"/>
  <Override PartName="/ppt/ink/ink891.xml" ContentType="application/inkml+xml"/>
  <Override PartName="/ppt/ink/ink892.xml" ContentType="application/inkml+xml"/>
  <Override PartName="/ppt/ink/ink893.xml" ContentType="application/inkml+xml"/>
  <Override PartName="/ppt/ink/ink894.xml" ContentType="application/inkml+xml"/>
  <Override PartName="/ppt/ink/ink895.xml" ContentType="application/inkml+xml"/>
  <Override PartName="/ppt/ink/ink896.xml" ContentType="application/inkml+xml"/>
  <Override PartName="/ppt/ink/ink897.xml" ContentType="application/inkml+xml"/>
  <Override PartName="/ppt/ink/ink898.xml" ContentType="application/inkml+xml"/>
  <Override PartName="/ppt/ink/ink899.xml" ContentType="application/inkml+xml"/>
  <Override PartName="/ppt/ink/ink900.xml" ContentType="application/inkml+xml"/>
  <Override PartName="/ppt/ink/ink901.xml" ContentType="application/inkml+xml"/>
  <Override PartName="/ppt/ink/ink902.xml" ContentType="application/inkml+xml"/>
  <Override PartName="/ppt/ink/ink903.xml" ContentType="application/inkml+xml"/>
  <Override PartName="/ppt/ink/ink904.xml" ContentType="application/inkml+xml"/>
  <Override PartName="/ppt/ink/ink905.xml" ContentType="application/inkml+xml"/>
  <Override PartName="/ppt/ink/ink906.xml" ContentType="application/inkml+xml"/>
  <Override PartName="/ppt/ink/ink907.xml" ContentType="application/inkml+xml"/>
  <Override PartName="/ppt/ink/ink908.xml" ContentType="application/inkml+xml"/>
  <Override PartName="/ppt/ink/ink909.xml" ContentType="application/inkml+xml"/>
  <Override PartName="/ppt/ink/ink910.xml" ContentType="application/inkml+xml"/>
  <Override PartName="/ppt/ink/ink911.xml" ContentType="application/inkml+xml"/>
  <Override PartName="/ppt/ink/ink912.xml" ContentType="application/inkml+xml"/>
  <Override PartName="/ppt/ink/ink913.xml" ContentType="application/inkml+xml"/>
  <Override PartName="/ppt/ink/ink914.xml" ContentType="application/inkml+xml"/>
  <Override PartName="/ppt/ink/ink915.xml" ContentType="application/inkml+xml"/>
  <Override PartName="/ppt/ink/ink916.xml" ContentType="application/inkml+xml"/>
  <Override PartName="/ppt/ink/ink917.xml" ContentType="application/inkml+xml"/>
  <Override PartName="/ppt/ink/ink918.xml" ContentType="application/inkml+xml"/>
  <Override PartName="/ppt/ink/ink919.xml" ContentType="application/inkml+xml"/>
  <Override PartName="/ppt/ink/ink920.xml" ContentType="application/inkml+xml"/>
  <Override PartName="/ppt/ink/ink921.xml" ContentType="application/inkml+xml"/>
  <Override PartName="/ppt/ink/ink922.xml" ContentType="application/inkml+xml"/>
  <Override PartName="/ppt/ink/ink923.xml" ContentType="application/inkml+xml"/>
  <Override PartName="/ppt/ink/ink924.xml" ContentType="application/inkml+xml"/>
  <Override PartName="/ppt/ink/ink925.xml" ContentType="application/inkml+xml"/>
  <Override PartName="/ppt/ink/ink926.xml" ContentType="application/inkml+xml"/>
  <Override PartName="/ppt/ink/ink927.xml" ContentType="application/inkml+xml"/>
  <Override PartName="/ppt/ink/ink928.xml" ContentType="application/inkml+xml"/>
  <Override PartName="/ppt/ink/ink929.xml" ContentType="application/inkml+xml"/>
  <Override PartName="/ppt/ink/ink930.xml" ContentType="application/inkml+xml"/>
  <Override PartName="/ppt/ink/ink931.xml" ContentType="application/inkml+xml"/>
  <Override PartName="/ppt/ink/ink932.xml" ContentType="application/inkml+xml"/>
  <Override PartName="/ppt/ink/ink933.xml" ContentType="application/inkml+xml"/>
  <Override PartName="/ppt/ink/ink934.xml" ContentType="application/inkml+xml"/>
  <Override PartName="/ppt/ink/ink935.xml" ContentType="application/inkml+xml"/>
  <Override PartName="/ppt/ink/ink936.xml" ContentType="application/inkml+xml"/>
  <Override PartName="/ppt/ink/ink937.xml" ContentType="application/inkml+xml"/>
  <Override PartName="/ppt/ink/ink938.xml" ContentType="application/inkml+xml"/>
  <Override PartName="/ppt/ink/ink939.xml" ContentType="application/inkml+xml"/>
  <Override PartName="/ppt/ink/ink940.xml" ContentType="application/inkml+xml"/>
  <Override PartName="/ppt/ink/ink941.xml" ContentType="application/inkml+xml"/>
  <Override PartName="/ppt/ink/ink942.xml" ContentType="application/inkml+xml"/>
  <Override PartName="/ppt/ink/ink943.xml" ContentType="application/inkml+xml"/>
  <Override PartName="/ppt/ink/ink944.xml" ContentType="application/inkml+xml"/>
  <Override PartName="/ppt/ink/ink945.xml" ContentType="application/inkml+xml"/>
  <Override PartName="/ppt/ink/ink946.xml" ContentType="application/inkml+xml"/>
  <Override PartName="/ppt/ink/ink947.xml" ContentType="application/inkml+xml"/>
  <Override PartName="/ppt/ink/ink948.xml" ContentType="application/inkml+xml"/>
  <Override PartName="/ppt/ink/ink949.xml" ContentType="application/inkml+xml"/>
  <Override PartName="/ppt/ink/ink950.xml" ContentType="application/inkml+xml"/>
  <Override PartName="/ppt/ink/ink951.xml" ContentType="application/inkml+xml"/>
  <Override PartName="/ppt/ink/ink952.xml" ContentType="application/inkml+xml"/>
  <Override PartName="/ppt/ink/ink953.xml" ContentType="application/inkml+xml"/>
  <Override PartName="/ppt/ink/ink954.xml" ContentType="application/inkml+xml"/>
  <Override PartName="/ppt/ink/ink955.xml" ContentType="application/inkml+xml"/>
  <Override PartName="/ppt/ink/ink956.xml" ContentType="application/inkml+xml"/>
  <Override PartName="/ppt/ink/ink957.xml" ContentType="application/inkml+xml"/>
  <Override PartName="/ppt/ink/ink958.xml" ContentType="application/inkml+xml"/>
  <Override PartName="/ppt/ink/ink959.xml" ContentType="application/inkml+xml"/>
  <Override PartName="/ppt/ink/ink960.xml" ContentType="application/inkml+xml"/>
  <Override PartName="/ppt/ink/ink961.xml" ContentType="application/inkml+xml"/>
  <Override PartName="/ppt/ink/ink962.xml" ContentType="application/inkml+xml"/>
  <Override PartName="/ppt/ink/ink963.xml" ContentType="application/inkml+xml"/>
  <Override PartName="/ppt/ink/ink964.xml" ContentType="application/inkml+xml"/>
  <Override PartName="/ppt/ink/ink965.xml" ContentType="application/inkml+xml"/>
  <Override PartName="/ppt/ink/ink966.xml" ContentType="application/inkml+xml"/>
  <Override PartName="/ppt/ink/ink967.xml" ContentType="application/inkml+xml"/>
  <Override PartName="/ppt/ink/ink968.xml" ContentType="application/inkml+xml"/>
  <Override PartName="/ppt/ink/ink969.xml" ContentType="application/inkml+xml"/>
  <Override PartName="/ppt/ink/ink970.xml" ContentType="application/inkml+xml"/>
  <Override PartName="/ppt/ink/ink971.xml" ContentType="application/inkml+xml"/>
  <Override PartName="/ppt/ink/ink972.xml" ContentType="application/inkml+xml"/>
  <Override PartName="/ppt/ink/ink973.xml" ContentType="application/inkml+xml"/>
  <Override PartName="/ppt/ink/ink974.xml" ContentType="application/inkml+xml"/>
  <Override PartName="/ppt/ink/ink975.xml" ContentType="application/inkml+xml"/>
  <Override PartName="/ppt/ink/ink976.xml" ContentType="application/inkml+xml"/>
  <Override PartName="/ppt/ink/ink977.xml" ContentType="application/inkml+xml"/>
  <Override PartName="/ppt/ink/ink978.xml" ContentType="application/inkml+xml"/>
  <Override PartName="/ppt/ink/ink979.xml" ContentType="application/inkml+xml"/>
  <Override PartName="/ppt/ink/ink980.xml" ContentType="application/inkml+xml"/>
  <Override PartName="/ppt/ink/ink981.xml" ContentType="application/inkml+xml"/>
  <Override PartName="/ppt/ink/ink982.xml" ContentType="application/inkml+xml"/>
  <Override PartName="/ppt/ink/ink983.xml" ContentType="application/inkml+xml"/>
  <Override PartName="/ppt/ink/ink984.xml" ContentType="application/inkml+xml"/>
  <Override PartName="/ppt/ink/ink985.xml" ContentType="application/inkml+xml"/>
  <Override PartName="/ppt/ink/ink986.xml" ContentType="application/inkml+xml"/>
  <Override PartName="/ppt/ink/ink987.xml" ContentType="application/inkml+xml"/>
  <Override PartName="/ppt/ink/ink988.xml" ContentType="application/inkml+xml"/>
  <Override PartName="/ppt/ink/ink989.xml" ContentType="application/inkml+xml"/>
  <Override PartName="/ppt/ink/ink990.xml" ContentType="application/inkml+xml"/>
  <Override PartName="/ppt/ink/ink991.xml" ContentType="application/inkml+xml"/>
  <Override PartName="/ppt/ink/ink992.xml" ContentType="application/inkml+xml"/>
  <Override PartName="/ppt/ink/ink993.xml" ContentType="application/inkml+xml"/>
  <Override PartName="/ppt/ink/ink994.xml" ContentType="application/inkml+xml"/>
  <Override PartName="/ppt/ink/ink995.xml" ContentType="application/inkml+xml"/>
  <Override PartName="/ppt/ink/ink996.xml" ContentType="application/inkml+xml"/>
  <Override PartName="/ppt/ink/ink997.xml" ContentType="application/inkml+xml"/>
  <Override PartName="/ppt/ink/ink998.xml" ContentType="application/inkml+xml"/>
  <Override PartName="/ppt/ink/ink999.xml" ContentType="application/inkml+xml"/>
  <Override PartName="/ppt/ink/ink1000.xml" ContentType="application/inkml+xml"/>
  <Override PartName="/ppt/ink/ink1001.xml" ContentType="application/inkml+xml"/>
  <Override PartName="/ppt/ink/ink1002.xml" ContentType="application/inkml+xml"/>
  <Override PartName="/ppt/ink/ink1003.xml" ContentType="application/inkml+xml"/>
  <Override PartName="/ppt/ink/ink1004.xml" ContentType="application/inkml+xml"/>
  <Override PartName="/ppt/ink/ink1005.xml" ContentType="application/inkml+xml"/>
  <Override PartName="/ppt/ink/ink1006.xml" ContentType="application/inkml+xml"/>
  <Override PartName="/ppt/ink/ink1007.xml" ContentType="application/inkml+xml"/>
  <Override PartName="/ppt/ink/ink1008.xml" ContentType="application/inkml+xml"/>
  <Override PartName="/ppt/ink/ink1009.xml" ContentType="application/inkml+xml"/>
  <Override PartName="/ppt/ink/ink1010.xml" ContentType="application/inkml+xml"/>
  <Override PartName="/ppt/ink/ink1011.xml" ContentType="application/inkml+xml"/>
  <Override PartName="/ppt/ink/ink1012.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2" r:id="rId4"/>
    <p:sldMasterId id="2147483790" r:id="rId5"/>
  </p:sldMasterIdLst>
  <p:notesMasterIdLst>
    <p:notesMasterId r:id="rId59"/>
  </p:notesMasterIdLst>
  <p:sldIdLst>
    <p:sldId id="1615" r:id="rId6"/>
    <p:sldId id="1616" r:id="rId7"/>
    <p:sldId id="1554" r:id="rId8"/>
    <p:sldId id="356" r:id="rId9"/>
    <p:sldId id="260" r:id="rId10"/>
    <p:sldId id="261" r:id="rId11"/>
    <p:sldId id="1617" r:id="rId12"/>
    <p:sldId id="1618" r:id="rId13"/>
    <p:sldId id="1583" r:id="rId14"/>
    <p:sldId id="1620" r:id="rId15"/>
    <p:sldId id="1622" r:id="rId16"/>
    <p:sldId id="1623" r:id="rId17"/>
    <p:sldId id="1624" r:id="rId18"/>
    <p:sldId id="1591" r:id="rId19"/>
    <p:sldId id="1592" r:id="rId20"/>
    <p:sldId id="1614" r:id="rId21"/>
    <p:sldId id="361" r:id="rId22"/>
    <p:sldId id="1569" r:id="rId23"/>
    <p:sldId id="1570" r:id="rId24"/>
    <p:sldId id="1572" r:id="rId25"/>
    <p:sldId id="1573" r:id="rId26"/>
    <p:sldId id="1599" r:id="rId27"/>
    <p:sldId id="1600" r:id="rId28"/>
    <p:sldId id="364" r:id="rId29"/>
    <p:sldId id="1565" r:id="rId30"/>
    <p:sldId id="1566" r:id="rId31"/>
    <p:sldId id="278" r:id="rId32"/>
    <p:sldId id="368" r:id="rId33"/>
    <p:sldId id="369" r:id="rId34"/>
    <p:sldId id="1594" r:id="rId35"/>
    <p:sldId id="1593" r:id="rId36"/>
    <p:sldId id="1596" r:id="rId37"/>
    <p:sldId id="371" r:id="rId38"/>
    <p:sldId id="1595" r:id="rId39"/>
    <p:sldId id="1577" r:id="rId40"/>
    <p:sldId id="1576" r:id="rId41"/>
    <p:sldId id="1602" r:id="rId42"/>
    <p:sldId id="1603" r:id="rId43"/>
    <p:sldId id="374" r:id="rId44"/>
    <p:sldId id="1578" r:id="rId45"/>
    <p:sldId id="1567" r:id="rId46"/>
    <p:sldId id="1579" r:id="rId47"/>
    <p:sldId id="1580" r:id="rId48"/>
    <p:sldId id="1601" r:id="rId49"/>
    <p:sldId id="1604" r:id="rId50"/>
    <p:sldId id="1611" r:id="rId51"/>
    <p:sldId id="1612" r:id="rId52"/>
    <p:sldId id="376" r:id="rId53"/>
    <p:sldId id="377" r:id="rId54"/>
    <p:sldId id="1568" r:id="rId55"/>
    <p:sldId id="1608" r:id="rId56"/>
    <p:sldId id="1609" r:id="rId57"/>
    <p:sldId id="1581" r:id="rId5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04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7587" autoAdjust="0"/>
    <p:restoredTop sz="94660"/>
  </p:normalViewPr>
  <p:slideViewPr>
    <p:cSldViewPr snapToGrid="0" snapToObjects="1">
      <p:cViewPr varScale="1">
        <p:scale>
          <a:sx n="79" d="100"/>
          <a:sy n="79" d="100"/>
        </p:scale>
        <p:origin x="948" y="3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5" Type="http://schemas.openxmlformats.org/officeDocument/2006/relationships/slideMaster" Target="slideMasters/slideMaster2.xml"/><Relationship Id="rId61" Type="http://schemas.openxmlformats.org/officeDocument/2006/relationships/viewProps" Target="viewProp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03:04.336"/>
    </inkml:context>
    <inkml:brush xml:id="br0">
      <inkml:brushProperty name="width" value="0.025" units="cm"/>
      <inkml:brushProperty name="height" value="0.025" units="cm"/>
    </inkml:brush>
  </inkml:definitions>
  <inkml:trace contextRef="#ctx0" brushRef="#br0">95 163 4956,'-2'0'837,"-25"2"504,24-2 154,-18 23 151,-20 8 8134,43-30-9761,-1-1 0,1 0 0,0 1 0,-1 0 0,1-1 0,-1 1 0,1 0 0,-1-1 0,1 1 0,1 2 0,8 3 49,-5-5-33,0 0 1,0 0 0,0-1-1,8 0 1,12 2 33,44 5 9,82 0-1,-14-3-73,91 15 105,500 32 26,-658-48-167,86 0 50,-39-3-73,47-3 90,409-50 70,-301 30-68,-205 19-33,152-18-75,307-27-133,86 38 438,-286 4-212,-153 4-46,283-12 23,-311 11 13,602 3 141,-636 2-134,35 1 9,-15 0-40,-2-1-2,99 2 117,89-7-12,-180-1-62,68-1 23,265-4-62,71-3 30,-435 10-35,31 0 26,-18 4 11,41 1-34,303 3 187,-262-7-184,378 15 457,952-7 42,-1084-2-506,-328-5 42,143 3 51,195 9-35,-215-6-23,333-2-158,-350-4 94,361 7 17,-253-1 22,-15 1-34,180-25 33,-379 10 5,276-11 9,-11 9 4,-229 10-66,135 1 179,40 12 226,155 1 497,-476-13-852,214 6 563,-224-6-610,1 0-1,-1 0 1,1 0-1,-1 0 1,1 0-1,-1 0 1,1 0 0,-1 0-1,1 0 1,-1 0-1,1 0 1,-1 0 0,1 0-1,-1 0 1,0 0-1,1-1 1,-1 1-1,1 0 1,-1 0 0,1-1-1,-1 1 1,0 0-1,1-1 1,-1 1 0,1 0-1,-1-1 1,0 1-1,1 0 1,-1-1 0,0 1-1,0-1 1,1 1-1,-1-1 1,0 0-1,0 0-64,0-1-1,0 0 0,0 1 0,0-1 0,0 1 0,-1-1 0,1 0 0,0 1 0,-1-1 0,1 1 0,-2-3 0,-1-3-468,-1 0 0,0 0 1,-1 0-1,-6-7 0,5 8-571,0 0-1,-1 1 1,0-1-1,-8-4 0,-41-24-8240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03:07.453"/>
    </inkml:context>
    <inkml:brush xml:id="br0">
      <inkml:brushProperty name="width" value="0.025" units="cm"/>
      <inkml:brushProperty name="height" value="0.025" units="cm"/>
    </inkml:brush>
  </inkml:definitions>
  <inkml:trace contextRef="#ctx0" brushRef="#br0">8 235 8353,'-8'-11'3970,"19"13"1869,7 1-6091,95-1 2082,10 0-1211,55 6-81,-68-6-442,554-7 671,-226-6-508,-143 5-159,-111 2 17,607-29 420,-582 23-485,243-2 4,-168 3-49,520-32-42,-354 16-22,0 22 31,-401 3 43,259 1 61,237 14-64,731 26-413,-715-59 180,-241 14 137,-208 4 46,653-13 161,-578 8-82,-100 4-52,76-4 31,7-1-70,-81 4 96,206 1-25,-253 3-29,212 8 115,257-2 41,-352-8-103,-142 0-33,394-11 112,-90-3-93,60-1-47,-379 15 15,254 4 130,-142 0-160,483 12 138,-245-5-138,231 18 26,-470-28-2,57 3 21,-3-4-3,-64-2 15,207-11 142,-160 11-170,-79 3 59,85 0 44,305-7 438,-161 2-492,-184 5 14,214 18 206,-5 0-79,-111-19-156,-105-1-82,49-3 202,182-7 369,250 0 1304,-391 5-1524,212-4 1215,-293 6-509,74 3 553,-141 6-465,-49-6-1386,-1 0 0,0 0 0,1 0 0,-1 0 0,0 0 0,0 0 0,0-1 0,0 1 0,0 0 0,0-1-1,0 1 1,-1 0 0,1-1 0,0 1 0,-1-1 0,1-1 0,-2-1-585,-1 0-1,1 1 1,-1-1-1,-1 1 1,1-1 0,-4-4-1,-8-12-4770,1-12-7152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07:25.134"/>
    </inkml:context>
    <inkml:brush xml:id="br0">
      <inkml:brushProperty name="width" value="0.025" units="cm"/>
      <inkml:brushProperty name="height" value="0.025" units="cm"/>
    </inkml:brush>
  </inkml:definitions>
  <inkml:trace contextRef="#ctx0" brushRef="#br0">2 6 6997,'-1'7'8291,"12"-20"-2587,10 19-5202,-8-2-337,13-1 83,34-3 0,-10 1-117,104 1 170,-54-2-216,206 1 60,-164-1-137,386-1-14,-451-1 19,50 2 2,-8 3-15,48 4 9,67 6-15,-87-6 17,398 38 121,25 4-174,-290-35 13,138 2-44,-391-16 80,122 5 26,-36 1-44,-65-5 22,72 11-1,1 1-35,-48-8 44,503 20 51,-360-23-68,21-6-1,103-5-45,-288 7 47,646-14-25,-80 5 16,-432 1-9,-100 7 36,246-2-51,-40-1 36,402-3 69,-86 2-51,-366 6 39,102-4-106,-36-10 34,-34 9-32,33 10 27,-72 2 10,-51-6 14,833-8-8,-980 7 4,604 1 248,-564 3-184,-74-2-99,-5-4-864,-4-5-121,0 0 0,0 0 0,-10-9 1,-14-8-4864,-4-1-3557</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07:28.661"/>
    </inkml:context>
    <inkml:brush xml:id="br0">
      <inkml:brushProperty name="width" value="0.025" units="cm"/>
      <inkml:brushProperty name="height" value="0.025" units="cm"/>
    </inkml:brush>
  </inkml:definitions>
  <inkml:trace contextRef="#ctx0" brushRef="#br0">25 1 7821,'-25'13'10071,"44"-13"-9133,52 23 946,134-8-603,131-9-668,50-4-411,-259-1-139,40-2 7,-22-2-40,37-2 35,149 3-64,-98 4-79,294-7 114,-127 16 90,-179-1-143,-58 1-48,155 2 81,23-7-46,-221 0 2,-32-1 14,141 16 85,-82-5-60,537 8 9,4-10-82,-352-6 78,-170-2-11,72 2 116,-112-2-148,110 1 55,-65-5-89,-41 1 47,200 11-13,-198-12 22,88-1-6,182 1-10,-315 1 43,612-8 68,-554 1-27,156-3-69,774-9-95,-750 22 69,107-1 35,-81-5-20,76-1 60,88 17-14,-151-2 47,268 8-308,-267-16 205,10 1-4,-35 6-26,33-12 66,-178-2-61,241-9 94,-29-3-19,-126 1-31,-147 4 19,34 0 72,58-1-93,2-1 14,-82 12 62,244-8-91,-72-6-19,-67-3 39,370-15-15,466 16-1,-1086 14 21,551-22-9,-472 16 10,464-33 77,-309 34 162,-54 2-31,33 7-50,-59 0 19,-53 0-106,-66-1-2,-1-2 0,0-1-1,41-5 1,-73 4-235,-5-2-1995,-2-3 1292,0 0 0,-1 1 0,1-1 0,-1 1 1,-1 1-1,1-1 0,0 1 0,-1 0 0,0 0 1,0 0-1,-9-3 0,-20-13-7521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07:29.874"/>
    </inkml:context>
    <inkml:brush xml:id="br0">
      <inkml:brushProperty name="width" value="0.025" units="cm"/>
      <inkml:brushProperty name="height" value="0.025" units="cm"/>
    </inkml:brush>
  </inkml:definitions>
  <inkml:trace contextRef="#ctx0" brushRef="#br0">16 36 9129,'-1'0'151,"1"0"0,-1 0 0,1 0 0,-1 0 0,1 0 0,-1 0 0,1 0 0,-1 0 0,1 0 0,-1 0 0,1 0 0,-1-1 0,1 1 0,-1 0 0,1 0 0,-1 0 0,1-1 0,-1 1 0,1 0 0,-1 0 1,1-1-1,0 1 0,-1 0 0,1-1 0,0 1 0,-1-1 0,1 1 0,0 0 0,-1-1 0,1 1 0,0-1 0,0 1 0,0-1 0,-1 1 0,1-1 0,0 1 0,0-1 0,0 1 0,0-1 0,0 1 0,0-1 0,0 1 0,0-1 0,0 1 0,0-1 0,0 1 0,0-1 0,0 1 0,0-1 0,1 0 0,-1 0 54,0 0-1,1 0 0,-1 1 0,0-1 0,1 0 0,-1 0 0,1 1 0,-1-1 0,1 0 0,-1 1 0,1-1 0,-1 0 0,1 1 0,0-1 0,-1 1 0,1-1 0,0 1 1,1-1-1,12 0-882,-7 3 866,0-1 0,0 0 0,0-1-1,0 1 1,0-1 0,13-2 0,12 0 247,-3 2-129,189-5 1589,-22 5-790,-109 3-708,577 48 841,-458-30-1109,-148-15-116,515 46 105,0-24-44,-380-25-1,271 2 1585,-437-2-1521,-24-3-70,16 1-267,-4 0-345,-11 0-408,-4-3-405,1-1 943,0 1 1,0-1-1,0 0 1,0 1-1,-1-1 0,1 0 1,-1 1-1,0-1 0,0 0 1,0 1-1,-1-6 0,-5-10-6735,-2 2-3675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07:57.454"/>
    </inkml:context>
    <inkml:brush xml:id="br0">
      <inkml:brushProperty name="width" value="0.025" units="cm"/>
      <inkml:brushProperty name="height" value="0.025" units="cm"/>
    </inkml:brush>
  </inkml:definitions>
  <inkml:trace contextRef="#ctx0" brushRef="#br0">5 160 6773,'4'-6'-264,"-12"7"10895,16-3-8649,1 0-1795,0 0 1,1 1-1,-1 0 1,1 0 0,0 2-1,-1-1 1,1 1-1,-1 0 1,11 3-1,44 3 220,160 2 210,-65 2-491,-70-3-53,-34-2-37,58-3-1,185 1 83,-35 12-73,10 2-94,-136-14 114,11 0-18,-42 2-60,-22-3-2,26 2-3,35 3 22,122 6 12,-229-14-16,70 0 7,109-14 1,7-5-22,-100 11 19,-77 6-11,90 4 16,39-9-50,-77 5 11,-4 0 51,60-6-36,-9 1 36,-40 2-8,11 0 3,25-4-55,15-2 32,72-1-43,-139 11 83,8 0 16,57-4-4,98-5-7,68-12-58,-98 12 22,-79 6 1,52 4 0,-3 0 9,25-9 11,243-14-3,-128 13-14,-39 1 84,-110 8-50,-52 2-3,211 5 7,-61 1-11,-153-6-47,188-4 57,-28-13 183,313-22 85,-378 20 9,256 14-1,-351 9-194,182 12 33,-209-8-112,316 41 323,-15 3 77,-184-28-366,-116-14 34,49 7-120,-43-3 43,69 14-1005,-176-29 778,1 1 0,0 0 0,0-1 0,0 0 0,0 1 0,-1-1 0,5-1 0,-6 1 85,0 0 1,-1 0-1,1 0 1,-1-1 0,1 1-1,-1 0 1,1-1-1,0 1 1,-1 0-1,1-1 1,-1 1-1,1-1 1,-1 1 0,0 0-1,1-1 1,-1 1-1,1-1 1,-1 1-1,0-1 1,1 0-1,-1 1 1,0-1-1,0 1 1,1-1 0,-1 0-1,0 1 1,0-1-1,0 1 1,0-1-1,0 0 1,0 1-1,0-1 1,0 0 0,0 1-1,0-1 1,0 0-1,-1 0 1,1-1-367,0 1 0,0-1 0,-1 0 0,1 1 0,-1-1-1,0 0 1,1 1 0,-1-1 0,0 1 0,0 0 0,0-1 0,-1-1 0,-25-15-9489</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07:59.007"/>
    </inkml:context>
    <inkml:brush xml:id="br0">
      <inkml:brushProperty name="width" value="0.025" units="cm"/>
      <inkml:brushProperty name="height" value="0.025" units="cm"/>
    </inkml:brush>
  </inkml:definitions>
  <inkml:trace contextRef="#ctx0" brushRef="#br0">1 233 8009,'0'0'11797,"4"0"-11293,126 1 1017,173-3-668,-91-11-516,49-1-205,-170 13-22,334-16 211,-305 8-67,156-20-4,420-44 137,-603 65-371,960-8 199,-788 28-152,88 2 76,-308-13-158,227 0-45,140-18 83,205-4-111,-313 21 14,31 8 101,1-1-12,106 7 140,-130-6-200,137-3 79,-205-7-20,-181 2 105,77 3-58,60-1 226,-169-2 479,0 0 1,1 2-1,39 8 1,-25 0-769,-48-14-1551,1-1 1012,-1 0 0,0 0-1,0 0 1,-1 1 0,0-1-1,1 1 1,-1-1 0,-1 1-1,1 0 1,-1 1 0,-5-6-1,-21-12-5559,-14-4-5054</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08:15.081"/>
    </inkml:context>
    <inkml:brush xml:id="br0">
      <inkml:brushProperty name="width" value="0.025" units="cm"/>
      <inkml:brushProperty name="height" value="0.025" units="cm"/>
    </inkml:brush>
  </inkml:definitions>
  <inkml:trace contextRef="#ctx0" brushRef="#br0">0 11 22725,'10109'0'0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08:17.375"/>
    </inkml:context>
    <inkml:brush xml:id="br0">
      <inkml:brushProperty name="width" value="0.025" units="cm"/>
      <inkml:brushProperty name="height" value="0.025" units="cm"/>
    </inkml:brush>
  </inkml:definitions>
  <inkml:trace contextRef="#ctx0" brushRef="#br0">76 190 9333,'-42'15'1311,"39"-13"-783,-1-1-1,1 0 0,0-1 1,-1 1-1,1-1 0,-1 1 1,-4-1-1,7 0 1614,3-1-282,15 3-417,609 54 957,-454-49-2307,603 10 89,-695-19-183,375-17 75,-98-1-90,-133 8 11,471-26-13,-122 28-14,-404 10 31,426-9 132,-210 6-175,-275 3 39,697 11-35,-475-7 44,110 0 48,-223-8-1,309-3 58,-363-2-69,-50 2-15,203-16 72,-72 5-12,-60 7 46,297-13 977,-211 11 845,-203 10-583,76 6-1,-102-3-986,-40 0-379,-3-13-2574,1 11 2165,-1-1 0,0 1 0,0 0 0,0-1 0,-1 1 0,1-1 0,0 1 0,-2-3 0,-9-12-6911,-14-10-5932</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09:21.248"/>
    </inkml:context>
    <inkml:brush xml:id="br0">
      <inkml:brushProperty name="width" value="0.025" units="cm"/>
      <inkml:brushProperty name="height" value="0.025" units="cm"/>
    </inkml:brush>
  </inkml:definitions>
  <inkml:trace contextRef="#ctx0" brushRef="#br0">0 48 24601,'22379'0'0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09:23.399"/>
    </inkml:context>
    <inkml:brush xml:id="br0">
      <inkml:brushProperty name="width" value="0.025" units="cm"/>
      <inkml:brushProperty name="height" value="0.025" units="cm"/>
    </inkml:brush>
  </inkml:definitions>
  <inkml:trace contextRef="#ctx0" brushRef="#br0">35 438 9589,'0'0'1353,"-3"0"-287,-29 2 6947,35-1-7503,25 2 59,-1-2 0,1 0 0,35-4 0,85-18 117,-7 1-287,260-35 543,-136 16-657,339-33 158,212-29 1352,-654 76-1000,239-28 862,-354 43-1364,-44 10-180,0-1-95,24-1 49,-25 2-52,-21-18-13802,-5-7 243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08:43.772"/>
    </inkml:context>
    <inkml:brush xml:id="br0">
      <inkml:brushProperty name="width" value="0.025" units="cm"/>
      <inkml:brushProperty name="height" value="0.025" units="cm"/>
    </inkml:brush>
  </inkml:definitions>
  <inkml:trace contextRef="#ctx0" brushRef="#br0">1 105 5160,'0'0'13828,"1"-1"-13400,2 0-279,-1 0-1,0 0 0,1 1 0,-1-1 1,1 0-1,-1 1 0,1 0 0,-1-1 1,1 1-1,-1 0 0,1 0 0,0 0 0,-1 1 1,1-1-1,-1 1 0,3 0 0,0 0-316,-2 0 276,-2-1 23,33 5-36,0-1 0,0-2 0,0-1 0,50-5 0,-74 3-85,43-4 4,24 0 3,74-6 3,-76 9-15,52 2-40,15-1 2,-11-1 68,-20 0-10,-31-2-4,32-1-9,-64 2-47,58 3 1,-11 0 33,-68-2 16,0 2 0,49 5 1,-62-3-14,0-2 1,1 0 0,-1 0 0,26-5-1,12-1-31,311-17 37,-315 22-12,-29 1-5,-1 0-1,22-4 1,-21 2-2,1 0 1,-1 2 0,27 2-1,-21 0 30,38-3 0,112-7 49,-32-2-74,-19 10 24,-61 1-29,-42 0-6,35-3-1,126-4 15,-164 6 9,11 0-7,-1 2 0,33 5 0,-40-4-20,0-2-1,37-2 0,-15 0 78,116-3-19,100 3-41,-24 23-28,92 4 106,-108-21-69,-40-2 23,264 2-19,23 11 111,-344-10-104,-61-8-18,34 2 4,180 3 107,-37-2 214,-92 1-134,42 2-131,-145-1-50,184 3-35,-163-9 21,37-2 44,-21 3-32,-57 2 27,39-4-1,-30 1-20,0 2 0,38 3 0,-5 0 0,108 3 131,-137-6-35,29 1-179,48 5-1,1-1 54,31 0 58,-42-3-38,-39 0 57,25 2-67,20 13 41,-14-10 92,156 6 28,-34-10-115,-102-4 14,69 5-16,-108-6-30,-19 1 102,266 12-170,-321-10 61,224 1 43,-188 2-75,-23-1 51,1-1 0,-1 0 0,17-2 0,-2-1-9,1 2 0,0 1 0,45 7-1,-43-4-81,58 0 29,-27-4 5,141 0 31,-126-2 69,73-6-64,-139 7-6,1 1 1,19 2-1,-20-1 30,-1 0 0,22-2 0,-18 0-31,0 0 1,0 2 0,18 2-1,33 0 108,64-1-153,-87-1 85,-8 1-62,44 1-5,-4-2 82,-49 0-78,43-3 0,-58 2 31,0 0 0,19 2-1,17 0-21,62-11 33,50-2-26,-35 1 50,-24 1-26,-23 5 19,103-2 20,24 0-46,-61-1 26,-57 0-107,-10 5 168,52-5-149,-95 4 104,56 4 0,-1-1-116,51-2 58,43-3 117,77-1 114,-188 6-186,97 4 148,94-3-75,-4 3-163,-67-3 254,-90-3-187,146-3 1,-25 0 32,-27-2 47,5 0-107,-147 5 50,43 1-53,156 2 181,-112-4 239,83-3-58,56 5 1215,-134 2 162,-114 2-1327,-29-3 0,0 0-322,4-2 191,1 1 1,0-1 0,-1-1-1,12-4 1,-17 6 990,-18-10-7847,-39-22-4693,24 12-542</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08:46.295"/>
    </inkml:context>
    <inkml:brush xml:id="br0">
      <inkml:brushProperty name="width" value="0.025" units="cm"/>
      <inkml:brushProperty name="height" value="0.025" units="cm"/>
    </inkml:brush>
  </inkml:definitions>
  <inkml:trace contextRef="#ctx0" brushRef="#br0">1 359 9417,'0'0'186,"1"0"1,0 1-1,-1-1 1,1 0-1,0 0 1,-1 0-1,1 0 1,0 0-1,-1 0 1,1 0-1,0 0 1,-1-1-1,1 1 1,0 0-1,-1 0 1,1 0-1,-1-1 1,1 1-1,0 0 0,-1-1 1,1 1-1,-1 0 1,1-1-1,-1 1 1,1-1-1,-1 1 1,1-1-1,-1 1 1,0-1-1,1 1 1,-1-1-1,0 1 1,1-1-1,-1 0 1,0 1-1,0-1 1,1 1-1,-1-1 1,0 0-1,0 1 1,0-1-1,0 0 1,0 1-1,0-1 0,0 0 1,0-1-1,1-5-972,3 5 1263,171 2 3121,-71-8-2464,-71 4-767,62 0 1,172 11-52,132-6-25,-261-2-252,55-3 251,178-9-243,-35 10 73,-78 1-186,443-18 86,-629 17-46,106-8 160,44-10-163,-23 2 112,86-2-141,9-1 17,89 3 338,-227 17-255,154 1 187,500-12-365,-399 19 199,-103 1-31,44-2 71,-20-14-121,-102 3 29,-138 3 73,34-2-110,60 2 35,-94 5 47,279-5 143,-194-5-189,-46 1-9,268-9 210,-13 10 276,-221 8-213,-47 1-109,498 8 523,-486-11-473,543-16 3322,-631 12-3240,-14 0-8,-1 2 0,1 2 1,28 2-1,0-2-51,-11-1-155,-39 2-83,22-2 0,13-2 0,-25 2 0,-6 3-90,-12 4-138,-14 5-399,-2-2-652,16-8 540,-9 3-1372,0 1 2434,9-3 679,1-4-1414,-24-42-4795,5 5-4024,-7-6-1953</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09:27.539"/>
    </inkml:context>
    <inkml:brush xml:id="br0">
      <inkml:brushProperty name="width" value="0.025" units="cm"/>
      <inkml:brushProperty name="height" value="0.025" units="cm"/>
    </inkml:brush>
  </inkml:definitions>
  <inkml:trace contextRef="#ctx0" brushRef="#br0">65 0 13297,'-8'3'-278,"6"-3"704,-1 1 0,1-1-1,-1 1 1,1 0 0,-1 0 0,1 0 0,0 0 0,-1 0 0,1 0 0,0 1-1,0-1 1,0 1 0,0-1 0,0 1 0,0 0 0,1 0 0,-1 0-1,1 0 1,-1 0 0,-1 3 0,0 12 170,0 0 0,2 0-1,0 23 1,0 4 217,-1 92 680,17 158 1,-8-236-1705,21 86-1,9-14-3069,-36-125 2430,1 1 0,-1 0 0,-1-1 0,1 10 1,0-1-1867,-14-19-11769</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09:27.791"/>
    </inkml:context>
    <inkml:brush xml:id="br0">
      <inkml:brushProperty name="width" value="0.025" units="cm"/>
      <inkml:brushProperty name="height" value="0.025" units="cm"/>
    </inkml:brush>
  </inkml:definitions>
  <inkml:trace contextRef="#ctx0" brushRef="#br0">181 122 12501,'-29'-4'2314,"28"4"-2201,1-1 1,-1 1 0,0 0 0,1 0 0,-1-1-1,1 1 1,-1 0 0,1-1 0,-1 1-1,1 0 1,-1-1 0,1 1 0,-1-1-1,1 1 1,-1-1 0,1 1 0,0-1 0,-1 1-1,1-1 1,0 1 0,0-1 0,-1 0-1,1 1 1,0-1 0,0 0 0,0 1-1,0-1 1,0 1 0,0-1 0,0 0 0,0 0 302,-1 0-253,1-1 1,0 1-1,0 0 0,0 0 1,0 0-1,1 0 1,-1-1-1,0 1 0,0 0 1,1 0-1,-1 0 1,1 0-1,-1 0 0,1 0 1,-1 0-1,1 0 1,-1 0-1,1 0 0,0 0 1,0 0-1,0 0 1,-1 1-1,1-1 0,0 0 1,0 1-1,0-1 1,0 0-1,0 1 0,0-1 1,1 1-1,42-21 1732,-32 16-1473,11-4 564,0 0 1,26-6-1,-12 5-102,-36 9-863,0 1-1,0-1 0,0 1 0,1-1 0,-1 1 0,0 0 0,0 0 1,0 0-1,1 0 0,-1 0 0,0 0 0,0 0 0,1 0 1,-1 0-1,0 0 0,0 1 0,0-1 0,0 0 0,1 1 0,-1-1 1,0 1-1,0-1 0,0 1 0,0 0 0,0-1 0,0 1 1,0 0-1,0 0 0,-1 0 0,1 0 0,0 0 0,0-1 0,-1 2 1,1-1-1,0 0 0,-1 0 0,1 0 0,-1 0 0,0 0 0,1 0 1,-1 0-1,0 1 0,0-1 0,1 0 0,-1 0 0,0 3 1,0 3-22,0 0 1,0 0 0,-1 0 0,0 0 0,0 0 0,-1 0 0,-2 7 0,-5 7-287,0-1 0,-2 0 0,0-1 0,-16 20 0,9-13-283,17-24 520,-98 137-3334,84-121 2308,0-1 0,-1 0 0,-1-1 0,-1 0-1,-23 15 1,36-27 507,-20 9-1689,5-10-2977,-1-7-2753</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09:28.121"/>
    </inkml:context>
    <inkml:brush xml:id="br0">
      <inkml:brushProperty name="width" value="0.025" units="cm"/>
      <inkml:brushProperty name="height" value="0.025" units="cm"/>
    </inkml:brush>
  </inkml:definitions>
  <inkml:trace contextRef="#ctx0" brushRef="#br0">622 25 12389,'0'0'2242,"-2"-2"-310,1 0-1677,0 0-1,-1 1 1,1-1-1,-1 1 1,0-1 0,0 1-1,1-1 1,-1 1 0,0 0-1,0 0 1,0 0 0,0 0-1,0 0 1,-1 0 0,-1 0-1,0 0-97,0 1-1,0 0 0,-1 0 0,1 0 0,0 0 1,0 1-1,0-1 0,0 1 0,-4 2 0,-11 3 12,1 2 0,0 0 0,0 1 0,1 1-1,0 0 1,0 1 0,1 1 0,1 1 0,0 0-1,-16 19 1,-3 7 119,1 2-1,-47 77 1,49-64-56,2 0 0,2 2 1,3 2-1,-17 61 0,29-77-136,2 1-1,2 0 1,2 1-1,1-1 0,3 1 1,4 66-1,0-91-120,1-1 1,1 0-1,0 0 0,2 0 0,0-1 0,1 1 0,0-1 0,2-1 0,0 0 0,1 0 0,21 27 0,-19-31-333,-1 1 1,2-1-1,-1-1 1,2 0-1,21 13 1,-22-17-543,0 0 0,0-1 0,1 0 0,0-1-1,0-1 1,25 5 0,23-3-4965,4-8-3236</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09:28.390"/>
    </inkml:context>
    <inkml:brush xml:id="br0">
      <inkml:brushProperty name="width" value="0.025" units="cm"/>
      <inkml:brushProperty name="height" value="0.025" units="cm"/>
    </inkml:brush>
  </inkml:definitions>
  <inkml:trace contextRef="#ctx0" brushRef="#br0">71 17 16077,'-23'-14'2115,"19"11"1271,3 7-2101,-4 13-443,-4 12 333,-9 57 0,12-23-528,2-1 0,6 85 1,1-79-428,-3-38-280,2 0-1,0-1 1,3 1 0,8 33 0,0-21-750,13 42-6475,-25-80 935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09:28.832"/>
    </inkml:context>
    <inkml:brush xml:id="br0">
      <inkml:brushProperty name="width" value="0.025" units="cm"/>
      <inkml:brushProperty name="height" value="0.025" units="cm"/>
    </inkml:brush>
  </inkml:definitions>
  <inkml:trace contextRef="#ctx0" brushRef="#br0">20 114 14325,'0'0'1896,"2"-2"-90,12-11 1114,1 1 0,20-14 0,-13 12-1715,1 0 0,42-17 0,-63 30-1075,1 3-337,5 4-60,-7-6 193,0 1 1,1 0-1,-1 0 0,0-1 1,0 1-1,0 0 1,0 0-1,0 0 1,0 1-1,0-1 1,0 0-1,0 0 1,0 0-1,-1 1 1,1-1-1,0 0 0,-1 1 1,0-1-1,1 0 1,-1 1-1,0-1 1,1 1-1,-1-1 1,0 1-1,0-1 1,0 0-1,0 3 1,-2 12-642,0 0 1,-1 0 0,-1 0-1,0 0 1,-1-1 0,-1 0-1,-11 22 1,-62 94-410,68-112 2437,9-11 2514,16-6-1494,96 7 1540,-89-7-3737,-14-2-120,0 0 0,0 1-1,-1 0 1,1 0-1,-1 1 1,1 0-1,11 5 1,-17-5-16,1-1 0,-1 0 0,0 1 0,0 0 0,1-1 0,-1 1 0,-1 0 0,1-1 0,0 1 0,0 0 0,-1 0 0,1 0 0,-1 0 0,1 0 0,-1 0 0,0 0 0,0 0 0,0 0 0,0-1 0,0 1 0,0 0 0,-1 3 0,0 3 0,0 0 0,-1 1 0,0-1 0,-3 10 0,0-7-237,-1 1-1,-1-1 1,1 0-1,-2 0 1,0 0-1,0-1 1,-16 15-1,5-7-568,-2-1 0,-39 25 0,57-40 565,-1 0-1,1 0 1,-1-1-1,1 1 1,-1-1 0,0 0-1,0 0 1,0 0-1,0-1 1,1 1-1,-1-1 1,0 0-1,0 0 1,0 0-1,0 0 1,0-1 0,0 0-1,0 0 1,0 0-1,1 0 1,-1 0-1,0-1 1,1 0-1,-1 0 1,1 0-1,0 0 1,0 0-1,-1-1 1,2 1 0,-1-1-1,0 0 1,-3-4-1,5 5-81,-1 0 1,1-1-1,-1 1 0,1-1 0,0 1 0,0-1 0,0 0 1,1 0-1,-1 1 0,1-1 0,-1 0 0,1 0 0,0 1 1,0-4-1,6-34-4306,-6 38 4253,12-34-7274</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09:29.150"/>
    </inkml:context>
    <inkml:brush xml:id="br0">
      <inkml:brushProperty name="width" value="0.025" units="cm"/>
      <inkml:brushProperty name="height" value="0.025" units="cm"/>
    </inkml:brush>
  </inkml:definitions>
  <inkml:trace contextRef="#ctx0" brushRef="#br0">68 0 19350,'-8'9'3961,"8"-9"-3869,-1 1 0,1 0 1,0-1-1,0 1 0,0 0 1,-1 0-1,1-1 0,0 1 1,0 0-1,0 0 0,0-1 0,0 1 1,0 0-1,1 0 0,-1-1 1,0 1-1,0 0 0,0-1 1,1 1-1,-1 0 0,0 0 1,1-1-1,-1 1 0,1-1 0,-1 1 1,0 0-1,1-1 0,0 1 1,21 21 969,-11-12-504,-1 2-256,-2 1 0,0 0 1,0 0-1,-1 0 0,-1 1 0,0 0 1,6 24-1,-1-6 29,17 54 206,-4 0 0,-4 2 0,12 107 0,-22-82-460,-5 1 0,-9 127 0,-5-163-1051,-3-1-1,-3 0 1,-3 0 0,-4-2-1,-47 109 1,55-150-1109,-28 45 0,31-61-2057,-27 32 1,0-11-7322</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1:24.219"/>
    </inkml:context>
    <inkml:brush xml:id="br0">
      <inkml:brushProperty name="width" value="0.025" units="cm"/>
      <inkml:brushProperty name="height" value="0.025" units="cm"/>
    </inkml:brush>
  </inkml:definitions>
  <inkml:trace contextRef="#ctx0" brushRef="#br0">4 1 5240,'-3'13'9311,"5"-13"-8938,28-5 6912,-13 7-7080,98 10 150,1-4-308,-64-2-16,55 14-1,9 2-12,-92-19 7,120 13-1,-7-5 9,146-1-107,-191-2 72,-32 3 46,107-2 325,-62-1-242,-89-6-131,-13-2 170,0 0-146,24 0-29,-25 0 186,-19-26-12503,2 14 3845</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09:30.269"/>
    </inkml:context>
    <inkml:brush xml:id="br0">
      <inkml:brushProperty name="width" value="0.025" units="cm"/>
      <inkml:brushProperty name="height" value="0.025" units="cm"/>
    </inkml:brush>
  </inkml:definitions>
  <inkml:trace contextRef="#ctx0" brushRef="#br0">83 1 13717,'-7'42'3478,"-21"73"0,16-75-2419,2 0 1,-5 47 0,7 11-82,5 114 0,25-38-2786,-13-112-2151,-8-58 1190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09:30.503"/>
    </inkml:context>
    <inkml:brush xml:id="br0">
      <inkml:brushProperty name="width" value="0.025" units="cm"/>
      <inkml:brushProperty name="height" value="0.025" units="cm"/>
    </inkml:brush>
  </inkml:definitions>
  <inkml:trace contextRef="#ctx0" brushRef="#br0">51 145 13221,'0'0'2468,"1"-4"-159,-1-3-1631,0 5-467,0 0 0,1-1-1,-1 1 1,0 0 0,1 0-1,-1 0 1,1 0 0,-1-1-1,1 1 1,0 0 0,0 0 0,0 0-1,0 1 1,0-1 0,1 0-1,-1 0 1,1 1 0,-1-1-1,1 0 1,-1 1 0,1 0-1,0-1 1,0 1 0,3-2 0,18-10 879,0 1 0,0 1 0,1 2 0,1 0 0,34-8 0,-39 12-617,-12 3-262,0 0 1,1 0-1,-1 0 1,10 1 0,-17 1-203,0-1 1,1 1 0,-1 0 0,0 1 0,1-1 0,-1 0 0,0 0-1,0 0 1,0 1 0,1-1 0,-1 1 0,0-1 0,0 1 0,0-1-1,0 1 1,0 0 0,0-1 0,0 1 0,0 0 0,0 0 0,0 0-1,0 0 1,0 0 0,0 0 0,-1 0 0,1 0 0,0 0 0,-1 0-1,1 0 1,-1 0 0,1 1 0,-1-1 0,1 1 0,-1 7-92,1-1 0,-1 0 0,0 1 0,-1-1 0,0 0 0,0 1 0,-1-1 0,0 0 0,0 0 0,-1 0 0,-4 8 0,-7 15-1112,-26 40-1,26-48 244,-1-1 0,-1 0-1,-1-2 1,-36 36-1,40-45-157,-1 0 0,-1 0-1,-15 8 1,17-13-609,0 0 0,1 0 0,-2-1-1,-17 4 1,11-3-6490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09:30.865"/>
    </inkml:context>
    <inkml:brush xml:id="br0">
      <inkml:brushProperty name="width" value="0.025" units="cm"/>
      <inkml:brushProperty name="height" value="0.025" units="cm"/>
    </inkml:brush>
  </inkml:definitions>
  <inkml:trace contextRef="#ctx0" brushRef="#br0">905 6 13969,'0'0'1888,"-3"-1"-297,-9-1-1229,0 0 0,1 2 1,-1-1-1,0 1 1,0 1-1,0 0 0,1 1 1,-1 0-1,1 1 0,-1 0 1,1 1-1,0 0 1,-18 10-1,-11 8-196,0 1 0,-43 35 0,32-18 0,2 3-1,1 1 0,3 3 0,2 1 0,2 2 1,2 2-1,2 2 0,-33 66 0,47-75-49,2 0 0,1 2 0,4 1 0,1 0 0,2 1 0,-12 98 0,23-122-80,1 1 0,2-1 0,0 0-1,2 1 1,1-1 0,12 42 0,-11-49-100,2-1 1,0 0-1,1 0 0,1-1 0,1 0 0,0 0 1,1-1-1,1-1 0,0 0 0,15 14 1,-13-16-235,0-1 1,1 0-1,0-1 1,1-1-1,0 0 1,1-1-1,0-1 1,23 7-1,-3-5-2952,0 0 0,75 6 0,-32-13-6206</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09:31.214"/>
    </inkml:context>
    <inkml:brush xml:id="br0">
      <inkml:brushProperty name="width" value="0.025" units="cm"/>
      <inkml:brushProperty name="height" value="0.025" units="cm"/>
    </inkml:brush>
  </inkml:definitions>
  <inkml:trace contextRef="#ctx0" brushRef="#br0">76 1 12129,'-2'1'2220,"0"-1"-1999,0 1-1,0 0 1,0-1 0,1 1 0,-1 0 0,0 0 0,1 0 0,-1 0 0,1 0 0,-1 1-1,1-1 1,-1 0 0,1 1 0,0-1 0,0 1 0,0-1 0,0 1 0,0 0 0,0-1-1,0 1 1,0 0 0,1 0 0,-1-1 0,1 1 0,-1 2 0,-10 45 1758,2-1 1,-2 59-1,3 103-248,7-128-1261,0-69-413,1 84-452,1-83 12,0 0 0,1 0 0,1 0 0,6 20 0,-2-8-854,-3-15-4722,-4-32-795,-2-21-2290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09:31.607"/>
    </inkml:context>
    <inkml:brush xml:id="br0">
      <inkml:brushProperty name="width" value="0.025" units="cm"/>
      <inkml:brushProperty name="height" value="0.025" units="cm"/>
    </inkml:brush>
  </inkml:definitions>
  <inkml:trace contextRef="#ctx0" brushRef="#br0">0 233 11901,'1'0'130,"0"0"-1,0 1 0,0-1 1,-1 0-1,1 0 1,0 0-1,0 0 1,0 0-1,-1-1 1,1 1-1,0 0 1,0 0-1,0 0 0,-1-1 1,1 1-1,0 0 1,0-1-1,-1 1 1,1-1-1,0 1 1,-1-1-1,1 1 1,0-1-1,-1 1 0,1-1 1,-1 0-1,1 1 1,-1-1-1,1 0 1,15-30 3393,1 0-705,-4 20-2017,-1 1-1,2 0 1,-1 1 0,1 0-1,1 2 1,0 0-1,17-6 1,1-2 326,-1-1-575,-13 6-126,1 1 0,0 1 0,1 0 1,-1 1-1,31-5 0,-49 12-427,0 0 0,0-1 0,-1 1 0,1 0-1,0 1 1,-1-1 0,1 0 0,0 0 0,-1 1 0,1-1 0,0 1 0,-1-1-1,1 1 1,-1 0 0,1 0 0,-1-1 0,1 1 0,-1 0 0,1 0 0,-1 1 0,0-1-1,0 0 1,1 0 0,-1 1 0,0-1 0,0 0 0,0 1 0,-1-1 0,1 1-1,0-1 1,-1 1 0,1 0 0,0-1 0,-1 1 0,0 0 0,1 2 0,0 3-34,0 0 0,-1 0 0,0 0 0,0 0 1,-1 0-1,0 0 0,0 0 0,-2 8 0,-17 44-1977,-1-1 0,-53 97 0,-1-30 215,73-122 1754,0 0 13,0 0 0,-1 0 0,1 0-1,0-1 1,-1 1 0,0-1 0,0 1-1,-4 2 1,-11 9 2856,21-13-2606,0-1 0,0 1 0,0 0 0,0-1 0,0 0 0,0 1 0,0-1 0,0-1 0,0 1 0,4-1 0,-2 1 131,20-3 513,39-9 0,-40 7-275,36-4 0,-36 6-589,-16 2 0,0 0 0,0 1 0,1-1 0,8 2 0,-15-1 0,-1 0 0,0 0 0,1 1 0,-1-1 0,0 0 0,0 1 0,1-1 0,-1 1 0,0-1 0,0 1 0,0 0 0,0-1 0,0 1 0,0 0 0,0 0 0,0 0 0,0 0 0,0 0 0,0 0 0,0 0 0,0 0 0,-1 0 0,1 0 0,-1 0 0,1 0 0,-1 1 0,1-1 0,-1 0 0,1 0 0,-1 3 0,0 2 0,1-1 0,-2 1 0,1 0 0,-1 0 0,1 0 0,-2-1 0,1 1 0,-1 0 0,1-1 0,-2 1 0,-2 6 0,-7 10 0,-20 27 0,26-39 0,-12 14-381,-1-1-1,-1-1 1,-23 20 0,25-25-66,5-5-227,0 0 1,-1-1-1,0-1 1,-1 0-1,0-1 0,0 0 1,-23 8-1,25-12-864,0-2-1,1 1 0,-1-1 0,-1-1 0,1-1 0,-17 1 1,-22-6-10113</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09:31.969"/>
    </inkml:context>
    <inkml:brush xml:id="br0">
      <inkml:brushProperty name="width" value="0.025" units="cm"/>
      <inkml:brushProperty name="height" value="0.025" units="cm"/>
    </inkml:brush>
  </inkml:definitions>
  <inkml:trace contextRef="#ctx0" brushRef="#br0">227 1 11585,'-8'19'1739,"-17"27"-1,14-28-65,-14 33-1,9-4 122,2 2-1,-12 72 1,-3 101 880,-30 513 1205,53-580-3762,-1 395-2379,21-305-1397,-8-165-468,1-1-3691,-5-55-1790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09:32.364"/>
    </inkml:context>
    <inkml:brush xml:id="br0">
      <inkml:brushProperty name="width" value="0.025" units="cm"/>
      <inkml:brushProperty name="height" value="0.025" units="cm"/>
    </inkml:brush>
  </inkml:definitions>
  <inkml:trace contextRef="#ctx0" brushRef="#br0">86 1 13381,'-1'0'154,"1"1"0,-1-1 0,0 1 0,1-1 0,-1 0 0,0 1 0,1-1 0,-1 0 0,0 1-1,0-1 1,1 0 0,-1 0 0,0 0 0,0 1 0,1-1 0,-1 0 0,0 0 0,0 0 0,0-1 0,1 1 0,-1 0 0,0 0 0,0 0-1,1 0 1,-1-1 0,0 1 0,0 0 0,1-1 0,-2 0 0,2 1-123,0 0 0,0 0 1,0 0-1,0 0 0,0 0 0,0 0 0,0 0 1,0 0-1,-1 0 0,1 0 0,0-1 0,0 1 1,0 0-1,0 0 0,0 0 0,0 0 0,0 0 1,0 0-1,0 0 0,0 0 0,0 0 0,-1 0 1,1 0-1,0 0 0,0 0 0,0 0 0,0 0 0,0 0 1,0 0-1,0 0 0,0 0 0,0 1 0,0-1 1,0 0-1,-1 0 0,1 0 0,0 0 0,0 0 1,0 0-1,0 0 0,0 0 0,0 0 0,0 0 1,0 0-1,0 0 0,0 0 0,0 0 0,0 0 1,0 1-1,0-1 0,0 0 0,0 0 0,0 0 1,0 0-1,0 0 0,0 0 0,0 0 0,0 0 1,0 0-1,0 0 0,0 0 0,0 1 0,0-1 1,0 0-1,0 0 0,0 0 0,-8 16 927,1 0-1,0 0 0,2 1 1,0 0-1,0 0 1,-3 30-1,-2 115 562,7-85-841,1-31-580,4 52 0,0-75-976,1-1-1,8 28 0,-7-27-940,-3-18-1953,0 1-3502</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09:32.694"/>
    </inkml:context>
    <inkml:brush xml:id="br0">
      <inkml:brushProperty name="width" value="0.025" units="cm"/>
      <inkml:brushProperty name="height" value="0.025" units="cm"/>
    </inkml:brush>
  </inkml:definitions>
  <inkml:trace contextRef="#ctx0" brushRef="#br0">14 273 10149,'-13'-16'2219,"14"13"1246,11-1-2386,2 0 4427,7-7-4360,1 1 0,1 1-1,41-11 1,78-11 4103,-96 23-4732,182-34-517,113-23 0,-326 60-143,-14 0-269,-15-2-1131,10 6 735,-5-3-486,1 0-1,-1 1 0,-15-4 1,-1 2-3959,11 3 800,-11-5-7540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09:33.076"/>
    </inkml:context>
    <inkml:brush xml:id="br0">
      <inkml:brushProperty name="width" value="0.025" units="cm"/>
      <inkml:brushProperty name="height" value="0.025" units="cm"/>
    </inkml:brush>
  </inkml:definitions>
  <inkml:trace contextRef="#ctx0" brushRef="#br0">1 1 13553,'0'0'2077,"0"2"18,1 5-1583,0 1-1,1-1 1,0-1-1,1 1 1,-1 0-1,1 0 1,1-1 0,-1 0-1,1 1 1,0-1-1,7 7 1,12 22 763,-1 7-356,-1 2 0,-2 0 0,13 49 0,29 144 1139,-31-96-1742,-6 3-1,-6 0 1,-6 0 0,-7 1-1,-25 266 1,-48-24-6331,50-317 3219,-4-2 0,-2 0 0,-48 94 1,18-71-9790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1:29.600"/>
    </inkml:context>
    <inkml:brush xml:id="br0">
      <inkml:brushProperty name="width" value="0.025" units="cm"/>
      <inkml:brushProperty name="height" value="0.025" units="cm"/>
    </inkml:brush>
  </inkml:definitions>
  <inkml:trace contextRef="#ctx0" brushRef="#br0">5 575 4652,'-5'7'8391,"14"-16"-2955,-2 5-6013,99-7 3881,76-12-2333,198-1 1,-107 10-928,23-4 23,158-12-162,126-27 103,-494 48-2,25-3 46,196 2 0,46 22-96,148-29-22,-445 14 61,102-9 6,-57 6 7,-27 3-11,118-3-9,-11 1 105,-41-6-64,135-10 111,-13 18-320,-215 3 174,924 3-35,-751-12 42,83-4 16,-82-3 23,213-3 69,28 16-252,-222 8 139,99 4-40,-7 3 72,-176-8-17,58-9 10,-66 3 29,-38-1-80,39-6 81,-31 2-104,78-4 64,62 0 54,172-5-47,-353 12 28,486-33-130,-353 20 102,176-6 40,-91 17 13,-15 3 42,-114-4-112,22 4 99,141 3-18,-170 7-63,-39-6 55,-22-2-100,30-2 91,-27-1-117,153-7 21,63-6 47,-206 8 82,37 0-179,164-16 154,160 7-225,-429 18 133,78 1 11,122-2 21,-46-2-6,16 0-5,-144 3 0,107 9 48,-87-4-87,-13 1 81,-19-4-72,164 3 25,256-15 9,-189 10 186,-141 11-276,125 2 83,193 3 77,-237-5-57,48-3 133,115 16-115,-233-10-80,-67-8 282,139 16 323,-159-15-411,-53-6 47,-1 1 0,1 0-1,20 5 1,-35-6-71,24 6 39,-24-6-122,15 0-1464,-8 0 387,-34-1-4826,-64-10-1842,47 5 488</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1:31.684"/>
    </inkml:context>
    <inkml:brush xml:id="br0">
      <inkml:brushProperty name="width" value="0.025" units="cm"/>
      <inkml:brushProperty name="height" value="0.025" units="cm"/>
    </inkml:brush>
  </inkml:definitions>
  <inkml:trace contextRef="#ctx0" brushRef="#br0">25 184 7373,'-14'6'608,"4"-1"4667,23-6-2574,145-13-162,168 7-1,-325 7-2529,445 8 1064,309 3-354,-56-17-425,-482 9-273,-58 0-4,65 3 46,-97-1 10,-108-4-65,486 3 115,-428-4-119,64-5 14,-12 0 2,-20 1-2,149-3-16,-77 2 134,86-7 89,-214 8-230,203-11 15,-86 7 8,-124 8 36,358 5 176,-301-3-268,96 7 73,-139-6-17,71-4 1,-33-1-61,96-6 67,94 3-60,-28 10 91,-207-5-86,289-24 55,-247 14-20,317-15 578,-400 25-526,77-7 357,-38 3-36,64 2-1,32 4 143,-99-4-194,0 3 1,-1 1 0,71 14 0,-40-6 866,-75-10-1010,0 1-25,31 1 119,-31-2 85,16 0-166,4 0 209,1 0-1,-1 2 0,31 6 0,1-2 276,-20 9-446,-33-14-396,-4-1-1203,1-1 1225,0 1-1,-1-1 1,1 1-1,0-1 1,0 1 0,-1-1-1,1 0 1,0 0-1,0 0 1,0 0 0,0 0-1,0 0 1,0 0-1,-1-2 1,-14-19-1779,-24-32-3865,11 21-2391,10 13-2068</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1:37.177"/>
    </inkml:context>
    <inkml:brush xml:id="br0">
      <inkml:brushProperty name="width" value="0.025" units="cm"/>
      <inkml:brushProperty name="height" value="0.025" units="cm"/>
    </inkml:brush>
  </inkml:definitions>
  <inkml:trace contextRef="#ctx0" brushRef="#br0">76 1 2688,'-8'35'568,"-6"-30"-232,1 1-40,2-1-296,0 3-404,-8-8-1356</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1:37.667"/>
    </inkml:context>
    <inkml:brush xml:id="br0">
      <inkml:brushProperty name="width" value="0.025" units="cm"/>
      <inkml:brushProperty name="height" value="0.025" units="cm"/>
    </inkml:brush>
  </inkml:definitions>
  <inkml:trace contextRef="#ctx0" brushRef="#br0">92 49 5164,'-1'1'208,"0"1"178,-1-1 1,1 1 0,0 0 0,0 0-1,-1 0 1,1 0 0,1 0-1,-1 0 1,0 0 0,0 0 0,0 3-1,-26 3 3229,25-7-2819,-6 3-87,2 0-90,0-1 0,-1 0 0,1-1 0,-10 3 5345,20-5-5630,284 15 2535,-173-12-2387,295-3 200,-264-2-548,1434-55 1132,-1469 52-1089,249-20 1010,-224 15-618,-133 10-517,0 0-37,31 0 2,-30 0 16,-2 0-70,25 3-197,-24-3-44,-7 0-4560,-8-1 2944,-1 0 1,-18-4-1,-8-5-5408,11 0-2733</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4:44.605"/>
    </inkml:context>
    <inkml:brush xml:id="br0">
      <inkml:brushProperty name="width" value="0.025" units="cm"/>
      <inkml:brushProperty name="height" value="0.025" units="cm"/>
    </inkml:brush>
  </inkml:definitions>
  <inkml:trace contextRef="#ctx0" brushRef="#br0">1719 180 5036,'0'0'8027,"2"1"-7693,4 5-1027,1-1 5563,-9-15-2083,1 8-2708,-1-1 0,0 1-1,-1-1 1,1 1 0,0 0-1,-1 0 1,1 0 0,-1 0 0,1 0-1,-1 1 1,0-1 0,0 1-1,0 0 1,0 0 0,0 0-1,-5-1 1,-19-10 257,8 3-106,-38-15 0,28 13-11,4 4-160,23 7-41,-1-1 0,-5-5-4,5 4-10,0 0 0,0 0 0,0 0 0,-1 0 0,1 0 0,-1 1 0,1-1 0,-1 1-1,1 0 1,-1 0 0,0 1 0,-4-1 0,-8-3 2,6 2 15,0 0 1,0 0 0,-16 1-1,-112-8 94,42-8 109,75 13-210,19 3-3,0 1 25,-26-7-6,0 2 0,1 1 0,-1 2 0,0 1 0,-29 2-1,30-1-24,-19 0 19,-79 10-1,50-5 74,71-4-49,-60 4 130,61-5-160,0 0-22,-10 0 20,0 1-1,0 0 1,0 1 0,-24 7-1,35-8 95,-71 9-77,70-10-60,0 0 10,-33 0-18,32 0 35,-12 3-14,8-3 10,0 1-1,0 1 1,-12 2-1,18-3 12,-15 2-34,0 1 26,13-3 13,-20 15 40,2-6-66,20-9 25,-1 0 51,-3 2-68,-1 1 1,1 0-1,-1 0 1,1 0-1,0 1 1,1 0 0,-1 0-1,-8 10 1,-38 56 64,30-38-17,10-14-94,10-15 54,0-1 0,0 1 0,-1-1 0,1 0 0,-1 1 0,0-1 0,-5 4 0,6-4-13,-1 0 1,0 0-1,1 0 0,0 0 0,-1 0 1,1 0-1,-2 6 0,-5 6 17,8-13 1,-1 5-49,-11 11 29,12-16 19,0 0-21,-6 26 22,19-1 48,-11-25-74,7 15 14,-5-11 2,0 1 1,0-1 0,1 1-1,0-1 1,1 0-1,-1 0 1,8 7 0,-2-2 14,45 50-58,-26-31 172,-4-4-117,0-2 0,31 23 0,-29-27-83,-6-4 61,1-1 1,43 23-1,-47-30-16,1-1 1,0 0-1,1-2 0,26 5 1,82 2-23,-83-8 48,-22-2 27,42 0 1,33-1 2,-34 0-59,44 7 54,152-2-14,-242-6-14,191-6-45,-176 2 77,0-1 0,-1-2 0,38-13 0,94-41 20,-129 47-15,-27 10-28,1-1-1,-1 0 1,11-9-1,-16 12-36,-1 0-3,22-14 61,2-28 54,-25 42 67,-2-13-22,0 9-106,-1-20 44,0 16 6,2 1-1,-1-1 1,2-16-1,0 23-16,-1-15 281,-5-31 295,4 46-549,-10-24 274,-2 3-253,5 8-20,6 10-14,-1 0 1,0-1-1,-1 2 0,1-1 1,-1 0-1,0 1 1,-7-7-1,10 11 8,-1-1 8,-20-23 193,11 13-31,1 0 0,-19-14 0,27 24-131,-11-8-7,-15-11 21,26 20-62,-12-12-14,12 12 3,1-1 1,0 1-1,-1 0 0,1-1 0,0 1 0,-1 0 0,0 0 0,1 0 0,-4-1 0,-53-22 604,56 23-368,-11-8-184,2 2-56,-76-50 259,74 50-365,0 1 0,0 1 0,-1 0 1,0 0-1,-18-3 0,-99-21-3798,-28-4-7736,80 18 13</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5:42.207"/>
    </inkml:context>
    <inkml:brush xml:id="br0">
      <inkml:brushProperty name="width" value="0.025" units="cm"/>
      <inkml:brushProperty name="height" value="0.025" units="cm"/>
    </inkml:brush>
  </inkml:definitions>
  <inkml:trace contextRef="#ctx0" brushRef="#br0">522 119 6357,'0'0'8536,"-1"2"-8432,-1 0-1,1 0 1,-1 0 0,0-1 0,0 1 0,0-1 0,0 1 0,-3 1-1,-18 1 213,0 0-1,0 2 0,1 0 0,-1 2 0,2 0 1,-1 1-1,-36 23 0,47-25-224,-7 4 8,1 0-1,0 2 1,1-1-1,-29 31 1,30-24-93,0 1 0,1 1 0,0 0 0,2 1 0,1 0 1,1 1-1,0 0 0,-9 38 0,8-15 36,1 1 1,-6 91-1,15-120-51,-3 32-2,3 1 0,2 0 0,13 91 0,-8-123-1,0 0 0,16 32 0,-14-32-12,2 0 2,0-1-1,1-1 0,0 0 1,23 24-1,20 31-114,-35-46-6,-14-20 143,-1 0-1,1 0 0,-1 0 0,-1 1 0,1 0 0,4 12 0,-2 4-16,0 1 0,-1 0 0,2 32 0,4 7 32,-4-27-6,-7-34 3,1 0-1,-1 1 1,1-1-1,0 0 1,0 0 0,0 0-1,0 0 1,0 0-1,0 0 1,1 0-1,-1-1 1,1 1 0,-1 0-1,1-1 1,0 1-1,-1-1 1,1 1-1,0-1 1,0 0 0,0 0-1,0 0 1,0 0-1,0 0 1,0 0-1,0-1 1,1 1 0,-1-1-1,0 0 1,3 1-1,4 0 57,0-1-1,0 1 0,0-2 0,0 1 0,13-3 0,15-5 152,43-15-1,-63 18-170,0-2 0,0 0 0,-1-1 0,25-18 0,-36 23-46,-1 0 0,1 0 1,-1-1-1,0 0 0,0 0 1,-1 0-1,1 0 0,-1-1 1,0 1-1,0-1 0,-1 0 1,1 0-1,-1 0 0,0 0 1,-1 0-1,1 0 0,-1-1 1,0 1-1,0-1 0,0-9 1,3-102-54,-3 56 107,11-79 0,-5 104 4,2-1 1,2 1-1,21-48 1,35-61 1214,-67 141-1257,1 0-1,0 0 1,-1 0-1,0 1 1,0-1-1,0 0 1,-1 0-1,1 0 0,-1 0 1,0 0-1,-2-7 1,0-1 11,-8-45 54,-12-84 175,21 117-187,0 0 0,2-1 0,5-41 0,5-22 245,-7 75-271,-2 0-1,0 0 1,0 0-1,-1 0 1,-1 0-1,0 0 1,-1 0-1,0 0 0,-1 0 1,-1 1-1,0-1 1,0 1-1,-2 0 1,1 0-1,-1 0 1,-1 1-1,0 0 0,-1 0 1,0 1-1,0 0 1,-1 0-1,0 1 1,-16-11-1,18 14-50,-1 0 0,0 1 1,0 1-1,-1-1 0,1 1 0,-1 1 0,-12-4 0,-30-13 135,34 14-138,1 0 0,-1 2 0,-23-5 0,-4 0-11,41 8 20,1 1 0,0 0 1,-1 0-1,1 0 0,-1 0 0,1 1 0,0-1 0,-1 1 0,1-1 1,0 1-1,-3 1 0,-5 1 2,3-1-74,0 0 1,1 0 0,-1 1-1,0 0 1,1 1 0,0-1-1,0 1 1,0 0 0,0 1 0,1 0-1,-7 6 1,4-4-1267,1 0-1,-2-1 1,1 0 0,-16 9-1,10-6-3879,3 3-2922</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1:43.325"/>
    </inkml:context>
    <inkml:brush xml:id="br0">
      <inkml:brushProperty name="width" value="0.025" units="cm"/>
      <inkml:brushProperty name="height" value="0.025" units="cm"/>
    </inkml:brush>
  </inkml:definitions>
  <inkml:trace contextRef="#ctx0" brushRef="#br0">25 114 11621,'6'-10'1839,"-8"13"129,1-1-1596,0 0 0,0 0 1,1 0-1,-1 0 0,0 0 0,1 0 1,0 0-1,-1 0 0,1 4 0,2 19 351,-2 0 0,0 0-1,-5 26 1,0 33-128,13 139 400,2 90-680,-3-273-506,-5-32 1,-1-1 1,1 1 0,-1 0 0,0 8 0,-3-6-480,-2-21-47,-4-29-113,-5-117-196,5 45 1089,-4-106 1281,13 175-885,2 0 0,1 1 1,11-46-1,-11 71-55,1 0-1,1 0 1,0 1-1,1-1 1,1 1-1,0 1 1,2 0-1,-1 0 1,2 1-1,0 0 1,25-24 0,-36 37-393,1 0 0,-1 1 0,1-1 0,-1 1 1,1-1-1,-1 1 0,1-1 0,0 1 1,-1-1-1,1 1 0,-1 0 0,1-1 0,0 1 1,-1 0-1,1-1 0,0 1 0,0 0 1,-1 0-1,1 0 0,0 0 0,0 0 0,-1 0 1,1 0-1,0 0 0,0 0 0,-1 0 1,1 0-1,0 0 0,0 0 0,-1 1 0,1-1 1,0 0-1,-1 0 0,1 1 0,0-1 1,-1 1-1,1-1 0,0 0 0,-1 1 1,1 0-1,-1-1 0,1 1 0,-1-1 0,1 1 1,-1-1-1,0 1 0,1 0 0,-1-1 1,0 1-1,1 0 0,-1-1 0,0 1 0,0 0 1,1 0-1,-1-1 0,0 2 0,0 4-126,0 0 0,-1-1 0,1 1 0,-1 0 0,0-1 0,-1 1 0,-3 8 0,2-2-170,-2 6-535,-1-1 0,-1 0 0,-1 0 0,0-1 0,-17 25 0,16-27-1702,-1-1 0,-1-1 1,-19 18-1,6-10-6673</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1:43.637"/>
    </inkml:context>
    <inkml:brush xml:id="br0">
      <inkml:brushProperty name="width" value="0.025" units="cm"/>
      <inkml:brushProperty name="height" value="0.025" units="cm"/>
    </inkml:brush>
  </inkml:definitions>
  <inkml:trace contextRef="#ctx0" brushRef="#br0">675 0 13221,'-40'4'2423,"-48"10"0,75-10-2061,-1 0 1,0 0-1,1 1 1,0 1 0,0 0-1,0 1 1,-14 10-1,2 3-51,0 2 0,2 1-1,0 0 1,-27 39 0,-67 115 464,91-129-644,2 2-1,2 0 0,3 2 1,1 0-1,3 1 1,3 0-1,1 1 0,4 0 1,-3 103-1,11-115-76,2 0 0,1 0 0,2 0 0,16 53 0,-13-66-242,1 1 0,1-1 1,2-1-1,0 0 0,2-1 0,28 38 0,-34-54-352,0 0 0,1-1 0,0 0 0,0 0 0,21 14 0,-24-19-489,1-1 0,0 0 0,0 0 0,0-1 0,0 0 0,11 2 0,32 3-9099</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1:43.888"/>
    </inkml:context>
    <inkml:brush xml:id="br0">
      <inkml:brushProperty name="width" value="0.025" units="cm"/>
      <inkml:brushProperty name="height" value="0.025" units="cm"/>
    </inkml:brush>
  </inkml:definitions>
  <inkml:trace contextRef="#ctx0" brushRef="#br0">134 1 16009,'-66'93'5903,"61"-85"-5450,0 1 0,0-1 0,1 1 0,0 0 0,1 0 0,-4 15 0,-9 61 1161,13-67-1373,-5 58 412,0 113-1,10-170-1419,0-1 0,2 1 0,0 0 0,11 30-1,-6-17-3618,-8-29 942,0-8-1904,4-17-2897</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1:44.266"/>
    </inkml:context>
    <inkml:brush xml:id="br0">
      <inkml:brushProperty name="width" value="0.025" units="cm"/>
      <inkml:brushProperty name="height" value="0.025" units="cm"/>
    </inkml:brush>
  </inkml:definitions>
  <inkml:trace contextRef="#ctx0" brushRef="#br0">122 109 12689,'0'0'122,"-1"0"1,0 0-1,1 0 0,-1 0 1,1 0-1,-1 0 0,1 0 0,-1-1 1,0 1-1,1 0 0,-1 0 1,1-1-1,-1 1 0,1 0 0,0-1 1,-1 1-1,1 0 0,-1-1 1,1 1-1,-1-1 0,1 1 0,0-1 1,-1 1-1,1-1 0,0 1 1,0-1-1,-1 1 0,1-1 0,0 1 1,0-1-1,0 1 0,0-1 1,0 0-1,0 1 0,0-1 0,0 1 1,0-1-1,0 1 0,0-1 1,0 0-1,0 1 0,0-1 0,0 1 1,0-1-1,1 1 0,-1-1 1,1 0-1,0-1 242,1 0 0,0 0 1,-1 0-1,1 0 0,0 1 0,0-1 0,0 1 1,0-1-1,1 1 0,3-2 0,13-5 1236,8-5-148,1 2-1,0 0 1,53-10 0,-76 19-1336,1 1 0,0 1 1,0-1-1,0 1 0,0 0 0,0 0 0,10 2 1,-14-1-130,-1-1 0,0 1 0,1-1 0,-1 1 1,0 0-1,1 0 0,-1 0 0,0-1 1,0 1-1,0 0 0,0 0 0,0 1 1,0-1-1,0 0 0,0 0 0,0 0 1,0 1-1,-1-1 0,1 0 0,0 1 1,-1-1-1,1 1 0,-1-1 0,0 0 0,1 1 1,-1-1-1,0 1 0,0-1 0,0 1 1,0-1-1,0 1 0,0-1 0,-1 1 1,1-1-1,-1 3 0,-3 22-768,-2-1 0,-1 0 1,0 0-1,-2-1 0,-1 0 0,-19 33 0,-58 80-3094,43-71 2622,-2 3 4540,74-59 372,41-11-558,19 7-619,-86-6-2452,1 0 0,-1 0 0,0 0 0,0 0 0,1 0-1,-1 1 1,0-1 0,0 1 0,0-1 0,0 1 0,4 1 0,-1 1 1,-4-2-31,-1-1 0,1 0 0,0 1 0,0-1 0,-1 1 0,1-1 0,0 1 0,-1-1 0,1 1 0,0 0 0,-1-1 0,1 1 0,-1 0 0,1-1 0,-1 1 0,0 0 0,1 0 0,-1-1 0,0 1 0,1 0 0,-1 0 0,0 0 0,0 0 0,0-1 0,1 3 1,-1 0-1,-1 0 0,1 0 0,0 0 0,-1 0 0,1 0 0,-1 0 0,-2 5 0,-1 2-1,-1 0 0,0 0-1,-10 14 1,-19 19-1971,-64 64 0,88-97 1244,0-1 0,-1-1 1,1 1-1,-2-2 0,1 1 0,-22 8 1,24-12-847,-2 0-1,1-1 1,0 0 0,-1-1 0,-13 1 0,-19-1-9722</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1:44.579"/>
    </inkml:context>
    <inkml:brush xml:id="br0">
      <inkml:brushProperty name="width" value="0.025" units="cm"/>
      <inkml:brushProperty name="height" value="0.025" units="cm"/>
    </inkml:brush>
  </inkml:definitions>
  <inkml:trace contextRef="#ctx0" brushRef="#br0">896 1 15437,'-15'11'739,"0"1"-1,0 1 0,2 0 0,0 1 1,0 1-1,1 0 0,1 0 1,0 1-1,-12 27 0,-291 628 4288,255-533-4707,-233 654-3306,278-741 1966,-29 99-2242,17-55-5097,20-66-1190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1:44.986"/>
    </inkml:context>
    <inkml:brush xml:id="br0">
      <inkml:brushProperty name="width" value="0.025" units="cm"/>
      <inkml:brushProperty name="height" value="0.025" units="cm"/>
    </inkml:brush>
  </inkml:definitions>
  <inkml:trace contextRef="#ctx0" brushRef="#br0">1 1015 10805,'7'2'784,"1"0"293,-2-1 5630,-3-19-4823,-1-4-751,11-42 0,1-3-526,111-600 2495,-79 485-1133,-29 196-1592,-13-9-350,-1 1 0,1-1 0,-1 0 0,0 1 0,0 0 0,0 0 1,-1 0-1,0 0 0,2 9 0,8 64 106,-10-57-102,63 406-3340,-62-401 1700,0-1 1,-2 1 0,0-1-1,-5 30 1,-2-8-4466,2-9-3530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1:45.155"/>
    </inkml:context>
    <inkml:brush xml:id="br0">
      <inkml:brushProperty name="width" value="0.025" units="cm"/>
      <inkml:brushProperty name="height" value="0.025" units="cm"/>
    </inkml:brush>
  </inkml:definitions>
  <inkml:trace contextRef="#ctx0" brushRef="#br0">1 144 17470,'30'-30'2140,"-17"14"-476,3-3-324,0 5-312,-2 4-624,10 2-544,3-1-864,-13-4-1188,-1-6-168,9 16-3117,-1 1-4412</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1:45.500"/>
    </inkml:context>
    <inkml:brush xml:id="br0">
      <inkml:brushProperty name="width" value="0.025" units="cm"/>
      <inkml:brushProperty name="height" value="0.025" units="cm"/>
    </inkml:brush>
  </inkml:definitions>
  <inkml:trace contextRef="#ctx0" brushRef="#br0">105 1 15977,'0'9'429,"0"-2"-7,0 0 1,0 1 0,1-1 0,-1 0 0,1 0 0,1 1-1,0-1 1,0 0 0,0 0 0,4 6 0,48 108 4133,-38-78-3655,-2 1 1,10 61-1,-2 41-547,-6 1 0,-7 1-1,-7 0 1,-6 0 0,-38 250-1,-11-100-2602,32-205-693,-38 106-1,9-72-4281,1-5-4873</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1:46.739"/>
    </inkml:context>
    <inkml:brush xml:id="br0">
      <inkml:brushProperty name="width" value="0.025" units="cm"/>
      <inkml:brushProperty name="height" value="0.025" units="cm"/>
    </inkml:brush>
  </inkml:definitions>
  <inkml:trace contextRef="#ctx0" brushRef="#br0">208 1 8161,'-32'13'1652,"13"-4"-324,6-1 896,-3-8-1460,-3 0 340,2 2-716,1 4 124,-5-6-708,2 2-336,0-10-3508,3 3 684</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1:47.463"/>
    </inkml:context>
    <inkml:brush xml:id="br0">
      <inkml:brushProperty name="width" value="0.025" units="cm"/>
      <inkml:brushProperty name="height" value="0.025" units="cm"/>
    </inkml:brush>
  </inkml:definitions>
  <inkml:trace contextRef="#ctx0" brushRef="#br0">110 246 12885,'-2'0'87,"-2"1"217,1-1 0,0-1 0,-1 1-1,1 0 1,-1-1 0,-4-1 0,7 2-140,0-1 1,0 1 0,0-1 0,0 0-1,0 1 1,1-1 0,-1 0 0,0 0-1,0 0 1,1 0 0,-1 1 0,0-1-1,1 0 1,-1 0 0,1 0 0,-1 0-1,1 0 1,-1-1 0,1 1 0,0 0-1,0 0 1,-1-1 0,1-1 1372,-8 20 941,2 0-2024,1 0 0,1 0 0,1 1 0,0 0 0,-1 26 0,8 92 272,0-76-404,0 107 132,6 87-192,-6-224-649,1 1 0,9 30 0,-14-58 337,1 0-354,-1-13-276,-1-1 443,0 1 0,-1-1-1,-3-12 1,-2-11 31,-20-136-199,-6-216 0,32 339 894,2-1 0,2 1 0,2 0 0,11-47 0,-12 75-89,1 0-1,1 0 1,0 0 0,2 1-1,0 0 1,17-27-1,-23 43-365,-1 1-1,1-1 0,-1 1 0,1 0 1,0-1-1,-1 1 0,1 0 1,0 0-1,0 1 0,0-1 0,0 0 1,0 0-1,0 1 0,0-1 0,0 1 1,0 0-1,0 0 0,0 0 1,0 0-1,0 0 0,0 0 0,0 0 1,0 0-1,0 1 0,0-1 1,0 1-1,0 0 0,0 0 0,0-1 1,0 1-1,0 1 0,-1-1 1,1 0-1,0 0 0,1 2 0,0 1-23,0-1-1,-1 1 1,0 0-1,1-1 1,-1 1-1,-1 0 1,1 0-1,-1 0 1,1 1-1,-1-1 1,0 0-1,-1 0 1,1 1-1,-1-1 1,0 0-1,0 8 1,-3 5-304,1-1 0,-2-1-1,-7 21 1,1-1-595,4-14-327,-1 1 1,-1-1-1,-13 24 0,-20 25-8049,16-28-1290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1:47.760"/>
    </inkml:context>
    <inkml:brush xml:id="br0">
      <inkml:brushProperty name="width" value="0.025" units="cm"/>
      <inkml:brushProperty name="height" value="0.025" units="cm"/>
    </inkml:brush>
  </inkml:definitions>
  <inkml:trace contextRef="#ctx0" brushRef="#br0">650 3 9193,'-4'-1'627,"-1"1"-1,1-1 1,0 1 0,-1-1 0,1 1-1,0 1 1,-1-1 0,-6 2 0,-38 10 2601,29-7-2356,-6 2-151,0 2-1,0 1 1,1 1-1,0 1 1,1 1-1,0 1 0,1 2 1,0 0-1,-20 20 1,15-10-480,1 1 0,1 1 0,2 1 0,1 2 0,-37 63 0,47-68-305,0 0 1,2 1 0,1 1 0,2 0 0,0 0-1,2 1 1,1 0 0,1 0 0,1 0 0,2 0 0,1 1-1,1-1 1,2 0 0,1 0 0,1 0 0,1 0 0,2-1-1,1 0 1,1 0 0,1-1 0,2-1 0,0 0 0,34 47-1,-31-51-807,2-2 0,0 0-1,1-1 1,26 20-1,-26-25-2131,1-1 0,35 19 0,4-7-6715</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1:48.043"/>
    </inkml:context>
    <inkml:brush xml:id="br0">
      <inkml:brushProperty name="width" value="0.025" units="cm"/>
      <inkml:brushProperty name="height" value="0.025" units="cm"/>
    </inkml:brush>
  </inkml:definitions>
  <inkml:trace contextRef="#ctx0" brushRef="#br0">78 0 15485,'-2'1'304,"-1"0"-1,1 0 1,-1 0-1,1 0 1,0 0-1,0 0 1,-1 0-1,1 1 1,0-1-1,0 1 1,0 0-1,0 0 0,1-1 1,-1 1-1,0 0 1,-1 3-1,0 2 404,0-1-1,1 1 0,-1-1 1,-1 12-1,0-2-430,-3 15 448,1 1 1,2 0 0,-1 36 0,7 101 574,-2-145-1193,0-16-94,0 21-232,2 1 0,0-1 0,2 0 0,10 40 1,9-18-4045,-22-48 1930,0-7-417,4-16-3069,3-15-3696</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1:48.405"/>
    </inkml:context>
    <inkml:brush xml:id="br0">
      <inkml:brushProperty name="width" value="0.025" units="cm"/>
      <inkml:brushProperty name="height" value="0.025" units="cm"/>
    </inkml:brush>
  </inkml:definitions>
  <inkml:trace contextRef="#ctx0" brushRef="#br0">0 82 16213,'1'0'153,"-1"1"0,1-1-1,-1 1 1,1-1-1,-1 0 1,1 1-1,0-1 1,-1 0-1,1 1 1,0-1 0,-1 0-1,1 0 1,0 1-1,-1-1 1,1 0-1,0 0 1,-1 0-1,1 0 1,0 0-1,-1 0 1,1 0 0,0 0-1,0 0 1,-1 0-1,1 0 1,0-1-1,-1 1 1,1 0-1,0 0 1,-1-1-1,1 1 1,0-1 0,31-17 2998,-7 4-231,14-1-1104,0 2 0,50-10 0,-71 22-1816,-17 1-9,1 1-1,-1-1 1,1 1-1,-1-1 1,0 1-1,1 0 1,-1-1 0,0 1-1,1 0 1,-1 0-1,0 0 1,0 0-1,0 0 1,0 0 0,0 0-1,0 0 1,0 0-1,0 1 1,0-1 0,-1 0-1,1 1 1,0-1-1,-1 0 1,1 1-1,-1-1 1,1 3 0,-1 1-109,1 1 0,-1 0 0,0 0 0,-1 0 0,-1 8 0,0 0-200,-4 27-1343,-2-1 0,-2 0 1,-1-1-1,-25 56 0,29-78 1111,-13 52 907,19-67 1486,20 6 584,-5-1-1519,-6-5-344,0-2-1,0 1 1,0-1 0,15-1-1,24 1 1115,-42 0-1632,11 0 31,14-3-97,-14 3 20,-15 0 0,-1 0 0,1 0 0,-1 0 0,1 0 0,-1 0 0,1 0 0,-1 0 0,1 1 0,-1-1 0,1 0 0,-1 0 0,0 0 0,1 0 0,-1 0 0,1 1 0,-1-1 0,0 0 0,1 0 0,-1 1 0,1-1 0,-1 0 0,0 1 0,1-1 0,-1 0 0,0 1 0,0-1 0,1 1 0,-1 0 0,-1 6 0,0-1 0,-1 1 0,1 0 0,-2-1 0,1 0 0,-1 1 0,-4 6 0,4-5 0,-10 16-486,-1-1 0,0 0 1,-2-2-1,0 1 0,-27 25 0,34-38-177,0 0 1,-1-1-1,0 0 0,0-1 0,-1 0 0,0 0 1,-12 5-1,13-8-957,0 0 1,-1 0-1,1-1 1,-1-1-1,-11 2 1,-23-2-10230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1:48.720"/>
    </inkml:context>
    <inkml:brush xml:id="br0">
      <inkml:brushProperty name="width" value="0.025" units="cm"/>
      <inkml:brushProperty name="height" value="0.025" units="cm"/>
    </inkml:brush>
  </inkml:definitions>
  <inkml:trace contextRef="#ctx0" brushRef="#br0">161 4 18938,'0'-1'96,"-1"1"1,1 0-1,-1 0 0,1-1 1,-1 1-1,1 0 1,-1 0-1,1-1 0,-1 1 1,1 0-1,-1 0 1,1 0-1,-1 0 0,1 0 1,-1 0-1,0 0 1,1 0-1,-1 0 0,1 0 1,-1 0-1,1 0 1,-1 0-1,1 1 1,-1-1-1,1 0 0,-1 0 1,1 0-1,-1 1 1,1-1-1,-1 0 0,1 1 1,-1-1-1,1 0 1,0 1-1,-1-1 0,1 1 1,0-1-1,-1 1 1,1-1-1,0 1 0,-1-1 1,1 1-1,0-1 1,0 1-1,0-1 0,-1 1 1,-2 34 2512,2-17-2154,-35 243 2944,0-14-1856,-21 729-1523,58-918-689,-2 165-2763,-4-75-3440,4-101 187,5-23-4168</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1:49.190"/>
    </inkml:context>
    <inkml:brush xml:id="br0">
      <inkml:brushProperty name="width" value="0.025" units="cm"/>
      <inkml:brushProperty name="height" value="0.025" units="cm"/>
    </inkml:brush>
  </inkml:definitions>
  <inkml:trace contextRef="#ctx0" brushRef="#br0">21 837 9849,'2'15'-121,"-2"2"8932,-3-15-4856,-3-9-2948,3 2-888,1 1 0,1-1 0,-1 0-1,0 0 1,1 0 0,0 0 0,0 0-1,1 0 1,-1 0 0,1 0 0,0 0-1,1 0 1,0-5 0,0-7 115,-2-73 675,0-44-130,19-151 0,22 57 455,-39 226-1201,-1 0 1,1-1 0,0 1-1,0 0 1,-1-1 0,2 1-1,-1 0 1,0 0 0,0 0-1,1 0 1,-1 0 0,4-3-1,-4 5-18,0-1 0,-1 1 1,1-1-1,0 1 0,0-1 0,0 1 0,0 0 0,0-1 0,1 1 1,-1 0-1,0 0 0,0 0 0,0 0 0,0 0 0,0 0 0,0 0 0,0 0 1,0 0-1,0 0 0,0 1 0,0-1 0,0 0 0,0 1 0,0-1 0,0 1 1,0-1-1,0 1 0,0-1 0,0 1 0,0 0 0,-1-1 0,2 2 0,7 7 51,-1-1-1,0 1 1,0 0-1,-1 1 0,-1 0 1,1 0-1,5 14 1,31 82 142,-8 7-548,20 117 0,-9-34-5986,-45-192 5151,0 0 0,0 0 0,-1 1 0,1-1-1,-1 0 1,0 1 0,-1 4 0,1-7 660,0 22-10346</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1:49.366"/>
    </inkml:context>
    <inkml:brush xml:id="br0">
      <inkml:brushProperty name="width" value="0.025" units="cm"/>
      <inkml:brushProperty name="height" value="0.025" units="cm"/>
    </inkml:brush>
  </inkml:definitions>
  <inkml:trace contextRef="#ctx0" brushRef="#br0">0 79 17910,'0'0'6532,"11"-16"-4980,3 3-372,2 7-227,0 3-205,0-2-256,3 2-484,-5 1-708,-1-4-664,-5-7-1101,3 2-1603</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1:49.698"/>
    </inkml:context>
    <inkml:brush xml:id="br0">
      <inkml:brushProperty name="width" value="0.025" units="cm"/>
      <inkml:brushProperty name="height" value="0.025" units="cm"/>
    </inkml:brush>
  </inkml:definitions>
  <inkml:trace contextRef="#ctx0" brushRef="#br0">0 0 17710,'1'1'176,"0"0"0,0-1 1,0 1-1,0-1 0,-1 1 1,1 0-1,0-1 0,0 1 0,-1 0 1,1 0-1,-1 0 0,1 0 1,-1 0-1,1-1 0,-1 1 1,1 0-1,-1 0 0,0 0 1,1 0-1,-1 2 0,4 5 638,22 32 1655,-16-26-1777,0 1 0,-1 1 0,7 15 0,9 33 856,28 113 0,-4 73-163,-31-120-1049,-7 1 1,-6 158 0,-13-128-1607,-40 227 1,-11-148-2805,5-86-4949,4-36-5311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5:49.860"/>
    </inkml:context>
    <inkml:brush xml:id="br0">
      <inkml:brushProperty name="width" value="0.025" units="cm"/>
      <inkml:brushProperty name="height" value="0.025" units="cm"/>
    </inkml:brush>
  </inkml:definitions>
  <inkml:trace contextRef="#ctx0" brushRef="#br0">1 92 6009,'5'-13'15736,"-1"13"-15531,24-1 251,41-8 0,11 0-107,14-1-47,23-1-152,89 2-53,178 3 9,-70-3-138,-159 5-20,-109 5 57,262-4-12,-252 0 73,-38 1-79,1 1 1,27 1-1,-6 3 31,52-4 0,-29-1-14,-33 2 164,31 0-278,-49 1 117,1 0 0,21-3 0,-23 1-19,0 0 0,-1 1 0,1 0 0,15 3 0,0 1 51,51 0-1,-26-2-140,83-2 105,-78 1-24,22 3-16,53 6 34,-16-1 8,64 0-13,87 15 71,-181-16-98,79 3 136,0-3-52,79-3-79,-52 1-49,-77-5 45,96-2 12,34-1 47,49-2 6,-153 1-2,18-1-66,-92 1 105,-63 2-84,0 1-1,24 3 131,-25-3-117,2 0-55,313 13-1,-271-10 20,299 5 107,-181-10-86,-116 2 53,148-6 2,-96 4-75,-25 2 98,122 3-101,24 8 78,-94-4-75,75 1 102,13 0-62,5-2 21,158-6 0,-77 0-40,-86 14 128,-1-3-29,-161-7-113,-16 0 81,41-3 1,367-4-66,-260 4-12,29-8 101,198-4-122,39-8 94,-187 29-64,-171-4-1,218 7 339,-203-10 191,95 4 1145,-114 2-322,-87-9-908,17 0-900,-18 0 347,0 0-1,-1 0 1,1 0 0,-1 0-1,1 0 1,0 0 0,-1-1-1,1 1 1,-1 0 0,1 0-1,0 0 1,-1 0 0,1-1-1,-1 1 1,1 0 0,-1-1 0,1 1-1,-1 0 1,1-1 0,-1 1-1,1 0 1,-1-1 0,0 1-1,1-1 1,-1 1 0,1-1-1,-1 1 1,0-1 0,0 1-1,1-1 1,-1 0 0,0 0-1,0-1-565,0 0 0,0 1 0,-1-1 0,1 0 0,-1 1 0,1-1 0,-1 1-1,1-1 1,-1 1 0,0-1 0,0 1 0,0-1 0,-1-1 0,-13-11-10476</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5:51.868"/>
    </inkml:context>
    <inkml:brush xml:id="br0">
      <inkml:brushProperty name="width" value="0.025" units="cm"/>
      <inkml:brushProperty name="height" value="0.025" units="cm"/>
    </inkml:brush>
  </inkml:definitions>
  <inkml:trace contextRef="#ctx0" brushRef="#br0">89 194 4980,'-44'-26'3981,"42"25"-3375,-1 1-53,-37 0 9794,44 0-9918,128 9 1034,128-1-1021,0 0-322,-199-8-94,541-13 136,-432-1-141,135-6 26,-68 10-60,-24 1 17,-48 1 7,229-19 138,-230 12-62,-106 11-114,135-16 22,-131 13 62,97 0 0,-74 2-89,-51 1 33,33 3 0,108-4 25,-91 1-15,10-1 24,83-1 57,111 1 95,-190 3-206,64 1-68,79 15 74,-5-2 56,-81-1 4,27-2-32,-71-6 10,4 2 11,73 5 53,-117-6-138,0-3 0,95-10-1,-119 7 50,62 4-1,21-2 71,28 3 55,-17-1 183,-13 1-96,55-3 247,24-1 950,-196 1-914,1 0 0,-1 0-1,0 1 1,18 4-1,-28-5-476,1 0 0,-1 0 0,1 0 0,-1 0 0,1 0 0,-1 0 0,0 0 0,1-1 0,-1 1 0,1 0 0,2-2 0,-3 1-4,0 1 1,1 0-1,-1-1 0,0 1 1,0 0-1,1-1 0,-1 1 1,0 0-1,1 0 1,-1 0-1,0 0 0,0 0 1,1 0-1,-1 1 0,2 0 1,7 1-178,-1 0 0,0-1-1,1 0 1,12 0 0,-56-23-4444,-24-2-5252,31 10-1182</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6:06.931"/>
    </inkml:context>
    <inkml:brush xml:id="br0">
      <inkml:brushProperty name="width" value="0.025" units="cm"/>
      <inkml:brushProperty name="height" value="0.025" units="cm"/>
    </inkml:brush>
  </inkml:definitions>
  <inkml:trace contextRef="#ctx0" brushRef="#br0">0 7 26438,'2609'0'0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6:15.961"/>
    </inkml:context>
    <inkml:brush xml:id="br0">
      <inkml:brushProperty name="width" value="0.025" units="cm"/>
      <inkml:brushProperty name="height" value="0.025" units="cm"/>
    </inkml:brush>
  </inkml:definitions>
  <inkml:trace contextRef="#ctx0" brushRef="#br0">3167 229 7269,'1'0'96,"0"0"1,0 0-1,0 1 0,0-1 1,0 0-1,0 0 1,0 1-1,0-1 0,0 0 1,0 1-1,0-1 1,-1 1-1,1-1 1,0 1-1,0 0 0,0-1 1,-1 1-1,1 0 1,1 1-1,-23 7 7139,19-10-6888,-14-10 451,15 10-417,-2 0 23,-6-2-112,-1 1 1,0 0-1,0 0 0,0 1 0,0 0 0,0 1 0,-11 1 1,8 0-61,1-1 0,-1-1 0,0 0 0,-22-4 1,-17-9 260,24 8-308,1-2 1,-28-12-1,31 12-69,0 0 0,0 2-1,-35-5 1,-19-5-30,-27-7 115,-127-13 1,52 22-154,95 9-11,-28-3 22,-170-10 353,191 12-68,-27 0-243,7 4 100,-44-1-179,67 6 195,1 3 1,-146 29-1,147-16 177,33-8-193,1 2 1,-83 33-1,82-20-165,-62 42 0,95-55-6,-24 13-141,21-13 142,-25 18-1,40-23-25,0 0-1,1 0 0,0 1 0,-12 18 0,17-20-9,0 1-1,1 0 1,0 0 0,0 0-1,1 0 1,0 0 0,0 0-1,1 0 1,0 0 0,1 0-1,2 14 1,0-9-2,1 0 0,1 0-1,0 0 1,0-1 0,2 1 0,-1-2 0,2 1-1,-1-1 1,1 0 0,1 0 0,0-1 0,1 0-1,0-1 1,0 0 0,20 13 0,65 41 93,109 53 0,-176-104-111,0-1-1,1-1 0,46 8 0,4 2 46,-30-9-2,1-2 1,100 4-1,-122-11-10,167 1-52,-85 0-44,163 13-708,-67 11 142,-77-14 542,-34-13 87,-60-1-4,67 6-1,118 15-166,-103-11 208,-55-3-63,-1-3 0,1-2 0,84-11 0,-77 2-57,36-7 144,-55 4-84,-14 4 36,0-1 0,0-2 0,-1-2 0,38-17 0,-63 24 8,-1 1 6,0 0 0,0-1 0,0 1 0,0-2 0,-1 0 0,0 0 0,0 0 0,-1-1 0,0 0 0,0 0 0,6-9 0,-11 13-2,-1 0 1,1 0-1,-1 1 0,0-1 1,0 0-1,-1 0 0,1 0 0,0 0 1,-1 0-1,0 0 0,0 0 0,0 0 1,0 0-1,0 0 0,-1 0 0,1 0 1,-1 0-1,0 0 0,1 0 0,-2 0 1,1 0-1,-2-4 0,2 6 6,1-1-1,0 0 1,0 1 0,-1-1-1,1 0 1,0 1-1,0-1 1,1 0 0,-1 1-1,0-1 1,0 0 0,1 1-1,-1-1 1,2-2-1,1-10 19,-8-4 24,4 16-30,1 0 1,-1 0-1,0 0 1,1 0-1,0 0 1,-1 0-1,1 0 1,0-1-1,0 1 1,0 0-1,1-4 1,0-5 34,0-1 0,-1 1 1,-1-1-1,1 0 0,-2 1 1,-3-15-1,1 1 51,0-1 51,-2 0-1,-17-43 1,13 44 104,-2 0 0,-2 1 1,0 1-1,-1 0 0,-1 1 0,-30-31 0,25 31-30,-2 0 0,0 2 0,-2 1 0,0 0 0,-43-23 0,43 31-183,1 1 0,-1 1 0,-1 1 0,-34-6 0,-108-11-271,161 24 184,-125-5-1538,-2-1-5717,133 7 7223,-5-1-1356,0 0 1,0 0-1,-1 1 1,1 0-1,-10 2 1,5 7-7002</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6:56.767"/>
    </inkml:context>
    <inkml:brush xml:id="br0">
      <inkml:brushProperty name="width" value="0.025" units="cm"/>
      <inkml:brushProperty name="height" value="0.025" units="cm"/>
    </inkml:brush>
  </inkml:definitions>
  <inkml:trace contextRef="#ctx0" brushRef="#br0">0 20 15129,'0'0'10747,"3"0"-12834,17 0 702,-10 0-5973,-11-4 2630,-1-11-2606</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6:57.062"/>
    </inkml:context>
    <inkml:brush xml:id="br0">
      <inkml:brushProperty name="width" value="0.025" units="cm"/>
      <inkml:brushProperty name="height" value="0.025" units="cm"/>
    </inkml:brush>
  </inkml:definitions>
  <inkml:trace contextRef="#ctx0" brushRef="#br0">0 22 15385,'0'0'2149,"11"-10"-437,0-1 5492,-30 11-30670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6:57.408"/>
    </inkml:context>
    <inkml:brush xml:id="br0">
      <inkml:brushProperty name="width" value="0.025" units="cm"/>
      <inkml:brushProperty name="height" value="0.025" units="cm"/>
    </inkml:brush>
  </inkml:definitions>
  <inkml:trace contextRef="#ctx0" brushRef="#br0">74 1 15265,'0'0'1797,"-8"13"-377,-3 4 1392,-5-15-3012,-1 1-640,7 8-7957,-1 0 324</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6:57.787"/>
    </inkml:context>
    <inkml:brush xml:id="br0">
      <inkml:brushProperty name="width" value="0.025" units="cm"/>
      <inkml:brushProperty name="height" value="0.025" units="cm"/>
    </inkml:brush>
  </inkml:definitions>
  <inkml:trace contextRef="#ctx0" brushRef="#br0">39 0 13721,'0'0'3293,"-11"6"-2049,0-1 2212,-5-2-22186</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6:58.147"/>
    </inkml:context>
    <inkml:brush xml:id="br0">
      <inkml:brushProperty name="width" value="0.025" units="cm"/>
      <inkml:brushProperty name="height" value="0.025" units="cm"/>
    </inkml:brush>
  </inkml:definitions>
  <inkml:trace contextRef="#ctx0" brushRef="#br0">49 1 12189,'-21'0'2084,"26"13"7401,-21-16-19650,0 3-444</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6:58.528"/>
    </inkml:context>
    <inkml:brush xml:id="br0">
      <inkml:brushProperty name="width" value="0.025" units="cm"/>
      <inkml:brushProperty name="height" value="0.025" units="cm"/>
    </inkml:brush>
  </inkml:definitions>
  <inkml:trace contextRef="#ctx0" brushRef="#br0">1 22 11261,'13'-22'6077</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6:58.985"/>
    </inkml:context>
    <inkml:brush xml:id="br0">
      <inkml:brushProperty name="width" value="0.025" units="cm"/>
      <inkml:brushProperty name="height" value="0.025" units="cm"/>
    </inkml:brush>
  </inkml:definitions>
  <inkml:trace contextRef="#ctx0" brushRef="#br0">66 1 12529,'-33'8'10029,"17"-11"-15441,0-2 343</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6:59.380"/>
    </inkml:context>
    <inkml:brush xml:id="br0">
      <inkml:brushProperty name="width" value="0.025" units="cm"/>
      <inkml:brushProperty name="height" value="0.025" units="cm"/>
    </inkml:brush>
  </inkml:definitions>
  <inkml:trace contextRef="#ctx0" brushRef="#br0">6 28 13185,'24'-8'8109,"-38"0"-13942,-2-3 1337</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16:59.776"/>
    </inkml:context>
    <inkml:brush xml:id="br0">
      <inkml:brushProperty name="width" value="0.025" units="cm"/>
      <inkml:brushProperty name="height" value="0.025" units="cm"/>
    </inkml:brush>
  </inkml:definitions>
  <inkml:trace contextRef="#ctx0" brushRef="#br0">1 27 11441,'0'0'7361,"5"-13"-7237,-2-1-652</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1:40.788"/>
    </inkml:context>
    <inkml:brush xml:id="br0">
      <inkml:brushProperty name="width" value="0.025" units="cm"/>
      <inkml:brushProperty name="height" value="0.025" units="cm"/>
    </inkml:brush>
  </inkml:definitions>
  <inkml:trace contextRef="#ctx0" brushRef="#br0">0 14 1884,'24'-5'3256,"-34"-3"-6368</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1:48.375"/>
    </inkml:context>
    <inkml:brush xml:id="br0">
      <inkml:brushProperty name="width" value="0.025" units="cm"/>
      <inkml:brushProperty name="height" value="0.025" units="cm"/>
    </inkml:brush>
  </inkml:definitions>
  <inkml:trace contextRef="#ctx0" brushRef="#br0">230 6 5525,'-3'0'1548,"-22"-3"6000,-1 1-3757,-3 1-3507,1 1-1,-38 6 0,62-6-346,2 1 158,-3 0 116,1 1 1,-1-1-1,0 1 0,1 1 0,-1-1 0,1 0 0,0 1 0,-4 3 0,6-4 491,34 3-223,-25-4-367,1 1-1,-1-1 1,14 0-1,207 10 373,42 0-446,207-28 15,-97 2 2,-211 7 140,-117 8 443,-50 0-330,17-13-186,-43 19-111,-1-1-1,0-2 0,0 0 1,-41-1-1,-22 2-60,-521 32 150,204-23-31,379-11-45,0-3 1,-49-5-1,72 6-26,1 0-1,0 0 1,0 0 0,-1 0-1,1 0 1,0 1 0,-1-1-1,1 1 1,-2 0-1,-1 0 7,2 0 21,-15-3-102,6 2 68,18 4-58,22 3 59,7-6 42,54-8 0,-18 1-72,329-2-13,-58 3 38,-210 2-12,130-9 53,-181 9-21,-60 3 11,0-1 1,29-4 0,-15 0 8,-23 7-15,1 0 503,-45-14-297,12 13-202,0 0 0,-34 6 0,1 1 29,-378 29-228,66-22 56,345-14 123,-53 2-14,36 0 17,0-2-1,-41-3 1,62 1-11,1 1-1,-18 1 1,-2 1 4,32-2-14,0 0 5,-16 1-6,-19-1 99,36-1 51,-1 2-128,-29 3-125,29-3-44,1 0-442,-11 10 129,10-8-3374,2-16-13369</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03.281"/>
    </inkml:context>
    <inkml:brush xml:id="br0">
      <inkml:brushProperty name="width" value="0.025" units="cm"/>
      <inkml:brushProperty name="height" value="0.025" units="cm"/>
    </inkml:brush>
  </inkml:definitions>
  <inkml:trace contextRef="#ctx0" brushRef="#br0">14 133 5857,'1'-4'11477,"-1"4"-11311,-9 0 3600,4 3-3401,15 3 1075,0-5-1377,0 0 0,1 0 0,-1-1 0,0-1 0,0 1 1,20-6-1,-1 2 94,25-3-154,-23 2-26,48-2 1,-23 4 15,-39 1 0,-1 1 0,1 0 0,17 3 0,80 0-23,-36 1 79,6 0-79,-49-1 51,0-1 0,49-5 0,9 0-19,-23 1 54,-37 1-111,54 4 0,89 27 3,-109-16 53,102 7 0,228-11 118,-61-22-79,-230 7 17,123 0-239,-115 12 146,-99-6 36,1 0-1,16 4 0,-16-2 8,0-1 0,17 0 0,72-1 9,-43 2-5,298 11 51,-190-13-50,-67 2-35,68-1-21,179-25 47,95-9 1,-326 27 117,61-2-118,156-9-37,-94 2 73,-148 11 33,64-2 179,94 6 184,215 4 696,-35 0 849,-265-6-1065,124-4 626,-272 5-1387,83-7 394,-33 6-377,-66 2-162,-4-3-4460,1 0 3391,-1-1-1,1 1 0,-1 0 0,0 0 1,0 0-1,-1 0 0,1 0 0,-1 0 1,1 0-1,-3-2 0,-14-15-10773</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05.857"/>
    </inkml:context>
    <inkml:brush xml:id="br0">
      <inkml:brushProperty name="width" value="0.025" units="cm"/>
      <inkml:brushProperty name="height" value="0.025" units="cm"/>
    </inkml:brush>
  </inkml:definitions>
  <inkml:trace contextRef="#ctx0" brushRef="#br0">1 224 17354,'1594'-224'0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07.525"/>
    </inkml:context>
    <inkml:brush xml:id="br0">
      <inkml:brushProperty name="width" value="0.025" units="cm"/>
      <inkml:brushProperty name="height" value="0.025" units="cm"/>
    </inkml:brush>
  </inkml:definitions>
  <inkml:trace contextRef="#ctx0" brushRef="#br0">0 0 24687,'2447'0'0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10.035"/>
    </inkml:context>
    <inkml:brush xml:id="br0">
      <inkml:brushProperty name="width" value="0.025" units="cm"/>
      <inkml:brushProperty name="height" value="0.025" units="cm"/>
    </inkml:brush>
  </inkml:definitions>
  <inkml:trace contextRef="#ctx0" brushRef="#br0">1 7 19990,'4046'0'0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21.282"/>
    </inkml:context>
    <inkml:brush xml:id="br0">
      <inkml:brushProperty name="width" value="0.025" units="cm"/>
      <inkml:brushProperty name="height" value="0.025" units="cm"/>
    </inkml:brush>
  </inkml:definitions>
  <inkml:trace contextRef="#ctx0" brushRef="#br0">4531 299 4912,'0'0'104,"-1"0"-1,1 1 1,-1-1-1,1 0 1,0 0-1,-1 1 0,1-1 1,0 0-1,0 1 1,-1-1-1,1 0 1,0 1-1,0-1 0,-1 0 1,1 1-1,0-1 1,0 1-1,0-1 0,-1 0 1,1 1-1,0-1 1,0 1-1,0-1 1,0 1-1,0-1 0,0 0 1,0 1-1,0-1 1,0 1-1,0-1 1,1 1-1,12 4 526,-11-4-342,0-1-1,0 0 1,0 1 0,0 0 0,0 0-1,0-1 1,0 1 0,0 0 0,0 0-1,2 3 1,-3-3-83,1 0-1,-1 0 1,0-1-1,1 1 1,-1 0-1,1 0 0,-1-1 1,1 1-1,-1-1 1,1 1-1,0-1 1,-1 0-1,1 1 1,0-1-1,-1 0 1,4-1-1,10-3 4937,-1 14-3070,-29-12-957,10 0-1407,-129-32 601,-12-4-218,14 5 91,-20 0 32,28 5-127,-202-20-71,116 20-20,22 5 14,114 15 26,-160-19 32,87 17-77,89 7 30,-87-2-80,54 3 129,54 2-68,0-2 0,-47-7 0,66 6-16,-1 2 1,0 0-1,-24 2 0,7-1 80,-161 14-184,164-11 107,-94 17 37,37-5-41,-394 69 67,300-36-90,34-7 115,-18 7-166,9-2 167,124-37-100,1 2-1,-35 15 1,-128 79 73,177-95-75,1 2-1,-29 21 1,41-30-8,3-2 30,-8 11-28,-18 33-15,28-42 54,-1 1 0,0-1-1,1 1 1,0 0 0,0 0 0,0 0-1,1 0 1,-1 0 0,1 1 0,0-1-1,-1 8 1,1-5-22,-1 0 0,0-1 0,-5 13 0,0-2 13,1 1 0,1-1 0,0 1 0,-3 35 0,1-14-10,4-21 18,1 1 0,1-1 0,1 1 0,0-1 1,2 1-1,0-1 0,1 0 0,0 0 0,7 19 0,-4-24 2,0-1 0,10 17-1,5 9-26,-18-32 8,1 0 1,0 1-1,0-2 1,7 9-1,11 15 8,-11-12 2,0-1 0,1 0 0,0-1 0,2-1 1,-1 0-1,2-1 0,0 0 0,30 19 1,-1-6 44,1-2 0,54 21 1,207 64-83,-300-107 34,144 32 67,-90-23-142,93 8 83,-55-10-94,293 43 34,-205-29 7,-7-4 0,-79-11 39,142 11 45,24 1-92,-128-11 16,151 13-38,-150-13-7,0-6 0,222-24 0,-158-16 28,-169 29 58,362-110 67,-381 113-59,20-6 59,0-2-1,46-25 1,-65 30-43,-1-1 1,0-1-1,-1 0 0,0-1 1,-1-1-1,24-25 1,22-27 38,-3-3-32,7-9 9,-42 48 34,-12 16-49,0 1 1,11-23-1,-15 26 10,1 0 0,-1 0-1,11-10 1,0-1 10,37-50 175,-48 64-106,0-7-139,-1-1 12,1 1 41,-2-1 0,1 0 0,-1 0 0,-1 0 0,0 0 0,-1-1 0,-1 1 0,0 0 0,-3-25 0,1 24 71,-1 1 1,0 0-1,-1 0 1,0 0 0,-1 0-1,0 1 1,-1-1-1,-1 1 1,0 1-1,-1-1 1,0 1 0,0 1-1,-15-15 1,-24-19-28,-36-40 393,71 73-321,0-1-1,-1 2 0,-18-13 1,20 15-10,-68-46 848,67 47-951,0 0-1,0 1 1,0 0-1,-1 1 1,0 0 0,0 1-1,0 1 1,-24-3-1,-11 1-37,-54 2-1,53 2-94,-68 2-712,-42-2-1994,134-1 1022,0-1-1,-28-8 1,19-1-4588,2-5-4146</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22.101"/>
    </inkml:context>
    <inkml:brush xml:id="br0">
      <inkml:brushProperty name="width" value="0.025" units="cm"/>
      <inkml:brushProperty name="height" value="0.025" units="cm"/>
    </inkml:brush>
  </inkml:definitions>
  <inkml:trace contextRef="#ctx0" brushRef="#br0">86 176 11893,'14'0'2641,"-22"10"372,6-8-2758,1-1 1041,-5 18 882,-2 0-1532,1 26 240,-3 93 0,6-51-510,1-12-563,3 1-1,16 120 0,-12-180 302,-2 0-1159,-5-16 441,-6-9 201,5 3 249,0-1 0,0 1 0,1 0 0,0-1 0,0 0 0,1 0 0,-4-13 0,-5-54-595,10 65 700,-11-131-221,8 106 836,2 1-1,1-1 1,1 1 0,2-1-1,1 1 1,15-60 0,-12 69 44,1 1 1,1 0-1,1 1 0,1 0 1,1 0-1,1 1 0,1 1 1,1 0-1,1 1 0,21-22 1,-14 17-169,-20 21-458,-2 7-530,-1 6 54,0 1 1,-1-1-1,0 0 0,0 0 0,-1 0 0,0 0 0,-1 0 0,-8 14 0,-49 75-7880,45-75 4705,-12 19-6706</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22.445"/>
    </inkml:context>
    <inkml:brush xml:id="br0">
      <inkml:brushProperty name="width" value="0.025" units="cm"/>
      <inkml:brushProperty name="height" value="0.025" units="cm"/>
    </inkml:brush>
  </inkml:definitions>
  <inkml:trace contextRef="#ctx0" brushRef="#br0">335 1 14501,'18'9'2582,"-31"-5"2024,8-4-3975,0 1 0,0 0 0,1 0 0,-1 0 0,0 1 0,-7 3 0,3 1-425,1 1-1,0-1 0,0 1 1,1 1-1,-1-1 0,2 1 1,-9 12-1,-38 68 504,49-81-652,-22 44 140,2 1 0,3 1 0,1 1 0,-15 70 0,19-47-237,4 1 1,-5 123 0,16-168-278,2 1 0,1-1 0,12 63 0,-9-78-100,-1 0-1,2-1 0,1 0 0,0 0 0,1-1 1,0 0-1,2 0 0,18 24 0,-24-35-30,0-1 1,0 0-1,1 0 0,-1 0 0,1-1 0,0 1 1,0-1-1,0 0 0,6 2 0,-8-4-197,1 0 0,-1 0-1,1 0 1,-1 0 0,0 0 0,1-1-1,-1 0 1,1 0 0,-1 0 0,5 0-1,27-13-9148</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22.823"/>
    </inkml:context>
    <inkml:brush xml:id="br0">
      <inkml:brushProperty name="width" value="0.025" units="cm"/>
      <inkml:brushProperty name="height" value="0.025" units="cm"/>
    </inkml:brush>
  </inkml:definitions>
  <inkml:trace contextRef="#ctx0" brushRef="#br0">41 720 7529,'-40'19'8304,"54"-22"-5668,-13 3-2535,0-1 1,-1 1-1,1 0 1,0-1-1,-1 1 1,1 0-1,0 0 0,0 0 1,-1-1-1,1 1 1,0 0-1,0 0 0,0 0 1,-1 0-1,1 0 1,0 0-1,1 1 1,-1-5 170,-1 0 1,1 0 0,0 0 0,0 0-1,0 1 1,4-8 0,1-4 62,2-16 327,6-43 0,-1 4-309,-1 18-173,35-133 417,-36 148-472,2-5 616,22-52 0,-23 61 137,5-10 53,-16 41-880,-1 1 0,1-1 0,0 1 0,0-1 1,1 1-1,-1-1 0,0 1 0,0 0 0,1-1 0,-1 1 0,1 0 1,-1 0-1,1 0 0,-1 0 0,1 0 0,0 0 0,-1 1 1,4-2-1,-3 2-17,0 0 0,-1 1 0,1-1 0,0 0 0,-1 0 0,1 1 0,-1-1 0,1 1 0,-1 0 1,1-1-1,-1 1 0,1 0 0,-1 0 0,1 0 0,-1 0 0,0 0 0,0 0 0,0 0 0,1 1 0,-1-1 1,0 0-1,0 1 0,-1-1 0,1 0 0,0 1 0,0 1 0,5 8 44,-1 0 0,5 16 0,-10-24-60,23 76-884,16 108-1,-35-157-298,0 0 1,-2 0-1,-2 38 0,-1-49-1528,-1 0 0,-1 1-1,-8 25 1,0-7-7711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22.977"/>
    </inkml:context>
    <inkml:brush xml:id="br0">
      <inkml:brushProperty name="width" value="0.025" units="cm"/>
      <inkml:brushProperty name="height" value="0.025" units="cm"/>
    </inkml:brush>
  </inkml:definitions>
  <inkml:trace contextRef="#ctx0" brushRef="#br0">1 41 18746,'5'32'2728,"6"-43"-500,3 6-368,4-6-228,15-3-527,-1 12-237,1-4-452,-1 1-404,6-3-756,-3 0-668,0 5-1057,-5 9-411,-3 10-3645,-19-8-6056</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23.275"/>
    </inkml:context>
    <inkml:brush xml:id="br0">
      <inkml:brushProperty name="width" value="0.025" units="cm"/>
      <inkml:brushProperty name="height" value="0.025" units="cm"/>
    </inkml:brush>
  </inkml:definitions>
  <inkml:trace contextRef="#ctx0" brushRef="#br0">60 1 14957,'-33'8'2677,"31"8"-321,-1 3-344,-3 3-348,1 5-300,2 2-300,3 17-248,0-11-163,-2 3-257,-1-22-456,6 16-553,-1-2-471,1-11-760,0 0-796,-17-30-16094</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23.714"/>
    </inkml:context>
    <inkml:brush xml:id="br0">
      <inkml:brushProperty name="width" value="0.025" units="cm"/>
      <inkml:brushProperty name="height" value="0.025" units="cm"/>
    </inkml:brush>
  </inkml:definitions>
  <inkml:trace contextRef="#ctx0" brushRef="#br0">33 429 10753,'-26'61'1211,"24"-58"-1035,1 0 0,0 1 0,0-1 0,1 1 0,-1-1 0,1 1 1,-1-1-1,1 1 0,0-1 0,1 1 0,0 5 0,0 7 404,-1 52 600,0-66-1026,6 7 531,-6-9-668,0 1 0,0-1 1,0 1-1,0-1 1,0 0-1,0 1 0,0-1 1,0 0-1,0 1 1,0-1-1,1 0 0,-1 1 1,0-1-1,0 0 1,0 1-1,1-1 0,-1 0 1,0 1-1,0-1 1,1 0-1,-1 0 1,0 1-1,1-1 0,-1 0 1,0 0-1,1 0 1,-1 1-1,2-4 82,-1 0 0,1 0 0,-1 1 1,0-1-1,0 0 0,0 0 0,-1 0 0,1 0 0,-1-1 1,1 1-1,-1 0 0,0-4 0,1-9 226,35-124 1609,-8 33-466,-20 78-551,1 1 1,2 0-1,1 0 0,1 1 1,1 0-1,1 1 1,1 1-1,2 0 0,0 2 1,34-35-1,-51 57-908,0 1-1,0-1 0,-1 0 1,1 0-1,0 0 0,0 1 1,0-1-1,0 0 1,0 1-1,0-1 0,0 1 1,0-1-1,0 1 0,0 0 1,0-1-1,0 1 0,0 0 1,0 0-1,1 0 0,-1 0 1,0 0-1,0 0 1,0 0-1,0 0 0,0 0 1,0 0-1,1 1 0,-1-1 1,0 0-1,0 1 0,0-1 1,0 1-1,0-1 0,0 1 1,0-1-1,0 1 1,0 0-1,-1 0 0,1-1 1,0 1-1,0 0 0,-1 0 1,1 0-1,0 0 0,-1 0 1,2 2-1,2 5 13,0 0 0,0 0-1,0 0 1,3 14 0,3 19-245,-2 1-1,-1 0 1,1 64 0,0 2-698,5 21-4473,-10-71-6454,-2-32 1129</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24.105"/>
    </inkml:context>
    <inkml:brush xml:id="br0">
      <inkml:brushProperty name="width" value="0.025" units="cm"/>
      <inkml:brushProperty name="height" value="0.025" units="cm"/>
    </inkml:brush>
  </inkml:definitions>
  <inkml:trace contextRef="#ctx0" brushRef="#br0">23 781 14773,'-22'-2'4475,"22"-14"-1205,0 1-2449,0 0 0,1 0 1,3-15-1,1-10-172,20-115-382,2-9-838,-22 129 532,1 1 1,2 1 0,1-1 0,25-59-1,-29 83 199,1-4 218,0 0 0,1 0 0,13-16 0,-20 28-338,1 1 1,0 0 0,0 0-1,1-1 1,-1 1-1,0 0 1,0 0 0,0 0-1,1 0 1,-1 0-1,1 1 1,-1-1 0,1 0-1,-1 1 1,1-1-1,-1 1 1,1-1 0,-1 1-1,1 0 1,-1-1-1,1 1 1,0 0 0,-1 0-1,1 0 1,-1 1-1,1-1 1,0 0 0,-1 0-1,1 1 1,-1-1-1,1 1 1,-1 0-1,1-1 1,1 2 0,4 2 67,-1 1 1,1-1 0,-1 1-1,-1 0 1,11 12 0,-3-2 4,-1 0 1,-1 2 0,0-1-1,-1 2 1,-1-1 0,13 37-1,26 118-831,-25-77-989,6 25-2428,-16-43-5719,-10-55-1244</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24.262"/>
    </inkml:context>
    <inkml:brush xml:id="br0">
      <inkml:brushProperty name="width" value="0.025" units="cm"/>
      <inkml:brushProperty name="height" value="0.025" units="cm"/>
    </inkml:brush>
  </inkml:definitions>
  <inkml:trace contextRef="#ctx0" brushRef="#br0">0 46 19650,'0'-19'6360,"19"17"-5084,0 2-255,5-3-393,3 3-436,9 0-720,15-5-776,-13 2-693,-1-8-1239,-7 11-3281,5-3-6044</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24.701"/>
    </inkml:context>
    <inkml:brush xml:id="br0">
      <inkml:brushProperty name="width" value="0.025" units="cm"/>
      <inkml:brushProperty name="height" value="0.025" units="cm"/>
    </inkml:brush>
  </inkml:definitions>
  <inkml:trace contextRef="#ctx0" brushRef="#br0">1 136 15529,'7'-9'415,"-2"1"486,1 1 0,-1-1-1,1 2 1,1-1-1,-1 0 1,1 1-1,0 1 1,1-1-1,14-8 1,65-34 4242,-85 48-5125,0-1 0,0 0 0,0 0 0,0 1 1,1 0-1,-1-1 0,0 1 0,0 0 0,1 0 1,3 0-1,-2 0-102,-4 1 44,0-1 0,1 1 1,-1-1-1,0 0 0,0 1 1,0-1-1,0 1 0,0-1 0,1 1 1,-1-1-1,0 0 0,0 1 1,0-1-1,0 1 0,0-1 0,0 1 1,0-1-1,-1 1 0,1-1 1,0 0-1,0 1 0,0-1 1,0 1-1,0-1 0,-1 1 0,0 1-163,-7 31-553,-2-1 1,-2 0 0,0-1 0,-3 0 0,-26 43 0,31-60 1128,8-11-194,0 0 1,-1 1-1,1-1 1,0 0-1,1 1 1,-3 5-1,4-8-121,-1 0 0,1 0 0,0 0 0,0 0 0,0-1 0,0 1 0,0 0 0,1 0 0,-1 0-1,0 0 1,0 0 0,0 0 0,1 0 0,-1 0 0,1 0 0,-1-1 0,1 1 0,-1 0 0,1 0 0,-1-1 0,1 1 0,-1 0 0,1-1 0,0 1 0,0 0 0,-1-1 0,1 1-1,0-1 1,0 1 0,0-1 0,1 1 0,2 1 75,1-1 0,-1 0-1,1 0 1,-1 0 0,1 0-1,0-1 1,-1 0 0,1 0-1,0 0 1,6-1 0,-5 1 8,36-5 743,0-2-1,80-24 1,-35 7-809,-79 23-314,-1-1 0,1-1 0,-1 0 0,0 0 0,11-6 0,-16 8-9,0 0 1,1-1-1,-1 0 0,0 0 0,0 1 0,-1-1 0,1 0 1,0 0-1,-1-1 0,1 1 0,-1 0 0,1 0 0,-1-1 1,0 1-1,0-1 0,0 1 0,-1-1 0,1 1 1,0-4-1,-1 4-152,0 1 1,0-1 0,0 1 0,0-1-1,0 1 1,0-1 0,-1 1-1,1-1 1,-1 1 0,1 0 0,-1-1-1,1 1 1,-1-1 0,0 1-1,0 0 1,1 0 0,-1-1 0,0 1-1,0 0 1,0 0 0,0 0-1,-1 0 1,1 0 0,-2-1 0,1 0-602,-23-23-10894</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25.048"/>
    </inkml:context>
    <inkml:brush xml:id="br0">
      <inkml:brushProperty name="width" value="0.025" units="cm"/>
      <inkml:brushProperty name="height" value="0.025" units="cm"/>
    </inkml:brush>
  </inkml:definitions>
  <inkml:trace contextRef="#ctx0" brushRef="#br0">25 1 14049,'-12'5'459,"-1"2"3297,14-7-3606,-1 1 0,1-1 0,-1 1 0,1-1 0,-1 1 0,1-1 0,-1 0 1,1 1-1,-1-1 0,1 0 0,0 0 0,-1 0 0,1 1 0,-1-1 0,1 0 0,0 0 0,-1 0 0,1 0 1,0 0-1,-1 0 0,1 0 0,-1 0 0,2 0 0,17 3 1163,0 2 0,-1 0 0,0 1 0,0 1-1,0 0 1,26 16 0,-27-13-1206,0 1 0,0 1 0,-1 0 0,-1 1 0,0 1 0,-1 0 0,0 1 0,-1 0 0,-1 1-1,0 1 1,-2 0 0,1 0 0,-2 1 0,-1 1 0,11 31 0,-8-7-96,-1 1 0,-3 0-1,-1 0 1,-2 1 0,-4 81 0,-8-25-245,-29 146 0,19-164-2575,-29 84-1,-17-7-8186,23-75-1769</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26.023"/>
    </inkml:context>
    <inkml:brush xml:id="br0">
      <inkml:brushProperty name="width" value="0.025" units="cm"/>
      <inkml:brushProperty name="height" value="0.025" units="cm"/>
    </inkml:brush>
  </inkml:definitions>
  <inkml:trace contextRef="#ctx0" brushRef="#br0">1 219 14169,'2'1'181,"9"7"1125,-11-8-1259,0 0 0,0 1 0,0-1 0,1 0 0,-1 0 0,0 0 0,0 1 0,0-1 1,0 0-1,0 0 0,0 1 0,0-1 0,0 0 0,0 0 0,1 1 0,-1-1 0,0 0 0,0 0 0,0 1 0,0-1 0,-1 0 0,1 0 1,0 1-1,0-1 0,0 0 0,0 0 0,0 1 0,0-1 0,0 0 0,0 0 0,0 0 0,-1 1 0,1-1 0,-2 2 4408,40-5 58,2-1-3505,544-24 1826,88-1-133,-185 26-2701,295-7 0,-341-26 0,-434 35 0,58-11 0,-59 10 0,0 1 0,-1-1 0,0 0 0,1-1 0,-1 1 0,0-1 0,0 0 0,0 0 0,5-6 0,-3-1 0,-8-6 0,-3-3 0,0 16 0,1 3 0,3-1 0,-1 0 0,0 0 0,1 1 0,-1-1 0,0 0 0,0 1 0,0-1 0,0 1 0,0-1 0,0 1 0,0-1 0,0 1 0,0 0 0,0 0 0,0-1 0,0 1 0,-2 0 0,-1 0 0,3-1-241,0 1 1,0-1-1,-1 1 1,1-1-1,0 1 1,0 0-1,0 0 1,-1-1-1,1 1 1,0 0-1,0 0 1,-1 0-1,1 1 1,0-1-1,0 0 1,0 0-1,-1 1 1,1-1-1,0 0 0,0 1 1,0-1-1,0 1 1,0 0-1,0-1 1,-2 2-1,3-2 124,0 1 0,-1-1 0,1 0 0,0 0 0,0 0 0,0 1 0,-1-1-1,1 0 1,0 0 0,0 0 0,-1 0 0,1 1 0,0-1 0,-1 0 0,1 0-1,0 0 1,0 0 0,-1 0 0,1 0 0,0 0 0,-1 0 0,1 0 0,0 0 0,-1 0-1,1 0 1,0 0 0,0 0 0,-1 0 0,1 0 0,0-1 0,-1 1 0,1 0-1,0 0 1,0 0 0,-1 0 0,1-1 0,-7-2-1262,-6-3-279,3-2-5484,-1-3-1875</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29.166"/>
    </inkml:context>
    <inkml:brush xml:id="br0">
      <inkml:brushProperty name="width" value="0.025" units="cm"/>
      <inkml:brushProperty name="height" value="0.025" units="cm"/>
    </inkml:brush>
  </inkml:definitions>
  <inkml:trace contextRef="#ctx0" brushRef="#br0">1913 156 9525,'0'0'6052,"0"-2"-5170,-5-25 1566,-12 24-1842,-234-46 2841,174 33-3300,-1 3 1,-79-3-1,66 8-151,-153-6 49,226 13 13,-49-4-93,-69 3-1,118 4 27,-1-1-1,1 2 0,0 1 1,0 0-1,0 1 1,1 1-1,0 1 1,0 0-1,0 1 0,-30 20 1,-11 7 1,3-10 34,-47 31 0,23-13 28,77-42-48,-23 15 71,21-13-82,0 0 0,0 0 0,1 0 1,-1 1-1,-4 4 0,-6 9-17,-1-2 0,-1 0 0,0-1 0,-1-1 0,-34 20 0,29-19-9,3 4 22,14-13 3,3-4 6,1 0 0,-1 0 0,0 1 0,1-1 1,-1 1-1,1-1 0,0 1 0,0 0 0,-1 0 0,1-1 1,0 1-1,0 0 0,1 0 0,-1 0 0,0 0 0,1 0 0,-1 0 1,1 0-1,-1 0 0,1 1 0,0 3 0,-2 9 21,2 9-7,2-19-16,1-1 1,8 40-4,30 74 31,-31-89-19,3-1 0,0 0 0,1-1 0,33 44-1,-3-9-66,11 14 54,-35-51-11,-12-15 20,0-1 0,14 14 0,-8-11 26,1-1 0,0 0-1,29 15 1,98 43 16,-115-57-20,-9-5-3,0 0 1,33 8-1,84 23 180,184 7 135,-233-37-274,118 3 255,250-27-269,-66-39 69,-346 46-131,0-3 1,79-33-1,-96 33 29,-1 0-1,-1-1 0,0-2 0,-1 0 0,-1-2 1,0 0-1,-1-1 0,-1-1 0,-1-1 1,-1 0-1,0-2 0,-2 0 0,-1-1 1,16-32-1,-28 51 29,0-1 1,0 0-1,-1 0 1,1 0-1,0-5 0,-2 5 22,1 1-1,0 0 0,0 0 1,1 0-1,2-8 1,-2 8 51,0 0 1,0 0-1,-1 0 1,1-1 0,-1 1-1,0-1 1,-1 1-1,1-1 1,-1 1-1,0-1 1,0 1 0,0-1-1,-1 1 1,1-1-1,-1 1 1,0-1 0,-1 1-1,1 0 1,-4-7-1,-3-5 21,-1 0-1,-1 1 1,-17-23-1,3 6 27,-1-3 196,-29-31 0,46 58-260,-15-24 336,18 26-372,1 1-1,0-1 1,-1 1-1,0-1 0,0 1 1,-10-7-1,12 10-45,-3-2-13,0 0 0,-1 0-1,1 1 1,-1 0-1,0 0 1,0 1 0,0 0-1,0 0 1,-9-1 0,-71-6-301,68 8 130,-244-20-4285,139 11 84,-1 0-3937,54 4-1462</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30.019"/>
    </inkml:context>
    <inkml:brush xml:id="br0">
      <inkml:brushProperty name="width" value="0.025" units="cm"/>
      <inkml:brushProperty name="height" value="0.025" units="cm"/>
    </inkml:brush>
  </inkml:definitions>
  <inkml:trace contextRef="#ctx0" brushRef="#br0">39 200 9973,'8'11'11656,"-9"-8"-10123,-4 6-1035,0 0 0,1 0 1,1 0-1,-1 0 0,2 1 0,-1 0 0,-1 18 0,-4 78 726,7-75-804,0 221 1059,-2-105-1029,0-97-984,7 94 0,1-122 75,-5-22 448,0 0 0,0 0-1,0 0 1,0 0-1,0 0 1,0 0 0,0 0-1,0 1 1,0-1-1,0 0 1,0 0 0,0 0-1,0 0 1,0 0-1,0 0 1,0 0 0,0 0-1,0 0 1,0 0-1,0 1 1,0-1 0,0 0-1,0 0 1,1 0-1,-1 0 1,0 0 0,0 0-1,0 0 1,0 0-1,0 0 1,0 0 0,0 0-1,0 0 1,0 0-1,1 0 1,-1 0 0,0 0-1,0 0 1,0 0-1,0 0 1,0 0 0,0 0-1,0 0 1,0 0-1,1 0 1,-1 0 0,0 0-1,0 0 1,0 0-1,0 0 1,0 0 0,0 0-1,0 0 1,0-1-1,0 1 1,0 0 0,1 0-1,-1 0 1,0 0-1,0 0 1,0 0 0,0 0-1,0 0 1,0 0-1,0 0 1,0 0 0,0-1-1,0 1 1,9-32-1112,-8 27 1134,6-39-642,-2 0 0,-3-1 0,-2-55 0,-1 37 230,-11-150-760,0 40 451,11 146 690,1-1-1,1 1 1,2 0 0,6-32-1,-7 51 234,0 0-1,1 0 1,0 0-1,0 0 1,1 0 0,0 1-1,0-1 1,0 1-1,1 0 1,1 0 0,-1 1-1,1 0 1,0 0-1,0 0 1,1 1 0,0-1-1,10-5 1,-3 3 262,0 2 1,0-1-1,1 2 1,17-5 0,-26 9-338,0-1 0,1 1 0,-1 0 0,0 1 1,1 0-1,-1 0 0,0 0 0,1 1 0,-1 0 1,0 0-1,0 0 0,11 5 0,-15-5-134,0 0 0,0 0 0,0 0 1,0 0-1,0 1 0,-1-1 0,1 0 0,0 1 0,-1 0 0,0-1 0,1 1 1,-1 0-1,0 0 0,0 0 0,1 0 0,-2 0 0,1 0 0,0 0 0,0 0 1,-1 0-1,1 0 0,-1 0 0,1 0 0,-1 1 0,0-1 0,0 0 0,0 0 1,-1 4-1,0 4-297,-1 1-1,-1-1 1,1 0 0,-8 16 0,10-25 246,-8 17-1142,0 0 0,-2 0 0,-20 30 1,-19 13-8369,15-25-2152</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30.410"/>
    </inkml:context>
    <inkml:brush xml:id="br0">
      <inkml:brushProperty name="width" value="0.025" units="cm"/>
      <inkml:brushProperty name="height" value="0.025" units="cm"/>
    </inkml:brush>
  </inkml:definitions>
  <inkml:trace contextRef="#ctx0" brushRef="#br0">757 0 17186,'15'7'3029,"-25"-6"497,-14 1-1979,12 1-1251,1 0-1,-1 2 0,1-1 1,0 1-1,0 1 0,0 0 1,1 1-1,-1 0 0,-11 11 1,-10 10 97,-36 43 1,16-10-91,3 2 1,2 2-1,4 2 1,-56 116-1,53-80-162,4 1-1,-47 187 1,73-222-206,-13 119 1,27-155-39,1 0 0,1 0 0,2-1 0,1 1 0,14 61 0,-12-79-116,0 1 0,1-1 1,0 0-1,1 0 0,1 0 1,1-1-1,0 0 1,21 24-1,-25-32-51,0-1 0,1 0 0,-1 0 0,1-1 0,0 1 1,0-1-1,0-1 0,1 1 0,-1-1 0,1 0 0,0 0 0,0-1 0,0 0 0,0 0 1,1-1-1,-1 0 0,0 0 0,1-1 0,-1 0 0,0 0 0,14-2 0,-13 0-573,0 0-1,0 0 1,-1-1-1,1 1 1,-1-2 0,0 1-1,0-1 1,0 0-1,0 0 1,8-8-1,23-26-9209</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31.980"/>
    </inkml:context>
    <inkml:brush xml:id="br0">
      <inkml:brushProperty name="width" value="0.025" units="cm"/>
      <inkml:brushProperty name="height" value="0.025" units="cm"/>
    </inkml:brush>
  </inkml:definitions>
  <inkml:trace contextRef="#ctx0" brushRef="#br0">57 218 6741,'0'-1'121,"-1"0"0,1 0 0,-1 0 0,1 0 0,-1-1 1,0 1-1,0 0 0,1 1 0,-1-1 0,0 0 0,0 0 1,0 0-1,0 0 0,0 1 0,0-1 0,0 0 0,0 1 1,0-1-1,-1 1 0,1 0 0,-2-1 0,0 0 1638,-4 11-589,6-10-1119,1 0 1,-1 1-1,1-1 0,-1 1 0,0-1 0,1 1 0,-1-1 1,1 1-1,0-1 0,-1 1 0,1-1 0,-1 1 0,1-1 1,0 1-1,0 0 0,-1-1 0,1 1 0,0 0 0,0-1 1,0 1-1,-1 0 0,1-1 0,0 2 0,2 6 435,0 1-1,-1-1 0,-1 0 1,1 1-1,-1-1 1,-1 1-1,-1 11 0,0-5 73,1 1-1,0-1 0,2 21 0,-1 11 309,-13 92 1117,10-25-1213,3-111-755,0 0 0,0-1 1,0 1-1,0 0 0,0-1 0,1 1 0,-1-1 0,2 4 0,0 0-2,-2-3 28,1-7-57,2-4-3,0 3-13,-1-1 0,0 0 0,0 0-1,-1 0 1,0 0 0,0 0 0,-1 0 0,1-10-1,-1-19-221,2-1 0,1 1 0,16-67-1,43-103-536,-50 178 953,1 0 0,1 0-1,2 1 1,1 1 0,33-39-1,-39 49 65,-10 14-141,0-1 0,0 1-1,0-1 1,1 1 0,-1 0 0,0-1 0,0 1 0,1 0 0,-1 0 0,1 0 0,-1 0 0,1 0 0,0 1-1,-1-1 1,1 0 0,0 1 0,0-1 0,-1 1 0,1-1 0,2 1 0,-2 0-6,0 1 0,-1-1 0,1 0 0,-1 1 0,1 0 0,0-1 0,-1 1 0,1 0-1,-1 0 1,1 0 0,-1 0 0,0 0 0,1 0 0,-1 0 0,0 1 0,0-1 0,1 2 0,4 5 170,-1 0-1,-1 1 0,1-1 1,-1 1-1,5 18 0,5 27 557,14 103 0,-9 58-1790,-16-166 3,-1-25 96,1 2-1098,-3 36-1,0-53 227,-1-1 0,-1 1-1,1-1 1,-5 14 0,-7 6-8496</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32.155"/>
    </inkml:context>
    <inkml:brush xml:id="br0">
      <inkml:brushProperty name="width" value="0.025" units="cm"/>
      <inkml:brushProperty name="height" value="0.025" units="cm"/>
    </inkml:brush>
  </inkml:definitions>
  <inkml:trace contextRef="#ctx0" brushRef="#br0">17 55 19290,'-16'21'2928,"35"-31"-428,-3 4-416,5-7-343,17-1-381,-8 9-284,2-1-540,6 4-496,-3 2-572,0 0-908,-2-11-580,-23 3 191,9 8-5715,3 0-7662</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32.749"/>
    </inkml:context>
    <inkml:brush xml:id="br0">
      <inkml:brushProperty name="width" value="0.025" units="cm"/>
      <inkml:brushProperty name="height" value="0.025" units="cm"/>
    </inkml:brush>
  </inkml:definitions>
  <inkml:trace contextRef="#ctx0" brushRef="#br0">2 80 14241,'0'-1'286,"-1"0"0,1 0 0,0 0 1,0 0-1,0-1 0,0 1 0,0 0 0,0 0 0,0 0 0,0 0 0,0-1 0,1 1 0,-1 0 0,0 0 0,1 0 0,-1 0 0,1 0 0,-1 0 1,1 0-1,0 0 0,-1 0 0,2-1 0,1-1 248,-1 1 1,1 0 0,-1 0 0,1 0-1,0 0 1,0 1 0,6-3-1,7-2 890,0 1 0,25-4-1,-28 7-701,64-12 1899,-60 15-2566,-15 0-70,-1-1-1,0 1 1,0-1-1,1 1 1,-1 0-1,0-1 1,0 1-1,0 0 1,0 0-1,0 0 1,0 0-1,0 0 1,0 0-1,0 0 1,-1 0-1,1 0 1,0 1-1,-1-1 1,1 0-1,-1 0 1,1 1-1,-1-1 1,0 0-1,1 1 1,-1-1-1,0 0 1,0 1-1,0-1 1,0 1-1,0 0 1,-1 6-197,0-1 0,-1 0 1,0-1-1,-4 12 0,1-3-227,-2 4-511,-1-1 1,0 1-1,-13 19 1,-9 19-1691,11-17 788,6-12 724,1-1-1,-10 34 1,22-60 1216,0 0 1,-1-1-1,1 1 1,0 0 0,0 0-1,0-1 1,0 1-1,0 0 1,0 0-1,0 0 1,0-1-1,1 1 1,-1 0 0,0 0-1,0-1 1,1 1-1,-1 0 1,0-1-1,1 1 1,-1 0-1,1-1 1,-1 1 0,1 0-1,-1-1 1,1 1-1,-1-1 1,1 1-1,0-1 1,-1 1-1,2 0 1,-1-1 195,1 1 0,0 0 1,0 0-1,0-1 0,0 1 0,0-1 0,-1 1 1,1-1-1,4 0 0,70-8 4290,-29 1-2930,-23 4-1413,0 1 0,0 1 0,1 1 0,-1 2 0,0 0 0,0 1 0,31 9 0,-54-12-231,1 1 0,-1-1 0,1 1 0,-1-1 0,1 1 0,-1 0 0,0 0 0,1-1 0,-1 1 0,0 0 0,0 0 0,1 0 0,-1 1 0,0-1 0,0 0 0,0 0 0,-1 1 0,1-1 0,1 2 0,-1-1 0,-1 0 0,0 0 0,0 0 0,1 0 0,-1 0 0,0 0 0,-1 0 0,1 0 0,0 0 0,0 0 0,-1 0 0,1 0 0,-1-1 0,0 1 0,0 0 0,1 0 0,-3 1 0,-4 8-40,-1-1 0,-1 0-1,0-1 1,0 0 0,-1 0 0,-20 14 0,26-20-57,-5 3-629,0 0 1,-1-1-1,1 0 1,-1-1-1,0 0 1,0 0-1,-11 2 0,-1-1-3138,1-2-1,-31 3 1,7-6-8143</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33.260"/>
    </inkml:context>
    <inkml:brush xml:id="br0">
      <inkml:brushProperty name="width" value="0.025" units="cm"/>
      <inkml:brushProperty name="height" value="0.025" units="cm"/>
    </inkml:brush>
  </inkml:definitions>
  <inkml:trace contextRef="#ctx0" brushRef="#br0">149 0 9797,'-14'6'8747,"13"7"-7954,0 0 0,-2-1 0,1 1 0,-8 20 0,-3 15 265,-56 414 3728,34 428-3618,43-707-3856,0-122-1638,2-1-5101,-4-36-669</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33.905"/>
    </inkml:context>
    <inkml:brush xml:id="br0">
      <inkml:brushProperty name="width" value="0.025" units="cm"/>
      <inkml:brushProperty name="height" value="0.025" units="cm"/>
    </inkml:brush>
  </inkml:definitions>
  <inkml:trace contextRef="#ctx0" brushRef="#br0">26 648 9977,'-22'11'2242,"21"-10"-2146,1-1 0,0 0 0,-1 1 1,1-1-1,0 1 0,0-1 0,0 1 0,-1-1 0,1 0 0,0 1 0,0-1 0,0 1 1,0-1-1,0 1 0,0-1 0,0 1 0,0-1 0,0 1 0,0-1 0,0 1 0,0-1 1,0 0-1,0 1 0,0-1 0,0 1 0,1-1 0,-1 1 0,0-1 0,0 0 1,1 1-1,-1-1 0,0 1 0,1-1 0,-1 1 0,1 0 259,1 6 769,1 1 0,-2-1-1,2 13 1,-2-17-1186,-1 0 4742,0-7-4205,6-161 857,-1 36-1123,-3 83-148,1 1-1,3-1 1,1 1 0,3 0 0,1 1-1,21-53 1,-30 93 9,-1 0 1,1 1-1,0-1 1,0 1-1,0-1 0,1 1 1,-1 0-1,1 0 1,0 0-1,0 0 1,0 0-1,0 0 1,0 1-1,4-3 0,-4 4 1,0 0 0,0-1 0,0 1 0,1 1 0,-1-1 0,0 0 0,0 1 0,0-1 0,1 1 0,-1 0 0,0 0 0,0 1 0,0-1 0,6 2 0,-3 0 43,0 0 0,1 1 0,-1-1 0,0 2 0,0-1 0,-1 0 0,1 1 0,-1 0 0,0 1 0,0-1 0,0 1 0,0 0 1,-1 0-1,0 1 0,6 9 0,7 18 265,-1 0 0,19 63 0,10 74-556,-19-6-3184,-20-56-3262,-9-70-643,-7-4-4898</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34.063"/>
    </inkml:context>
    <inkml:brush xml:id="br0">
      <inkml:brushProperty name="width" value="0.025" units="cm"/>
      <inkml:brushProperty name="height" value="0.025" units="cm"/>
    </inkml:brush>
  </inkml:definitions>
  <inkml:trace contextRef="#ctx0" brushRef="#br0">1 31 20054,'8'8'2716,"5"-16"-484,1 5-404,2-5-375,3 0-349,5 5-252,19-5-500,-21 8-468,5 0-576,5 0-712,-5 0-721,5 0-1287,-15 5-3321,-1 3-6392</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34.358"/>
    </inkml:context>
    <inkml:brush xml:id="br0">
      <inkml:brushProperty name="width" value="0.025" units="cm"/>
      <inkml:brushProperty name="height" value="0.025" units="cm"/>
    </inkml:brush>
  </inkml:definitions>
  <inkml:trace contextRef="#ctx0" brushRef="#br0">0 1 15941,'24'8'7537,"-26"11"-5509,-1 2-424,3 6-315,5 14-233,-2-9-244,-3 3-124,0 0-264,0-19-424,-3 14-352,-5 16-772,6-33-336,2 6-717,0 0-1131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34.814"/>
    </inkml:context>
    <inkml:brush xml:id="br0">
      <inkml:brushProperty name="width" value="0.025" units="cm"/>
      <inkml:brushProperty name="height" value="0.025" units="cm"/>
    </inkml:brush>
  </inkml:definitions>
  <inkml:trace contextRef="#ctx0" brushRef="#br0">45 272 12413,'-14'60'6757,"8"-36"-4787,-4 27 1,4-13-1006,3-19-928,0 0 1,1 1 0,1-1 0,3 36-1,-2-52-139,1-8-122,7-41 111,-4 19 115,14-50 0,3 14-35,48-97 0,-57 138 446,0 0 0,1 1 0,1 1 0,1 0 0,1 1 0,1 1 0,31-27 0,-46 43-310,0 0-1,0 1 1,1 0-1,-1-1 1,0 1 0,1 0-1,-1 0 1,1 0-1,-1 0 1,1 1-1,-1-1 1,1 1-1,-1 0 1,1-1 0,3 1-1,-4 1-50,0-1 0,-1 0 0,1 1 0,0-1 0,0 1 0,-1 0 0,1-1 0,-1 1 0,1 0 0,0 0 0,-1 0 0,0 0 0,1 0 0,-1 1 0,0-1 0,1 0 0,-1 1 0,0-1 0,0 0-1,0 1 1,0 0 0,1 1 0,2 7 89,0 1 0,-1 0 0,0 0 0,0 0 0,-1 0 0,1 19 0,-2 74 278,-1-82-392,-8 122-234,3-68-1936,7 118 1,0-169 1095,8 60-2709,-8-77 1956,0 0 1,1-1 0,-1 1 0,6 10 0,1-6-8262</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35.187"/>
    </inkml:context>
    <inkml:brush xml:id="br0">
      <inkml:brushProperty name="width" value="0.025" units="cm"/>
      <inkml:brushProperty name="height" value="0.025" units="cm"/>
    </inkml:brush>
  </inkml:definitions>
  <inkml:trace contextRef="#ctx0" brushRef="#br0">0 852 12445,'29'5'2594,"-47"-7"2275,15 2-2032,5-1-1723,4-5-788,-1 1 1,1-1-1,-1 0 0,0 0 1,0-1-1,-1 0 0,0 1 1,6-16-1,-2 4-111,-1-1 0,7-31 0,14-125 204,-7 37-355,25-141-141,-18 182 502,-27 96-402,-1 1-1,0-1 1,1 1-1,-1-1 1,1 1-1,-1-1 1,1 1 0,-1 0-1,1-1 1,-1 1-1,1 0 1,-1-1 0,1 1-1,-1 0 1,1 0-1,0 0 1,-1-1 0,1 1-1,-1 0 1,1 0-1,0 0 1,-1 0-1,1 0 1,0 0 0,-1 0-1,1 0 1,-1 0-1,1 1 1,0-1 0,0 0-1,1 1 63,1-1-33,0 1 0,0 0 0,0-1 0,-1 1 0,1 1 0,0-1 0,0 0-1,-1 1 1,1-1 0,-1 1 0,1 0 0,-1 0 0,3 2 0,0 1 72,0 1 0,-1 0 0,1 0 1,6 13-1,1 5 102,-2 0 1,8 27-1,-17-48-220,31 102 31,32 178 1,-37-155-2790,-4-47-2474,-19-65 3396,1 4-5078,-7-2-4557</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35.359"/>
    </inkml:context>
    <inkml:brush xml:id="br0">
      <inkml:brushProperty name="width" value="0.025" units="cm"/>
      <inkml:brushProperty name="height" value="0.025" units="cm"/>
    </inkml:brush>
  </inkml:definitions>
  <inkml:trace contextRef="#ctx0" brushRef="#br0">0 22 17910,'3'-22'4832,"16"22"-3016,2 0-328,-2 0-356,16 3-219,-5 3-421,2 2-532,3-6-956,-13 4-565,-3-14-1247,11 5-28,-17 8-3201,6-5-5284</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35.798"/>
    </inkml:context>
    <inkml:brush xml:id="br0">
      <inkml:brushProperty name="width" value="0.025" units="cm"/>
      <inkml:brushProperty name="height" value="0.025" units="cm"/>
    </inkml:brush>
  </inkml:definitions>
  <inkml:trace contextRef="#ctx0" brushRef="#br0">1 52 12165,'2'-2'569,"0"1"0,0-1 0,1 0 0,-1 1 0,0-1 0,0 0 0,0 0 0,-1 0 0,1 0 0,0-1 0,-1 1 0,0 0 0,1-1 0,0-2 0,-1 2 1111,2 3-251,54-15 2334,-56 15-3762,0-1 1,0 1-1,1 0 1,-1 0-1,0 0 1,1 1-1,-1-1 0,0 0 1,0 0-1,1 1 1,-1-1-1,0 1 1,0-1-1,0 1 0,0-1 1,0 1-1,1 0 1,-1 0-1,0-1 1,-1 1-1,1 0 1,0 0-1,0 0 0,0 0 1,0 0-1,-1 0 1,1 0-1,0 0 1,0 3-1,2 2-238,-1 0 0,0 1-1,0 0 1,1 8 0,-2-6 21,2 7-1,-2-1 0,0 0-1,-1 0 1,-1 1 0,0-1 0,-5 23 0,2-7 393,3-27-21,1-1 0,-1 0 0,1 1 0,0-1 0,0 1 0,1-1-1,-1 0 1,1 1 0,-1-1 0,1 0 0,0 1 0,2 2 0,-2-4-96,0 0 1,0-1-1,1 1 1,-1-1-1,0 1 0,1-1 1,0 0-1,-1 1 0,1-1 1,0 0-1,0 0 1,-1 0-1,1 0 0,0-1 1,0 1-1,0 0 0,0-1 1,0 0-1,0 1 1,2-1-1,20 2-141,0-2 0,0 0 0,0-2 1,-1-1-1,1 0 0,-1-2 0,31-10 0,-48 13-256,-1 0-1,0 0 0,0-1 1,0 1-1,0-1 1,-1-1-1,1 1 1,-1 0-1,7-8 0,3-7-3190,-4-3-3352,-6-1-3814</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36.180"/>
    </inkml:context>
    <inkml:brush xml:id="br0">
      <inkml:brushProperty name="width" value="0.025" units="cm"/>
      <inkml:brushProperty name="height" value="0.025" units="cm"/>
    </inkml:brush>
  </inkml:definitions>
  <inkml:trace contextRef="#ctx0" brushRef="#br0">1 2 14453,'4'0'421,"0"-1"-1,0 0 1,0 1-1,0 0 1,0 0-1,1 1 0,-1-1 1,0 1-1,0-1 1,0 1-1,0 1 1,0-1-1,0 0 0,-1 1 1,1 0-1,0 0 1,-1 0-1,1 0 1,4 5-1,8 4 247,0 1 1,-1 1-1,0 1 1,-1 0-1,-1 1 0,0 0 1,-1 1-1,0 0 0,10 22 1,-4-2-143,-1 2 1,-1 0 0,14 57-1,-13-26-282,-3 0-1,5 80 0,-7 142 160,-16-165-1569,-6 0 0,-43 209-1,13-188-3330,4-54-4531,7-32-3725</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36.941"/>
    </inkml:context>
    <inkml:brush xml:id="br0">
      <inkml:brushProperty name="width" value="0.025" units="cm"/>
      <inkml:brushProperty name="height" value="0.025" units="cm"/>
    </inkml:brush>
  </inkml:definitions>
  <inkml:trace contextRef="#ctx0" brushRef="#br0">0 16 19198,'51'-5'3072,"-21"8"-244,5-9-263,0 1-401,0 2-384,0 3-620,-16 0-1160,11 0 0,-1 3 0,-7-3 0,0 2 0,-17 7 0,3-1-1228,-21 16-1688,-22 16-1185,-6-7-3103,1-4-7130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37.083"/>
    </inkml:context>
    <inkml:brush xml:id="br0">
      <inkml:brushProperty name="width" value="0.025" units="cm"/>
      <inkml:brushProperty name="height" value="0.025" units="cm"/>
    </inkml:brush>
  </inkml:definitions>
  <inkml:trace contextRef="#ctx0" brushRef="#br0">0 125 21266,'81'-46'2776,"-30"27"-348,-5 3-415,-5-3-441,-3 6-348,-22 10-620,8 0-652,-2 0-736,-1 1-1060,-2 2-937,-24 19-7420,-1 2-3040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37.792"/>
    </inkml:context>
    <inkml:brush xml:id="br0">
      <inkml:brushProperty name="width" value="0.025" units="cm"/>
      <inkml:brushProperty name="height" value="0.025" units="cm"/>
    </inkml:brush>
  </inkml:definitions>
  <inkml:trace contextRef="#ctx0" brushRef="#br0">146 300 13201,'1'-7'1938,"-8"7"-880,-1 1 2707,-13 23-2248,13-6-1304,0-1 0,1 2 0,-6 29 0,-10 64 216,20-93-335,-7 36 178,-4 19 912,-8 122 1,21-165-879,-1 20 571,7 72 0,-5-120-780,2-4-626,1-4 392,-1 1 0,1-1 1,-1 1-1,0-1 0,0 0 0,-1 0 0,1 0 1,-1 0-1,0 0 0,-1 0 0,1-9 0,-1-7-299,-4-35 0,0 11-176,-2-75-809,2-337-554,6 434 2278,1 1 1,1-1 0,2 1 0,0 0 0,13-30 0,-15 41 77,2-1-1,-1 1 1,2 0 0,-1 0 0,2 1 0,-1 0 0,1 0 0,1 1 0,0 0 0,0 0 0,12-8-1,-16 14-198,-1 0 0,1 1 0,0-1 0,0 1 0,0 0 0,0 0 0,0 1 0,1 0 0,-1-1 0,0 2 0,1-1 0,-1 1 1,9 0-2,-11 0-116,0 1 0,0 0-1,0 0 1,0-1-1,0 2 1,0-1-1,0 0 1,0 1-1,-1-1 1,1 1-1,-1 0 1,1 0-1,-1 0 1,0 0-1,0 0 1,0 0-1,0 1 1,0-1 0,0 1-1,0-1 1,-1 1-1,0 0 1,1 0-1,-1 0 1,1 3-1,0 3-59,0 0-1,0 0 1,-1 0-1,0 1 0,0-1 1,-1 0-1,-1 0 1,1 1-1,-1-1 1,-1 0-1,0 0 0,-3 11 1,-7 13-1306,-28 59 1,29-69 536,-1-1-998,0-1 1,-27 36-1,24-39-2876,-22 22 1,10-19-5732</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38.091"/>
    </inkml:context>
    <inkml:brush xml:id="br0">
      <inkml:brushProperty name="width" value="0.025" units="cm"/>
      <inkml:brushProperty name="height" value="0.025" units="cm"/>
    </inkml:brush>
  </inkml:definitions>
  <inkml:trace contextRef="#ctx0" brushRef="#br0">322 0 14457,'-24'4'672,"12"-3"-37,0 1 0,-1 0 0,1 1 0,0 0 0,0 1 0,1 0 0,-14 7 0,17-5-223,1 0 0,-1 0 0,1 0 0,0 1 0,1 0 0,0 0 0,0 1 0,0 0 0,-8 16 1,0 4 642,-19 50 1,16-23-334,3 2-1,2-1 1,3 1 0,-4 82-1,12-87-366,1 0-1,15 101 1,40 97-266,-48-225-410,0 0-1,2 0 0,1-1 1,24 42-1,-27-55-433,0-1 1,1 0-1,0 0 0,18 15 0,-18-18-742,0-1 0,1 0-1,0-1 1,0 0 0,0 0 0,17 5-1,14 0-10857</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38.457"/>
    </inkml:context>
    <inkml:brush xml:id="br0">
      <inkml:brushProperty name="width" value="0.025" units="cm"/>
      <inkml:brushProperty name="height" value="0.025" units="cm"/>
    </inkml:brush>
  </inkml:definitions>
  <inkml:trace contextRef="#ctx0" brushRef="#br0">6 864 10969,'-6'21'2381,"12"-38"1318,55-147 2636,52-76-2287,-31 71-2657,-78 159-1329,137-274 1807,-133 303-1800,-3 8-46,-1 0 0,1 54 0,-1-6 19,16 186-107,-7-79-761,1-93-481,0-4-578,-13-43-2849,-9 0-4411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38.613"/>
    </inkml:context>
    <inkml:brush xml:id="br0">
      <inkml:brushProperty name="width" value="0.025" units="cm"/>
      <inkml:brushProperty name="height" value="0.025" units="cm"/>
    </inkml:brush>
  </inkml:definitions>
  <inkml:trace contextRef="#ctx0" brushRef="#br0">0 11 18226,'11'-11'4444,"13"14"-2736,6-3-336,0 5-328,2 1-351,-5-1-541,21 6-833,-29-8-735,0-11-1340,14 5 20,-20 8-3221,9-2-5152</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38.914"/>
    </inkml:context>
    <inkml:brush xml:id="br0">
      <inkml:brushProperty name="width" value="0.025" units="cm"/>
      <inkml:brushProperty name="height" value="0.025" units="cm"/>
    </inkml:brush>
  </inkml:definitions>
  <inkml:trace contextRef="#ctx0" brushRef="#br0">60 1 18142,'-27'75'2740,"24"-40"-184,-2 6-320,2-4-511,-2-2-253,2 6-340,0-1-288,1 4-412,-1-4-448,-2-21-400,7 11-760,4 2-492,-6-16-797,2 0-1015</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39.359"/>
    </inkml:context>
    <inkml:brush xml:id="br0">
      <inkml:brushProperty name="width" value="0.025" units="cm"/>
      <inkml:brushProperty name="height" value="0.025" units="cm"/>
    </inkml:brush>
  </inkml:definitions>
  <inkml:trace contextRef="#ctx0" brushRef="#br0">108 433 14237,'-42'63'5283,"39"-58"-4700,0 1 1,0-1 0,0 1-1,0-1 1,-2 10 0,-2 3 534,6-16-665,0 1-90,1 7-184,-1 12 93,-2-20-265,-4-12-158,2-3 98,0 0-1,1 0 1,1 0-1,0 0 1,1-1 0,0 1-1,1-1 1,0 1-1,1-1 1,2-16-1,2-4 76,2-1-1,18-63 0,-19 83 208,0 0 1,1 0-1,1 0 1,0 1 0,1 0-1,1 0 1,0 1-1,0 0 1,2 0-1,-1 1 1,2 1-1,-1-1 1,2 2-1,-1 0 1,1 1-1,1 0 1,0 0-1,0 2 1,23-9-1,-34 14-138,0 1-1,1 0 1,-1 0-1,1 0 1,-1 0-1,1 1 1,-1-1-1,1 1 1,-1 0-1,1 0 1,-1 0-1,1 1 1,0-1-1,-1 1 0,1 0 1,-1 0-1,0 0 1,6 2-1,-5 0 2,0 0-1,0 0 0,-1 1 1,1-1-1,-1 1 0,0-1 1,0 1-1,0 0 0,0 0 1,-1 1-1,1-1 0,-1 0 1,2 7-1,3 8 6,-1 1 1,0 0-1,-2 0 0,5 37 0,-6 81-1655,-3-54-1168,-2-14-2108,-1-20-4348,5-30-2347</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39.721"/>
    </inkml:context>
    <inkml:brush xml:id="br0">
      <inkml:brushProperty name="width" value="0.025" units="cm"/>
      <inkml:brushProperty name="height" value="0.025" units="cm"/>
    </inkml:brush>
  </inkml:definitions>
  <inkml:trace contextRef="#ctx0" brushRef="#br0">11 788 12365,'0'-2'298,"1"1"1,-1-1-1,0 0 0,0 0 0,1 1 1,-1-1-1,0 0 0,-1 0 0,1 1 1,0-1-1,0 0 0,-1 0 0,1 1 1,-1-1-1,0 0 0,1 1 0,-2-3 0,1 3-39,0-1 0,0 0 0,0 0 0,1 0 0,-1 0 0,1 0 0,-1 0 0,1 0 0,0 0 0,0 0-1,0 0 1,0 0 0,0 0 0,0 0 0,0 0 0,1 0 0,-1 0 0,2-4 0,71-199 4863,10-112-3684,-71 263-1216,22-61 0,-33 113-213,-1 0 0,1 0 0,0 0 0,-1 0 0,1 0 1,0 0-1,0 0 0,0 1 0,1-1 0,1-2 0,-3 5-4,1 0 1,0 0 0,0 0 0,0 0-1,0 0 1,-1 0 0,1 0 0,-1 0-1,1 0 1,0 0 0,-1 1 0,0-1-1,1 0 1,-1 0 0,0 3 0,20 62 144,11 76 0,-7-30-61,49 146-3330,-54-190-1489,-4-16-4903,-9-33-17</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39.895"/>
    </inkml:context>
    <inkml:brush xml:id="br0">
      <inkml:brushProperty name="width" value="0.025" units="cm"/>
      <inkml:brushProperty name="height" value="0.025" units="cm"/>
    </inkml:brush>
  </inkml:definitions>
  <inkml:trace contextRef="#ctx0" brushRef="#br0">1 30 15837,'19'0'2741,"0"-3"-497,0 1-372,-3-1-360,8 0-296,16 0-296,-7 6-464,2-3-908,-14 3-500,4-14-1244,2 0-340,-11 19-3589,0-5-5428</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40.320"/>
    </inkml:context>
    <inkml:brush xml:id="br0">
      <inkml:brushProperty name="width" value="0.025" units="cm"/>
      <inkml:brushProperty name="height" value="0.025" units="cm"/>
    </inkml:brush>
  </inkml:definitions>
  <inkml:trace contextRef="#ctx0" brushRef="#br0">0 100 13921,'27'-15'818,"-9"4"1104,1 1-1,0 0 1,25-7-1,-12 7-138,-1 2-1,2 1 1,-1 2-1,44-2 1,-75 7-1762,0 0 1,-1 0 0,1 1 0,0-1 0,0 0 0,-1 0 0,1 1 0,0-1 0,-1 0-1,1 1 1,-1-1 0,1 1 0,0-1 0,-1 1 0,1-1 0,-1 1 0,1-1-1,-1 1 1,0-1 0,1 1 0,-1 0 0,0-1 0,1 1 0,-1 0 0,0-1 0,0 1-1,1 0 1,-1-1 0,0 1 0,0 1 0,1 18-84,-4-11-42,-1-1 0,0 0 0,0 1 1,-1-1-1,0-1 0,0 1 0,-1-1 0,-9 9 0,2 0-199,-37 47-1638,-44 77-1,92-137 1987,0 0 1,1 0-1,-1 0 0,1 0 1,0 0-1,0 0 0,0 1 1,0-1-1,1 0 0,-1 1 1,1-1-1,0 0 0,0 1 1,0 5-1,1-7-12,-1-1 0,1 1 1,0-1-1,-1 1 0,1-1 0,0 1 0,0-1 0,0 1 1,0-1-1,0 0 0,0 0 0,0 1 0,1-1 0,-1 0 1,0 0-1,1 0 0,-1 0 0,0-1 0,1 1 0,-1 0 1,1-1-1,0 1 0,-1-1 0,1 1 0,-1-1 0,1 0 1,0 1-1,-1-1 0,1 0 0,2 0 0,35-2 78,0-1 0,0-1-1,50-14 1,-31 7-975,-44 8 195,0 0 1,0-1 0,0 0-1,-1-1 1,16-8-1,-22 9-807,0 0 0,-1-1 0,0 0 0,1 0 0,-1 0 0,8-10 0,6-9-9317</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40.826"/>
    </inkml:context>
    <inkml:brush xml:id="br0">
      <inkml:brushProperty name="width" value="0.025" units="cm"/>
      <inkml:brushProperty name="height" value="0.025" units="cm"/>
    </inkml:brush>
  </inkml:definitions>
  <inkml:trace contextRef="#ctx0" brushRef="#br0">87 171 12713,'0'0'3955,"-8"9"-1096,4-2-2478,1-1 0,0 1 0,0 0 0,1 0 0,0 1 1,0-1-1,1 0 0,0 1 0,-1 8 0,-2 11 86,-36 141 1403,29-101-1445,11-64 339,10-16-418,4-9-202,-1-1 0,0 0 0,9-24 0,11-23 119,6 0 408,2 1 0,77-96 1,-116 162-601,-1 1 1,1 0 0,0 0-1,0 1 1,0-1-1,0 0 1,0 1 0,0-1-1,1 1 1,-1-1-1,3 0 1,-4 2-57,-1 0-1,0 0 0,1 0 1,-1 0-1,1 0 1,-1 0-1,0 0 1,1 0-1,-1 0 0,1 0 1,-1 0-1,0 0 1,1 0-1,-1 0 0,1 1 1,-1-1-1,0 0 1,1 0-1,-1 0 1,0 1-1,1-1 0,-1 0 1,0 0-1,1 1 1,4 15 144,-4 19-98,-2-1 0,-1 1-1,-13 64 1,0-3-761,5 74-2886,11-142 904,9 54 1,-8-72 1281,0 0 1,1 0-1,0 0 0,1-1 1,0 1-1,7 9 0,10 12-7854</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41.171"/>
    </inkml:context>
    <inkml:brush xml:id="br0">
      <inkml:brushProperty name="width" value="0.025" units="cm"/>
      <inkml:brushProperty name="height" value="0.025" units="cm"/>
    </inkml:brush>
  </inkml:definitions>
  <inkml:trace contextRef="#ctx0" brushRef="#br0">1 875 11333,'0'13'3389,"4"-26"1269,5-14-1979,-6 21-2305,-1 0 0,0 0 0,-1 0 0,1-1-1,-1 1 1,0-10 0,2-9 204,98-367 2136,-1 56-2265,-98 329-347,1 1 0,0 0 0,0 0 0,4-6 0,-4 7 22,-3 5-121,0 0 1,0 0-1,0 1 0,0-1 1,0 0-1,0 0 1,0 0-1,0 0 1,0 0-1,0 0 1,0 0-1,0 0 1,0 0-1,0 0 1,0 1-1,0-1 0,0 0 1,0 0-1,0 0 1,0 0-1,0 0 1,1 0-1,-1 0 1,0 0-1,0 0 1,0 0-1,0 0 0,0 0 1,0 0-1,0 0 1,0 1-1,0-1 1,0 0-1,0 0 1,1 0-1,-1 0 1,0 0-1,0 0 0,0 0 1,0 0-1,0 0 1,0 0-1,0 0 1,0 0-1,0 0 1,1 0-1,-1 0 1,0 0-1,0-1 1,0 1-1,0 0 0,0 0 1,0 0-1,0 0 1,0 0-1,0 0 1,0 0-1,0 0 1,1 0-1,-1 0 1,0 0-1,0 0 0,0 0 1,0 0-1,0 0 1,0-1-1,0 1 1,0 0-1,0 0 1,7 8 59,0 1 0,-1 0 0,0 0 0,-1 1 0,0-1 0,0 1 0,-1 0 0,0 0 0,-1 1 0,0-1 0,1 13 0,5 25 70,33 258 113,-23-151-2457,-1-57-4061,-15-79-812,-5 3-4793</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41.360"/>
    </inkml:context>
    <inkml:brush xml:id="br0">
      <inkml:brushProperty name="width" value="0.025" units="cm"/>
      <inkml:brushProperty name="height" value="0.025" units="cm"/>
    </inkml:brush>
  </inkml:definitions>
  <inkml:trace contextRef="#ctx0" brushRef="#br0">6 36 17126,'-5'-35'6692,"26"37"-5096,-2 1-372,14 0-251,15 5-329,-13-3-444,3 0-816,5 1-641,-10-17-1183,2 3-352,0 8-3525,-3-11-5732</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41.834"/>
    </inkml:context>
    <inkml:brush xml:id="br0">
      <inkml:brushProperty name="width" value="0.025" units="cm"/>
      <inkml:brushProperty name="height" value="0.025" units="cm"/>
    </inkml:brush>
  </inkml:definitions>
  <inkml:trace contextRef="#ctx0" brushRef="#br0">19 92 11189,'-1'0'244,"0"0"0,0 0 0,1 0 0,-1 0 0,0 0 1,1 0-1,-1 0 0,0-1 0,1 1 0,-1 0 0,0 0 0,1-1 0,-1 1 0,0 0 0,1-1 0,-1 1 0,1-1 1,-1 1-1,1-1 0,-1 1 0,1-1 0,-1 1 0,1-1 0,-1 0 0,1 1 0,0-1 0,-1 0 0,1 1 1,0-1-1,-1 0 0,0-10 226,1 11-544,0-2 258,0 0-1,1 1 0,-1-1 0,0 1 0,0-1 1,1 1-1,-1-1 0,1 1 0,0-1 0,-1 1 1,1-1-1,0 1 0,0 0 0,0-1 0,0 1 1,0 0-1,0 0 0,0 0 0,0 0 0,0 0 1,1 0-1,-1 0 0,0 0 0,1 0 0,-1 1 1,1-1-1,-1 1 0,3-2 0,7-1 351,0 0 0,0 0 0,13-1 0,-3 0 348,83-11 1264,-103 15-2179,0 0 0,0 0 1,0-1-1,0 1 0,0 0 0,0 0 0,0 0 0,0 1 0,0-1 0,0 0 0,0 0 0,0 0 0,0 1 0,0-1 0,0 1 0,0-1 0,0 0 0,0 1 0,0 0 0,0-1 0,0 1 0,-1 0 1,1-1-1,0 1 0,-1 0 0,1 0 0,0-1 0,-1 1 0,1 0 0,-1 0 0,1 0 0,-1 0 0,1 0 0,-1 0 0,0 0 0,0 0 0,1 0 0,-1 0 0,0 0 0,0 0 0,0 0 0,0 0 1,0 0-1,-1 2 0,1 2-279,-1 0 0,0 0 0,0 0 0,-1 0 0,0-1 0,0 1 0,0 0 0,-4 5 0,-17 27-2309,-1-1-1,-53 58 1,77-94 2655,-1 1 1,1 0 0,-1 0-1,1 0 1,-1-1-1,1 1 1,0 0-1,0 0 1,-1 0 0,1 0-1,0 0 1,0-1-1,0 1 1,0 0-1,0 0 1,0 1 0,0 3 147,-1-4-90,1 0 0,0 0 0,-1 0 0,1 1 0,0-1 0,0 0 1,0 0-1,0 0 0,0 0 0,0 1 0,0-1 0,0 0 0,0 0 0,1 0 0,-1 0 0,0 0 0,1 0 0,-1 1 1,1-1-1,-1 0 0,1 0 0,0 0 0,-1 0 0,1-1 0,0 1 0,0 0 0,-1 0 0,1 0 0,0-1 0,0 1 1,0 0-1,0-1 0,0 1 0,0-1 0,0 1 0,2 0 0,12 4 1347,1 0 0,21 2 0,-24-4-822,0-1 0,-1 1 0,1 1 0,21 10 0,-19-6-188,0 1 0,-1 0 0,1 1 0,21 20 0,-32-26-346,0 0-1,-1 0 1,1 0-1,0 1 1,-1-1-1,0 1 1,0 0-1,-1 0 1,1 0-1,-1 0 1,0 0-1,0 0 1,-1 1-1,0-1 1,0 1-1,0-1 1,0 1-1,-1 9 1,-1-8-329,0-1-1,0 1 1,-1 0 0,1-1-1,-2 0 1,1 1 0,-1-1-1,0 0 1,-6 10 0,6-13 33,1 0 1,-1 0 0,0 0 0,0 0-1,0-1 1,0 1 0,0-1 0,0 0-1,-1 0 1,1 0 0,-1 0 0,0 0 0,0-1-1,1 1 1,-1-1 0,0 0 0,0-1-1,-7 2 1,-31-2-4517,12-4-1632,-7-10-5836</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42.086"/>
    </inkml:context>
    <inkml:brush xml:id="br0">
      <inkml:brushProperty name="width" value="0.025" units="cm"/>
      <inkml:brushProperty name="height" value="0.025" units="cm"/>
    </inkml:brush>
  </inkml:definitions>
  <inkml:trace contextRef="#ctx0" brushRef="#br0">22 1 15605,'0'3'409,"1"0"0,-1 0-1,1 1 1,0-1 0,0 0 0,0 0-1,0 0 1,0 0 0,1-1-1,-1 1 1,3 3 0,26 31 2194,-6-7-419,11 23-1336,-3 1 0,-2 2-1,-3 1 1,23 70 0,-35-82-386,-3 1-1,-1 0 1,-2 0-1,-3 1 1,-1 0-1,-2 59 1,-9-24-533,-4-1 0,-3 0 0,-3-1 0,-43 123 0,47-168-1390,-2-1 0,-2 0-1,-31 50 1,26-54-3968,-41 49 0,14-31-7296</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27:44.399"/>
    </inkml:context>
    <inkml:brush xml:id="br0">
      <inkml:brushProperty name="width" value="0.025" units="cm"/>
      <inkml:brushProperty name="height" value="0.025" units="cm"/>
    </inkml:brush>
  </inkml:definitions>
  <inkml:trace contextRef="#ctx0" brushRef="#br0">11 32 7685,'-10'9'1592,"10"-9"-1541,-1 1-1,1-1 1,0 0 0,0 0-1,0 1 1,0-1 0,0 0-1,0 1 1,0-1 0,0 0 0,0 0-1,0 1 1,0-1 0,0 0-1,0 0 1,0 1 0,0-1 0,1 0-1,-1 0 1,0 1 0,0-1-1,0 0 1,0 0 0,0 1 0,0-1-1,1 0 1,-1 0 0,0 0-1,0 1 1,4 1 6159,23-10-2891,-7 7-2215,0-2 0,0 0 1,30-9-1,-41 11-917,1-1 1,-1 1-1,0 0 0,13 1 0,16-1 24,510-16 922,5 34-587,225 30-216,-404-31-279,29-3-45,376-7-8,-523-22-31,383-17-88,-490 27 179,122-1-111,-201 9 263,130 20 0,85 50 897,-257-65-449,52 7 0,-52-11-92,-25-2 39,-1-1-637,23 3 48,-23-3 122,-15-6-4873,10 4 4376,0 0-1,1 0 0,-1 0 1,1-1-1,-1 0 0,1 1 1,0-1-1,0 0 0,0 0 1,0 0-1,1 0 0,-1 0 1,1 0-1,-2-5 0,-5-8-1545,-10-14-4526,-1 3-4061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1:49.713"/>
    </inkml:context>
    <inkml:brush xml:id="br0">
      <inkml:brushProperty name="width" value="0.025" units="cm"/>
      <inkml:brushProperty name="height" value="0.025" units="cm"/>
    </inkml:brush>
  </inkml:definitions>
  <inkml:trace contextRef="#ctx0" brushRef="#br0">81 269 14117,'-2'3'315,"0"0"-1,0 0 1,1 0-1,-1 0 0,1 1 1,0-1-1,0 0 1,0 1-1,0-1 0,1 1 1,-1 4-1,-3 18 1061,-3 18 945,-2 70 1,3-36-1202,-2 35 99,12 200 0,11-119-1177,-15-190-235,8-26-497,-6 2 499,0 1 0,-2 0 0,0 0 1,-1-1-1,-6-31 0,-1-18-120,6-271-352,6 157 444,-4 145 548,2 1 0,2 0 0,2 0 0,1 0 0,2 1 0,1 0 0,2 0 0,31-65 0,-40 97-213,-1 0 0,1 0 0,0 0 0,1 0 0,-1 1 0,1-1 0,7-5 0,-6 5 28,-4 3-121,0 1-1,-1 0 1,1 0-1,0 0 0,0 0 1,-1 0-1,1 0 1,0 0-1,0 0 1,0 0-1,-1 0 0,1 0 1,0 0-1,-1 0 1,1 1-1,0-1 0,0 0 1,-1 1-1,1-1 1,0 0-1,-1 1 1,1-1-1,-1 1 0,2 0 1,-1 0 48,1 0-56,-1 0 1,0 0-1,1 0 1,-1 0 0,0 1-1,1-1 1,-1 0-1,0 1 1,0-1 0,0 0-1,0 1 1,-1 0 0,1-1-1,0 1 1,-1-1-1,1 1 1,-1 0 0,1-1-1,-1 1 1,0 0-1,0 0 1,1-1 0,-1 1-1,-1 2 1,1 7-28,-1-1 0,-3 20 1,2-21-30,-4 21-699,0 0 0,-2 0 0,-24 56 0,27-74-5,-1 0 0,0-1 0,-1 1 1,-1-2-1,0 1 0,0-1 1,-1 0-1,0 0 0,0-1 0,-1-1 1,-19 13-1,0-4-4825,12-5-3137</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1:49.978"/>
    </inkml:context>
    <inkml:brush xml:id="br0">
      <inkml:brushProperty name="width" value="0.025" units="cm"/>
      <inkml:brushProperty name="height" value="0.025" units="cm"/>
    </inkml:brush>
  </inkml:definitions>
  <inkml:trace contextRef="#ctx0" brushRef="#br0">47 0 3612,'-19'11'432,"8"-3"-864,-5 3-632</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1:50.342"/>
    </inkml:context>
    <inkml:brush xml:id="br0">
      <inkml:brushProperty name="width" value="0.025" units="cm"/>
      <inkml:brushProperty name="height" value="0.025" units="cm"/>
    </inkml:brush>
  </inkml:definitions>
  <inkml:trace contextRef="#ctx0" brushRef="#br0">146 17 9505,'0'-17'12826,"-2"19"-12532,-18 9 115,18-10-272,-1-1-45,-24 2-104,25-1-94,-2-1-52,-4 2 15,0 0 0,-1 0 0,1 1 1,0 0-1,-10 5 0,16-7 38,-17-7-2600,14 4-6271</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5:49.741"/>
    </inkml:context>
    <inkml:brush xml:id="br0">
      <inkml:brushProperty name="width" value="0.025" units="cm"/>
      <inkml:brushProperty name="height" value="0.025" units="cm"/>
    </inkml:brush>
  </inkml:definitions>
  <inkml:trace contextRef="#ctx0" brushRef="#br0">1342 327 24218,'-1'12'0,"0"1"0,-2 0 0,-1 0 0,0-1 0,-2 1 0,-1-1 0,0 0 0,-2 1 0,0-2 0,-2 1 0,0 0 0,-2-1 0,0 0 0,-1 0 0,-1-1 0,-1 0 0,-1 0 0,-1 0 0,0-1 0,-1 0 0,0 0 0,-2-1 0,0-1 0,0 1 0,-2-1 0,1-1 0,-2 0 0,1 0 0,-1-1 0,-1 0 0,0-1 0,0-1 0,0 1 0,-1-2 0,0 1 0,0-2 0,0 1 0,-1-2 0,1 1 0,0-2 0,-1 1 0,1-2 0,0 1 0,0-2 0,0 1 0,1-2 0,0 1 0,0-1 0,0-1 0,1 0 0,1-1 0,-1 0 0,2 0 0,-1-1 0,2-1 0,0 1 0,0-1 0,2-1 0,0 0 0,1 0 0,0-1 0,1 0 0,1 0 0,1 0 0,1-1 0,1 0 0,0 0 0,2-1 0,0 0 0,2 1 0,0-2 0,2 1 0,0 0 0,1-1 0,2 1 0,0-1 0,1 0 0,2 0 0,0 1 0,2-1 0,0 0 0,2 0 0,1 1 0,0-1 0,2 1 0,1-1 0,0 1 0,2 0 0,0 0 0,2 0 0,0 1 0,2-1 0,0 1 0,1 1 0,1-1 0,1 1 0,1 0 0,1 0 0,0 1 0,1 0 0,0 1 0,2 0 0,0 0 0,0 1 0,2 0 0,-1 0 0,2 1 0,-1 1 0,1-1 0,1 2 0,0 0 0,0 0 0,0 1 0,1 0 0,0 1 0,0 0 0,0 1 0,1 0 0,-1 1 0,0 0 0,1 1 0,-1 0 0,0 1 0,0 0 0,0 1 0,-1 0 0,0 1 0,0 0 0,0 0 0,-1 2 0,-1-1 0,1 1 0,-2 1 0,1 0 0,-2 0 0,0 1 0,0 0 0,-2 0 0,0 1 0,-1 0 0,0 1 0,-1 0 0,-1 0 0,-1 1 0,-1-1 0,-1 1 0,0 1 0,-2-1 0,0 1 0,-2 0 0,0 0 0,-2 0 0,0 1 0,-1-1 0,-2 1 0,0-1 0,-1 1 0,-2 0 0,0 0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5:57.609"/>
    </inkml:context>
    <inkml:brush xml:id="br0">
      <inkml:brushProperty name="width" value="0.025" units="cm"/>
      <inkml:brushProperty name="height" value="0.025" units="cm"/>
    </inkml:brush>
  </inkml:definitions>
  <inkml:trace contextRef="#ctx0" brushRef="#br0">2011 252 6153,'0'-1'46,"0"1"0,0 0 1,-1-1-1,1 1 1,0 0-1,-1-1 0,1 1 1,-1 0-1,1 0 1,0 0-1,-1-1 1,1 1-1,-1 0 0,1 0 1,0 0-1,-1 0 1,1 0-1,-1 0 0,1 0 1,-1 0-1,1 0 1,0 0-1,-1 0 1,1 0-1,-1 0 0,1 0 1,-1 0-1,1 0 1,0 0-1,-1 1 0,1-1 1,-1 0-1,1 0 1,0 0-1,-1 1 1,-9 3 8835,18-7-8355,-7 2-462,0 0-1,0 0 1,0 1-1,0-1 1,0 0 0,0 1-1,0-1 1,1 1 0,-1 0-1,0-1 1,0 1-1,1 0 1,-1 0 0,2-1 3953,-19 4-3696,9-3-269,1 1-1,-1-2 1,1 1 0,-1-1-1,1 0 1,-1-1 0,1 1-1,-1-1 1,1-1 0,-6-2 0,-34-9 118,30 10-116,-28-10 0,-9-1 3,-114-26 165,32 7-128,-14-6 17,81 20-62,-94-17 445,108 31-320,51 6-185,0 0 23,-36-5 25,35 5 32,2 0-60,-29 2-16,-12 4 78,30-4-59,-1 0 0,1-1-1,-22 0 1,24-2 24,-1 2 1,0 0-1,-20 3 1,2 1 33,12-3-51,-4 1 35,0 0 0,-38-2 1,45-1-57,-1 1 1,0 1 0,0 1-1,-23 7 1,4-2-26,13-2 34,-36 15 0,22-8-37,9-4 17,18-7 14,1 1 0,-1 0-1,1 0 1,-1 1 0,1 0-1,-9 7 1,-19 12-7,29-20-11,0 1 0,1 0 0,-1 0 0,1 1 0,-7 7 0,1-1-24,2-1 39,0 0 0,-15 21-1,-7 4-26,4-5 20,-5 1-18,33-31 27,0 0 0,-1 0 0,1 0 0,0 0 0,-1 1 0,1-1 0,0 0 0,-1 0 0,1 1 0,0-1 0,0 0 0,-1 0 0,1 1 0,0-1 0,0 0 0,-1 1 0,1-1 0,0 0 0,0 1 0,0-1 0,0 0 0,-1 1 0,1-1 1,0 1-1,0-1 0,0 0 0,0 1 0,0 2-5,0 0 1,0-1 0,-1 1-1,1-1 1,-1 1-1,0-1 1,0 1 0,0-1-1,-1 3 1,-6 12-20,2 2 3,6-12 19,0 0 1,0 0 0,0 0 0,1 0-1,2 8 1,2 26-20,-4-33 29,0 0 0,0 1 0,1-1 0,0-1-1,1 1 1,3 8 0,5 19-47,-8-29 76,-1 0 0,0 0 1,1 0-1,0-1 0,1 1 1,5 7-1,6 10-52,-7-10-1,0 0 0,0-1 0,1 0-1,1 0 1,21 19 0,2-5-9,1-1-1,1-3 1,1 0 0,1-2 0,0-2-1,2-2 1,78 23 0,-57-23 20,-4 0 17,1-3-1,109 12 1,-110-21-57,105 3 4,29-16 42,-103 4-39,13-4-29,28-1 49,-64 2 10,36-2-22,83-12 226,-149 17-221,-22 3 71,0-1-1,21-7 0,-11 2 137,-20 7-156,0 1 1,0-1-1,0-1 0,0 1 0,0 0 0,0 0 0,-1-1 1,1 1-1,-1-1 0,1 0 0,-1 1 0,1-1 0,-1 0 0,0 0 1,0 0-1,2-3 0,13-41 447,-5 15 18,-11 29-474,1 1 0,-1 0 0,1 0 0,-1-1 0,0 1 0,1 0 0,-1-1 0,0 1 0,0 0 0,0-1 0,0 1 0,0 0 0,-1-3 0,0-3 35,6-42 374,-3 31-228,0 1 1,-2 0-1,-1-20 0,1 31-148,0 0-1,1 0 0,-1 0 1,1 0-1,0 0 0,2-7 1,1-3 104,-3 13 1,0-5-74,0 1 1,-1-1 0,0 1 0,0-1-1,-2-8 1,1-24 159,2 31-151,-2 1 0,1-1 0,-1 1 0,0-1 0,-1 1 0,1 0-1,-2-1 1,1 1 0,-5-9 0,-5-17 305,11 29-365,-1 0 0,-1 1 1,1-1-1,-1 0 0,1 1 0,-1-1 0,-1 1 0,1 0 0,-1 0 0,-6-6 0,2 4-11,0-1 0,0 1 0,-1 1 0,-15-8 0,-37-13-1413,-95-28-1,-64-3-4384,186 49 4904,-114-34-6212,-10-19-4669</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6:05.900"/>
    </inkml:context>
    <inkml:brush xml:id="br0">
      <inkml:brushProperty name="width" value="0.025" units="cm"/>
      <inkml:brushProperty name="height" value="0.025" units="cm"/>
    </inkml:brush>
  </inkml:definitions>
  <inkml:trace contextRef="#ctx0" brushRef="#br0">1492 227 4256,'0'0'2647,"2"0"-2439,3 1 139,1-1-1,0 1 1,0-1 0,0 0 0,-1-1 0,1 0 0,11-2 10259,3 6-9011,-18-3-452,-13-3-709,-24-5-56,23 6-226,0-1 1,0 0-1,-18-8 1,3 0 144,-30-8-1,-6-2-77,51 17-109,-1 1 0,-24-4 1,24 5-86,-1-1 0,-16-5 1,15 4 34,1 0 0,-29-2 0,-15-5 7,-50-12 379,73 19-279,27 3-98,1 1 1,-1-1-1,-14-4 0,-85-20 779,83 18-731,0 2 0,0 0 0,-30-2 0,-17 4 130,36-1-165,-1 2 0,1 1 0,-1 2 0,-56 8 0,84-7-61,0 0 0,0 1 0,0 0 0,1 0 0,-1 1 0,-13 9 0,-42 35 34,39-29-16,11-7-45,1-1 0,-20 25 0,16-17 52,-2 7-73,-5 5 2,14-20-5,2 0 1,-1 0-1,1 0 1,1 1-1,0 0 1,1 1-1,0-1 1,-3 15 0,8-26 26,-2 5-3,1-3-2,0 0-1,0 0 0,0 0 1,0 0-1,1 0 0,-1 0 1,1 0-1,0 0 1,0 0-1,0 0 0,0 0 1,1 0-1,-1 0 0,1 0 1,1 4-1,4 25-55,-5-24 42,1-1 0,1 1 0,-1-1 0,1 0 0,8 13 0,-5-7 6,-2-7-20,0 0 0,0-1-1,0 0 1,1 0-1,0 0 1,8 7 0,4 3-16,-8-7-2,1 0 0,0-1 0,0-1 0,18 9 1,0 0-66,-12-6 32,1-1 0,0-1-1,33 9 1,61 8-356,-86-19 328,115 20-232,-81-19 344,-32-4-71,60 3-8,-43-2-148,49-2 0,-50-1 167,65-3-122,21-6 143,-66 3 27,-11 5 18,-14-4-4,17-5-54,-38 6 42,-8 2 0,0-1 0,0 0 0,0 0 0,-1-1 1,10-5-1,-9 4 6,1 1-1,-1-1 1,10-2 0,-11 4 45,0 0-1,0 0 1,-1-1-1,8-4 0,-13 6-38,0 1 0,0 0 0,0 0 0,1 0 0,-1 1 0,0-1-1,1 0 1,-1 1 0,1 0 0,3-1 0,-2 1 12,-1-1 375,-1-5-163,0 0 1,0 0-1,0 0 0,5-7 0,-1-1-143,-5 11 12,-1 1-5,8-60 334,-8 59-113,1 0-117,0-4-172,-1 3 153,1 0 0,-1 0 0,1 0 0,0 0 0,0 0 0,1 0 1,-1 1-1,1-1 0,2-3 0,-3 5 229,0 0-272,5-21 58,-5 21-37,-2-1-103,-8-24 6,9 25-35,-1-1 2,-2-5 138,1 0 0,0-1 1,1 1-1,0-1 0,0-8 0,0 16-128,1-1 1,0 1-1,-1-1 0,1 1 0,-1-1 0,0 1 0,1 0 0,-1-1 1,0 1-1,0 0 0,0 0 0,0 0 0,0 0 0,-2-2 0,-3-4 78,-4-8 51,8 10-183,-1 0 1,0 1-1,0-1 0,0 1 0,-1 0 0,1 0 0,-1 1 0,0-1 0,0 1 0,0-1 0,-1 1 0,-8-4 0,-66-26-2565,60 26 477,0 1-1,-29-4 0,-9 1-5489,4-1-5037</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6:37.978"/>
    </inkml:context>
    <inkml:brush xml:id="br0">
      <inkml:brushProperty name="width" value="0.025" units="cm"/>
      <inkml:brushProperty name="height" value="0.025" units="cm"/>
    </inkml:brush>
  </inkml:definitions>
  <inkml:trace contextRef="#ctx0" brushRef="#br0">567 1112 7877,'-10'-3'3139,"-2"-5"5691,-1 0-5591,16 8-3167,0 0 1,0-1 0,0 1-1,0-1 1,-1 1 0,1-1-1,5-2 1,7-1 159,3 3-55,0 2 0,32 4 0,3 0 161,622 36 3151,337 37-2622,-581-52-635,-379-23-194,93 5 572,-141-8-475,14-2 85,-2 2-139,-13 0 146,0 0-210,0 0 10,-1 0-1,1 0 1,-1 0 0,1 0 0,-1-1-1,1 1 1,-1-1 0,0 0 0,1 1 0,-1-1-1,0 0 1,1 0 0,-1 0 0,0-1-1,0 1 1,0-1 0,0 1 0,3-3 0,-3-2-34,-14-164-40,2 55-16,-6-235-465,17 247 342,0 41 131,11-83-58,-10 130 102,7-43-12,-10 54 21,2 0 1,-1 0-1,0 1 1,1-1 0,0 0-1,0 0 1,0 0-1,2-3 1,-1-1-2,-1 5 7,2-15-18,1 4 10,-3 11-4,-5-7-234,4 9 240,0 1 0,0-1 1,0 0-1,0 1 0,-1-1 0,1 0 1,0 1-1,0-1 0,0 0 0,-1 1 1,1-1-1,0 1 0,-1-1 0,1 0 1,0 1-1,-1-1 0,1 1 0,-1-1 1,1 1-1,-1-1 0,1 1 0,-1 0 0,1-1 1,-1 1-1,1-1 0,-2 1 0,-62-17-3,-1 3-1,-1 4 0,0 2 0,-88 0 0,-431 9-22,164-9 67,62-4-14,106 2 5,-33 0-2,-174 20-46,379-7 38,43-1-17,34-1-10,2-2 10,-21-3-38,21 3 46,0 3-131,-1 1 121,0 0-1,1-1 1,-1 1-1,1 1 0,0-1 1,0 0-1,0 0 0,0 1 1,1-1-1,-1 1 1,1 0-1,-1 5 0,-8 55 9,6-28 0,-28 175-8,-30 170 2,46-272 13,-5 24 12,18-124-22,3-6-5,-1 26 2,-2 1-5,3-27 29,0-1-61,-2 25 59,2-24 47,2-1-63,0 0 1,0 0-1,0 0 0,0-1 1,1 1-1,-1-1 0,1 0 1,-1 1-1,1-1 0,4 1 1,40 9 200,0-1 1,67 4 0,-30-5 47,192 32 161,118 16-4825,-334-50 2148,73 7-7335,-64-17-2500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7:20.466"/>
    </inkml:context>
    <inkml:brush xml:id="br0">
      <inkml:brushProperty name="width" value="0.025" units="cm"/>
      <inkml:brushProperty name="height" value="0.025" units="cm"/>
    </inkml:brush>
  </inkml:definitions>
  <inkml:trace contextRef="#ctx0" brushRef="#br0">2314 326 8885,'0'0'14445,"-3"0"-14095,-2 0-170,0 0 0,0-1 1,0 1-1,0-1 0,1 0 1,-1 0-1,-6-3 0,-14-11 366,22 12-496,-1 1-1,1 0 0,-1 0 0,1 0 1,-1 0-1,0 0 0,-4 0 0,-50-23 247,-18-8 214,65 28-422,1 0 1,0 0-1,-14-11 1,13 8 73,-1 1-1,-19-9 1,-5 0 20,18 7-81,1 2 1,-29-9-1,-97-10 110,86 17-190,-9-8 42,32 7 36,-122-25 451,13 19-341,122 14-182,0 0 0,0 2 1,-41 3-1,-5 1 9,-68 6 81,46-1-89,70-8-18,0 1 0,-29 7 1,42-8-14,1 0 0,-1 0-1,0-1 1,0 0 0,1 0 0,-10-1 0,-1 0 12,-3 2-5,1 0 0,-1 2 0,1 0-1,0 1 1,0 0 0,-21 9 0,33-11-9,-44 9 10,37-9-5,0 1 1,0 0-1,-14 6 1,-62 21-11,74-25 4,0 0 1,1 1-1,0 1 0,0 0 0,1 1 0,0 1 0,0 0 0,1 0 0,0 1 0,0 1 0,1 0 0,1 0 1,0 1-1,-15 25 0,-32 59 1,48-79-5,1 0 0,0 1-1,1 1 1,2-1 0,0 1 0,0 0-1,-2 30 1,5-16 37,-1-15-27,2 0 1,0 1-1,1-1 1,1 0-1,0 0 1,7 26-1,-1-18-1,24 72-101,-26-87 83,0-1 1,0 0-1,1 0 0,0-1 1,0 1-1,1-1 1,9 8-1,3 2 0,0-1 0,2 0-1,0-2 1,1 0 0,1-1 0,0-2-1,29 13 1,-11-9 13,1-2 0,1-1 0,47 8 1,-26-9-2,116 21-2,-92-23 2,1-4 0,-1-4 1,1-4-1,114-15 0,-87 4-18,35-4-29,112-13 90,-175 19-32,53-10 6,63-29 22,-99 18-9,-68 23-68,-34 7 80,8-5 33,-7 5-5,0-2 0,0 1 0,0 0 0,0-1 0,0 0 0,-1 0 0,5-4 0,-5-10-38,-1 0-1,0 0 1,-2-31 0,0 28 12,0 0 0,3-19 0,3-26 89,-6 63-112,0-1 10,-3-59 46,3 59-46,0 1-9,-3-6 16,1 0 1,0 0-1,1 0 0,0 0 0,0-12 0,1 18 87,3-15-63,1 2 3,-3 12 219,-1-1-175,1-2-48,0-1-1,-1 0 0,0 0 0,-1 1 0,1-1 0,-1 0 0,-1 1 0,1-1 0,-1 1 0,0-1 0,0 1 0,-1 0 0,0 0 0,0 0 0,-6-9 0,3 9-2,0-1 0,0 1 1,-1 0-1,0 1 0,0-1 1,0 1-1,-1 1 1,-10-6-1,-2-1 13,11 6-47,1 1 1,-1-1-1,0 2 0,-16-5 1,-1-1 5,-168-66-1214,186 71 691,1 1 0,0-1 0,0-1 0,0 1 0,1-1 0,-11-10 1,-5-4-2509,-5 2-4892,8 9-5920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6:44.149"/>
    </inkml:context>
    <inkml:brush xml:id="br0">
      <inkml:brushProperty name="width" value="0.025" units="cm"/>
      <inkml:brushProperty name="height" value="0.025" units="cm"/>
    </inkml:brush>
  </inkml:definitions>
  <inkml:trace contextRef="#ctx0" brushRef="#br0">54 108 6497,'0'-1'96,"0"-1"1,-1 1 0,1 0 0,-1 0 0,1 0 0,-1-1 0,1 1 0,-1 0-1,0 0 1,0 0 0,1 0 0,-1 0 0,0 0 0,0 1 0,0-1 0,0 0-1,0 0 1,0 1 0,0-1 0,0 0 0,-1 1 0,1-1 0,0 1 0,0 0-1,0-1 1,-1 1 0,1 0 0,0 0 0,0 0 0,-2 0 0,0-1 133,0 0 1008,1 3-728,-4 1-2417,-4 5 9205,12-4-2000,6-1-4654,-4-2-577,1-1 0,-1 1 0,0-1 0,0 0 1,1 0-1,-1 0 0,0 0 0,6-2 0,19-1 133,68-6-63,-13 1 44,214 7-89,-41 0-113,3 1-9,-123-2 32,98-4 6,62-6-4,-80-4-17,-133 15 114,52-4-194,-89 1 118,65-2-67,74 3-93,177-9 12,-274 11 164,-56 2-12,-1-2-1,49-6 1,-51 3-18,-1 2-1,58 3 1,-28 1-66,125 5 29,-145-5-3,72-6 0,-10-1 3,13 6 33,141-2 63,-167 4-105,-54-1 79,47-2 0,-54-1-91,29 3-1,3 0 204,132 5-299,55 0 123,24-3-2,-64 2 68,-114-2-76,26 0 89,43-4-55,18 0-2,-146 1 8,43 4 0,-16 0-23,165 13-27,226-20-13,-160 1 76,-210-2 23,25-1-93,348 17 141,-385-12-97,54 3 62,31-1-151,-95-3 69,13-3 13,-37 1 9,39 2 0,35 1-12,-27-1 7,148-4-4,7 1 15,-54 1-1,273 12 147,-173-2-209,-217-10 5,-37 1 40,30 2 0,48-1-13,-4 0 8,27 0 27,-28-2-9,66 6-90,37 0-52,-47-1 97,-111-4 53,82 1-16,-9-2 110,78 1-93,-36 1-26,119 0-157,-74-5 152,-2 0 10,-59 3 7,55 3 44,-11-6-37,-92 5 33,47 3-7,-68 2 45,8 0-75,11 1 89,-24-3-129,177 5 152,-87-6-165,39 4 103,84-7-131,89 5 64,-140 2 50,-27-1-9,91 2-18,224-25-33,-300 1 61,-160 12 85,-33 2-172,48 1-1,182 6 98,-239-4 1,72-1-123,99 3 117,78 3-44,42-3 73,-162-3-160,58 3 40,194-4 12,-235-6 40,-17 4-16,85 2 34,98 8 622,-244-6-219,-1-5 129,-48 2-187,46 3 1,-46 2 10,56 6 716,-92-8-834,-1 1-250,139 51 1179,-138-51-1020,-1 0-65,25 8 58,-24-8 56,-19-12-26591</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6:46.416"/>
    </inkml:context>
    <inkml:brush xml:id="br0">
      <inkml:brushProperty name="width" value="0.025" units="cm"/>
      <inkml:brushProperty name="height" value="0.025" units="cm"/>
    </inkml:brush>
  </inkml:definitions>
  <inkml:trace contextRef="#ctx0" brushRef="#br0">1 465 5933,'0'-1'599,"0"0"1,0 1-1,0-1 1,0 0-1,0 0 1,0 0-1,0 1 1,1-1-1,-1 0 1,0 1 0,1-1-1,-1 0 1,0 0-1,1 1 1,-1-1-1,1 1 1,-1-1-1,1 0 1,14-5 3441,23 6-5180,-22 1 2329,240-14 257,-130 4-1168,316-14 160,9 11-270,-140 2-21,114-6-162,178-44-16,-262 39 86,271 24 10,-196 15-86,220-12-73,-535-9 172,208-8-69,-14 12-24,-115 3 96,448-6-54,-411-6-118,20-1 39,17 6 59,125 1 31,-280 1 18,34 2-114,85 4 161,2 1 186,104-8-29,-218-2-168,332-18-144,-379 18 48,24-1 26,401-15-33,146-14 208,-430 23 516,-152 9-359,500 1 2376,-291 10-1707,-34-3-188,-81-10-323,-102 0-110,-1 3 1,1 1 0,44 5-1,-82-5-397,-1 0 0,1 0 0,-1 0-1,0 0 1,1 1 0,-1-1 0,1 0-1,-1 1 1,0-1 0,1 1 0,-1-1-1,0 1 1,0 0 0,1-1 0,1 2-1,21-2 24,7-5-29,-26 3 0,0 1 0,19 2 0,-9 1 0,-15-3-74,-5-5-188,-14-8-1048,16 12 940,-79-61-6448,24 16-1115,-10-14-5083</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7:59.410"/>
    </inkml:context>
    <inkml:brush xml:id="br0">
      <inkml:brushProperty name="width" value="0.025" units="cm"/>
      <inkml:brushProperty name="height" value="0.025" units="cm"/>
    </inkml:brush>
  </inkml:definitions>
  <inkml:trace contextRef="#ctx0" brushRef="#br0">10439 5079 10617,'-4'0'1675,"-25"-2"958,26 2 1228,1 0-3192,-81 29 1891,46-23-2188,-1-1 0,-51 1 0,-81-10 133,84 2-153,-1005-9 1532,-256 19-730,859-11-1161,357 0 93,-125-9-47,-196-20-73,194 9 14,158 16 32,-367-18 100,224 16-139,-82-1-36,254 10 92,-411-3-1,313-4 1,-197-34-1,231 26-68,-224-11-129,214 19 116,-176-9 89,-181-33-60,120-2 370,357 48-270,-118-19 271,-57-10-211,120 19-136,9 2 239,-93-27-1,115 22-190,0-2 1,1-2-1,-48-27 0,65 27 3,1-2 0,2 0-1,0-2 1,1-1 0,2-1-1,0-2 1,-30-44 0,-15-32-49,5-3 0,5-2 0,-77-197 0,106 218-44,-28-136-1,30 101-10,-7-67 40,16 67-64,1 6 106,-6-29-63,-52-345-109,73 434 69,3 0-1,6-65 1,25-113-77,-9 77-6,-6 29 99,40-294-483,-49 392 403,1 1 0,2 0 0,16-38-1,46-83-131,-31 70 144,-15 31 129,1 2 0,58-78 1,-49 79-53,43-52-1,-19 32 110,15-15-221,-41 54 193,-31 27-58,17-15 32,47-21-44,-63 35 62,0 1-1,0 0 0,1-1 1,-1 1-1,1 0 1,-1 1-1,5-1 0,3-2 61,-8 2-756,3 0 1481</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8:00.025"/>
    </inkml:context>
    <inkml:brush xml:id="br0">
      <inkml:brushProperty name="width" value="0.025" units="cm"/>
      <inkml:brushProperty name="height" value="0.025" units="cm"/>
    </inkml:brush>
  </inkml:definitions>
  <inkml:trace contextRef="#ctx0" brushRef="#br0">18 176 6205,'-3'9'2552,"-9"15"9079,10-20-10718,21-9-736,0 0-1,-1-1 1,1-1-1,29-16 0,208-97 345,-156 81-277,-89 33-244,-9 5 2,-2 19-11,-1-10 15,0-1-1,0 1 0,-1-1 0,0 0 0,-4 9 0,-3 13 22,-8 20 13,13-41-34,1 1-1,0 0 1,0 1 0,0-1-1,-1 19 1,0 8 83,-9 43 0,8-54-39,1 1 0,0-1-1,2 48 1,2-66-12,1-1-1,-1 0 1,0 0 0,-1 0-1,1 0 1,-1 1 0,0-1-1,-2 6 1,2-10 4,-2 0 21,-17 18 120,18-18 68,-5 7-272,7-9-3,0-1-1,0 1 1,0 0-1,0 0 1,0 0 0,0 0-1,0 0 1,0 0 0,0 0-1,0-1 1,0 1-1,-1 0 1,1 0 0,0 0-1,0 0 1,0 0 0,0 0-1,0 0 1,0 0-1,0 0 1,0 0 0,0-1-1,0 1 1,0 0 0,-1 0-1,1 0 1,0 0 0,0 0-1,0 0 1,0 0-1,0 0 1,0 0 0,0 0-1,-1 0 1,1 0 0,0 0-1,0 0 1,0 0-1,0 0 1,0 0 0,0 0-1,0 0 1,0 0 0,-1 0-1,1 0 1,0 0-1,0 0 1,0 0 0,0 0-1,0 0 1,0 1 0,0-1-1,0 0 1,-1 0 0,1 0-1,0 0 1,0 0-1,0 0 1,0 0 0,0 0-1,0 0 1,0 0 0,0 1-1,0-1 1,-2-18-887,2 3-2160,-2 0-3694,0 1-2227</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5:41.413"/>
    </inkml:context>
    <inkml:brush xml:id="br0">
      <inkml:brushProperty name="width" value="0.025" units="cm"/>
      <inkml:brushProperty name="height" value="0.025" units="cm"/>
    </inkml:brush>
  </inkml:definitions>
  <inkml:trace contextRef="#ctx0" brushRef="#br0">1140 116 4536,'0'0'5386,"1"-1"-5103,10-6 1093,-10 7-1086,-1 0-1,0-1 0,1 1 1,-1 0-1,0-1 1,1 1-1,-1 0 0,0-1 1,0 1-1,1 0 0,-1-1 1,0 1-1,0-1 0,0 1 1,0-1-1,0 1 1,1-1-1,-1 1 0,0 0 1,0-1-1,0 1 0,0-1 1,0 1-1,-1-1 0,-9-11 5007,-5 4-7366,-13-2 2265,-1 1 0,-32-6 0,48 12-146,-45-11 42,0 4 0,-1 2 1,0 2-1,-86 4 0,107 5-97,0 2-1,-73 19 0,89-13 0,20-10 6,-1 1 0,0-1 1,0 1-1,0-1 0,0 0 0,-5 1 1,-37 12-22,35-12 27,5-1-8,0 1 0,1-1 1,-1 1-1,1-1 0,-1 1 0,1 1 0,-9 4 0,-22 19 18,20-16 19,1 0-1,-13 14 1,9-7-40,0 1 0,2 1 0,0 1-1,1 0 1,1 1 0,-13 26 0,4-5 7,17-33 0,1 0-1,0 1 0,1 0 0,-1 0 1,2 0-1,0 0 0,0 1 0,-2 14 0,0 5-8,4-26 7,0-1-1,0 1 1,1-1-1,-1 1 1,1 0-1,0-1 1,0 1-1,0 0 1,0-1-1,1 1 1,-1 0-1,1-1 1,2 7-1,11 35 10,-12-35 7,0 0-1,1-1 1,1 1-1,-1-1 1,1 0 0,6 9-1,23 33-2,-13-18 1,2-1 0,1 0 0,54 55 0,-58-71-29,1-1-1,0-1 1,1-1-1,0-1 1,1 0-1,26 8 1,-34-15 15,0-1 1,0-1-1,1 0 1,25 1-1,64-3 10,-61-1 5,47 1 32,94-3 32,-133-3-112,1-2 0,-1-2 1,91-29-1,-49 3 53,-36 14 26,-45 17-19,0 0 0,0-1 0,-1 0-1,1-1 1,11-8 0,-19 11 7,0 1 1,0-1-1,0 0 1,0 0 0,0 0-1,0-1 1,-1 1-1,0-1 1,1 0-1,-1 0 1,-1 0-1,1-1 1,-1 1-1,1 0 1,-1-1-1,-1 0 1,1 1 0,-1-1-1,1 0 1,-2 0-1,1 0 1,0-6-1,0-14 144,4-36 0,2 34-12,-6 20-130,1 0-1,-1 1 1,0-1-1,0 0 1,0 0-1,-2-8 1,1 10-9,1 1 0,-1 0 0,0-1 0,1 1 1,0-1-1,1-4 0,4-23 135,-7-2-57,0 20 34,1 0 0,1-18-1,-1 30-51,0-1 0,-1 1 0,1-1 0,-1 0 0,0 1 0,1-1 1,-1 1-1,-1 0 0,1-1 0,0 1 0,0 0 0,-1-1 0,-2-1 0,1-1 56,-20-28 430,22 31-512,-1-1-39,0-1 0,1 0 0,-2 1 0,1-1 0,0 1 0,-6-6 0,3 2 4,-7-12 319,-13-32 0,15 31-176,9 18-108,0 2-59,0-1 0,1 1 0,-1-1 0,0 1 0,1-1 0,-1 1 0,1-1 0,-1 1 0,1-1 0,-1 0 0,1 1 0,-1-1 0,1 0 0,-1 1 0,1-1 0,0 0 1,-1 0-1,1 1 0,0-1 0,0-1 0,-8-13 187,-10-3-192,16 16 30,0 1 10,-59-50 62,21 26-103,3 2 78,30 19-44,-1 0 0,1 0 1,-10-9-1,14 11-17,-1 0-1,1 0 1,0 0-1,-1 0 1,1 1-1,-1-1 1,-6-1-1,-7-3 7,0-1-10,0 1 0,-24-7 0,26 9 53,7 3-36,1-1 1,0 2-1,-1-1 1,-9 1-1,-7-2 34,7 1-33,0 0 0,1 1 0,-1 0 0,-27 5 0,21-3-28,-12 3-824,-1 1 0,-52 17 0,81-21 454,0-1 0,1 0 0,-1-1 0,-1 1 0,1-1 0,0-1 0,-7 0 0,5 0-1751,-1 0-1,1 1 0,-17 2 1,-17 7-10858</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5:43.648"/>
    </inkml:context>
    <inkml:brush xml:id="br0">
      <inkml:brushProperty name="width" value="0.025" units="cm"/>
      <inkml:brushProperty name="height" value="0.025" units="cm"/>
    </inkml:brush>
  </inkml:definitions>
  <inkml:trace contextRef="#ctx0" brushRef="#br0">157 86 5028,'-4'0'1227,"-6"1"-289,0 1-1,0-1 1,0 2-1,1-1 1,-1 1-1,-17 9 1,3-7 802,19-4-1413,3-1 1682,-2 0-1277,-25 0 780,27 0 1464,3-1-2374,4-2-316,0 0 0,1 0 0,-1 0 0,1 1 0,-1 0 0,1 0 0,-1 1 0,12-2 0,54-3 682,-51 5-579,671-15 2771,-607 16-3032,298-3 324,-201-12 692,-173 15-1018,-1-1 1,1 1 0,0 1-1,12 1 1,-6 0 23,0-1 1,1 0 0,22-2 0,-24 1-178,-10 0-230,-8-42-18399,7 27 7813</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5:44.371"/>
    </inkml:context>
    <inkml:brush xml:id="br0">
      <inkml:brushProperty name="width" value="0.025" units="cm"/>
      <inkml:brushProperty name="height" value="0.025" units="cm"/>
    </inkml:brush>
  </inkml:definitions>
  <inkml:trace contextRef="#ctx0" brushRef="#br0">0 262 6581,'7'-9'1782,"-14"13"6222,9-5-6694,23-8 1376,45-10-1,83-5 334,-82 15-1988,421-41 2219,4 27-2246,-294 15-799,182-2 0,342-23-216,-529 16-26,-123 7-575,-72 10-501,-3-1-540,-3-3 235,0 0 0,-1 0 1,1 1-1,-10-6 0,2 1-4936,-6-2-5555</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8:14.553"/>
    </inkml:context>
    <inkml:brush xml:id="br0">
      <inkml:brushProperty name="width" value="0.025" units="cm"/>
      <inkml:brushProperty name="height" value="0.025" units="cm"/>
    </inkml:brush>
  </inkml:definitions>
  <inkml:trace contextRef="#ctx0" brushRef="#br0">93 1 2988,'0'0'2147,"-11"5"-710,-16 12 3002,-11 12-7507,24-17 1653,12-11-383</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8:17.387"/>
    </inkml:context>
    <inkml:brush xml:id="br0">
      <inkml:brushProperty name="width" value="0.025" units="cm"/>
      <inkml:brushProperty name="height" value="0.025" units="cm"/>
    </inkml:brush>
  </inkml:definitions>
  <inkml:trace contextRef="#ctx0" brushRef="#br0">93 11 4936,'11'-2'14672,"-14"11"-11116,0 4-6316,-3 88 3098,8 135 0,2-64-139,-1 49 42,-3 170 2,-16-106-130,5-35-87,3-63 26,-35 461 437,24-240 100,16-315-539,3 59 41,1-138-76,-1-8-3,0 0 0,0 0-1,1 0 1,0-1 0,0 1 0,1 0 0,0 0 0,3 7 0,-4-12-7,1 1 0,-1-1 1,1 1-1,0-1 0,-1 0 0,1 1 0,0-1 1,0 0-1,0 0 0,0-1 0,0 1 1,3 1-1,-1-1 2,10 3 13,-1 0 1,0-1-1,1-1 0,0-1 1,-1 0-1,1 0 0,17-2 1,21 1-32,136 3 114,14 1-205,45-5 47,-149-3 36,228-7-2,28-11 34,-149 6-27,107 2 66,69 1 42,-305 8-140,-72 5 169,15 1-170,-3 0 15,-13 0 121,-1-2-123,2 0 127,0 1 1,0-1-1,0 1 0,0 0 0,6 0 1,-10-1-81,0 0 1,-1-1 0,1 1 0,0 0 0,0-1-1,0 1 1,0 0 0,0 0 0,1-1 0,-1 1-1,0 0 1,1-2 0,0-3 13,2-15 103,8-38-1,1-5-101,2-12 47,3-28 114,3-51 356,9-105 524,-27 205-804,-2-1 0,-3 1 0,-12-73 0,0 2-4,4 22-137,8 71-106,1-1 0,5-51 0,-3 73 1,17-131-80,-12 111 92,5-104-215,-8 104 65,-4-48 1,0-10 81,-1-40-40,0 40 46,-2 4 4,2 59-41,1-45 1,2-103-317,0 55 141,3 0 25,-4 75 166,-2 17-32,-4-13 88,6 34-35,-1-6-5,1 0 0,-1-17-1,-2-24-50,4 52 83,0 0 0,0 0-1,0 0 1,0 1 0,0-1 0,1 0 0,-1 0-1,1 0 1,-1 0 0,1 1 0,1-3 0,1-9-21,-12-50-191,9 61 209,0 0 0,0 0 0,-1 0 0,1 0 0,-1 0 0,1 0 0,-1 0 0,0 0 0,0 0 0,-1-2 0,0 0 14,1 2 41,1-1-142,2-26 68,-2 26 61,-7-4-57,7 6 20,0 0-1,-1 1 1,1-1 0,-1 0-1,1 0 1,-1 1 0,1-1-1,-1 0 1,0 1 0,1-1-1,-1 1 1,0-1 0,0 0-1,1 1 1,-1 0-1,0-1 1,0 1 0,0-1-1,0 1 1,-1 0 0,-22-2-4,0 2 1,-1 0-1,1 2 1,-45 8-1,51-7 3,0-2-1,-21 0 0,26-1-1,0 0 0,-1 1 0,1 0-1,-24 6 1,25-4-3,-1 0 0,0-1 0,0-1 0,0 0 0,-18-1 0,-8 1-17,-61 5 7,12-11 30,-113 15 28,29-2-39,136-6 43,-50-5 0,-20 1-124,11-1 116,66 1-57,0 2 0,-39 3 0,36-1 13,-1-1-1,-37-4 0,34 1 13,-51 4 1,-65 7 14,131-9 6,0 0 0,-31-4 0,-20-1-63,-11-2 82,32 2-32,-25 2 434,-11-7-400,51 5 8,-16-1 34,31 7-24,1-1 220,0 0 0,-32-5 0,40 3 155,0 1-1,-21 0 0,23 1-290,8 0 709,0 4-2209,-5-1 3920,2-1-2441,0 0-3660,-3 20-20780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8:25.517"/>
    </inkml:context>
    <inkml:brush xml:id="br0">
      <inkml:brushProperty name="width" value="0.025" units="cm"/>
      <inkml:brushProperty name="height" value="0.025" units="cm"/>
    </inkml:brush>
  </inkml:definitions>
  <inkml:trace contextRef="#ctx0" brushRef="#br0">384 152 5853,'0'-1'63,"0"1"1,0 0 0,0 0 0,0-1-1,0 1 1,-1 0 0,1 0 0,0-1-1,0 1 1,0 0 0,-1 0 0,1-1-1,0 1 1,0 0 0,-1 0 0,1 0-1,0 0 1,0-1 0,-1 1 0,1 0-1,0 0 1,-1 0 0,1 0 0,0 0-1,0 0 1,-1 0 0,1 0 0,0 0-1,-1 0 1,-5 5 11077,5-3-10787,-9 32 122,2 0 1,1 0 0,-3 38 0,-3 186 350,19-138-586,-2-65-111,-4-21-100,1 16 39,3-22-39,-2-9-13,1-1 0,1 0 0,9 28-1,-12-43-11,0 1 0,0-1-1,0 0 1,-1 1 0,1-1-1,-1 1 1,1 3 0,-1 0-4,1-4 5,-1-3-5,1 1 0,-1-1-1,1 0 1,-1 1 0,1-1-1,-1 1 1,1-1 0,-1 1 0,1 0-1,-1-1 1,1 1 0,-1-1 0,0 1-1,1 0 1,-1-1 0,0 1-1,0 0 1,1-1 0,-1 1 0,0 1-1,7 11 20,-3-9-11,1 0 1,-1-1-1,1 1 1,0-1-1,0 0 1,1-1-1,-1 1 1,1-1-1,-1 0 1,1 0-1,-1-1 0,1 0 1,6 1-1,86 10 14,-1-4-1,191-9 1,-167-8 52,195-4 102,-73 11-254,-84-1 70,-39 2 30,125 2-72,239 11 85,-103 3 5,-373-15-50,146 13 0,118 1-58,23-42 45,41-1 163,389 18-228,-438 14 73,252 2 119,-376-13-148,-41 0 105,46 0-124,286 8-28,-223-13 111,-82 1-1,134-1 105,-74 12-131,-99 2-60,-65-1 49,249 5-8,-236-3 35,34 2-21,68 7 0,18 2-21,146 15 103,-155-15-74,392 3 1,-479-16 9,191 2-120,-103-5-65,-39-1-80,285-3 11,-295 5 220,4 0 27,174 9-76,-137-4 55,-111-3 21,271-6 87,-214 8-98,1 0 35,96-2-16,-78 0 4,-90 0-6,43 6 0,-16-2-13,98 12-26,53 1 35,-74-11-3,282-6-5,-199 2 37,-81 4-54,19-14 52,-146 7-38,-8 1 16,-1-1 1,1 1-1,-1-2 0,0 1 1,13-5-1,-12 3 0,0 0 0,0-1 0,0 0 0,0-1 0,-1 1 0,1-1 0,-1-1 0,-1 0 0,9-8 0,5-7 105,-2-1 1,-1-1 0,0 0-1,-2-1 1,14-28 0,-24 38-57,0 0 0,-1-1-1,0 0 1,-2 0 0,1 0 0,-1-20 0,-1 23-25,1-111 139,-3 68-63,-5-3 51,3 41-24,-1-30 0,3 25-55,-6-30 0,5 35-47,1 5 17,1-1 0,0 1 0,3-20 0,0 6-82,4-67 27,-7 90 89,1 0-65,1-1-23,-1 0 0,0-1 0,0 1 0,0 0 1,-1-1-1,1 1 0,-1-1 0,0 1 0,0 0 1,-2-7-1,2 8-24,-20-7 96,11 5-93,-27-6 8,0 0 0,-1 3-1,-57-6 1,53 8 57,-62-1-112,-146 2 75,145 7 182,-140 6-274,118-3 86,-71 1-14,-66 2 179,117-2-161,101-5 57,-253 5 51,10-3-64,-220 11 134,322-11-251,28 3 87,31 0 44,-105 1-101,27 3 77,-103-2-74,8 3 90,101-3-114,-195 11 336,149-5-306,187-12 10,-55 1 0,-89 7 40,57 0-10,33-6-23,-89 1 58,144-6-52,24 0 4,-44 3 0,43 1 8,-57-4 0,6 0-6,-78 4 71,-76 4-74,87-5 0,21-2-2,83 1 10,-67-8-1,63 3-21,-519-21 23,293 2-37,268 22 35,-46-6 37,-95-7-25,28 11 28,-178-10-1,63 5-107,126 5 91,-126-2-28,-135-19-58,186 19 117,32 2-80,61-3 32,-233-18-84,237 15 169,-265-20-102,284 25 110,-147-6 39,-191 0 363,133 1-98,206 7-336,-326 2 229,-146 19 209,317-12-282,-103 7 1,154 4-256,-98 5 124,205-21 12,64-2 10,-13-2-95,5 1-15,19 0-29,9 0 39,-15 1-7,7 4 17,4 1-430,-32 9-14902</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8:08.677"/>
    </inkml:context>
    <inkml:brush xml:id="br0">
      <inkml:brushProperty name="width" value="0.025" units="cm"/>
      <inkml:brushProperty name="height" value="0.025" units="cm"/>
    </inkml:brush>
  </inkml:definitions>
  <inkml:trace contextRef="#ctx0" brushRef="#br0">69 26 6257,'-1'0'154,"0"-1"0,0 1 1,1 0-1,-1 0 0,0 0 1,0 0-1,0-1 1,0 1-1,0 0 0,1 1 1,-1-1-1,0 0 0,0 0 1,0 0-1,0 0 1,1 1-1,-1-1 0,0 0 1,0 1-1,0-1 0,0 1 1,-21 7 1274,22-8-1371,-2 1 1288,-9 4-846,-3 1 7526,68 4-5927,-51-10-1775,38-13 1105,63 12-213,16-1-623,77-11 220,37-3-210,25 6-180,-103 7-289,-72 3-50,115 16 0,12 15 95,-171-25-91,187 25 1223,-201-28-1183,39 4 193,-37-5-203,-26-2-73,2 1-35,27 3 71,-28-3-11,18 4-454,-16-5-8615,-12-13 1910,-1 2-4620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8:11.262"/>
    </inkml:context>
    <inkml:brush xml:id="br0">
      <inkml:brushProperty name="width" value="0.025" units="cm"/>
      <inkml:brushProperty name="height" value="0.025" units="cm"/>
    </inkml:brush>
  </inkml:definitions>
  <inkml:trace contextRef="#ctx0" brushRef="#br0">70 211 7817,'-7'5'-257,"4"-3"1373,0 0-1,0 1 1,-1-1-1,1-1 1,0 1-1,-1 0 1,1-1-1,-1 0 1,1 1 0,-1-1-1,-6 0 1,-3-2-145,10 1 500,24-5-1236,-19 4-224,1 0 0,-1 0 0,0 0-1,1 1 1,0-1 0,-1 1-1,1 0 1,3 0 0,148 5 534,26 2-107,19 4-342,145 6 255,-222-12-61,254-5 322,-64-2-230,565 15-89,-578-5-403,-116-5 103,133-3 58,186-30-110,-332 21 107,202 14-1,-277 0-62,97 9-72,80-5 171,-205-9-78,254-9 46,-155-2-62,81-4 111,-207 14-88,699-6 0,-460 14 42,-28-12-54,-135 0 37,191-10 133,178-2-27,-271 9-24,1 0 126,-22 1-4,-75 2-214,47-1-3,255-1-40,161 12 76,-389-6-37,-156 1-22,317-3-41,246-8 20,-401 11 62,-95 1-45,337 6 44,-100-2-63,20-18 1163,-123 0-685,-81 7-89,46-7 810,-198 13-1094,6-2-99,-10 1-3,0 1 0,0-1 0,0 1 0,0 0 0,0-1 0,0 1-1,0-1 1,0 1 0,-1-1 0,1 1 0,0 0 0,0-1 0,0 1 0,0-1 0,-1 1 0,1 0 0,0-1 0,0 1 0,-1 0 0,1-1 0,0 1 0,-1 0 0,1-1 0,0 1 0,-1 0 0,0-1 0,-6-5-530,-1 0 1,-1 1-1,1 0 0,-1 0 1,0 1-1,0 0 0,-13-4 0,-15-6-1774,2-1-325,-8-3-4814,7-4-3471</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8:32.550"/>
    </inkml:context>
    <inkml:brush xml:id="br0">
      <inkml:brushProperty name="width" value="0.025" units="cm"/>
      <inkml:brushProperty name="height" value="0.025" units="cm"/>
    </inkml:brush>
  </inkml:definitions>
  <inkml:trace contextRef="#ctx0" brushRef="#br0">0 194 5509,'0'0'13176,"2"-1"-11688,9-3 7,50-20 4196,36-6-1662,86-6-3340,204-14 1,-205 42-5926,-182 8 5166,0 0 0,0 0 1,0 0-1,0 0 1,0 0-1,0 0 1,0 0-1,1 0 1,-1 0-1,0 0 1,0 0-1,0 0 1,0 0-1,0 0 0,0 0 1,0 0-1,0 0 1,1 0-1,-1-1 1,0 1-1,0 0 1,0 0-1,0 0 1,0 0-1,0 0 1,0 0-1,0 0 0,0 0 1,0 0-1,0 0 1,0 0-1,1 0 1,-1-1-1,0 1 1,0 0-1,0 0 1,0 0-1,0 0 1,0 0-1,0 0 0,0 0 1,0 0-1,0-1 1,0 1-1,0 0 1,0 0-1,0 0 1,0 0-1,0 0 1,0 0-1,0 0 1,0 0-1,0-1 0,0 1 1,-1 0-1,1 0 1,0-18-7599,-2-1-5247</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8:32.816"/>
    </inkml:context>
    <inkml:brush xml:id="br0">
      <inkml:brushProperty name="width" value="0.025" units="cm"/>
      <inkml:brushProperty name="height" value="0.025" units="cm"/>
    </inkml:brush>
  </inkml:definitions>
  <inkml:trace contextRef="#ctx0" brushRef="#br0">1 78 6685,'2'0'1736,"3"1"-1069,-1-1 1,1 1-1,-1-1 1,1 0-1,-1 0 0,0-1 1,1 0-1,-1 1 1,1-1-1,-1-1 1,0 1-1,0 0 0,1-1 1,-1 0-1,0 0 1,6-5-1,-1 0 177,1 1-1,0 0 1,0 1 0,0 0-1,1 1 1,0 0-1,0 0 1,15-2-1,-3 1 708,1 2 0,47-2 0,-64 5-1525,0 0 1,-1 1 0,1 0 0,-1 0 0,1 0 0,-1 0-1,0 1 1,0 1 0,0-1 0,0 1 0,0 0 0,0 0-1,0 0 1,-1 1 0,0 0 0,0 0 0,0 0 0,0 1-1,0 0 1,-1-1 0,4 7 0,-2-1-12,0 1 0,-1-1 0,0 1 0,-1 0 0,0 0 0,-1 1 0,0-1 0,-1 1 0,0-1 0,1 22 0,-3 6-359,-2-1-1,-11 72 1,-28 73-1876,36-164 1045,-1-1-1,-1 1 1,-11 21-1,-15 20-6620,28-51 6087,-17 32-10614</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8:33.382"/>
    </inkml:context>
    <inkml:brush xml:id="br0">
      <inkml:brushProperty name="width" value="0.025" units="cm"/>
      <inkml:brushProperty name="height" value="0.025" units="cm"/>
    </inkml:brush>
  </inkml:definitions>
  <inkml:trace contextRef="#ctx0" brushRef="#br0">1 151 9929,'0'-1'148,"0"0"-1,-1-1 1,1 1 0,0 0-1,0 0 1,0-1 0,0 1-1,0 0 1,1 0 0,-1 0-1,0-1 1,0 1 0,1 0-1,-1 0 1,1 0 0,-1 0-1,1 0 1,0 0 0,-1 0-1,1 0 1,0 0 0,0 0-1,-1 0 1,1 0-1,0 0 1,0 1 0,0-1-1,0 0 1,0 1 0,0-1-1,0 1 1,0-1 0,1 1-1,-1-1 1,0 1 0,2-1-1,14-6 1736,25-16 3253,15-6-2073,-30 16-1593,1 2 0,0 1 0,45-10 0,-70 19-1422,-1 1 0,1-1 0,0 1 0,-1 0-1,1 0 1,0 0 0,-1 0 0,1 0 0,0 1-1,-1-1 1,1 1 0,0-1 0,-1 1 0,1 0 0,-1 0-1,1 0 1,-1 1 0,4 1 0,-4 0-44,0-1 1,0 0-1,0 1 0,0-1 0,0 1 1,-1 0-1,1 0 0,-1-1 1,0 1-1,0 0 0,0 0 0,0 0 1,0 0-1,-1 1 0,1 5 1,-1 0-80,0-1 1,0 1-1,-1 0 1,0 0-1,-1 0 1,0-1-1,0 1 1,-5 10-1,-33 66-781,28-61 573,-10 18-227,-91 208-1469,112-246 2046,0-1 0,0 0 0,0 1 0,0-1-1,1 1 1,-1-1 0,1 1 0,0 6 0,0-9-37,1 1 0,-1-1 0,0 0 0,1 0-1,-1 0 1,1 0 0,-1 0 0,1 0 0,-1 0 0,1 0 0,0 0 0,-1 0 0,1 0 0,0 0 0,0-1 0,0 1 0,0 0 0,0-1 0,0 1 0,0 0 0,0-1 0,0 1 0,0-1 0,0 1 0,0-1 0,0 0 0,0 0 0,3 1 0,7 0 181,0 0 0,1 0 0,-1-1 0,0-1-1,1 1 1,-1-2 0,14-3 0,81-27 969,-42 11-821,28-9-90,-1 1-3177,-91 29 2872,0 0 0,0 0 1,0 0-1,0 0 0,0 0 0,0 0 1,0 0-1,0 0 0,-1 0 0,1 0 1,0 0-1,0-1 0,0 1 0,0 0 1,0 0-1,0 0 0,0 0 1,0 0-1,0 0 0,0 0 0,0 0 1,0 0-1,0 0 0,0 0 0,0-1 1,0 1-1,0 0 0,0 0 0,0 0 1,0 0-1,0 0 0,0 0 1,0 0-1,0 0 0,0 0 0,0-1 1,0 1-1,0 0 0,0 0 0,0 0 1,0 0-1,0 0 0,0 0 0,0 0 1,0 0-1,0 0 0,0 0 1,0 0-1,0-1 0,0 1 0,1 0 1,-1 0-1,0 0 0,0 0 0,0 0 1,0 0-1,0 0 0,0 0 0,0 0 1,0 0-1,0 0 0,0 0 1,1 0-1,-6-6-942,4 5 454,-1-1 1,1 0 0,-1 0-1,1 1 1,-1-1-1,0 1 1,0-1-1,0 1 1,-2-2-1,3 3-40,-1-1 0,1 1 1,0 0-1,-1-1 0,1 1 0,-1 0 0,1 0 0,0 0 1,-1 0-1,1 0 0,-1 0 0,-1 1 0,-18 2-10713</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8:33.853"/>
    </inkml:context>
    <inkml:brush xml:id="br0">
      <inkml:brushProperty name="width" value="0.025" units="cm"/>
      <inkml:brushProperty name="height" value="0.025" units="cm"/>
    </inkml:brush>
  </inkml:definitions>
  <inkml:trace contextRef="#ctx0" brushRef="#br0">19 212 9469,'-19'5'2464,"19"-6"-2315,0 1 0,0-1 0,0 1 0,0-1-1,0 0 1,0 1 0,0-1 0,0 0 0,1 1 0,-1-1 0,0 1 0,0-1 0,0 1-1,1-1 1,-1 0 0,0 1 0,1-1 0,-1 1 0,0-1 0,1 1 0,-1 0 0,1-1-1,-1 1 1,1-1 0,1-1 3668,-1 0-3441,1 1 1,-1 0 0,0 0-1,1 0 1,-1 0 0,1 0-1,0 0 1,-1 0 0,1 0-1,0 1 1,1-1-1,2-2 451,11-4 595,127-69 4945,-116 63-6302,1 0 0,45-13 1,12-5-102,-36 15 36,-46 15 0,1 0 0,-1 1 0,0-1 0,1 1 0,-1-1 0,0 1 0,1 0 0,-1 1 0,1-1 0,-1 0 0,6 2 0,-7 0 0,-1 0 0,1 0 0,0 0 0,-1 0 0,1 1 0,-1-1 0,0 0 0,0 0 0,0 1 0,0-1 0,0 1 0,-1-1 0,1 1 0,-1-1 0,1 1 0,-1 5 0,0-7 0,2 17 0,-2-1 0,0 1 0,0-1 0,-7 34 0,-22 65 0,9-43 0,13-49-56,-13 30 0,-1 4-320,20-55 60,0 1-1,1-1 1,-1 1 0,1 0-1,-1-1 1,1 1 0,1 0-1,-1-1 1,1 8 0,0-8 0,0-3 119,0 0-1,0 1 1,0-1-1,0 0 1,0 0 0,0 0-1,0 0 1,0 0 0,0 0-1,0 0 1,0 0 0,0 0-1,0 0 1,0-1-1,0 1 1,0 0 0,2-1-1,-2 0-147,2 0-169,0 0 0,0 0 0,0 0 0,0-1 0,0 1 1,0-1-1,4-3 0,10-12-5728,4-7-5323</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8:34.356"/>
    </inkml:context>
    <inkml:brush xml:id="br0">
      <inkml:brushProperty name="width" value="0.025" units="cm"/>
      <inkml:brushProperty name="height" value="0.025" units="cm"/>
    </inkml:brush>
  </inkml:definitions>
  <inkml:trace contextRef="#ctx0" brushRef="#br0">0 116 11381,'0'1'71,"1"-1"-1,-1 0 1,0 0-1,0 1 1,0-1-1,0 0 1,0 0 0,0 1-1,1-1 1,-1 0-1,0 0 1,0 0-1,0 0 1,0 1-1,1-1 1,-1 0 0,0 0-1,0 0 1,1 0-1,-1 0 1,0 1-1,0-1 1,1 0-1,-1 0 1,0 0 0,0 0-1,1 0 1,-1 0-1,0 0 1,0 0-1,1 0 1,-1 0 0,0 0-1,0 0 1,1 0-1,-1 0 1,0 0-1,0-1 1,1 1-1,-1 0 1,0 0 0,0 0-1,1 0 1,-1 0-1,0 0 1,0-1-1,0 1 1,1 0-1,-1 0 1,0 0 0,0-1-1,0 1 1,0 0-1,1 0 1,-1-1-1,0 1 1,16-20 3038,-3 4 196,-6 12-2624,1-1 0,0 1 0,1 0 0,-1 1 0,1 0 0,10-2 0,23-9 1506,-21 5-1282,0 0-1,42-9 0,-38 15-1044,-25 3 136,0 0 1,0 1-1,0-1 0,0 0 0,-1 0 0,1 0 1,0 0-1,0 0 0,0 0 0,0 0 0,0 0 1,0 0-1,0 0 0,0 0 0,0 0 0,0 0 1,0 0-1,0 1 0,0-1 0,0 0 1,0 0-1,0 0 0,0 0 0,0 0 0,0 0 1,0 0-1,0 0 0,0 0 0,0 0 0,0 1 1,0-1-1,0 0 0,0 0 0,0 0 0,0 0 1,0 0-1,0 0 0,0 0 0,0 0 0,0 0 1,0 0-1,0 0 0,0 1 0,0-1 0,0 0 1,0 0-1,1 0 0,-1 0 0,0 0 0,0 0 1,0 0-1,0 0 0,0 0 0,0 0 0,0 0 1,0 0-1,0 0 0,0 0 0,0 0 1,1 0-1,-1 0 0,0 0 0,0 0 0,0 0 1,0 0-1,0 0 0,0 0 0,-30 100-3014,21-63 1306,-26 64 1,27-87 1848,6-11 139,1 0 0,-1 0 0,1 0 0,-1 0 0,1 0 0,-1 6-1,2-8-233,0 0 0,0-1-1,0 1 1,0 0-1,0 0 1,0-1 0,0 1-1,1 0 1,-1 0-1,0-1 1,1 1 0,-1 0-1,0-1 1,1 1-1,-1 0 1,1-1 0,-1 1-1,1-1 1,-1 1-1,1-1 1,-1 1 0,1-1-1,0 1 1,-1-1-1,1 1 1,0-1 0,-1 0-1,1 1 1,0-1 0,0 0-1,-1 0 1,1 0-1,1 1 1,29 6 764,39 4 1,22 4 1213,-82-12-1877,1 0 1,-1 1 0,0-1 0,0 2-1,-1 0 1,13 7 0,-20-10-144,0 0 0,0 0 0,0 0 0,0 0 0,0 0 0,-1 1 0,1-1 0,-1 0 0,1 1 0,-1-1 0,0 1 0,0-1 0,0 1 0,0 0 0,-1 0 0,1-1 0,-1 1 0,1 0 0,-1 0 0,0-1 0,0 1 0,-1 0 0,1 0 0,0 0 0,-1-1 0,0 1 0,-1 5 0,-3 5 0,0 0 0,0 0 0,-1 0 0,-10 13 0,-1-1-478,-1-1 1,-1-1-1,-2 0 0,-29 26 1,43-43-29,0-1 1,0 1-1,-1-1 1,1 0-1,-1-1 1,0 0-1,0 0 1,-1-1-1,-15 5 1,19-7-27,0 0-1,0 0 1,-1-1 0,1 1 0,0-1 0,0-1 0,0 1 0,0-1 0,-1 0 0,1 0 0,0 0 0,0-1 0,1 1-1,-1-1 1,0 0 0,0-1 0,-6-4 0,-4-7-4521,4-11-2656</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8:34.872"/>
    </inkml:context>
    <inkml:brush xml:id="br0">
      <inkml:brushProperty name="width" value="0.025" units="cm"/>
      <inkml:brushProperty name="height" value="0.025" units="cm"/>
    </inkml:brush>
  </inkml:definitions>
  <inkml:trace contextRef="#ctx0" brushRef="#br0">279 14 3880,'-25'-7'1649,"20"6"4906,-11-2-4346,13 3-1980,0-1 1,0 1 0,0-1 0,0 1-1,0 0 1,0 0 0,0 0-1,0 1 1,0-1 0,0 1 0,0-1-1,0 1 1,0 0 0,1 0-1,-1 0 1,0 1 0,0-1 0,1 1-1,-1-1 1,-2 3 0,0 2 38,0 1 1,0-1 0,0 1 0,1 0-1,0 1 1,-4 7 0,0 2 152,-14 25 719,3 1 0,-22 69-1,35-92-788,1-1 0,1 1-1,1 0 1,0 0-1,2 0 1,0 0 0,2 0-1,4 35 1,-2-44-196,0 0 1,0 1-1,1-2 0,1 1 1,0 0-1,0-1 0,1 0 1,1 0-1,-1-1 1,1 0-1,1 0 0,0 0 1,0-1-1,1 0 0,12 8 1,-13-10-71,1 0 1,0-1-1,1 0 1,-1-1 0,1 0-1,0 0 1,0-1-1,0 0 1,0-1-1,0 0 1,1 0-1,-1-1 1,1-1-1,-1 0 1,1 0 0,-1-1-1,11-2 1,-19 3-121,-1-1 1,0 1 0,1 0 0,-1 0 0,0-1 0,0 1 0,0-1-1,1 1 1,-1-1 0,0 0 0,0 1 0,0-1 0,0 0-1,0 0 1,0 1 0,0-1 0,0 0 0,0 0 0,-1 0 0,1 0-1,0-1 1,-1 1 0,1 0 0,0 0 0,-1 0 0,1 0 0,-1-1-1,0 1 1,1 0 0,-1 0 0,0-1 0,0 1 0,0 0-1,0-1 1,0 0 0,-1 0-65,1 0-1,-1 0 1,0 0-1,0 0 1,0 0-1,0 0 1,0 0-1,0 0 1,0 1-1,-1-1 1,1 1-1,-1-1 1,1 1-1,-1-1 1,0 1-1,1 0 1,-1-1-1,0 1 1,-4-1-1,-41-17-1697,44 18 1679,-137-35-5818,46 18-1155,73 14 2751,5-3-2194</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8:35.454"/>
    </inkml:context>
    <inkml:brush xml:id="br0">
      <inkml:brushProperty name="width" value="0.025" units="cm"/>
      <inkml:brushProperty name="height" value="0.025" units="cm"/>
    </inkml:brush>
  </inkml:definitions>
  <inkml:trace contextRef="#ctx0" brushRef="#br0">368 122 9045,'-2'0'267,"-1"0"0,1 1 0,-1-1 0,1 1 0,-1-1 1,1 1-1,0 0 0,-1 0 0,1 0 0,0 1 0,0-1 0,0 0 0,-4 4 1,5-5-295,-1 1 1,0-1 0,1 1-1,-1-1 1,0 0 0,1 0 0,-1 0-1,0 0 1,0 0 0,1 0-1,-1 0 1,0 0 0,0 0 0,-2-2-1,-5 1-30,-3 2 133,0 0 1,-1 1-1,-20 6 1,22-5 314,1 0 0,-1-1 1,0 0-1,1-1 0,-18 0 1,16-1 512,0 1 0,-1 1 0,1-1 0,-21 7 0,25-5-629,4-2 3399,-7 2-1839,10-3-1788,1 0 0,-1 0 0,0 1 0,1-1 0,-1 0 0,1 0 0,-1 1 0,1-1 0,-1 0 0,1 1 0,-1-1 0,1 1 0,-1-1 0,1 1 0,-1-1 0,1 1 0,0-1 0,-1 1 0,1-1 0,0 1 0,-1-1 0,1 1 0,0 0 1,0-1-1,0 1 0,0 0 0,0-1 0,-1 1 0,1-1 0,0 1 0,0 0 0,0-1 0,1 1 0,-1 0 0,0-1 0,0 1 0,0-1 0,0 1 0,1 0 0,-1-1 0,0 1 0,0-1 0,1 2 0,0 1-79,6 19 651,12 27 0,-10-29-357,10 36 1,-13-29-289,-2 1 1,0 0-1,-2 0 1,0 0-1,-2 0 1,-2 0-1,0 0 1,-2-1-1,-1 1 0,-11 34 1,12-43-209,4-14 176,-1-1 1,0 0-1,0 0 1,-1 0-1,1 1 1,-1-1-1,0-1 1,0 1-1,-2 4 1,3-7 52,1 0-1,-1 0 1,0-1 0,1 1 0,-1 0 0,0 0 0,1-1 0,-1 1 0,0 0 0,0-1 0,0 1 0,0 0 0,0-1 0,1 0 0,-1 1 0,0-1-1,0 1 1,0-1 0,0 0 0,0 0 0,0 0 0,0 1 0,0-1 0,0 0 0,0 0 0,-1 0 0,1-1 0,0 1 0,0 0 0,0 0 0,0-1 0,-1 0-1,0 0 11,1 0 0,-1 0 0,1 0 0,-1 0 0,1-1 0,0 1 0,0-1 0,-1 1 0,1-1 0,0 1 0,0-1 0,1 0-1,-1 1 1,0-1 0,0 0 0,1 0 0,-1 0 0,1 1 0,-1-3 0,0-12 90,0 1 0,1-1-1,1 0 1,0 1 0,1-1 0,0 1 0,2 0 0,0 0-1,0 0 1,14-28 0,7-9 665,52-77 1,-58 98-377,-1 3-58,14-26 400,47-55 0,-77 107-892,0 0-1,-1 0 1,1-1-1,0 1 1,-1-1-1,1 0 1,-1 1-1,0-1 1,0 0-1,0 0 1,0 1-1,0-1 1,-1 0-1,0 0 1,1 0-1,-1 0 1,0 0-1,0 0 1,0 0-1,-1 0 1,1 0-1,-1 0 1,0 0-1,1 1 1,-1-1-1,0 0 1,-1 0-1,-2-4 1,2 4-438,0-1 1,-1 1 0,0 0 0,0 0 0,0 0-1,0 0 1,-1 0 0,-3-2 0,2 2-659,1 1-1,-1 0 1,0 0 0,1 0-1,-1 0 1,-10-2 0,-10 1-9319</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8:36.181"/>
    </inkml:context>
    <inkml:brush xml:id="br0">
      <inkml:brushProperty name="width" value="0.025" units="cm"/>
      <inkml:brushProperty name="height" value="0.025" units="cm"/>
    </inkml:brush>
  </inkml:definitions>
  <inkml:trace contextRef="#ctx0" brushRef="#br0">79 243 8749,'-43'0'1477,"34"0"1160,7 1-1413,-22 17 10393,28-18-10770,23 4 11,-15-1-560,1-2 0,-1 0 0,23-1 0,152-25 1687,1456-40 196,-1166 58-2181,499-73 0,-702 32 0,-150 11-4245,-121 36 2028,-6 0-575,0 0 1974,0 0 1,0 0 0,0 0-1,0 0 1,-1 0 0,1 1-1,0-1 1,-1 1 0,1 0-1,0 0 1,-7 1 0,-31 4-9904</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8:36.905"/>
    </inkml:context>
    <inkml:brush xml:id="br0">
      <inkml:brushProperty name="width" value="0.025" units="cm"/>
      <inkml:brushProperty name="height" value="0.025" units="cm"/>
    </inkml:brush>
  </inkml:definitions>
  <inkml:trace contextRef="#ctx0" brushRef="#br0">0 60 6161,'0'0'15174,"3"-1"-14472,35-15 2529,-23 8-2594,0 1 1,0 1-1,1 1 0,-1 0 1,1 1-1,31-3 0,-44 6-584,0 1-1,0 0 1,0 0-1,0 1 1,0-1-1,0 1 0,0-1 1,0 1-1,-1 0 1,1 0-1,0 0 1,0 0-1,-1 1 0,1-1 1,3 4-1,-5-4-63,0 1 0,1 0-1,-1-1 1,0 1-1,-1 0 1,1 0-1,0 0 1,0 0-1,-1 0 1,1 0 0,-1 0-1,0 0 1,1 0-1,-1 0 1,0 0-1,0 0 1,-1 0 0,1 0-1,0 0 1,-1 0-1,0 3 1,-19 94-1655,10-42 456,-3-1 0,-29 80 1,41-133 3019,35 11 1445,-25-14-2828,0-1 0,0 1 0,0-1 0,15-4 0,12-2 48,98-3-405,-131 9-70,-1 1 0,0-1 0,0 1 0,0-1 0,1 1 0,-1 0 0,0 0 0,0 0 0,0 0 0,1 0 0,-1 1 0,0-1 0,0 0 0,0 1 0,0 0 0,0 0 0,1-1 0,-1 1 0,-1 0 0,1 1 0,2 0 0,-3-1 0,-1-1 0,0 0 0,1 1 0,-1-1 0,0 0 0,0 1 0,1-1 0,-1 1 0,0-1 0,0 0 0,0 1 0,0-1 0,1 1 0,-1-1 0,0 1 0,0-1 0,0 1 0,0-1 0,0 0 0,0 1 0,0-1 0,0 1 0,0-1 0,-1 1 0,1-1 0,0 1 0,0-1 0,-1 1 0,-10 11 0,2-4 0,-35 38-1151,16-15-2367,-34 27-1,51-49 2233,-1 0 0,0-1 0,0 0 0,-1-1-1,1-1 1,-28 10 0,-3-4-11306</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8:37.549"/>
    </inkml:context>
    <inkml:brush xml:id="br0">
      <inkml:brushProperty name="width" value="0.025" units="cm"/>
      <inkml:brushProperty name="height" value="0.025" units="cm"/>
    </inkml:brush>
  </inkml:definitions>
  <inkml:trace contextRef="#ctx0" brushRef="#br0">430 82 8569,'-20'7'3307,"42"-8"4648,-25 0-7344,-14 0-371,1 1 0,-1 0 0,1 1 0,-1 1 0,1 0 0,-24 7 0,14-1-141,0 1 1,1 0-1,-33 19 0,-93 66 1715,150-93-1745,1-1 0,0 1-1,-1 0 1,1 0 0,0-1 0,0 1 0,-1 0 0,1 0-1,0 0 1,0 0 0,0-1 0,0 1 0,0 0 0,0 0 0,0 0-1,0 0 1,0-1 0,0 1 0,1 0 0,-1 0 0,0 0-1,1 0 1,-1 1 149,1 0-119,0 0 0,-1 1 0,1-1 0,0 0 0,0 0 0,0 0-1,0 0 1,0 0 0,1 0 0,-1 0 0,0-1 0,1 1 0,0 0-1,-1-1 1,1 1 0,0-1 0,0 0 0,2 2 0,6 3 324,1-1 0,16 6 0,-4-2 221,97 39 488,-72-30-563,0 2 1,68 39 0,-112-57-570,0 1 0,0-1 1,-1 1-1,1 0 0,-1 0 0,0 0 1,0 0-1,0 1 0,0-1 0,-1 1 0,1 0 1,-1 0-1,0 0 0,0 0 0,0 0 1,-1 0-1,1 0 0,-1 1 0,0-1 1,0 0-1,0 10 0,-1-7-2,-1 0 0,0 0 0,0 0 0,-1 0 0,0 0 0,0 0 1,-1 0-1,0 0 0,0-1 0,0 1 0,-1-1 0,-8 10 0,0 1-675,-2-1 1,-22 21-1,31-31 221,-2-1 0,1 0-1,0 0 1,-1-1-1,0 0 1,0 0-1,0 0 1,-1-1 0,-9 3-1,13-6 303,1 1-1,0-1 1,0 1-1,0-1 1,-1 0-1,1-1 1,0 1-1,0 0 1,0-1-1,-1 0 1,1 1-1,0-1 1,0-1-1,0 1 1,0 0-1,1-1 1,-1 1-1,0-1 1,0 0-1,-3-3 1,2 1 112,0 0 1,1 0 0,-1-1-1,1 1 1,0-1 0,0 0 0,0 1-1,1-1 1,0 0 0,0-1 0,-2-4-1,1-4 147,0-1 0,1 1 0,0 0 0,1-1 0,1 1 0,0 0 0,1-1 0,4-19 0,0 13 334,0 1 0,2-1 0,0 1 0,21-38 0,2 7 647,4 2 0,1 1 1,45-46-1,34-25-55,-112 118-1287,0-1 0,0-1 0,0 1 0,-1 0 0,1 0 0,0-1 1,-1 1-1,0-1 0,0 1 0,0-1 0,0 1 0,0-1 0,1-5 0,-2 8 67,0-1 1,0 1-1,0-1 0,-1 1 0,1-1 0,0 0 1,0 1-1,0-1 0,-1 1 0,1-1 0,0 1 0,0-1 1,-1 1-1,1-1 0,0 1 0,-1-1 0,1 1 1,-1 0-1,1-1 0,-1 1 0,1-1 0,-1 1 0,0-1 1,-1 1-524,0-1 1,0 0 0,1 1 0,-1 0-1,0-1 1,0 1 0,0 0 0,0 0-1,-1 0 1,-1 0 0,-26 6-11296</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8:37.957"/>
    </inkml:context>
    <inkml:brush xml:id="br0">
      <inkml:brushProperty name="width" value="0.025" units="cm"/>
      <inkml:brushProperty name="height" value="0.025" units="cm"/>
    </inkml:brush>
  </inkml:definitions>
  <inkml:trace contextRef="#ctx0" brushRef="#br0">120 0 12533,'-5'1'631,"0"0"1,1 0-1,-1 1 0,1 0 0,-1-1 1,1 1-1,0 1 0,-1-1 0,1 1 1,0 0-1,1-1 0,-1 2 0,0-1 1,1 0-1,-6 8 0,6-7-380,1 0 0,-1 1 0,1-1 0,0 1-1,-2 7 1,-2 15 833,2 0 0,-3 49 0,4-41-571,-4 135 1001,4-68-1512,2-90-492,1-1 0,2 21-1,-2-28 66,1-1 0,0 0 0,0 0-1,0 1 1,0-1 0,1 0-1,-1 0 1,1 0 0,-1 0-1,1-1 1,0 1 0,4 4-1,-6-7 370,0 0-1,0 0 1,0 0-1,0 0 0,0-1 1,0 1-1,0 0 1,0 0-1,0 0 0,0 0 1,0 0-1,0 0 1,0 0-1,0 0 1,0 0-1,0 0 0,0-1 1,0 1-1,0 0 1,0 0-1,0 0 0,0 0 1,0 0-1,0 0 1,0 0-1,0 0 0,0 0 1,0 0-1,0 0 1,0-1-1,0 1 0,0 0 1,0 0-1,0 0 1,0 0-1,0 0 0,0 0 1,0 0-1,1 0 1,-1 0-1,0 0 1,0 0-1,0 0 0,0 0 1,0 0-1,0 0 1,0 0-1,0 0 0,0 0 1,0 0-1,1 0 1,-1 0-1,0 0 0,0 0 1,0 0-1,0 0 1,0 0-1,0 0 0,0 0 1,0 0-1,0 0 1,0 0-1,0 0 1,1 0-1,-1 0 0,0 0 1,8-24-6045,7-21-3442</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8:38.479"/>
    </inkml:context>
    <inkml:brush xml:id="br0">
      <inkml:brushProperty name="width" value="0.025" units="cm"/>
      <inkml:brushProperty name="height" value="0.025" units="cm"/>
    </inkml:brush>
  </inkml:definitions>
  <inkml:trace contextRef="#ctx0" brushRef="#br0">4 127 10429,'-3'10'1486,"5"-9"258,8-13 1403,-9 10-1488,1 0-37,1-2-1030,1 0-1,0 0 0,0 0 1,1 0-1,-1 1 1,1 0-1,-1 0 0,1 0 1,8-3-1,53-17 2054,-18 8-544,87-29-81,-134 44-2019,-1 0-1,1-1 1,0 1 0,-1 0-1,1 0 1,0 0-1,-1-1 1,1 1 0,0 0-1,-1 0 1,1 0 0,0 0-1,0 1 1,-1-1-1,1 0 1,0 0 0,-1 0-1,1 0 1,0 1 0,-1-1-1,1 0 1,0 1-1,0 0 1,1 7-164,-2-7 39,1 2-80,0 0 0,-1 0 0,1 0 0,-1 0-1,0 0 1,0-1 0,0 1 0,0 0 0,-1 0 0,1 0 0,-1 0 0,0 0-1,-1 5 1,-20 36-1835,17-34 1483,-20 40-1746,18-34 1932,0 0 0,-1-1 0,-1 0 0,-1 0 1,-17 21-1,25-34 2271,23 20 1839,-16-21-3484,-1 0 0,1 0-1,0-1 1,-1 0 0,1 0 0,0 0 0,7-2 0,4 1 298,222 7 1383,-199-4-1870,-36-2-67,-1-1 0,0 1 0,0 1 0,0-1 0,0 0 0,0 0 0,0 1 0,0-1 0,1 1 0,-1 0 0,-1-1 0,1 1 0,0 0 0,0 0 0,0 1 0,0-1 0,-1 0 0,1 0 0,0 1 0,-1-1 0,1 1 0,-1 0 0,3 3 0,-4-3 0,0 0 0,1 0 0,-1 0 0,0 0 0,0 0 0,0 1 0,-1-1 0,1 0 0,0 0 0,-1 0 0,0 0 0,1 0 0,-1 0 0,0 0 0,0 0 0,0 0 0,0 0 0,0-1 0,-1 1 0,1 0 0,0-1 0,-1 1 0,-1 1 0,-22 24-1601,-1 0-1,-1-2 1,-50 36-1,62-51 467,-1-1-1,0 0 1,0-1-1,-1 0 0,0-1 1,0-2-1,0 1 1,-1-2-1,-27 4 0,2-5-10885</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8:39.017"/>
    </inkml:context>
    <inkml:brush xml:id="br0">
      <inkml:brushProperty name="width" value="0.025" units="cm"/>
      <inkml:brushProperty name="height" value="0.025" units="cm"/>
    </inkml:brush>
  </inkml:definitions>
  <inkml:trace contextRef="#ctx0" brushRef="#br0">222 5 5040,'-1'0'190,"-1"-1"-1,1 0 0,-1 0 0,0 1 0,0-1 0,1 1 0,-1 0 0,0-1 0,0 1 0,0 0 0,1 0 0,-1 0 0,0 0 0,0 1 0,0-1 1,1 0-1,-1 1 0,0-1 0,1 1 0,-1 0 0,0-1 0,1 1 0,-1 0 0,0 0 0,1 0 0,0 0 0,-3 2 0,0-1 441,0 0 0,0-1 0,0 0 0,0 0 0,0 0 0,-1 0 0,-4 0 0,-3 1 599,7-1-674,1 1 0,-1 0 0,0 0-1,1 0 1,-1 0 0,1 1 0,-5 3 0,8-5-449,0-1 0,1 0-1,-1 1 1,0-1 0,1 1 0,-1-1 0,0 0-1,0 0 1,0 0 0,1 1 0,-1-1 0,0 0 0,0 0-1,0 0 1,1 0 0,-1 0 0,0 0 0,0 0-1,0-1 1,1 1 0,-1 0 0,-1-1 0,1 1-2,0 0 1,0-1-1,1 1 0,-1 0 1,0 0-1,0 0 0,0 0 1,0 0-1,0 0 1,0 0-1,0 0 0,0 0 1,0 0-1,0 0 0,0 1 1,1-1-1,-1 0 1,-1 1-1,-2 2 183,1-2-158,1 0-1,0 0 1,-1 0-1,1 1 1,0-1-1,-1 1 0,1 0 1,0 0-1,0 0 1,0 0-1,1 0 1,-1 0-1,0 0 1,1 0-1,0 1 1,-1-1-1,1 1 1,0-1-1,0 1 0,0-1 1,1 1-1,-1 0 1,0 4-1,0 9 148,1 1-1,1-1 0,1 1 0,0-1 1,1 0-1,0 0 0,2 0 0,10 26 1,-11-33-208,0 0 0,0 0 0,1-1 0,1 0 0,-1 0 0,1 0 1,1 0-1,-1-1 0,1 0 0,1-1 0,-1 1 0,1-1 1,0-1-1,0 0 0,17 8 0,-14-9-55,0 0 0,0-2 0,1 1 0,-1-1 0,1-1 0,-1 0 0,1-1 0,-1 0 0,1 0 0,-1-2 0,1 1 0,-1-1 0,0-1 0,0 0 0,0-1 0,19-8 0,-20 7-82,-1 0 0,0 0 1,1-1-1,-2 0 1,1-1-1,-1 0 1,0-1-1,0 1 1,-1-1-1,0-1 0,-1 1 1,0-1-1,0 0 1,-1-1-1,0 1 1,0-1-1,5-20 1,-8 23-38,-1 1 0,0-1 0,0 1 0,0-1 0,-1 0 0,0 1 0,0-1 0,-1 0 0,0 1 0,0-1 0,0 0 0,-1 1 0,0 0 0,-1-1 0,1 1 0,-1 0 0,0 0 0,-1 0 0,1 1 0,-1-1 0,0 1 0,0 0 0,-1 0 0,0 0 0,-8-6 0,3 4-306,1 0 0,-2 1-1,1 1 1,-1-1 0,1 1 0,-1 1 0,-1 0 0,1 1 0,0 0 0,-1 1-1,0 0 1,1 1 0,-22 0 0,-65 7-4390,34 6-1432,14 7-2604</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7:31.169"/>
    </inkml:context>
    <inkml:brush xml:id="br0">
      <inkml:brushProperty name="width" value="0.025" units="cm"/>
      <inkml:brushProperty name="height" value="0.025" units="cm"/>
    </inkml:brush>
  </inkml:definitions>
  <inkml:trace contextRef="#ctx0" brushRef="#br0">1 301 12681,'19'-32'2123,"7"-12"1459,-21 34-3012,0 1-1,1-1 0,0 2 1,1-1-1,-1 1 0,2 0 0,-1 0 1,1 1-1,1 0 0,9-7 1,17-9 1247,45-23 1,-78 45-1762,29-16 1264,59-23 0,-89 40-1302,0 0 1,0 0 0,0 0 0,0 0 0,0 0 0,0 0 0,-1 1 0,1-1-1,0 0 1,0 0 0,0 1 0,0-1 0,0 0 0,0 1 0,-1-1 0,1 1 0,0-1-1,0 1 1,-1 0 0,1-1 0,0 1 0,-1 0 0,1-1 0,0 2 0,1 0 40,1 1-64,-1 0 1,-1-1 0,1 1-1,0 0 1,-1 0-1,1 0 1,-1 0-1,0 0 1,0 1-1,0-1 1,0 0-1,-1 0 1,1 1 0,-1-1-1,0 0 1,0 1-1,0-1 1,-1 0-1,1 1 1,-1-1-1,1 0 1,-3 5 0,-2 11-226,-2-1 1,-14 30 0,15-34 81,-36 80-1012,-52 110-1036,70-145 2172,22-55 142,1 0-1,-1 0 1,1 1 0,0-1-1,1 0 1,-1 1-1,1-1 1,0 1 0,0-1-1,0 0 1,1 8 0,1-11-32,-1 1 1,1 0-1,0-1 1,-1 0 0,1 1-1,0-1 1,0 0-1,0 0 1,0 0 0,0 0-1,0 0 1,0 0-1,0 0 1,0-1 0,0 1-1,4-1 1,-2 1 125,4 1 21,0-1 0,0 0 1,-1 0-1,1-1 0,0 0 0,0-1 1,0 1-1,13-4 0,-1 0 19,127-21-98,-57 8-181,-61 14-208,-36 17-3234,4-10 2690,-1 0-1,0-1 0,0 1 0,-1-1 0,1 0 0,-1 0 1,-8 4-1,-22 6-7216,3-7-3849</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7:31.704"/>
    </inkml:context>
    <inkml:brush xml:id="br0">
      <inkml:brushProperty name="width" value="0.025" units="cm"/>
      <inkml:brushProperty name="height" value="0.025" units="cm"/>
    </inkml:brush>
  </inkml:definitions>
  <inkml:trace contextRef="#ctx0" brushRef="#br0">23 234 7673,'0'0'13283,"-3"0"-11741,-14-6 249,17 6-1744,0 0 0,0 0-1,0 0 1,-1 0 0,1-1 0,0 1-1,0 0 1,0 0 0,0 0-1,0-1 1,-1 1 0,1 0 0,0 0-1,0 0 1,0-1 0,0 1-1,0 0 1,0 0 0,0-1 0,0 1-1,0 0 1,0 0 0,0 0-1,0-1 1,0 1 0,0 0 0,0 0-1,0-1 1,0 1 0,0 0-1,0 0 1,0-1 0,1 1 0,-1 0-1,3-3 338,0 0 0,0 0 0,0 0 0,0 0 0,0 1 0,5-3 0,6-4 385,34-23-205,3 2 0,0 3 1,2 2-1,0 2 1,97-27-1,-128 48-564,-21 2 0,-1 0 0,1 0 0,-1 0 0,1 1 0,-1-1 0,1 0 0,0 0 0,-1 1 0,1-1 0,-1 0 0,0 1 0,1-1 0,-1 0 0,1 1 0,-1-1 0,0 1 0,1-1 0,-1 1 0,0-1 0,1 1 0,-1 0 0,1 3 0,0 0 0,-1-1 0,0 1 0,0 0 0,0 0 0,0-1 0,0 1 0,-2 5 0,1-5 0,-6 36 0,-26 78 0,18-72 0,7-18 0,-70 253 0,60-192-60,18-88 17,0-1 1,0 0-1,0 1 0,0-1 1,0 1-1,0-1 0,0 1 1,0-1-1,0 0 0,0 1 0,0-1 1,0 0-1,1 1 0,-1-1 1,0 1-1,0-1 0,0 0 1,1 1-1,-1-1 0,0 0 1,0 1-1,1-1 0,-1 0 1,0 0-1,1 1 0,-1-1 0,0 0 1,1 0-1,-1 0 0,1 1 1,-1-1-1,0 0 0,1 0 1,-1 0-1,1 0 0,-1 0 1,0 0-1,1 0 0,-1 0 1,1 0-1,-1 0 0,1 0 0,14-3-1287,-11 0 898,0-1 1,0 0 0,-1 0 0,0 0 0,0 0-1,0 0 1,0-1 0,-1 1 0,1-1-1,-1 0 1,0 0 0,1-7 0,11-20-2454,11-11-3914,0-4-4468</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7:32.287"/>
    </inkml:context>
    <inkml:brush xml:id="br0">
      <inkml:brushProperty name="width" value="0.025" units="cm"/>
      <inkml:brushProperty name="height" value="0.025" units="cm"/>
    </inkml:brush>
  </inkml:definitions>
  <inkml:trace contextRef="#ctx0" brushRef="#br0">0 141 7657,'0'0'6554,"3"-1"-4728,5-2-752,-1-1 0,0 0 0,0 0 0,0-1 0,9-7 0,-7 5-126,0 1 0,18-11-1,12-2 581,-10 5-454,1 0 1,48-14-1,-76 27-1066,-1 1 1,1-1-1,-1 1 1,1 0-1,-1-1 0,1 1 1,0 0-1,-1 0 1,1 0-1,-1 0 1,3 1-1,1 5-59,-4-4 33,0 0-24,0-1 0,0 1 0,0-1 0,0 1 0,0 0 0,0 0 0,0 0 0,-1 0 0,1-1 0,-1 1 0,1 0-1,-1 0 1,0 0 0,0 0 0,0 0 0,0 0 0,0 0 0,-1 4 0,-12 43-979,6-24 263,-35 135-2566,31-134 3299,10-23 1163,27 8 1560,-17-11-2240,-1-1 1,1 0-1,12-3 0,17-2 711,-32 6-1104,27-5 271,0 3 1,0 0 0,0 3 0,34 4 0,-64-5-337,0 0 0,-1 1 0,1-1 0,-1 1 0,1 0 0,-1 0 0,1 0 0,-1 0 0,0 0 0,1 0 0,-1 1 0,0-1 0,0 1 0,0-1 0,0 1 0,0 0 0,0 0 0,-1 0 0,1 0 0,-1 0 0,1 0 0,-1 1 0,0-1 0,0 0 0,0 1 0,0-1 0,0 1 0,0-1 0,-1 1 0,1-1 0,-1 1 0,0 0 0,0-1 0,0 1 0,0-1 0,0 1 0,0 0 0,-1-1 0,0 5 0,-2 4 0,-1 1 0,0-1 0,0 0 0,-1 0 0,0-1 0,-1 1 0,-11 13 0,-1 1-938,-1-1 0,-1-1 1,-39 33-1,48-46 440,-2-1 0,1 0 0,-1-1 1,0 0-1,-1-1 0,0-1 0,0 0 0,-1-1 0,-18 5 1,29-9 123,-1 0 1,1-1-1,-1 0 1,0 1 0,1-2-1,-1 1 1,1 0-1,-1-1 1,0 0 0,1 0-1,-6-2 1,6 2-511,0-1 0,1 0 0,-1 0 1,0-1-1,1 1 0,0-1 0,-6-4 0,-10-17-8618</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7:32.871"/>
    </inkml:context>
    <inkml:brush xml:id="br0">
      <inkml:brushProperty name="width" value="0.025" units="cm"/>
      <inkml:brushProperty name="height" value="0.025" units="cm"/>
    </inkml:brush>
  </inkml:definitions>
  <inkml:trace contextRef="#ctx0" brushRef="#br0">217 22 9485,'-11'-21'8053,"8"22"-7367,-4 0-469,4 0-109,0-1 0,0 1 0,0 0 0,0 0 0,0 0 0,0 0 0,0 0 1,0 1-1,0 0 0,1-1 0,-1 1 0,1 0 0,-4 3 0,-99 132 2806,98-125-2642,1 0 0,0 0-1,1 1 1,0-1 0,1 1 0,0 0 0,1 1-1,0-1 1,1 1 0,1-1 0,0 1 0,1-1-1,0 1 1,1 0 0,1-1 0,3 16 0,-3-22-156,1-1 1,-1 1-1,1-1 1,0 0-1,0 0 1,1-1-1,0 1 1,0-1 0,0 1-1,1-1 1,-1 0-1,1-1 1,1 1-1,-1-1 1,9 5 0,4 2 205,1-2 0,1 0 0,28 9 0,19 0 148,-53-16-354,0 2 0,0 0 0,22 9 0,-22-7-93,-5-1-397,-21-4-96,-1-2 167,1 0-1,0-1 1,-1-1-1,1 0 1,0-1-1,-23-10 1,-31-10-1520,-37-9-2144,101 32 2902,2 0-484,0-1 1311,1 1-1,-1-1 0,0 1 1,1 0-1,0-1 0,-1 1 1,1 0-1,0-1 0,0 1 1,1-2-1,2-2-403,-1-1-393,1 0 1,0 1 0,0-1 0,0 1 0,1 0-1,10-9 1,9-2-5702</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7:33.563"/>
    </inkml:context>
    <inkml:brush xml:id="br0">
      <inkml:brushProperty name="width" value="0.025" units="cm"/>
      <inkml:brushProperty name="height" value="0.025" units="cm"/>
    </inkml:brush>
  </inkml:definitions>
  <inkml:trace contextRef="#ctx0" brushRef="#br0">406 1 4976,'-23'4'1365,"19"-3"-213,2 1-138,-18 21 851,17-21-949,-19 10 1739,18-10-2356,1 0 0,-1-1 0,0 1 1,0-1-1,1 0 0,-1-1 0,0 1 0,0 0 1,0-1-1,0 0 0,0 0 0,-6-1 1,-1 1 273,-24 2 344,0 2 0,-1 2 0,-65 19-1,96-24-776,1 1 0,-1-1-1,1 1 1,-1 1-1,1-1 1,0 0-1,0 1 1,0 0 0,0 0-1,-6 7 1,9-8 0,0 0 0,0 1 0,1-1 0,-1 1 0,1-1 0,-1 1 0,1-1 0,0 1 0,0 0 0,0-1-1,0 1 1,1-1 0,-1 1 0,2 3 0,0 0 19,1-1-1,-1 1 0,1-1 0,1 1 1,-1-1-1,1 0 0,0 0 1,0-1-1,0 1 0,5 3 0,4 5 196,27 28 442,-13-15-447,-2 2 1,-1 0-1,26 39 0,-45-58-347,1 0 0,-2 0 0,1 0 0,-1 1 0,-1 0 1,0 0-1,0 0 0,-1 0 0,0 0 0,-1 1 0,0-1 0,0 0 0,-1 1 0,-1-1 0,0 1 0,-2 12 0,-2-5-327,0 1-1,-2-1 0,0-1 0,-1 1 0,0-1 0,-1 0 0,-1-1 0,-1 0 0,-21 24 0,31-39 284,-1 1 0,1 0 0,-1-1-1,0 0 1,1 1 0,-1-1 0,0 0-1,0 1 1,0-1 0,0 0-1,0-1 1,0 1 0,0 0 0,-3 0-1,4-1 41,0 0-1,0 0 0,-1 0 1,1 0-1,0 0 0,0 0 0,0-1 1,0 1-1,0 0 0,-1-1 1,1 1-1,0-1 0,0 1 1,0-1-1,0 1 0,0-1 1,0 0-1,1 0 0,-3-1 1,1-1 47,0 0 0,0 0 0,0 0 1,1 0-1,-1-1 0,1 1 0,-1 0 0,1-1 1,0 1-1,1-1 0,-1 0 0,0 1 1,1-1-1,0-6 0,2-10 200,0 0-1,2 1 1,0 0-1,1-1 1,1 2 0,11-25-1,58-105 1655,-70 141-1768,155-242 2131,-144 222-2262,-10 16 0,0 0 0,1 0 0,8-10 0,-14 21-7,-1 0 0,0 0 0,0 0 0,0-1 0,0 1 0,1 0 0,-1 0 0,0 0 0,0 0 0,0-1 0,0 1 1,0 0-1,0 0 0,1 0 0,-1-1 0,0 1 0,0 0 0,0 0 0,0-1 0,0 1 0,0 0 0,0 0 0,0 0 0,0-1 0,0 1 0,0 0 0,0 0 0,0-1 0,0 1 0,0 0 0,0 0 0,-1 0 0,1-1 0,0 1 1,0 0-1,0 0 0,0 0 0,0-1 0,0 1 0,-1 0 0,1 0 0,0 0 0,0 0 0,0-1 0,0 1 0,-1 0 0,1 0 0,0 0 0,0 0 0,0 0 0,-1 0 0,1 0 0,0 0 0,-20-1-884,13 2 508,0 0 0,0 1 0,0 0 0,-10 3 0,13-2 97,0-1 0,0 1 0,0 0 1,0 0-1,-4 5 0,-19 13-1186,-20 12-823,45-32 1956,6-4 618,-1 0 5,0 0 0,1 0 0,-1 0 0,1 1 0,0-1 0,0 1-1,8-4 1,-4 2 133,49-27 743,-55 30-1733,-31 7-13690,-12 4 4192</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7:34.539"/>
    </inkml:context>
    <inkml:brush xml:id="br0">
      <inkml:brushProperty name="width" value="0.025" units="cm"/>
      <inkml:brushProperty name="height" value="0.025" units="cm"/>
    </inkml:brush>
  </inkml:definitions>
  <inkml:trace contextRef="#ctx0" brushRef="#br0">27 338 8509,'-2'0'790,"-15"2"-1154,11-5 3612,5-1 1838,0-2 3301,20 4-7120,27-2-181,89 5 1,-46 2-655,599-11 775,409-32-562,153-15 475,-478 18-982,-16 0-9,-1-17-129,-709 50 0,90-10 0,-111 11 16,-17 3 2,13 1-199,-26-2-522,1 0 0,-1 0-1,1-1 1,-1 0-1,-7-4 1,-11-4-807,-60-14-4011,23 11-2029,4 0-3285</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7:35.828"/>
    </inkml:context>
    <inkml:brush xml:id="br0">
      <inkml:brushProperty name="width" value="0.025" units="cm"/>
      <inkml:brushProperty name="height" value="0.025" units="cm"/>
    </inkml:brush>
  </inkml:definitions>
  <inkml:trace contextRef="#ctx0" brushRef="#br0">4 97 4772,'-3'-5'10110,"9"13"-4579,-2-4-6966,-3-4 1577,0-1 1,0 1-1,0 0 1,0-1 0,0 1-1,0-1 1,0 1-1,0-1 1,0 0 0,0 1-1,0-1 1,0 0-1,1-1 1,-1 1 116,20-14 1299,0 0 1,1 2-1,42-18 0,-26 13-562,-35 16-829,8 18-645,-9-14 368,-1 1 0,0-1 0,1 1-1,-1-1 1,0 1 0,-1 0 0,1-1-1,0 1 1,-1 0 0,1 0 0,-1 0-1,0-1 1,0 1 0,0 3 0,-7 42-991,4-32 642,-10 50-1587,-3 0 1,-34 87-1,48-147 2568,-1 0 0,1-1 0,-1 0 0,0 0 0,-5 6 0,41-15 4513,-10-4-3206,29-13-1,20-6 114,-46 19-1815,2-1-113,1 1 1,-1 1 0,1 1-1,46-2 1,-52 9-15,-22 0 0,0-1 0,0 0 0,0 1 0,0-1 0,0 0 0,0 1 0,0-1 0,0 1 0,0-1 0,0 1 0,-1 0 0,1-1 0,0 1 0,0 0 0,0 0 0,-1 0 0,1-1 0,-1 1 0,1 0 0,0 0 0,-1 0 0,0 0 0,1 0 0,-1 0 0,1 0 0,-1 0 0,0 0 0,0 0 0,0 0 0,0 1 0,0-1 0,0 2 0,0 1 0,-1 0 0,1 0 0,-1 0 0,0 0 0,0 0 0,-1 0 0,-2 5 0,-6 10 15,-2 0 1,0-1-1,0 0 1,-23 22-1,-66 61-358,97-97 300,-9 8-717,-1 0 0,0-1 0,0 0 0,-17 8-1,22-14-14,0-1-1,0 0 0,0-1 1,0 0-1,-1-1 0,1 0 0,-1 0 1,-19 0-1,-17-4-6215,3-9-4710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7:36.457"/>
    </inkml:context>
    <inkml:brush xml:id="br0">
      <inkml:brushProperty name="width" value="0.025" units="cm"/>
      <inkml:brushProperty name="height" value="0.025" units="cm"/>
    </inkml:brush>
  </inkml:definitions>
  <inkml:trace contextRef="#ctx0" brushRef="#br0">30 170 6453,'-8'-3'697,"-5"-2"-325,4 5 9034,15-2-8837,-1 0 0,1-1 0,-1 1 0,0-1 0,0 0 0,0 0 0,-1-1 0,1 1 0,-1-1 0,6-6 0,-4 4-41,2-1 0,-1 1 0,11-6 0,24-9 1749,0 2 0,87-25 0,-112 39-1876,5 2-200,-20 4-199,-1-1-1,1 1 0,0-1 1,0 1-1,0 0 0,0 0 0,-1 0 1,1 0-1,0 0 0,-1 0 1,1 0-1,-1 0 0,1 1 1,-1-1-1,0 1 0,1-1 0,-1 1 1,0-1-1,0 1 0,0 0 1,0 0-1,0-1 0,-1 1 1,1 0-1,0 0 0,-1 0 0,0 0 1,1 0-1,-1 0 0,0 0 1,0 3-1,0 6-14,-1-1 0,0 0 1,-1 0-1,-5 17 0,7-26 9,-14 40-633,-1-2 0,-39 73 0,13-29-333,14-28 389,-17 43 106,43-96 522,0 0 0,0 1 0,1-1 0,-1 1 0,1 0-1,-1-1 1,1 1 0,0-1 0,0 1 0,0-1 0,1 6 0,-1-8-13,1 1 0,-1 0 1,0 0-1,1 0 0,-1 0 1,1 0-1,-1-1 1,1 1-1,0 0 0,-1-1 1,1 1-1,0 0 0,-1-1 1,1 1-1,0-1 1,0 1-1,-1-1 0,1 1 1,0-1-1,0 1 0,0-1 1,0 0-1,0 0 1,0 1-1,0-1 0,0 0 1,0 0-1,-1 0 0,1 0 1,0 0-1,2 0 0,11-2 172,0 0 0,0 0 0,-1-1 0,24-9 0,53-26 911,-48 19-928,76-35-189,-46 20 0,103-35 0,-137 54-3621,-38 15 3548,1 0 1,-1 0-1,0 0 0,0 0 1,0 0-1,1 0 0,-1 0 1,0 0-1,0 0 0,0 0 1,0 0-1,0 0 0,1-1 1,-1 1-1,0 0 0,0 0 1,0 0-1,0 0 0,0 0 1,1 0-1,-1-1 0,0 1 1,0 0-1,0 0 0,0 0 1,0 0-1,0 0 0,0-1 1,0 1-1,0 0 0,0 0 1,0 0-1,0 0 0,0-1 0,0 1 1,0 0-1,0 0 0,0 0 1,0-1-1,0 1 0,0 0 1,0 0-1,0 0 0,0-1 1,-18 1-3055,-15 6-4365,0 2-4781</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7:37.084"/>
    </inkml:context>
    <inkml:brush xml:id="br0">
      <inkml:brushProperty name="width" value="0.025" units="cm"/>
      <inkml:brushProperty name="height" value="0.025" units="cm"/>
    </inkml:brush>
  </inkml:definitions>
  <inkml:trace contextRef="#ctx0" brushRef="#br0">0 136 8789,'2'0'517,"0"0"-1,0 0 1,0 0 0,0-1 0,0 1-1,0-1 1,0 1 0,0-1 0,0 0-1,0 0 1,0 0 0,-1 0 0,1 0-1,0 0 1,-1 0 0,3-3 0,9-13 2016,-10 12-1692,1 1 0,-1-1 0,1 1 1,7-7-1,16-8 1758,1 0 1,32-15-1,-57 32-2442,-3 2-152,0 0 1,0-1 0,1 1 0,-1 0 0,0 0 0,1 0 0,-1 0-1,0-1 1,1 1 0,-1 0 0,0 0 0,1 0 0,-1 0-1,0 0 1,1 0 0,-1 0 0,0 0 0,1 0 0,-1 0-1,0 0 1,1 0 0,-1 0 0,0 0 0,1 1 0,-1-1-1,0 0 1,1 0 0,-1 0 0,0 0 0,0 1 0,1-1 0,-1 0-1,0 0 1,0 0 0,1 1 0,-1-1 0,0 0 0,0 0-1,1 1 1,2 18-48,-7 23-270,4-42 309,-6 29-310,-1-1-1,-2 0 1,-16 34 0,-12 42-423,33-91 651,1-4 81,1 1 0,0-1 0,0 0 1,1 1-1,-1 12 0,2-20 64,1 0 0,-1 1-1,0-1 1,1 0 0,-1 0 0,1 1 0,0-1-1,0 0 1,0 0 0,0 0 0,0 0 0,0 0-1,1 0 1,-1 0 0,1 0 0,-1-1 0,1 1-1,-1 0 1,1-1 0,0 1 0,0-1 0,0 0-1,0 0 1,0 1 0,0-1 0,3 1 0,2-1 8,-1 1 1,0 0 0,0-1 0,1 0 0,-1-1-1,0 1 1,1-1 0,10-2 0,54-11 391,-54 10-434,100-31-26,-79 21 0,63-12 0,-88 23-232,16-2-1607,-24 0 509,-13-1-87,6 5 850,0 0 0,-1 0 0,1-1 0,-1 2 1,1-1-1,0 0 0,-1 0 0,1 1 0,-1-1 0,1 1 0,0 0 0,0 0 0,-1 0 0,-1 1 0,-6 2-2857,-22 5-9613</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7:37.480"/>
    </inkml:context>
    <inkml:brush xml:id="br0">
      <inkml:brushProperty name="width" value="0.025" units="cm"/>
      <inkml:brushProperty name="height" value="0.025" units="cm"/>
    </inkml:brush>
  </inkml:definitions>
  <inkml:trace contextRef="#ctx0" brushRef="#br0">130 11 11237,'0'-1'149,"0"1"-1,0 0 1,0-1-1,0 1 1,0-1-1,0 1 1,0 0-1,0-1 1,0 1-1,-1 0 1,1-1-1,0 1 1,0 0-1,0-1 1,0 1-1,0 0 1,-1-1-1,1 1 1,0 0-1,0-1 1,-1 1-1,1 0 1,0 0-1,0-1 1,-1 1-1,1 0 1,0 0-1,-1 0 1,1 0-1,0-1 1,-1 1-1,1 0 1,0 0-1,-1 0 1,1 0-1,-1 0 1,1 0-1,0 0 1,-1 0-1,1 0 1,0 0-1,-1 0 1,1 0-1,-1 0 1,0 0 15,-1 1 1,1-1 0,0 1 0,-1-1 0,1 1 0,0 0 0,0 0 0,-1-1 0,1 1 0,0 0 0,0 0 0,0 0 0,-1 2 0,-6 8 248,0 1 1,1 0 0,1 0 0,0 0 0,0 1-1,-4 17 1,-18 85 2102,20-69-1806,1 1 0,3 0 1,2 73-1,3-113-937,0-1 0,0 1 0,1-1 1,0 0-1,0 0 0,5 10 0,-3-8-408,-4-8 370,1 0 0,0 0 0,0 0 0,0 0 0,0 0 0,-1-1 0,1 1 0,0 0 0,0-1 0,-1 1 0,1 0 0,0-1 0,0 1 0,-1-1 0,1 1-1,0-1 1,0-1 0,12-9-6926,-4-11-4122</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7:38.044"/>
    </inkml:context>
    <inkml:brush xml:id="br0">
      <inkml:brushProperty name="width" value="0.025" units="cm"/>
      <inkml:brushProperty name="height" value="0.025" units="cm"/>
    </inkml:brush>
  </inkml:definitions>
  <inkml:trace contextRef="#ctx0" brushRef="#br0">432 5 10589,'-16'14'2304,"13"-12"-316,2-4-340,-1-1-1512,2 2-34,-1 0 1,1 1-1,0-1 1,0 0 0,-1 0-1,1 1 1,-1-1-1,1 0 1,0 1 0,-1-1-1,1 0 1,-1 1-1,0-1 1,1 1 0,-1-1-1,1 1 1,-1-1-1,0 1 1,1-1 0,-1 1-1,0 0 1,0-1-1,1 1 1,-1 0 0,0 0-1,0-1 1,1 1-1,-1 0 1,0 0 0,0 0-1,0 0 1,1 0-1,-1 0 1,0 0 0,0 0-1,0 0 1,1 1-1,-1-1 1,0 0 0,-1 1-1,-120 54 1318,72-29-987,1 3-1,-48 38 1,90-62-214,0 0 1,1 0-1,0 0 1,0 1-1,0 0 0,1 0 1,-1 1-1,-6 12 1,11-18-173,1 0 0,-1-1 0,1 1 0,0 0 0,-1 0 0,1-1 0,0 1 0,0 0 0,0 0 0,0-1 0,0 1 0,0 0 0,0 0 0,0-1 0,0 1 0,0 0 0,0 0 0,0 0 0,0-1 0,0 1 0,1 0 0,-1-1 0,0 1 0,1 0 0,-1 0 0,1-1 0,0 2 0,0-1 0,1 0 0,-1 1 0,1-1 0,0 0 0,-1 0 0,1 0 0,0-1 0,0 1 0,0 0 0,0-1 0,1 1 0,5 1 54,0-1 0,0 0 1,0-1-1,15-1 0,77-14 381,-88 13-505,-1-1 1,1-1-1,-1 0 1,0-1-1,0 0 1,13-8-1,1-10-644,-13 10 523,-10 11 184,13-23 1478,-13 23-1440,20-17 1853,-22 19-1908,1-1-1,-1 1 1,0 0-1,1 0 1,-1 0 0,0-1-1,1 1 1,-1 0-1,0 0 1,1 0 0,-1 0-1,0 0 1,1 0-1,-1-1 1,0 1 0,1 0-1,-1 0 1,1 0 0,-1 0-1,0 0 1,1 0-1,-1 1 1,1-1 0,-1 0-1,0 0 1,1 0-1,-1 0 1,0 0 0,1 0-1,-1 1 1,0-1-1,1 0 1,-1 0 0,0 1-1,0-1 1,1 0-1,-1 0 1,0 1 0,0-1-1,1 0 1,-1 1-1,0-1 1,0 0 0,0 1-1,1-1 1,-1 0-1,0 1 1,0-1 0,0 1-1,0-1 1,0 0-1,0 1 1,0-1 0,0 0-1,0 1 1,0-1-1,0 1 1,0 0 0,15 129 266,3 48-175,-2 151-114,-5-244-2536,-13-110-524,-4-33 0,-3-10-6606,7 28-1795</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0:17.707"/>
    </inkml:context>
    <inkml:brush xml:id="br0">
      <inkml:brushProperty name="width" value="0.025" units="cm"/>
      <inkml:brushProperty name="height" value="0.025" units="cm"/>
    </inkml:brush>
  </inkml:definitions>
  <inkml:trace contextRef="#ctx0" brushRef="#br0">3677 245 6445,'0'0'225,"-1"1"1,1-1 0,0 0 0,0 1 0,-1-1-1,1 0 1,-1 1 0,1-1 0,0 0 0,-1 1-1,1-1 1,0 0 0,-1 0 0,1 0-1,-1 0 1,1 1 0,-1-1 0,1 0 0,-1 0-1,1 0 1,0 0 0,-1 0 0,1 0 0,-1 0-1,1 0 1,-1 0 0,1 0 0,-1 0 0,1-1-1,-1 1 1,1 0 0,0 0 0,-1 0 0,1 0-1,-1-1 1,1 1 0,0 0 0,-1-1-1,1 1 1,-1-1 0,-7-2-352,6 2 1321,0 0-710,-39-18 1472,31 13-1519,-1 1 0,0 0 0,0 0 1,-14-3-1,-185-33 1423,162 31-1689,-104-17 361,-16-5-133,102 18-189,-75-7 0,-105 3 135,189 18-298,-66 8-1,23-1 22,-144 26 8,124-14-4,-12 6 136,-175 58 0,142-35-5,-296 115 36,455-161-238,-45 18 75,2 2-1,-55 32 1,47-21 11,29-17-51,-30 22 1,23-11-9,2 1 1,1 2-1,1 1 0,1 1 0,2 2 1,-26 40-1,22-24 112,-32 68 0,41-69-8,-27 96 0,39-96-94,2 0 0,2 1-1,0 85 1,8-117-21,1 0 0,0-1 0,1 1 0,1-1 0,1 0 0,0 0 0,1 0 0,1-1 0,1 0 0,0 0 0,1-1 0,12 17 0,16 16 4,3-2 0,53 49 0,-63-65-4,27 23-27,1-2 0,86 55 1,141 71-4,-206-130 24,216 131-99,-241-150 118,2-3 1,0-3-1,1-1 0,64 12 1,-32-14-30,93 8 0,-72-13 2,322 36 1,-234-29-94,-75-7 88,459 31-38,-449-49 16,164-26 0,130-44 28,-384 65 12,33-7-23,-1-4-1,-1-3 0,122-56 0,-112 37 7,-2-4 0,130-94 0,-167 106 34,-1-3 1,50-53 0,-73 66 27,-1 0 0,-2-2 0,0 0 0,-1-1 0,22-49 1,-13 15 291,36-123 0,-46 118-67,-4-1 1,-2 0-1,-3 0 0,-3-96 0,-7 130-202,-1 0-1,-2 0 1,-1 0 0,-14-37 0,-56-120 123,14 73-108,38 72 80,-32-43 0,2 3-99,29 41-19,-1 2 0,-3 1 0,-54-59 0,47 59-26,28 30-29,0 0 0,-1 1 0,-1 0-1,1 1 1,-23-15 0,-35-18-72,29 17 78,-80-38 0,-89-23 143,184 78-117,-1 1 0,-44-6 1,48 10-90,-51-11 114,37 6-87,0 2 1,-62-3-1,-7 4-2,-16 0-34,-26 11 94,-112 1 415,230-5-386,0 0 0,-45 12 0,-12 0-2,58-10-62,1 1 0,0 2 0,-50 17 0,0 4 0,-43 18 0,73-30 0,19-5 0,22-8-252,3-2-70,1 0 0,0 0 1,-1-1-1,1 1 0,0-1 0,-1 1 1,1-1-1,-1 1 0,1-1 0,0 0 1,-1 1-1,1-1 0,-1 0 1,1 0-1,-1 0 0,1 0 0,-1 0 1,1-1-1,-1 1 0,-2-1 0,0-1-993,-3-1-292,-1 2-6810,-10 1-3018</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9:27.674"/>
    </inkml:context>
    <inkml:brush xml:id="br0">
      <inkml:brushProperty name="width" value="0.025" units="cm"/>
      <inkml:brushProperty name="height" value="0.025" units="cm"/>
    </inkml:brush>
  </inkml:definitions>
  <inkml:trace contextRef="#ctx0" brushRef="#br0">0 49 25166,'2546'-49'0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9:33.115"/>
    </inkml:context>
    <inkml:brush xml:id="br0">
      <inkml:brushProperty name="width" value="0.025" units="cm"/>
      <inkml:brushProperty name="height" value="0.025" units="cm"/>
    </inkml:brush>
  </inkml:definitions>
  <inkml:trace contextRef="#ctx0" brushRef="#br0">2926 378 9661,'-24'13'9348,"23"-15"-9070,-2-2-157,1 1 1,-1 0-1,0 0 0,0 0 1,0 0-1,0 0 0,0 0 1,0 1-1,-1 0 0,-4-3 1,-43-17 537,2 2-205,2-2-175,0 2 1,-65-17-1,79 27-195,-48-14 95,-92-13-1,-87-1 10,226 34-155,-85-12 39,-53-6 4,62 7 0,53 9-21,12 1 40,-47-11 1,74 13-89,-1 0 1,-22 0 0,-18-3 114,-164-19 63,136 24-144,-1 5-1,1 4 1,1 3 0,-144 38 0,180-34-87,-93 44-1,134-55 43,-15 8-3,2 0 0,0 1 0,0 1 0,1 1 0,1 1 0,0 1 0,-32 37 0,48-49 10,0 1 1,0 0 0,0-1 0,1 1 0,0 0 0,0 1 0,1-1-1,-1 0 1,1 1 0,1 0 0,-1-1 0,1 1 0,1 0 0,-1-1 0,1 1-1,1 9 1,1 10-10,2-1-1,1 0 1,8 24-1,-12-45 10,2 4 9,0 0 0,0 0 0,1-1 0,0 1-1,0-1 1,9 11 0,37 39 13,-35-41-97,43 40 100,-41-40-37,0 0 1,-1 1-1,19 27 1,-15-16-8,2-1 0,34 36 0,-47-55 9,1-1-1,0 0 1,0 0 0,16 7-1,3 3 1,74 47-12,-63-41 18,45 18 0,48 15 1,-24-17 25,143 57 113,-206-84-148,1-1 1,-1-2 0,72 3-1,-64-7-36,-15-3 33,-1-2 0,67-10 0,-28 3 16,108-16-73,-47 6-32,-95 12 36,-1-2 1,67-18 0,31-15-4,-86 27 42,-35 9 23,34-12-1,20-5-10,15-5 84,-77 21-63,2 1-17,0-2 0,0 0 0,23-15 0,-12 7 23,42-19 0,-24 14 33,5-12 57,-44 28-74,0 0-1,0 0 1,0 0 0,0 0-1,-1-1 1,1 1 0,-1-1-1,0 0 1,0 0 0,0 0-1,-1 0 1,1 0 0,0-8-1,7-10 145,-8 19-166,-1 1 0,1-1 0,0 0 0,-1 1 0,0-1 0,1 0 0,-1 0 0,0 1 1,-1-6-1,1-13 37,1 13 4,0 1-1,-1 0 1,0 0-1,0 0 1,0-1 0,-1 1-1,-3-12 1,-19-52 285,6 21-248,13 41-45,1 0 0,-2 0 0,1 0-1,-1 1 1,0 0 0,-12-13 0,-7-13 147,10 8-2,10 18-112,0 0 1,-1 1-1,0 0 0,-7-10 0,11 17-70,1-1 0,-1 0 0,1 1 0,-1-1 0,1 0-1,-1 1 1,1-1 0,0 0 0,-1 1 0,1-1 0,0 0 0,0 0 0,0 1 0,0-1 0,-1 0-1,1 0 1,0 0 0,0 1 0,1-2 0,-5-14 161,-8-7 136,9 16-211,0 0 1,0 1-1,-1-1 1,0 1 0,0 0-1,-1 0 1,1 0-1,-10-7 1,2 4-38,0 1 0,-1 1 0,0 1 0,0-1-1,-23-6 1,-72-13 84,74 19-456,-65-22-1,97 28-501,-16-5-2684,0-1-642,7 1-1632,2 1-4326</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9:36.290"/>
    </inkml:context>
    <inkml:brush xml:id="br0">
      <inkml:brushProperty name="width" value="0.025" units="cm"/>
      <inkml:brushProperty name="height" value="0.025" units="cm"/>
    </inkml:brush>
  </inkml:definitions>
  <inkml:trace contextRef="#ctx0" brushRef="#br0">2607 205 9141,'-14'3'8005,"4"-9"-7051,-1-1-580,-1 1 0,0 0 0,0 0 0,-1 2 0,1-1 0,-1 2 0,0-1 0,-15 0 0,21 2-299,1 1-1,0-1 1,0 0 0,-10-5-1,-20-6 144,-88-20 190,-24 3-114,-2 4-2,100 13-193,0 3-1,0 2 0,-101-2 1,-173 17 41,135 4-56,-83 9-51,102 1 36,135-18-74,1 1 0,0 2 0,-54 17 1,-95 47 38,134-47-70,0 2 0,-76 54-1,115-71 26,0 1 0,1 0-1,0 0 1,1 1-1,-1 0 1,2 1-1,0-1 1,-10 21-1,13-19 11,0 0 1,1 0-1,0 1 0,1-1 1,1 1-1,0-1 0,1 1 1,0-1-1,1 1 1,2 14-1,2-11 0,1-1 0,0 0 1,1 0-1,0-1 0,1 0 1,1 0-1,0-1 0,1 0 1,0 0-1,13 10 0,141 135 19,-74-90-8,-40-33-33,-20-15 24,1-1-1,1-2 1,64 25 0,-50-26 13,2-1 0,0-2 1,86 11-1,150-3-22,-192-16 45,233-5-43,-313 0-7,128-8-15,245-44 0,126-82-63,-460 116 93,0-3-1,-1-1 0,-2-3 1,71-47-1,-114 68 10,1-1 0,-1 0 0,0 0 0,0-1-1,7-8 1,-2 1 39,-6 7 6,0 1 0,0-1 0,0 0 0,-1 0 0,0 0 0,0 0 0,-1-1 0,0 1 0,0-1 0,0 0 0,-1 1 0,0-1 0,0 0 0,-1 0-1,1 0 1,-2 0 0,1 0 0,-2-9 0,-1 1 162,0-1 0,-1 1-1,-1 0 1,-1 0 0,1 0 0,-14-22-1,3 12 82,-2 0-1,0 1 0,-36-36 1,15 24-102,-2 3 0,-47-30 1,9 6 25,60 44-327,6 3-577,1 1 1,-1-2-1,-17-19 0,25 24-219,-1 0 1,1 0 0,-1 1 0,-1-1 0,-7-4-1,-10 1-6480,0 8-2238</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0:07.646"/>
    </inkml:context>
    <inkml:brush xml:id="br0">
      <inkml:brushProperty name="width" value="0.025" units="cm"/>
      <inkml:brushProperty name="height" value="0.025" units="cm"/>
    </inkml:brush>
  </inkml:definitions>
  <inkml:trace contextRef="#ctx0" brushRef="#br0">1351 283 9765,'0'0'12596,"-2"-2"-12320,-15-21-161,-2 0-1,0 1 0,-1 1 1,-2 1-1,0 1 0,-1 1 1,0 1-1,-29-16 0,25 19-81,11 5-18,0 0 0,-1 2 0,-34-12 0,19 11 0,0 1 0,-1 2 0,0 1 0,0 2 0,0 1 0,0 2 0,-40 5 0,32 0-19,20-3 2,1 1-1,-29 8 1,44-11 19,-23 8-9,1 1 0,-1 2-1,-26 15 1,30-13-33,-24 20-1,35-24 96,4-4-80,1 1-1,0 0 1,0 0-1,-11 13 1,-69 114 100,19-27-56,-6 34-67,68-125 27,1-1-1,0 1 0,1 0 1,1 1-1,-3 28 0,1-12 24,-7 97 12,11-107 33,-2 91-130,4-64 72,1 0-1,2 0 1,3 0-1,2 0 1,21 72 0,-23-85-6,-5-31 4,-1 0-1,1 0 1,1 0-1,-1 0 1,1 0-1,0-1 1,5 11-1,16 29-108,-18-33 92,1 0-1,1 0 0,0-1 1,0 0-1,10 11 1,10 10-7,-17-20 19,0-1 0,0 0 0,1-1 0,16 13 1,135 83-9,-113-82 26,1-2 0,0-2 0,54 13 0,-80-25-16,0-2-1,1 0 1,-1-2 0,1-1-1,0-1 1,33-1 0,-16-6 18,0-2 1,-1-2-1,1-1 1,72-29 0,-29 0-125,-75 35 103,0-1 1,0 0-1,15-11 1,-15 9-3,0 0 1,18-8-1,-10 8 12,0-2 0,-1 0 0,0-2 0,26-20 0,-10-6-24,-14 15 129,-10 9-66,0 1 0,0-2 0,-2 1 0,0-1 1,0 0-1,-1 0 0,-1-1 0,0 0 0,4-25 0,8-27 197,12-61 9,-2 16 108,-22 86-50,-3 22-246,-1 0 1,0-1-1,0 1 0,0 0 1,-1 0-1,0-1 0,1 1 1,-2 0-1,1-1 0,-1-5 1,-3-8 63,1 0 0,1-1 0,0-20 0,-3-26 152,-8-38 726,9 58-554,4 35-375,-1 1 1,0-1 0,-5-18-1,-3-2 47,1 5-2,1-1 0,0 0 1,-2-32-1,4 12 331,5 44-414,-11-12 16,1 0 0,1-1 0,-10-20 0,14 27-74,-18-36 321,22 41 3,0-15-80,0 10-107,0 0 0,-1 0 0,0 1-1,-4-9 1,5 14-18,-1 0-71,0-1 0,0 1 1,0-1-1,0 1 0,0-1 0,0 0 0,-1-3 1,3 5-10,-5-6-5,0 1 0,0-1 0,-1 1 1,0 0-1,0 1 0,0-1 1,-1 1-1,0 0 0,0 1 1,0 0-1,0 0 0,-1 0 1,1 1-1,-11-3 0,-9-2-400,0 2 1,-45-5-1,68 10 301,-47-3-2426,42 4 1748,-1-1-1,0 0 1,0 0 0,0-1 0,-9-3-1,-5-1-3527,8 7-1404,-5 4-5008</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0:08.979"/>
    </inkml:context>
    <inkml:brush xml:id="br0">
      <inkml:brushProperty name="width" value="0.025" units="cm"/>
      <inkml:brushProperty name="height" value="0.025" units="cm"/>
    </inkml:brush>
  </inkml:definitions>
  <inkml:trace contextRef="#ctx0" brushRef="#br0">122 65 6077,'-1'-1'100,"0"0"0,0 0 0,0 1 0,0-1 1,0 0-1,0 0 0,0 1 0,0-1 1,0 1-1,0 0 0,-1-1 0,1 1 0,0 0 1,0-1-1,-1 1 0,1 0 0,0 0 1,0 0-1,-1 0 0,1 0 0,0 0 0,0 1 1,-1-1-1,1 0 0,0 1 0,0-1 1,0 1-1,-1-1 0,1 1 0,0-1 0,-1 2 1,-20 6 1702,20-8-921,0 2 38,-1 0 66,-1-1 1,0 1-1,1-1 1,-1 1-1,0-1 1,0 0-1,0 0 1,0-1-1,0 1 1,0-1 0,0 0-1,-7 0 1,29-8 1027,8 1-1183,0 1 0,0 2 0,42-3 0,-31 4-317,477-18 304,0 37-435,-342-6-383,109 4 0,-144-8 0,-76-2 0,-40-4 0,-13 1-287,-14 0-479,-16 0-1627,13-4 1295,1 0 0,-1-1-1,1 0 1,-1 0 0,-11-9 0,-4-9-6438,5-6-4676</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0:46.455"/>
    </inkml:context>
    <inkml:brush xml:id="br0">
      <inkml:brushProperty name="width" value="0.025" units="cm"/>
      <inkml:brushProperty name="height" value="0.025" units="cm"/>
    </inkml:brush>
  </inkml:definitions>
  <inkml:trace contextRef="#ctx0" brushRef="#br0">1 208 6845,'0'0'14988,"2"1"-14732,2 0-406,13 2 1181,-14-6-395,-8-3-449,5 6-181,-1-1 0,1 1 0,0 0-1,0 0 1,0 0 0,0-1 0,0 1 0,-1 0 0,1 0 0,0 0 0,0-1 0,0 1 0,0 0 0,0 0-1,0-1 1,0 1 0,0 0 0,0 0 0,0-1 0,0 1 0,0 0 0,0 0 0,0-1 0,0 1 0,0 0 0,0 0-1,0-1 1,0 1 0,1 0 0,-1 0 0,0 0 0,0-1 0,0 1 0,0 0 0,0 0 0,1 0 0,-1-1-1,0 1 1,0 0 0,0 0 0,1 0 0,-1 0 0,0 0 0,0 0 0,0-1 0,1 1 0,-1 0 0,0 0-1,0 0 1,1 0 0,-1 0 0,25-9 178,32-2-7,-53 11-157,-1-1 26,-1 0 59,2 1-85,-1 1-10,18-7-38,8-1 51,-26 7 97,0 0-145,193-10-13,-90 12-34,69 3 154,-68-5-70,-49 3-60,15 5-22,-56-6 66,-13-2-3,13 1-8,66 9 103,-81-10-113,2 1 4,27 1 17,-28-2 97,14 3-118,12-1 23,51-1 0,-39-2 80,-38 1-125,16 0 16,137 8 54,-153-8-37,1 0 20,26-6 56,57-1-1,-84 7-93,16 0 34,29 0 256,-45 0 6,14-3-109,1 1-152,-15 2-35,1 0-24,29 0 109,-29 0-84,-2 0 10,0 0 26,7-1 0,1 2 0,0-1 0,16 4 0,-23-3 1,0-1-2,96 3 10,-64-6-84,-32 3 84,14 5-48,31 3 22,26-2 62,-18 0-39,24 4-5,-19-3-3,8 0-52,-7-2-46,225 17 304,24-9-312,-214-10 105,-30-2 178,66-2-285,-119 1 88,-12 0 11,2 0 26,15 0-36,117 5-40,-126-4 68,0-1 0,0 0-1,15-2 1,4 0-19,71 1 7,153 5 36,31 1-83,-18-1 190,-196 0-123,279 10-201,-104-9 234,-198-8-38,-33 1-12,0 1 0,0 1-1,16 1 1,-7 0-24,0 0 0,38-5-1,-19 1 10,106-2 22,53-3 25,72-22-49,-90 12 140,-51 9-204,-31-4 44,128 1 1,-57 1 167,17 3-203,-116 7 13,63 2 63,115 1-67,-126-4 68,21-2-72,51 0-264,229 50-327,-58-3 534,160-18-189,62-14-169,-451-12 428,222-9 21,-8 0-9,-132 7-23,642-64-82,-827 63 140,120-10 22,-69 9-29,389-17 19,-135 11 122,-137 1-151,275-9 77,-214 10-10,-154 7-9,55 2 26,-23-1 5,-103-1-102,118 5 64,146-11-22,-142 0 21,69-3-14,83 8 62,-216 4-58,-38-1 64,199-5 393,-186 0 505,77 7-1,-98 6 2858,-47-9-3583,0 1-1,1-1 0,-1 0 0,0 0 0,1 0 1,5-3-1,-4 0-803,-2-4-6581,-5-3-1073,-1 2 5747,0 4 3120,-6-38-11761</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0:47.962"/>
    </inkml:context>
    <inkml:brush xml:id="br0">
      <inkml:brushProperty name="width" value="0.025" units="cm"/>
      <inkml:brushProperty name="height" value="0.025" units="cm"/>
    </inkml:brush>
  </inkml:definitions>
  <inkml:trace contextRef="#ctx0" brushRef="#br0">173 119 4512,'-2'-1'186,"-1"0"-1,0 0 0,1 0 0,-1 0 0,0 0 0,1 0 0,-1 1 0,0-1 0,0 1 0,1 0 1,-1 0-1,0 0 0,0 0 0,0 0 0,1 1 0,-1-1 0,0 1 0,0 0 0,1 0 0,-1 0 1,1 0-1,-1 0 0,-3 3 0,-59 23 2967,60-23-2324,-20 9 8613,15-11-9741,51 10 1073,-8-9-427,33-3-1,-8 1-195,171 3 184,113 5-196,-202-9-62,25 1 5,120 7 162,-154-6-137,338-7 115,-317 3-150,39-1 109,196-14 105,-210 3-142,165-7 549,4 24-393,-285-1-255,386-4 13,-321-1-49,95-8 288,20-3-39,-141 9 65,-92 5-290,11-2 472,0 2-1,28 2 0,-45-1 75,1-1-484,56 0 2677,-56 0-4084,-4-6-877,0 2 1532,-8-38-3812,-6 8-4534,0 4-2905</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0:52.151"/>
    </inkml:context>
    <inkml:brush xml:id="br0">
      <inkml:brushProperty name="width" value="0.025" units="cm"/>
      <inkml:brushProperty name="height" value="0.025" units="cm"/>
    </inkml:brush>
  </inkml:definitions>
  <inkml:trace contextRef="#ctx0" brushRef="#br0">1573 146 7357,'-1'2'1520,"-10"5"986,10-7-1909,1 0 0,-1 1 0,0-1 0,1 1 0,-1-1 0,0 0 0,0 0 0,0 0 0,1 1 0,-1-1 0,0 0 0,0 0-1,0 0 1,0 0 0,1 0 0,-1 0 0,0 0 0,0-1 0,0 1 0,1 0 0,-2-1 0,-5-2 530,0-2-3505,-1 0 2647,0 0 0,-1 1 1,1 0-1,-1 1 0,0-1 0,0 2 1,-15-3-1,-203-33 2538,172 31-2588,-63-4 182,-40-10-176,79 10-24,7 4-96,-75 2 1,38 8-96,87-2 7,0 1 0,0 2 0,0 0 0,-36 13-1,-24 4-26,53-11 27,-8 6 9,16-4-101,19-11 79,-1 1 1,1 0-1,-1-1 1,0 0 0,1 0-1,-1 0 1,0 0-1,0 0 1,0 0-1,0-1 1,-4 1-1,4 1-2,0-1-1,0 1 1,0 0-1,0 0 0,1 0 1,-1 0-1,1 1 0,-3 3 1,-1-1 4,4-3-8,-26 14 17,21-11-29,-5 11 2,10-14-15,-6 11 41,-1 0-75,2 8 79,7-20-10,-1 2-9,-10 46 3,10-41-3,0-6 5,-1 15 0,1-2-13,1-12-25,0 0 29,-2 24 10,2-24 0,0 0-55,2 24 58,-2-25 10,1 0-28,2 4 3,9 38 30,-11-42-45,7 7 27,10 23-8,-17-30 5,16 22-90,-9-16 95,0 0 1,0 0-1,1-1 0,0 0 0,13 8 0,-20-13-13,0-1 11,38 24-27,-39-25 18,2 2 1,0 0 1,-1 0-1,1-1 0,0 1 0,0-1 0,0 0 0,4 1 0,-4-1 15,-1 0-3,7 4-13,1 0 1,-1-1 0,1 0-1,15 4 1,16 5 30,-24-7-35,1-1-1,-1-1 1,1-1-1,0 0 0,0-2 1,0 0-1,0-1 1,30-3-1,-41 2 13,-1 1 0,1 1 1,-1-1-1,8 2 0,25 1 10,10-1-85,-38-1 80,-1 0 0,1-1 0,19-2 1,71-6-49,3 0 51,48-8-51,-30-6 53,-68 15-84,-51 6 81,14 1-8,23 1-26,-30 1 15,1-1 0,-1 0 0,1-1 0,0 0-1,-1-1 1,1 0 0,19-6 0,4 1-41,79-19 29,-22 4-41,-73 17 58,1-1 0,-1 0 0,-1-1 0,1-1 0,-1-1-1,17-10 1,13-6 7,-46 23 25,2 0-1,1-2 3,0 1 1,0 0-1,0-1 0,0 0 1,-1 0-1,1 0 0,-1-1 1,6-6-1,-7 8 4,3-25 278,-5 27-305,1-1 1,-1 0-1,0 0 1,0 0-1,1 1 0,-1-1 1,0 0-1,0 0 1,0 0-1,0 0 1,0 1-1,0-1 0,0 0 1,0 0-1,0 0 1,-1-1-1,1-18 353,11-4-115,-11 22-220,0 0 1,0 1-1,0-1 0,0 0 1,0 1-1,-1-1 0,1 0 0,-1 1 1,1-1-1,-1 0 0,0 1 1,1-1-1,-1 1 0,-2-3 0,0-1 151,-2-6-126,2 4-27,0 1-1,0 0 1,-1 0 0,0 0-1,0 0 1,0 1 0,-9-9 0,-13-14 145,23 24-160,0 0 1,-1 0-1,0 0 1,0 0-1,0 1 0,-6-5 1,7 6 25,1 0 0,-1 0-1,1 0 1,0-1 0,-1 1 0,1-1 0,-2-3 0,-5-5 38,-19-18 398,27 28-227,-6-1-122,-11-10-25,-11 1-97,-46-18 9,51 18-21,1 2 0,-1 1 0,-1 1 0,-39-7 0,-19 6-2027,-9-1-3980,4-5-5168,60 8 700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1:28.649"/>
    </inkml:context>
    <inkml:brush xml:id="br0">
      <inkml:brushProperty name="width" value="0.025" units="cm"/>
      <inkml:brushProperty name="height" value="0.025" units="cm"/>
    </inkml:brush>
  </inkml:definitions>
  <inkml:trace contextRef="#ctx0" brushRef="#br0">1405 193 7085,'1'-9'-425,"-4"6"1954,-6 8 4090,11-8-2240,5-4-3352,-5 6 800,-3 0-810,1 0 0,-1 0 0,1 0 0,-1 1 0,0-1 0,1 0 0,-1 1 0,0-1 0,0 1 0,1-1 0,-1 1 1,0-1-1,0 1 0,0-1 0,0 1 0,0 0 0,-1-1 0,1 1-4,1 0 1,-1-1-1,0 1 1,0 0-1,0-1 1,1 1 0,-1 0-1,0-1 1,0 1-1,1-1 1,-1 1-1,0-1 1,1 0-1,-1 1 1,0-2-1,-15-6 109,2 2 110,-1-2-102,0 2 1,0 0-1,-29-7 1,0 4 30,-46-8 279,17 8-215,2-4 0,-83-24 1,129 30-217,-1 1 1,0 2 0,-45-3-1,-80 9 35,117 1-65,0 1 0,1 2 0,0 1 1,0 1-1,0 2 0,-31 14 0,35-11 12,1 2 0,0 0 0,1 2 0,1 1 0,0 1 0,-31 30 0,53-44 8,-1 1 1,1-1-1,0 1 1,1 0-1,-1 1 0,1-1 1,1 1-1,-1-1 1,1 1-1,0 0 1,0 0-1,1 0 0,-1 13 1,1 9 20,1 1-1,4 30 1,-1-21-40,-2-28 9,0-1 1,1 0-1,0 0 0,1 0 0,0 0 0,1-1 1,0 1-1,7 11 0,-2 0 11,-5-12 1,0-1-1,1 0 1,0 1 0,0-1 0,0-1-1,11 12 1,3-3 0,2 0-1,0-1 0,1-1 1,0-1-1,43 18 1,-3 0-72,-28-16 89,1-1 1,0-2 0,1-1 0,0-2 0,42 5 0,-26-4 9,89 15-279,-26-21-315,-103-4 531,14-1-75,0-2-1,30-6 1,9-2-141,139-13-961,-166 17 1194,0-2 1,0-2 0,-1-1-1,-1-2 1,0-1 0,35-22-1,8-2 501,-77 38-399,23-11 50,-23 10 421,6-25 187,-8 24-612,1-4 102,-1-1 0,0 1 0,-1 0 0,1-1 0,-2 1 0,1 0 0,-1 0 1,0-1-1,0 1 0,-7-12 0,-8-8 219,-1 1 0,-2 1 0,-1 0 0,0 2 0,-2 1 0,-36-29 1,14 18-289,0 3 1,-96-49-1,103 63-250,0 0-1,-1 3 0,-53-11 1,-52 1-5425,120 22 2614,8 4-2470,2 3-3683</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0:26.989"/>
    </inkml:context>
    <inkml:brush xml:id="br0">
      <inkml:brushProperty name="width" value="0.025" units="cm"/>
      <inkml:brushProperty name="height" value="0.025" units="cm"/>
    </inkml:brush>
  </inkml:definitions>
  <inkml:trace contextRef="#ctx0" brushRef="#br0">10 125 16594,'-1'-1'117,"0"1"1,1 0 0,-1 0 0,1-1 0,-1 1 0,1 0 0,-1-1-1,1 1 1,-1-1 0,1 1 0,-1-1 0,1 1 0,0-1 0,-1 1-1,1-1 1,0 1 0,-1-1 0,1 0 0,0 1 0,0-1 0,0 1-1,-1-1 1,1 0 0,0 1 0,0-1 0,0 0 0,0 1 0,0-1-1,0 1 1,0-1 0,0 0 0,0 1 0,1-1 0,-1 0 0,0 1-1,0-1 1,0 1 0,1-1 0,0 0 0,1-2 557,1 1 0,0 0 0,0 1 0,0-1 0,0 0 0,6-1 0,4-3 468,24-9 382,1 2-1,57-12 1,-16 5-508,-73 17-997,0 0-20,24 1-139,-27 2-77,-1 0 1,1 0-1,-1 0 1,1 0-1,-1 0 0,0 0 1,1 1-1,-1-1 1,1 1-1,2 0 1,-23 9-4652,-10 2 1391,-12 11-3784,-1-1-4430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0:27.149"/>
    </inkml:context>
    <inkml:brush xml:id="br0">
      <inkml:brushProperty name="width" value="0.025" units="cm"/>
      <inkml:brushProperty name="height" value="0.025" units="cm"/>
    </inkml:brush>
  </inkml:definitions>
  <inkml:trace contextRef="#ctx0" brushRef="#br0">1 160 20602,'65'-19'3096,"-28"-6"-200,9 6-439,3 6-381,-6-1-436,-3 4-1640,6-1 0,3 0 0,-3 3 0,-6 0 0,-10 0 0,-19 2 0,16 4 0,-6-4-1928</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0:27.748"/>
    </inkml:context>
    <inkml:brush xml:id="br0">
      <inkml:brushProperty name="width" value="0.025" units="cm"/>
      <inkml:brushProperty name="height" value="0.025" units="cm"/>
    </inkml:brush>
  </inkml:definitions>
  <inkml:trace contextRef="#ctx0" brushRef="#br0">5 278 12741,'-1'-2'229,"0"-1"0,1 1 1,-1 0-1,1-1 0,-1 1 0,1-1 0,0 1 0,0 0 0,0-1 1,0 1-1,0-1 0,1 1 0,-1 0 0,1-1 0,0 1 0,-1 0 1,1-1-1,2-2 0,1 0 263,0 0 0,0 1 0,1 0 0,-1 0 0,1 0 1,0 1-1,5-4 0,29-17 1024,1 2-1,1 2 1,65-24 0,135-29 4077,-215 66-5514,-24 6-79,0 1 0,0-1 0,0 1 0,0-1 0,0 1 0,0 0 0,1 0 0,-1 0 0,0 0 0,0 0 0,0 0 0,1 1 0,-1-1 0,0 1 0,0-1 0,0 1 0,0 0 0,0 0 0,0 0 0,0 0 0,3 3 0,-4-3 0,1 1 0,-1-1 0,0 1 0,0 0 0,0-1 0,0 1 0,0 0 0,-1 0 0,1 0 0,0-1 0,-1 1 0,1 0 0,-1 0 0,0 0 0,0 0 0,0 0 0,0 0 0,0 0 0,0 0 0,0 0 0,-1 0 0,0 2 0,-5 18 5,-1 0-1,-1 0 1,-18 34-1,-42 63-31,32-60-47,-144 254-2875,177-308 2993,-1 1 1,1 0-1,1 0 1,-1-1-1,1 2 1,0-1-1,-1 7 0,3-12-7,0 0 0,0 0 0,0 0 0,0 0 0,0 0 0,0 0 0,0 0 0,0 0 0,1 0 0,-1 0 0,0 0 0,1 0 0,-1 0 0,0 0 0,1-1 0,-1 1 0,1 0 0,0 0 0,-1 0 0,2 1 0,0-1 30,0 0 0,-1 0 0,1-1 0,0 1 0,0 0 0,0-1 0,0 1 0,0-1 0,0 0 1,0 1-1,0-1 0,0 0 0,0 0 0,3-1 0,13-1 70,0-2 0,-1 0 1,0-1-1,0-1 0,25-12 0,-5 3-66,226-89-306,-262 104 110,-1-1 0,0 1 0,0 0 0,1-1 1,-1 1-1,0-1 0,0 1 0,0-1 1,0 1-1,0-1 0,1 1 0,-1-1 0,0 1 1,0-1-1,0 1 0,0 0 0,-1-1 0,1 1 1,0-1-1,0 1 0,0-1 0,0 1 0,0-1 1,0 1-1,-1 0 0,1-1 0,0 1 1,0-1-1,-1 1 0,1 0 0,0-1 0,-1 1 1,0-1-1,1 1-61,-1-1-196,0-1-1,0 1 0,0 0 0,0 0 1,0 0-1,0 0 0,0 0 1,-1 0-1,1 1 0,0-1 1,-1 0-1,-2 0 0,-14-2-6864,-8 3-5650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0:28.282"/>
    </inkml:context>
    <inkml:brush xml:id="br0">
      <inkml:brushProperty name="width" value="0.025" units="cm"/>
      <inkml:brushProperty name="height" value="0.025" units="cm"/>
    </inkml:brush>
  </inkml:definitions>
  <inkml:trace contextRef="#ctx0" brushRef="#br0">22 137 11677,'7'-5'1699,"-8"1"-233,-15-2 989,8 3-1220,5 2 2793,22-7-426,72-19-482,134-24 0,-166 40-2755,-51 9-365,24-5 0,1 2 0,37-2 0,-68 7 0,0 0 0,0 0 0,0 0 0,-1 1 0,1-1 0,0 0 0,0 1 0,-1-1 0,1 1 0,0 0 0,0-1 0,-1 1 0,1 0 0,-1 0 0,1 0 0,-1 0 0,1 0 0,-1 1 0,0-1 0,0 0 0,1 1 0,-1-1 0,0 0 0,0 1 0,0 0 0,0-1 0,-1 1 0,1 0 0,0-1 0,-1 1 0,1 0 0,-1-1 0,0 1 0,1 0 0,-1 0 0,0 2 0,0 8 0,0 0 0,-1 0 0,0-1 0,-5 19 0,4-20 0,-7 30 0,-2 1 0,-22 51 0,-42 75 0,13-33 0,47-102-364,10-23 23,1-1-1,0 1 1,1 0-1,0 0 1,-3 12-1,7-12-1745,6-15-867,15-26-4357,-14 19 4027,24-34-8450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0:28.832"/>
    </inkml:context>
    <inkml:brush xml:id="br0">
      <inkml:brushProperty name="width" value="0.025" units="cm"/>
      <inkml:brushProperty name="height" value="0.025" units="cm"/>
    </inkml:brush>
  </inkml:definitions>
  <inkml:trace contextRef="#ctx0" brushRef="#br0">1 116 7501,'0'0'11817,"1"-3"-10210,4-4-1184,0-1 0,0 1 0,1 0 0,0 0-1,0 1 1,1 0 0,0 0 0,0 0 0,1 1 0,-1 0-1,1 1 1,0-1 0,0 1 0,13-4 0,-8 4 127,0-1 0,0 2-1,0 0 1,1 0 0,-1 2 0,1-1 0,-1 2 0,1 0 0,18 2 0,-30-2-557,-1 0 0,1 1 1,0-1-1,-1 0 0,1 1 0,-1 0 0,1-1 0,-1 1 1,1 0-1,-1 0 0,1 0 0,-1 0 0,0 0 0,1 0 1,-1 0-1,0 0 0,0 1 0,0-1 0,2 3 1,-2-1-26,0 0 0,0-1 0,0 1 0,0 0 0,-1 0 0,1 0 0,-1 0 1,0 0-1,1 0 0,-2 4 0,0 6-216,-1 0 1,-1 0-1,-8 25 1,10-38 241,-4 16-397,-41 108-3107,39-107 3524,-2 0 0,0-1 0,-1-1 0,0 1 0,-14 13 0,23-28 62,0 0-1,0 0 1,1 0-1,-1 0 1,0 0-1,0 0 1,1 1-1,-1-1 0,1 0 1,-1 0-1,1 0 1,-1 1-1,1 1 1,0-3-6,0 1 1,0-1-1,0 1 1,0-1-1,0 1 1,0-1-1,1 0 1,-1 1-1,0-1 1,0 1-1,0-1 1,1 1-1,-1-1 1,0 1-1,0-1 0,1 0 1,-1 1-1,0-1 1,1 0-1,-1 1 1,1-1-1,-1 0 1,1 1-1,2 0 159,1 1-1,-1-1 0,0 0 0,1 0 1,-1-1-1,1 1 0,-1-1 0,4 0 1,57 2 131,-33-2-285,43 7-1,-64-6-74,-3 0 0,-1 0 0,1 0 0,-1 1 0,1-1 0,7 5 0,-12-6 0,-1 1 0,0 0 0,0 0 0,0 0 0,1-1 0,-1 1 0,0 0 0,0 0 0,0 1 0,0-1 0,-1 0 0,1 0 0,0 0 0,0 1 0,-1-1 0,1 0 0,-1 1 0,1-1 0,-1 0 0,1 1 0,-1-1 0,0 1 0,0-1 0,0 1 0,0-1 0,0 0 0,0 1 0,0-1 0,0 2 0,-3 6-201,1 0 1,-1 0-1,0 0 0,-1 0 0,0-1 1,-1 0-1,1 0 0,-2 0 0,1 0 1,-1-1-1,0 0 0,-8 7 0,-2 2-631,-1-2 0,0 0-1,-1 0 1,-20 10 0,20-13-512,2-2-3444,-32 15 1,5-11-7306</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0:29.336"/>
    </inkml:context>
    <inkml:brush xml:id="br0">
      <inkml:brushProperty name="width" value="0.025" units="cm"/>
      <inkml:brushProperty name="height" value="0.025" units="cm"/>
    </inkml:brush>
  </inkml:definitions>
  <inkml:trace contextRef="#ctx0" brushRef="#br0">442 4 4988,'-3'-1'1503,"1"1"-1236,-4-1 439,0 0-1,0 1 0,0-1 1,0 1-1,0 1 1,0-1-1,-12 4 1,3 0 193,-1 1 0,2 1 0,-1 0 0,1 1 0,0 1 0,0 0 0,-13 11 0,2-1-57,15-12-401,0 1-1,1 0 1,0 1-1,-14 15 1,11-9 47,1 0 0,1 1-1,0 1 1,1 0 0,1 0 0,0 1 0,1 0 0,-9 33 0,14-38-292,0 0-1,0 0 1,2 0 0,-1 0 0,1 0-1,1 0 1,0 0 0,1-1 0,0 1-1,1 0 1,0 0 0,1-1 0,0 0-1,10 17 1,-6-12-31,1-1 0,1-1-1,0 0 1,1 0 0,0-1 0,1 0-1,1-1 1,0-1 0,1 0 0,0-1-1,0 0 1,1-1 0,0 0 0,1-2-1,0 0 1,24 8 0,-28-12-165,-6 0 0,0-1 0,0 0 0,1 0 0,-1-1 0,0 0 0,1 0 0,-1 0 0,1-1 0,-1 0 0,1 0 0,12-2 0,-19 1-12,1 1 0,0 0 1,-1 0-1,1 0 0,-1 0 0,1 0 0,-1-1 1,1 1-1,-1 0 0,1 0 0,-1-1 0,1 1 1,-1 0-1,1-1 0,-1 1 0,0-1 0,1 1 0,-1 0 1,1-1-1,-1 1 0,0-1 0,0 1 0,1-1 1,-1 1-1,0-1 0,0 1 0,1-1 0,-1 0 1,0 1-1,0-1 0,0 1 0,0-1 0,0 1 1,0-1-1,0 0 0,0 1 0,0-1 0,-1-2-84,0 1 0,0 0 0,0 0 0,-1 0-1,1 1 1,-1-1 0,1 0 0,-1 0 0,1 1-1,-3-3 1,-5-2-459,0-1 1,0 1-1,-17-9 0,-5 4-1048,0 1 0,-1 2 0,0 1 0,-46-5 0,17 3-861,17 5 403,-10-2-4909,35 3 423</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0:29.871"/>
    </inkml:context>
    <inkml:brush xml:id="br0">
      <inkml:brushProperty name="width" value="0.025" units="cm"/>
      <inkml:brushProperty name="height" value="0.025" units="cm"/>
    </inkml:brush>
  </inkml:definitions>
  <inkml:trace contextRef="#ctx0" brushRef="#br0">341 28 11325,'0'0'5549,"-1"-2"-4965,0 1-514,0-1 0,0 1 0,0-1-1,0 1 1,0-1 0,0 1 0,0 0-1,-1 0 1,1-1 0,-1 1 0,1 0 0,-1 0-1,1 1 1,-3-2 0,-30-3 400,32 5-475,-44-1 590,-1 1 0,1 3 0,-61 11 0,103-14-441,1 1 0,-1 0 1,0 1-1,0-1 0,1 0 0,-1 1 1,1 0-1,-4 3 0,6-4 39,1 1-1,0 0 1,0 0 0,0 0-1,0-1 1,0 1 0,1 0-1,-1 0 1,0 0-1,1-1 1,0 1 0,-1 0-1,1 0 1,0-1 0,1 3-1,3 1 85,-1 0-1,1-1 1,0 1-1,1-1 1,-1 0-1,7 3 0,-3-1 24,56 35 357,93 66 2107,-141-94-2513,-1 2-1,0 0 0,0 1 0,-2 0 0,0 1 0,17 28 0,-28-40-281,0 1 0,-1-1 0,0 1 0,0 0 0,0 0 0,-1 0 0,1-1 0,-2 1 0,1 0 0,-1 1 0,1-1 0,-2 0 0,1 0 0,-1 0 0,0 0 0,0 0 0,0-1 0,-1 1 0,0 0 0,0 0 0,-1-1 0,-2 6 0,0-3-79,0 1 0,-1-2 0,0 1 0,0 0 0,0-1 0,-1 0 0,0-1 0,-1 0 0,1 0 0,-1 0-1,0-1 1,-17 8 0,22-12-6,0 0-1,0 0 1,0 0-1,-1 0 0,1-1 1,0 0-1,0 1 1,0-1-1,-1 0 0,1-1 1,0 1-1,0 0 1,-1-1-1,1 0 0,0 0 1,0 0-1,0 0 1,0 0-1,0-1 0,0 1 1,-3-4-1,0 1 86,1 0-1,0 0 1,-1-1 0,1 0 0,1 0-1,-1-1 1,1 1 0,-5-8-1,5 6 131,1 1-1,0-1 0,0 0 1,1 0-1,-1 0 0,1 0 1,1 0-1,0-1 0,0 1 1,0 0-1,1-1 0,0 1 0,1-9 1,1 1 106,2 0 0,-1 0 1,2 0-1,0 1 0,10-20 1,-7 18-20,0 1 0,2 0 0,-1 1 0,2 0 0,0 0 0,22-20 0,86-62-265,-83 70-660,-3-2-3671,-14 10-6764</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0:35.003"/>
    </inkml:context>
    <inkml:brush xml:id="br0">
      <inkml:brushProperty name="width" value="0.025" units="cm"/>
      <inkml:brushProperty name="height" value="0.025" units="cm"/>
    </inkml:brush>
  </inkml:definitions>
  <inkml:trace contextRef="#ctx0" brushRef="#br0">17 265 7981,'-17'10'14308,"26"-6"-5699,5-2-11844,34 2 4309,0-2 1,75-6-1,-69 1-600,265-20 585,-104 6-711,849-28-348,4 32 0,-1-1 0,-291-27 0,-763 40 0,7 0 0,0-2 0,1 0 0,-1-1 0,0-1 0,25-9 0,-45 14-19,1 0 0,-1-1-1,1 1 1,0 0 0,-1 0 0,1 0 0,-1-1-1,1 1 1,-1 0 0,1-1 0,-1 1-1,1-1 1,-1 1 0,1-1 0,-1 1 0,1 0-1,-1-1 1,1 0 0,-1 1 0,0-1 0,0 1-1,1-1 1,-1 1 0,0-1 0,0 0 0,1 1-1,-1-1 1,0 1 0,0-1 0,0 0-1,0 1 1,0-1 0,0 0 0,0 1 0,0-1-1,0 0 1,0 1 0,-1-1 0,1 1 0,0-1-1,0 0 1,-1 1 0,1-1 0,-2-1-166,1-1 0,-1 1 0,0 0 0,0 1 0,0-1 0,0 0 0,0 0-1,0 1 1,-4-2 0,-9-4-716,0 1 0,-1 1 0,0 0 0,-21-2-1,21 3 230,-24-3-2836,0 2 0,-51 0 0,-11 3-7877</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0:35.567"/>
    </inkml:context>
    <inkml:brush xml:id="br0">
      <inkml:brushProperty name="width" value="0.025" units="cm"/>
      <inkml:brushProperty name="height" value="0.025" units="cm"/>
    </inkml:brush>
  </inkml:definitions>
  <inkml:trace contextRef="#ctx0" brushRef="#br0">11 118 14401,'-1'-1'135,"0"0"0,0 0 0,0 0 0,0 0 0,0-1 0,1 1 0,-1 0 0,0-1 0,1 1 0,-1-1 0,1 1 0,0 0 0,-1-1 0,1 1 0,0-1 0,0 1 0,0-1 0,0 1-1,0-1 1,0-2 0,2 2 124,-1 0-1,1 1 1,-1-1-1,1 0 1,0 1-1,0-1 1,-1 1-1,1 0 1,0 0-1,0 0 0,3-2 1,16-9 1321,-9 4-708,0 2 0,0 0 0,0 0-1,1 1 1,0 1 0,0 0 0,0 0 0,18-1-1,-15 2-174,-9 2-381,1-1 1,-1 2 0,1-1 0,0 1-1,10 0 1,-16 1-304,-1-1 1,1 0-1,0 1 1,0-1-1,-1 1 0,1 0 1,0 0-1,-1-1 1,1 1-1,0 0 1,-1 0-1,0 0 0,1 1 1,-1-1-1,0 0 1,1 0-1,-1 1 0,0-1 1,0 1-1,0-1 1,0 1-1,0 0 1,0-1-1,-1 1 0,1 0 1,-1-1-1,1 1 1,0 2-1,-1 1-48,1-1 0,-1 1-1,0-1 1,0 1 0,0-1 0,-1 1-1,1-1 1,-1 1 0,-2 6 0,-19 42-801,8-21 152,-32 97-1819,-25 62-496,56-157 2798,-2-1-1,-1-1 1,-33 46 0,24-37 2142,27-41-1876,0 1 1,1-1-1,-1 1 0,0-1 1,0 0-1,0 1 0,0-1 0,0 1 1,0-1-1,0 0 0,1 1 0,-1-1 1,0 0-1,0 1 0,0-1 1,1 0-1,-1 1 0,0-1 0,1 0 1,-1 1-1,0-1 0,1 0 1,-1 0-1,0 1 0,1-1 0,-1 0 1,0 0-1,1 0 0,-1 1 1,1-1-1,-1 0 0,0 0 0,1 0 1,0 0-1,0 0 105,4 1 74,1 0 1,-1-1-1,0 1 0,1-1 0,-1-1 1,1 1-1,-1-1 0,0 0 1,1 0-1,-1 0 0,9-4 0,16-3 429,132-34-427,2 0-295,-143 40 49,-20 1 0,-1 1 0,1 0 0,0 0 0,0 0 0,0 0 0,0 0 0,0 0 0,-1 0 0,1 0 0,0 0 0,0 1 0,0-1 0,0 0 0,-1 0 0,1 1 0,0-1 0,0 1 0,-1-1 0,1 0 0,0 1 0,0 0 0,0 1 0,-1 0 0,0 0 0,0 1 0,0-1 0,0 0 0,0 0 0,-1 0 0,1 0 0,-1 0 0,1 0 0,-1 0 0,0 0 0,1 0 0,-1 0 0,0 0 0,-2 2 0,-21 34 0,24-37 0,-32 41-920,-2-1-1,-1-2 1,-3-1-1,-67 52 1,36-39-4514,21-22-1290,-6-3-6299</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0:35.819"/>
    </inkml:context>
    <inkml:brush xml:id="br0">
      <inkml:brushProperty name="width" value="0.025" units="cm"/>
      <inkml:brushProperty name="height" value="0.025" units="cm"/>
    </inkml:brush>
  </inkml:definitions>
  <inkml:trace contextRef="#ctx0" brushRef="#br0">95 0 3980,'-11'22'796,"-2"-3"-184,2-8-564,0-1-600,-8 1-868,-10 8 940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0:36.116"/>
    </inkml:context>
    <inkml:brush xml:id="br0">
      <inkml:brushProperty name="width" value="0.025" units="cm"/>
      <inkml:brushProperty name="height" value="0.025" units="cm"/>
    </inkml:brush>
  </inkml:definitions>
  <inkml:trace contextRef="#ctx0" brushRef="#br0">0 302 10493,'5'-18'2338,"-4"15"3885,1-1-4182,5-5-1279,0-1-1,1 1 0,1 1 1,-1 0-1,1 0 1,1 0-1,-1 1 0,19-10 1,10-3 1253,45-17 0,149-65-1226,-212 93-789,1 2 0,33-9 0,-53 16 0,0 0 0,0 0 0,0-1 0,0 1 0,0 0 0,0 0 0,0 0 0,0 0 0,0 0 0,0 0 0,0 0 0,0 0 0,0 1 0,0-1 0,0 0 0,0 1 0,0-1 0,0 1 0,0-1 0,0 1 0,0-1 0,-1 1 0,1-1 0,0 1 0,0 0 0,0 1 0,0-1 0,0 1 0,0 0 0,-1-1 0,1 1 0,-1 0 0,1 0 0,-1 0 0,0 0 0,0-1 0,0 1 0,0 0 0,0 0 0,0 3 0,-2 6 0,-1 0 0,0-1 0,0 1 0,-7 13 0,-156 350-57,146-332-93,5-13 90,2 0 0,1 1 0,-13 49 0,25-77 97,-1-2-21,1 1-1,0 0 1,0-1 0,-1 1 0,1-1 0,0 1 0,0 0 0,0-1 0,0 1 0,0 0-1,0-1 1,0 1 0,0 0 0,0-1 0,1 1 0,-1-1 0,0 1 0,0 0 0,0-1-1,1 2 1,1-1-9,0-1 0,0 1 0,0-1 0,0 1 0,0-1-1,0 1 1,0-1 0,0 0 0,0 0 0,0 0 0,0 0-1,0-1 1,2 1 0,30-7-26,-13 0 19,-1 0 0,28-15 0,0 0 0,242-112 0,-286 133-233,-1-1 0,0 0 0,1 0-1,-1-1 1,0 1 0,5-5 0,-8 6 165,0 1-1,1 0 1,-1 0-1,0-1 1,0 1-1,0-1 1,1 1-1,-1 0 1,0-1-1,0 1 1,0 0-1,0-1 1,0 1-1,1-1 1,-1 1 0,0 0-1,0-1 1,0 1-1,0-1 1,0 1-1,0-1 1,-1 1-1,1-1 1,0 0-35,-1 1 1,1-1 0,-1 0-1,1 1 1,-1-1 0,0 1 0,1-1-1,-1 1 1,0 0 0,1-1-1,-1 1 1,0 0 0,0-1-1,1 1 1,-1 0 0,0 0-1,-1-1 1,0 1-454,-1 0 1,1 0 0,-1 0-1,1 0 1,0 1 0,-1-1-1,1 0 1,-1 1-1,1 0 1,0 0 0,-1 0-1,1 0 1,0 0-1,0 0 1,0 0 0,0 1-1,0-1 1,0 1-1,0-1 1,-2 3 0,3-3 291,-25 18-12475</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0:36.661"/>
    </inkml:context>
    <inkml:brush xml:id="br0">
      <inkml:brushProperty name="width" value="0.025" units="cm"/>
      <inkml:brushProperty name="height" value="0.025" units="cm"/>
    </inkml:brush>
  </inkml:definitions>
  <inkml:trace contextRef="#ctx0" brushRef="#br0">141 194 4888,'-4'-2'375,"0"-1"-1,0 2 0,-1-1 0,1 0 1,0 1-1,-1 0 0,0 0 1,1 0-1,-1 0 0,1 1 0,-1 0 1,0 0-1,1 0 0,-1 0 0,0 1 1,1 0-1,-1 0 0,-7 2 0,-1 0 2214,11-2-980,-30-6 3195,32 4-4580,0 0 0,0 0 0,0 0 1,1 0-1,-1 0 0,0 0 0,1 0 0,-1 0 0,1 0 0,-1 0 1,1 1-1,-1-1 0,1 0 0,-1 0 0,3-1 0,4-6 187,1 1 0,1-1 0,-1 1 0,1 1 0,0 0-1,1 0 1,0 1 0,20-9 0,9 0 1640,43-9-1,-42 13-1638,147-41-411,-185 51 0,0-1 0,1 0 0,-1 1 0,1 0 0,-1-1 0,1 1 0,-1 0 0,1 0 0,-1 1 0,1-1 0,-1 0 0,5 2 0,-6-1 0,0-1 0,0 1 0,0-1 0,-1 1 0,1-1 0,0 1 0,0 0 0,0 0 0,-1-1 0,1 1 0,0 0 0,-1 0 0,1 0 0,-1 0 0,1 0 0,-1 0 0,0 0 0,1 0 0,-1 0 0,0 0 0,1 1 0,-1 5 0,0-1 0,-1 1 0,1 0 0,-1 0 0,0-1 0,-1 1 0,-2 7 0,-13 37 0,-2-1 0,-32 60 0,16-36 0,-16 29-42,-16 38 41,66-139 2,1-1 1,-1 0-1,0 0 0,1 1 0,0-1 0,-1 0 0,1 1 0,0-1 0,-1 1 0,1-1 1,0 0-1,0 1 0,0-1 0,0 0 0,0 1 0,1-1 0,-1 1 0,0-1 0,1 0 1,-1 1-1,1-1 0,-1 0 0,1 0 0,-1 1 0,1-1 0,0 0 0,0 0 0,0 0 1,0 0-1,0 0 0,0 0 0,0 0 0,0 0 0,0 0 0,0 0 0,0-1 0,0 1 1,1 0-1,-1-1 0,0 1 0,1-1 0,-1 1 0,0-1 0,1 0 0,-1 0 0,0 1 1,2-1-1,6 1-3,0-1 1,0 1-1,0-2 1,0 1-1,-1-1 1,11-2-1,10-5 2,-1-1 0,49-23 0,-34 13 0,86-39-2922,-125 56-1949,-23-11-17119</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0:37.023"/>
    </inkml:context>
    <inkml:brush xml:id="br0">
      <inkml:brushProperty name="width" value="0.025" units="cm"/>
      <inkml:brushProperty name="height" value="0.025" units="cm"/>
    </inkml:brush>
  </inkml:definitions>
  <inkml:trace contextRef="#ctx0" brushRef="#br0">4 28 17870,'-1'-2'211,"1"1"0,-1-1 0,1 1 0,-1-1 0,1 1 0,0-1 0,0 0 0,0 1 0,-1-1 0,2 1 1,-1-1-1,0 1 0,1-3 0,-1 3-41,1 1 0,0 0 0,-1-1 0,1 1 1,0 0-1,0 0 0,0-1 0,-1 1 0,1 0 1,0 0-1,0 0 0,-1 0 0,1 0 0,0 0 0,0 0 1,0 0-1,-1 0 0,1 1 0,0-1 0,0 0 1,-1 0-1,1 1 0,0-1 0,0 1 0,-1-1 0,2 1 1,0 0 3138,-2 2-2039,-11 216 1957,0-69-4365,11 1-3975,1-99-295,-1-47-1524</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0:37.513"/>
    </inkml:context>
    <inkml:brush xml:id="br0">
      <inkml:brushProperty name="width" value="0.025" units="cm"/>
      <inkml:brushProperty name="height" value="0.025" units="cm"/>
    </inkml:brush>
  </inkml:definitions>
  <inkml:trace contextRef="#ctx0" brushRef="#br0">536 62 15181,'-34'-24'1933,"32"23"-1649,-1 1 0,1-1 0,0 1-1,0 0 1,-1-1 0,1 1 0,0 0-1,-1 0 1,1 1 0,0-1 0,0 0-1,-1 1 1,1 0 0,0-1 0,0 1-1,-4 2 1,-7 1 944,-2 0-968,0 0 0,0 1 0,0 1-1,1 1 1,-20 11 0,4-3-53,21-10-185,-23 10 27,0 1 0,2 2-1,0 1 1,1 1 0,-27 25 0,45-35-57,-3 2 185,1 2-1,-18 21 0,28-31-101,1-1-1,0 0 0,0 1 0,0-1 0,0 1 1,0-1-1,1 1 0,0 0 0,-1 0 0,1 0 0,1 0 1,-1 0-1,1 0 0,-1 0 0,1 0 0,0 0 1,1 6-1,0-8-36,-1-1 1,1 1-1,-1 0 0,1-1 1,0 1-1,0-1 1,0 1-1,0-1 0,0 1 1,0-1-1,0 0 0,0 0 1,0 1-1,0-1 1,1 0-1,-1 0 0,1 0 1,1 1-1,0-1 15,1 1-1,-1-1 1,1 0-1,0 0 1,-1 0-1,1-1 1,0 1-1,4-1 1,2 0 60,0 0 0,0-1 1,0 0-1,0-1 1,16-5-1,6-5 88,0-1-1,-1-1 1,0-2-1,-1-1 1,-1-1-1,-1-2 1,0-1-1,-2-1 1,45-48 0,-51 49-141,70-86 188,-88 104-263,1-1 0,-1 0 1,0 0-1,0 0 1,0 0-1,0-1 1,-1 1-1,0 0 1,0-1-1,0 1 0,0-6 1,-16 5-88,13 5 102,1 0 0,0 0 0,-1 0 0,1 0 1,0 0-1,-1 0 0,1 1 0,0-1 0,-1 0 0,1 1 1,0 0-1,0-1 0,0 1 0,0-1 0,-1 1 0,1 0 1,0 0-1,0 0 0,0 0 0,0 0 0,1 0 0,-1 0 1,0 0-1,0 0 0,0 2 0,-19 34-17,17-30 27,-7 14 167,1 1 0,2 1 0,0-1 0,-6 41 0,7-12 254,0 55 0,6-48-431,3 1 0,2-1 0,19 88 0,4-62-2227,-28-83 2136,2 3-2769</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2:40.886"/>
    </inkml:context>
    <inkml:brush xml:id="br0">
      <inkml:brushProperty name="width" value="0.025" units="cm"/>
      <inkml:brushProperty name="height" value="0.025" units="cm"/>
    </inkml:brush>
  </inkml:definitions>
  <inkml:trace contextRef="#ctx0" brushRef="#br0">5112 135 8917,'0'0'3801,"-11"4"-741,-13 13 3918,19-8-7209,-14-14 483,-5 1-130,-38-2 1,2 2-28,22-1-62,-118-17 44,-48-12-56,70 14 3,-242-15-10,238 27 6,-386-13 46,-354 61 244,681-25-222,110-8-105,52-5 63,-65 12 1,19 2-115,-49 13 84,80-13-59,-4 1 24,-77 13 1,66-17 26,-84 28-1,39-9-38,47-15 28,-36 8-7,-151 60 0,78-18 0,135-50 8,2 1 0,0 2 0,1 2 0,0 1 0,2 1 0,2 2 0,0 2 0,1 0 0,2 2 0,1 1 0,1 0 0,2 2 0,-36 68 0,22-20 12,3 1-1,-43 158 0,50-121-1,-19 187 0,38-208 15,9 177 1,4-207-22,4-1 1,3 1-1,29 94 1,-22-99-10,4-2 0,2 0 0,3-2 0,65 102 1,-37-78 99,-21-29-118,2-2-1,53 58 1,-51-72 33,1-2-1,1-2 1,2-1 0,86 48 0,236 110-171,-295-163 156,1-2 0,2-4 0,114 21 0,-93-31-2,0-4 0,103-4-1,141-27 1,-160 6 15,108-8 1,-202 18-3,280-39 24,-229 23-37,24-5 41,98-17-36,-114 22-3,-22 9-21,10-2 58,9-2-80,9-1 68,-4-10-36,104-23 40,-84 8-40,223-90 1,-353 118 23,-1 0 0,0-3 0,59-42 0,-74 47 0,-2-2-1,1 0 1,-2 0-1,0-2 1,-2 0-1,1-1 1,18-34-1,45-101 283,101-282-1,-168 403-80,-2 0 0,-1-1 0,-2-1 0,-1 1 0,-1-1-1,-2 0 1,-2 0 0,-1 0 0,-2 0 0,-8-41 0,-52-397 470,44 288 281,-19-4-208,32 169-717,3 7-3,-2 0-1,0 0 0,-7-13 0,-4-11 43,5 16-61,0 0-1,-1 1 1,-1 0 0,0 1-1,-23-24 1,26 31-6,-64-63 18,38 39 4,-81-77 22,13 29 108,95 76-106,-2 0 0,1 0 0,-16-8 0,0 0 33,2-1 27,-1 2-1,-31-14 1,54 27-82,0 1 0,0 0 0,0-1 1,0 1-1,0-1 0,0 0 0,0 1 0,1-1 1,-3-4-1,1 3 23,0 0 62,-17-16 369,11 14-976,-1 1-1,0 0 1,0 0 0,-1 1-1,1 1 1,0 0 0,-1 0-1,0 1 1,-11 0 0,-13-2-942,-27-3-2868,1-1-3321,24 0-2037</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11.794"/>
    </inkml:context>
    <inkml:brush xml:id="br0">
      <inkml:brushProperty name="width" value="0.025" units="cm"/>
      <inkml:brushProperty name="height" value="0.025" units="cm"/>
    </inkml:brush>
  </inkml:definitions>
  <inkml:trace contextRef="#ctx0" brushRef="#br0">9 156 5737,'5'3'6470,"-12"-9"-2562,0 1-976,19-6-1839,0 1 1,0 1-1,1 0 1,0 0-1,22-10 0,75-25 1403,-39 17-950,-53 18-1316,-17 9-214,0 0-1,0 0 0,0 0 0,0 0 0,0-1 1,-1 1-1,1 1 0,0-1 0,0 0 0,0 0 0,0 0 1,0 0-1,-1 1 0,1-1 0,0 0 0,0 1 1,0-1-1,-1 0 0,1 1 0,0-1 0,0 1 1,0 0-1,1 1 32,-1-2-44,0 1-1,0 0 1,0 0-1,0-1 1,0 1 0,0 0-1,-1 0 1,1 0-1,0 0 1,-1 0 0,1 0-1,0 0 1,-1 0-1,1 1 1,-1-1 0,0 0-1,1 0 1,-1 0-1,0 0 1,0 1-1,0-1 1,0 0 0,0 0-1,0 1 1,0-1-1,0 0 1,0 0 0,-1 0-1,1 0 1,0 1-1,-1-1 1,0 1 0,-2 8-82,-1-1 0,-9 17 0,10-20 16,-51 87-1253,32-58 531,-28 63 0,-20 53 108,69-149 737,-1 0-1,1 1 0,0-1 1,0 1-1,0-1 1,0 1-1,1-1 1,-1 1-1,1 0 1,-1-1-1,1 1 1,0 0-1,0 0 1,0-1-1,0 1 1,1 0-1,-1-1 0,1 1 1,0 0-1,-1-1 1,1 1-1,0-1 1,1 1-1,-1-1 1,0 1-1,1-1 1,-1 0-1,1 0 1,0 0-1,-1 0 1,1 0-1,0 0 0,1 0 1,-1-1-1,0 1 1,0-1-1,4 2 1,4 2 122,0 0-1,1-1 1,0 0 0,0-1 0,0 0 0,0-1 0,18 2-1,76-2 545,-73-3-528,60 6-1,-65-1-416,-13-2-1138,0 0 0,0 1 0,26 9-1,-50 0-8761,-4-1-2464</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12.300"/>
    </inkml:context>
    <inkml:brush xml:id="br0">
      <inkml:brushProperty name="width" value="0.025" units="cm"/>
      <inkml:brushProperty name="height" value="0.025" units="cm"/>
    </inkml:brush>
  </inkml:definitions>
  <inkml:trace contextRef="#ctx0" brushRef="#br0">15 88 7773,'0'0'11787,"-2"-1"-10860,-9-11 863,10 12-1684,1 0-1,0 0 0,0 0 0,0-1 1,0 1-1,0 0 0,0 0 1,0 0-1,0-1 0,0 1 0,0 0 1,0 0-1,0-1 0,0 1 1,0 0-1,0 0 0,0-1 0,0 1 1,0 0-1,0 0 0,0 0 1,0-1-1,0 1 0,0 0 1,0 0-1,0 0 0,1-1 0,-1 1 1,0 0-1,0 0 0,0 0 1,1-1-1,1 0 569,1 0 1,-1 0 0,1 0-1,0 0 1,0 0 0,0 1-1,4-1 1,7-2-1344,192-34 2956,-79 18-2287,-124 19 0,1-1 0,-1 1 0,0 0 0,0 0 0,0 0 0,0 0 0,0 0 0,1 1 0,-1-1 0,0 1 0,0 0 0,0 0 0,0 0 0,0 0 0,0 1 0,-1-1 0,6 4 0,-6-3 0,0 0 0,0 0 0,-1 0 0,1 0 0,0 1 0,-1-1 0,1 0 0,-1 1 0,0-1 0,0 1 0,0 0 0,0-1 0,-1 1 0,1 0 0,-1 0 0,1-1 0,-1 1 0,0 0 0,0 4 0,-2 6 0,-1 0 0,0 1 0,-1-2 0,0 1 0,-1 0 0,0-1 0,-1 0 0,-15 22 0,1 1 0,-127 204-258,139-226-798,0 0 1,1 1-1,-8 23 1,13-34 741,2-1 41,0-1-1,0 0 1,-1 0 0,1 0 0,-1 0 0,1 0 0,-1 0 0,1 0 0,-1 0 0,0 0 0,1-1 0,-1 1 0,0 0 0,0 0 0,-1 1 0,2-4 39,0 1 0,0 0 0,0 0 0,0 0 0,0 0 0,0-1 0,0 1 0,1 0 0,-1 0 0,0 0 0,1 0 0,-1 0 0,1 0 0,-1 0 0,1 0 0,1-2 0,19-32-6132,9 0-3910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12.805"/>
    </inkml:context>
    <inkml:brush xml:id="br0">
      <inkml:brushProperty name="width" value="0.025" units="cm"/>
      <inkml:brushProperty name="height" value="0.025" units="cm"/>
    </inkml:brush>
  </inkml:definitions>
  <inkml:trace contextRef="#ctx0" brushRef="#br0">0 119 6029,'0'0'1926,"2"-2"-21,16-16 1176,-16 17-240,0-1-1431,10-8-179,-6 4-412,0 1 0,1 0 0,0 0 0,-1 1 0,1 0 0,9-4 0,6 0 353,-4 0-530,0 1-1,1 0 1,0 2 0,0 0-1,0 2 1,20-2-1,-38 4-613,1 1-1,-1 0 0,1 0 1,-1 1-1,1-1 1,-1 0-1,0 0 0,1 1 1,-1-1-1,0 1 0,1-1 1,-1 1-1,0 0 0,0-1 1,2 2-1,-2-1-23,0 0 0,-1-1-1,1 1 1,-1 0 0,1 0 0,-1 0-1,0-1 1,1 1 0,-1 0 0,0 0-1,0 0 1,1 0 0,-1-1 0,0 1-1,0 0 1,0 0 0,0 0-1,0 1 1,-1 3-54,0 0-1,0 0 1,-1-1-1,0 1 1,0 0 0,-3 5-1,3-7 19,-7 15-874,-22 28 1,-1 2-457,15-18 312,-30 39 0,38-60 647,8-8 489,1-1 0,-1 1 0,1-1 0,-1 1 0,0-1 1,1 1-1,-1 0 0,1-1 0,-1 1 0,1 0 0,0-1 0,-1 1 0,1 0 0,0 0 1,-1-1-1,1 1 0,0 1 0,1-1 22,0-1 1,0 1-1,0 0 1,0-1 0,0 1-1,0-1 1,0 1-1,0-1 1,0 0-1,0 1 1,0-1-1,0 0 1,1 0-1,-1 0 1,0 0 0,0 0-1,0 0 1,2 0-1,58 0 1735,-45-1-1306,0 1 0,0 1-1,-1 0 1,28 6 0,-8-2-360,-29-5-158,0 1 0,0 0 0,0 0-1,0 0 1,-1 0 0,1 1-1,8 4 1,-13-6-17,0 1-1,0 0 1,0 0-1,0-1 1,0 1 0,0 0-1,0 0 1,-1 0-1,1 0 1,0 0 0,0 0-1,-1 0 1,1 0-1,-1 1 1,1-1-1,0 2 1,-1-1-1,0 1-1,0 0 1,0-1 0,0 1-1,0-1 1,0 1-1,-1-1 1,1 1 0,-1-1-1,-1 5 1,-4 6-65,0 0 0,0 0 0,-1-1 0,-1 0 0,0-1 0,-9 12 0,-64 62-1087,63-68 814,2 0-698,-1-2 1,-1 0-1,-27 18 1,35-27-46,-1-1 0,0 1 1,-11 3-1,12-6-1057,0 0 0,-1-1 1,-20 2-1,-5-3-8706</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13.307"/>
    </inkml:context>
    <inkml:brush xml:id="br0">
      <inkml:brushProperty name="width" value="0.025" units="cm"/>
      <inkml:brushProperty name="height" value="0.025" units="cm"/>
    </inkml:brush>
  </inkml:definitions>
  <inkml:trace contextRef="#ctx0" brushRef="#br0">421 38 10009,'0'0'96,"1"0"0,-1-1 0,0 1 0,1 0 0,-1-1 0,0 1 0,0 0 0,1-1 0,-1 1 0,0 0 0,0-1 0,0 1 0,1-1 0,-1 1-1,0 0 1,0-1 0,0 1 0,0-1 0,0 1 0,0-1 0,0 1 0,0 0 0,0-1 0,0 1 0,0-1 0,0 1 0,0 0 0,0-1 0,0 1 0,-1-1 0,1 1 0,0 0 0,0-1 0,0 1 0,-1-1 0,1 1 0,0 0 0,0-1 0,-1 1 0,1 0 0,-1-1 0,-1 0 408,0-1 0,-1 0 0,1 1 1,-1 0-1,0-1 0,1 1 0,-5-1 0,-3 0 155,1-1-1,-1 1 0,-14-1 1,2 4-335,0 0 1,1 1-1,0 1 1,-1 1-1,1 0 1,0 2-1,1 1 1,-29 13-1,41-17-174,0 2-1,0-1 1,0 1-1,1 0 1,-1 1 0,1 0-1,1 0 1,-1 1-1,1-1 1,0 1-1,1 1 1,-1-1 0,1 1-1,1 0 1,0 0-1,0 0 1,0 1-1,1-1 1,0 1-1,1 0 1,0 0 0,-1 11-1,3-14-38,0-1 0,0 1-1,0-1 1,1 1 0,0-1 0,0 1 0,1-1-1,-1 1 1,1-1 0,0 0 0,1 0-1,-1 0 1,1 0 0,0-1 0,6 9 0,-3-7-12,-1 0 0,1 0 1,0-1-1,0 0 0,1 0 0,-1-1 1,1 1-1,0-2 0,1 1 1,9 3-1,167 45 1107,-171-49-1154,-7-2-22,-1 1 0,1-1 0,0 0 1,-1-1-1,1 1 0,10-2 1,0 1-99,-13 0-120,-5-5-114,-1-3 160,2 5 33,-1 0-1,1 0 1,0 0 0,-1 0-1,0 0 1,0 0-1,0 0 1,0 0-1,0 1 1,0-1-1,-1 1 1,1 0-1,-1 0 1,1-1-1,-1 2 1,0-1-1,-4-2 1,-22-8-791,0 1-1,0 1 1,-1 2 0,-41-6-1,-31-10-3649,101 23 4377,0 1 0,1-1 0,-1 1-1,1-1 1,-1 1 0,1-1-1,-1 0 1,1 1 0,-1-1 0,1 0-1,0 1 1,-1-1 0,1 0-1,0 0 1,0 1 0,-1-1 0,1 0-1,0 0 1,0 0 0,0 0-1,0-1-480,-1 1 387,1 1 0,0-1 0,-1 0 0,1 0 0,0 0 0,0 1 1,0-1-1,0 0 0,-1 0 0,1 0 0,0 0 0,1 0 0,-1 1 0,0-1 1,0 0-1,0 0 0,1-1 0,16-12-7332</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13.730"/>
    </inkml:context>
    <inkml:brush xml:id="br0">
      <inkml:brushProperty name="width" value="0.025" units="cm"/>
      <inkml:brushProperty name="height" value="0.025" units="cm"/>
    </inkml:brush>
  </inkml:definitions>
  <inkml:trace contextRef="#ctx0" brushRef="#br0">262 19 8057,'0'0'1909,"-2"-2"-211,0 1-1419,1-1 0,-1 1 0,1-1 0,-1 1 0,0 0 0,1 0 0,-1 0 0,0 0 0,0 0 0,0 0 0,0 0 0,0 1 0,0-1 0,-4 0 0,3 1-87,0 0-1,0 0 1,0 1-1,0-1 1,-1 1 0,1 0-1,0 0 1,0 0-1,1 0 1,-5 3-1,-20 8 1176,1-1 0,-35 10 0,58-20-1217,-1-1-1,1 1 1,0 0 0,0 0-1,0 1 1,0-1-1,0 1 1,0-1-1,0 1 1,0 0-1,1 0 1,-1 0 0,1 0-1,-1 1 1,-3 4-1,6-6-59,0 0-1,0 0 0,0 0 1,0 0-1,0 0 0,1 0 0,-1 1 1,0-1-1,0 0 0,1 0 1,-1 0-1,1 0 0,-1 0 1,1 0-1,-1 0 0,2 1 1,-1-1 129,2 5-46,0 0 1,1-1-1,0 0 0,0 0 1,0 0-1,0 0 1,1-1-1,0 0 1,0 0-1,0 0 0,1 0 1,5 2-1,29 24 462,-28-19-487,0 1 0,-1 0 0,-1 1 0,0 0 1,11 19-1,-18-27-143,0 1 0,0 0 1,-1 0-1,0 1 1,0-1-1,-1 0 1,1 1-1,-1-1 1,-1 1-1,1-1 0,-1 1 1,0-1-1,-1 1 1,0-1-1,0 1 1,-2 9-1,-6 6-494,0-1-1,-1 0 1,-1-1-1,-1 0 1,-1 0-1,-1-1 1,0-1-1,-25 24 1,37-40 428,0 0 1,0-1-1,0 1 1,0 0-1,0-1 1,-1 1-1,1-1 0,0 0 1,-1 0-1,0 0 1,1 0-1,-1 0 1,1 0-1,-5 0 0,6-1 36,-1 0 0,0 0 0,0-1 0,0 1 0,0 0 0,1-1 0,-1 1 0,0-1 0,0 1 0,1-1 0,-1 0 0,0 0 0,1 0 0,-1 0 0,1 0 0,-1 0 0,1 0 0,0 0 0,-1-1 0,-1-2 0,0-2 25,0 0-1,0 0 1,0-1-1,1 1 1,0-1 0,1 1-1,-1-1 1,1 0-1,0 0 1,1 0 0,0 0-1,0 0 1,1-8 0,1 2 181,1 0 1,0-1 0,1 1 0,0 0-1,1 1 1,1-1 0,0 1 0,0 0 0,9-11-1,8-9 734,49-53 0,21-6 363,-29 29-1122,-61 59-458,-1 0 0,1 0 0,-1 0 0,0 0-1,0 0 1,0-1 0,2-4 0,-4 7 103,1 0 0,-1 0 1,0-1-1,1 1 1,-1 0-1,0 0 0,0 0 1,0 0-1,0 0 1,0-1-1,0 1 0,0 0 1,0 0-1,0 0 0,0 0 1,-1 0-1,1-1 1,0 1-1,-1 0 0,1 0 1,-1 0-1,1 0 1,-1 0-1,0 0 0,0 0 1,1 0-1,-1 1 0,0-1 1,-1-1-1,0 1-552,-1 0 0,1 0 0,0 0 0,-1 1 0,1-1 1,0 1-1,-1 0 0,-3-1 0,-30-1-10426</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14.077"/>
    </inkml:context>
    <inkml:brush xml:id="br0">
      <inkml:brushProperty name="width" value="0.025" units="cm"/>
      <inkml:brushProperty name="height" value="0.025" units="cm"/>
    </inkml:brush>
  </inkml:definitions>
  <inkml:trace contextRef="#ctx0" brushRef="#br0">734 0 13989,'0'0'11659,"-2"1"-10463,-1 1-1023,0-1 0,1 1 0,-1 0 0,1 0 1,-1 0-1,1 0 0,0 0 0,-1 1 0,1-1 0,0 1 0,1-1 1,-1 1-1,-2 5 0,-19 48 894,10-22-468,-150 305 430,-33 77-225,-21 163-2004,158-381-2544,34-67-3817,24-109 968</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14.441"/>
    </inkml:context>
    <inkml:brush xml:id="br0">
      <inkml:brushProperty name="width" value="0.025" units="cm"/>
      <inkml:brushProperty name="height" value="0.025" units="cm"/>
    </inkml:brush>
  </inkml:definitions>
  <inkml:trace contextRef="#ctx0" brushRef="#br0">370 6 12069,'0'0'97,"0"0"1,1 0-1,-1 0 1,0 0-1,0 0 0,0 0 1,0 0-1,0 0 0,0 0 1,0 0-1,1 0 0,-1 0 1,0 0-1,0 0 0,0 0 1,0 0-1,0 0 0,0 0 1,0 0-1,1 0 1,-1 0-1,0 0 0,0 0 1,0-1-1,0 1 0,0 0 1,0 0-1,0 0 0,0 0 1,0 0-1,1 0 0,-1 0 1,0 0-1,0 0 1,0-1-1,0 1 0,0 0 1,0 0-1,0 0 0,0 0 1,0 0-1,0 0 0,0 0 1,0-1-1,0 1 0,0 0 1,0 0-1,0 0 0,0 0 1,0 0-1,0 0 1,0-1-1,0 1 0,0 0 1,0 0-1,0 0 0,0 0 1,0 0-1,-1 0 0,1 0 1,0 0-1,0-1 0,0 1 1,-12 0 1804,9 0-1782,0 1 0,-1-1 0,1 1 0,0 0 0,0 0-1,0 0 1,0 0 0,0 1 0,-5 3 0,-30 27 570,2 3 0,1 0 0,-46 62 0,59-65-492,0 0-1,3 1 0,0 1 1,2 0-1,-14 44 1,30-76-130,0 0 1,1 1 0,-1-1 0,1 0 0,-1 0 0,1 0 0,0 1-1,-1-1 1,1 0 0,0 0 0,1 1 0,-1-1 0,0 0-1,1 0 1,-1 1 0,1-1 0,0 0 0,-1 0 0,1 0 0,0 0-1,1 0 1,-1 0 0,0 0 0,0 0 0,1 0 0,-1-1-1,1 1 1,-1-1 0,1 1 0,0-1 0,0 1 0,0-1 0,0 0-1,0 0 1,0 0 0,0 0 0,2 1 0,8 1 134,-1 1 0,1-2 0,-1 1 0,1-2 0,18 1 0,18-1 464,88-12 1,-54 2-423,42 0-1948,-122 9 1525,1 0-1,-1-1 1,1 1-1,-1-1 1,1 1-1,-1-1 1,1 0 0,-1 0-1,0 0 1,0 0-1,1-1 1,1-1-1,-3 2-148,0 0-1,0-1 1,0 1-1,0-1 1,0 1-1,0 0 1,0-1-1,-1 0 1,1 1-1,-1-1 1,1 1-1,-1-1 1,1 0-1,-1 1 1,0-1 0,0 0-1,0-2 1,0 4 208,0 0 1,0 0-1,0-1 1,0 1-1,0 0 1,0 0-1,0 0 1,0 0-1,0 0 1,0 0-1,0 0 1,0 0-1,0-1 1,0 1-1,0 0 1,0 0-1,0 0 1,0 0-1,0 0 1,0 0 0,0 0-1,0 0 1,0-1-1,0 1 1,0 0-1,0 0 1,-1 0-1,1 0 1,0 0-1,0 0 1,0 0-1,0 0 1,0 0-1,0 0 1,0 0-1,0 0 1,0 0-1,-1-1 1,1 1-1,0 0 1,0 0-1,0 0 1,0 0 0,0 0-1,0 0 1,0 0-1,0 0 1,-1 0-1,1 0 1,0 0-1,0 0 1,0 0-1,0 1 1,0-1-1,0 0 1,-1 0-1,-17 0-10986</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14.853"/>
    </inkml:context>
    <inkml:brush xml:id="br0">
      <inkml:brushProperty name="width" value="0.025" units="cm"/>
      <inkml:brushProperty name="height" value="0.025" units="cm"/>
    </inkml:brush>
  </inkml:definitions>
  <inkml:trace contextRef="#ctx0" brushRef="#br0">208 1 12233,'-34'54'7371,"24"-41"-6513,2 0 1,0 1-1,-7 15 1,-6 28 839,-13 62 1,13-41-996,-15 90-2160,19-73-5071,13-77 398</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15.308"/>
    </inkml:context>
    <inkml:brush xml:id="br0">
      <inkml:brushProperty name="width" value="0.025" units="cm"/>
      <inkml:brushProperty name="height" value="0.025" units="cm"/>
    </inkml:brush>
  </inkml:definitions>
  <inkml:trace contextRef="#ctx0" brushRef="#br0">455 8 8113,'-6'-3'541,"-5"-1"-33,4 3 3038,-58 29-1677,42-19-1498,0 0 0,1 2 0,0 0 0,1 2 0,0 0 0,-34 30 0,30-21 328,1 2 0,1 1 0,1 1 0,-27 41 0,44-60-504,0 0 1,1 0-1,1 1 1,-1-1-1,1 1 1,0 0-1,1 0 1,0 0 0,0 0-1,-1 14 1,3-17-69,1-1 0,-1 1 0,1 0 0,0 0 0,0-1 0,0 1 0,0 0 0,1-1 0,0 1 0,0-1 0,0 0 0,1 0 0,-1 0 0,1 0 0,0 0 0,0 0 0,1-1 0,-1 1 0,5 2 0,1 2 84,1-2-1,0 1 1,0-1 0,1-1 0,-1 0 0,1-1 0,0 1 0,1-2 0,11 3 0,17 1 463,51 3 0,-74-8-509,22 0 381,64-5-1,-101 3-558,1-1 0,-1 1 0,1 0 0,-1-1-1,1 1 1,-1-1 0,0 0 0,0 0-1,1 0 1,-1 0 0,0 0 0,0 0-1,0-1 1,0 1 0,0-1 0,0 0 0,-1 1-1,4-4 1,-5 4-34,1 0 0,-1 0 0,1 0-1,-1 0 1,0 0 0,1 0 0,-1 0 0,0 0 0,0 0-1,0 0 1,0 0 0,0 0 0,0 0 0,0 0 0,0 0-1,0 0 1,0 0 0,-1-2 0,0 1-61,0 0 0,0 1 0,0-1-1,0 0 1,0 0 0,-1 1 0,1-1 0,-1 1 0,1-1 0,-1 1 0,1-1 0,-3 0 0,-7-5-465,-1 1 0,1 0 0,-1 1 0,0 0 0,0 1 0,-13-3 0,-84-14-6322,78 16 3166,-26-3-6173</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15.781"/>
    </inkml:context>
    <inkml:brush xml:id="br0">
      <inkml:brushProperty name="width" value="0.025" units="cm"/>
      <inkml:brushProperty name="height" value="0.025" units="cm"/>
    </inkml:brush>
  </inkml:definitions>
  <inkml:trace contextRef="#ctx0" brushRef="#br0">273 1 6437,'-4'3'346,"0"-1"0,0 1 0,-1-1 0,1 1 0,0-1 0,-1-1 0,0 1 0,1-1 0,-1 0 0,0 0 0,-5 1 0,-28 8 931,10 1 545,24-10-1503,0 1 0,0-1 0,0 1 0,1 0 0,-1 0 0,0 0 0,-5 5 0,-1 2 107,1 0-1,0 1 1,1 1-1,0 0 0,0 0 1,1 0-1,1 1 1,0 0-1,1 0 1,-7 21-1,6-16-57,2 2-1,-1-1 0,2 0 1,1 1-1,0-1 1,1 1-1,2 20 1,0-20 131,2-1 0,0 0 1,8 22-1,-8-31-314,0-1-1,1 1 1,1-1-1,-1 1 0,1-1 1,0-1-1,1 1 1,7 7-1,-1-3 12,1 0-1,0-1 1,0-1 0,1 0-1,0-1 1,1 0-1,29 12 1,-42-21-249,0 1 1,1 0-1,-1-1 1,1 0-1,-1 0 1,1 1-1,-1-1 0,1-1 1,-1 1-1,0 0 1,1-1-1,-1 1 1,1-1-1,-1 0 1,0 1-1,1-1 0,-1-1 1,0 1-1,0 0 1,0 0-1,0-1 1,0 1-1,0-1 0,0 0 1,-1 1-1,1-1 1,0 0-1,-1 0 1,1 0-1,-1 0 0,0 0 1,0 0-1,0-1 1,0 1-1,0 0 1,0-1-1,-1 1 1,1 0-1,-1-1 0,0 1 1,1-1-1,-1 1 1,-1-3-1,-1-2-274,0 0 0,0 0-1,-1 0 1,-1 1 0,1-1 0,-1 1 0,0 0-1,0 0 1,-1 0 0,1 1 0,-2-1-1,1 1 1,0 0 0,-1 1 0,0 0 0,-10-7-1,-4-1-2246,-2 0 0,1 2 0,-43-15 0,26 13-5352</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16.319"/>
    </inkml:context>
    <inkml:brush xml:id="br0">
      <inkml:brushProperty name="width" value="0.025" units="cm"/>
      <inkml:brushProperty name="height" value="0.025" units="cm"/>
    </inkml:brush>
  </inkml:definitions>
  <inkml:trace contextRef="#ctx0" brushRef="#br0">300 65 10813,'-2'-1'1224,"-6"-1"-822,0 0-1,0 0 1,0 1-1,0 0 1,0 1 0,0-1-1,0 2 1,0-1-1,-15 3 1,-21 1-4,-30-4 1822,53 3-1001,6-1 2274,16 2-2625,-1 0-678,2 1-1,-1 0 1,0-1 0,1 1 0,0-1-1,0 0 1,0 1 0,1-1 0,-1 0-1,1 0 1,4 3 0,43 42 1312,-36-36-1035,23 26 0,-30-31-373,0 1 0,-1 1 0,0 0 0,-1-1 0,0 2 0,0-1 0,4 17 0,-7-21-84,-1 1 0,0 0 0,0 0-1,-1 0 1,0 0 0,0-1 0,0 1-1,-1 0 1,0 0 0,-1 0 0,1-1-1,-1 1 1,-5 10 0,-9 16-1048,-3-1 0,-41 55 1,52-78 660,0 0 0,0 0 1,-13 10-1,20-18 342,0 0 1,0 0-1,0 0 1,0 0-1,-1-1 0,1 1 1,0 0-1,0 0 1,0-1-1,-1 1 0,1 0 1,0-1-1,-1 0 1,1 1-1,-1-1 0,1 0 1,-1 1-1,1-1 1,0 0-1,-1 0 0,1 0 1,-1-1-1,1 1 1,-1 0-1,1 0 0,0-1 1,-1 1-1,1-1 1,0 1-1,-1-1 0,1 0 1,0 1-1,0-1 1,-1 0-1,1 0 0,0 0 1,0 0-1,-1-1 1,-1-2 33,0 0 0,1 0 0,-1 0 0,1 0 0,0-1 0,0 1 0,0-1 1,1 0-1,-2-6 0,1 1 122,1-1 1,0 1-1,0 0 1,1 0 0,1 0-1,-1-1 1,2 1-1,-1 0 1,2 0-1,2-10 1,1 6 127,0-1 0,0 1 0,2 0 0,0 0 0,17-22 0,7-1 411,1 2 1,2 1-1,45-34 1,-62 54-466,-14 11-148,33-28 541,45-29-1,-79 59-669,-1-1 0,0 0 1,0 0-1,1 0 0,-1 0 1,0 0-1,-1 0 1,1 0-1,0-1 0,1-2 1,3-4-1043,-6 8 699,-1-1 1,0 1-1,0 0 0,0 0 0,1 0 0,-1 0 1,0 0-1,0 0 0,-1 0 0,1 0 0,0 1 1,-1-2-1,-14-9-7303,-12 7-4781</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16.823"/>
    </inkml:context>
    <inkml:brush xml:id="br0">
      <inkml:brushProperty name="width" value="0.025" units="cm"/>
      <inkml:brushProperty name="height" value="0.025" units="cm"/>
    </inkml:brush>
  </inkml:definitions>
  <inkml:trace contextRef="#ctx0" brushRef="#br0">11 74 9005,'-9'6'1279,"8"-8"10,11-15 10014,-8 14-10989,-1 1 1,1 0-1,0 0 0,0 0 0,0 0 0,0 1 1,0-1-1,0 0 0,3-1 0,5 0 63,1 0 1,0 1-1,-1 0 0,19-1 0,0 0 208,225-16 2695,-171 16-2696,-81 2-579,1 1-1,-1 0 1,1 0 0,-1 0-1,1 0 1,-1 0 0,1 1 0,-1-1-1,1 1 1,-1 0 0,0-1-1,1 1 1,-1 0 0,0 1 0,0-1-1,1 0 1,-1 1 0,0-1-1,0 1 1,-1-1 0,3 3-1,-2-1 6,-1-1-1,0 1 0,1 0 0,-1 0 0,0 0 1,0 0-1,-1 0 0,1 0 0,-1 0 0,1 0 1,-1 0-1,0 0 0,0 0 0,-1 5 0,-1 8 20,-2-1 0,0 0 0,0 0-1,-2 0 1,-10 21 0,-32 78-111,-11 23-107,50-121 90,6-11 31,0 0 0,0 0 1,1 0-1,0 0 0,0 1 1,-2 5-1,3-6-29,0-1-70,0 1 0,0-1 1,1 1-1,-1-1 0,1 1 0,0 0 0,1 6 0,-1-11 115,0 1 0,0-1 0,1 1 0,-1 0 0,0-1-1,0 1 1,1-1 0,-1 1 0,1-1 0,-1 1 0,0-1-1,1 1 1,-1-1 0,1 1 0,-1-1 0,1 0 0,-1 1 0,1-1-1,-1 0 1,1 1 0,-1-1 0,2 0 0,0 1-92,0-1 0,0 0-1,0 0 1,0 0 0,0 0 0,-1 0 0,1-1 0,0 1 0,0 0 0,0-1 0,2 0 0,2-2-482,0 0 0,-1-1 0,1 1 0,-1-1 0,0 0 1,0 0-1,0-1 0,7-9 0,14-11-7833,-16 16-2028</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17.121"/>
    </inkml:context>
    <inkml:brush xml:id="br0">
      <inkml:brushProperty name="width" value="0.025" units="cm"/>
      <inkml:brushProperty name="height" value="0.025" units="cm"/>
    </inkml:brush>
  </inkml:definitions>
  <inkml:trace contextRef="#ctx0" brushRef="#br0">0 109 7937,'11'-4'410,"13"-10"10663,-22 12-10842,0 1 0,0 0 0,0 0 0,0 1 0,0-1 1,0 0-1,0 0 0,0 1 0,0 0 0,0-1 0,0 1 0,0 0 0,4 0 0,7-1 455,291-31 6870,-213 24-7087,314-24 932,-381 32-2409,1-1-2693,-48-3-824,-22 1-3249,-1 3-5001</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18.102"/>
    </inkml:context>
    <inkml:brush xml:id="br0">
      <inkml:brushProperty name="width" value="0.025" units="cm"/>
      <inkml:brushProperty name="height" value="0.025" units="cm"/>
    </inkml:brush>
  </inkml:definitions>
  <inkml:trace contextRef="#ctx0" brushRef="#br0">133 108 6329,'-14'2'1322,"-1"0"1,-25 0 0,14-3 2484,3 0 36,13 0-4028,6 1 5054,7-2-4339,11-3-201,0 1 0,0 0 0,1 1 1,21-3-1,67-1 522,-34 4-479,299 3 501,-194 6-646,42-2-30,579-2 747,-425-19-438,443-4 296,139 65-589,-316-35-222,-2-39 179,-530 24-86,1273-12 764,-586 30-769,128-19-161,-901 6-13,98 0-123,-45 4-2970,-71-3 3109,0 0 0,0 0 0,0 0 0,0 0 0,1 0 0,-1 0 0,0 0 0,0 0 0,0-1 0,0 1 0,0 0 0,1 0 1,-1 0-1,0 0 0,0 0 0,0 0 0,0-1 0,0 1 0,0 0 0,0 0 0,0 0 0,0 0 0,1-1 0,-1 1 0,0 0 1,0 0-1,0 0 0,0-1 0,0 1 0,0 0 0,0 0 0,0 0 0,0 0 0,0-1 0,0 1 0,-1 0 0,1 0 0,0 0 1,0 0-1,0-1 0,0 1 0,0 0 0,0 0 0,0 0 0,0 0 0,0-1 0,-1 1 0,1 0 0,0 0 0,-5-10-1796,3 8 1001,0-1 0,0 1 1,0-1-1,-1 1 1,1 0-1,0 0 1,-6-3-1,-31-13-10712</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19.194"/>
    </inkml:context>
    <inkml:brush xml:id="br0">
      <inkml:brushProperty name="width" value="0.025" units="cm"/>
      <inkml:brushProperty name="height" value="0.025" units="cm"/>
    </inkml:brush>
  </inkml:definitions>
  <inkml:trace contextRef="#ctx0" brushRef="#br0">6 30 6601,'3'-3'483,"-2"0"575,-11 7 3363,22-1-1340,-9-2-2702,1 1 1,-1-2-1,1 1 0,-1 0 1,1-1-1,0 0 0,-1 1 1,1-2-1,0 1 0,-1 0 0,7-2 1,43-13 2944,-12 3-776,-7 6-1304,-33 7-1239,-1-1-1,1 1 1,0 0-1,-1 0 1,0 0-1,1 0 1,-1 0-1,1 0 1,-1 0-1,0 0 1,0 0-1,0 0 1,0 0-1,0 0 0,0 0 1,0 0-1,0 0 1,0 0-1,0 1 1,0 0-28,-1 13-355,0 0-1,-1 0 0,-1 0 1,0 0-1,-7 18 0,-33 73-2825,3-9 546,23-56 2579,13-34 882,1 0 1,0 0-1,-3 14 0,21-23 1950,54-16-221,1 4 1,99-9-1,-138 19-2489,-27 3-43,0 1-1,1-1 1,-1 1-1,0 0 1,0-1 0,1 2-1,-1-1 1,0 1-1,0-1 1,1 1-1,3 2 1,-8-3 1,1 0 0,-1 0 0,0 0-1,1 0 1,-1 1 0,0-1 0,1 0 0,-1 0 0,0 1-1,0-1 1,1 0 0,-1 0 0,0 1 0,0-1 0,1 0 0,-1 1-1,0-1 1,0 0 0,0 1 0,0-1 0,0 0 0,1 1-1,-1-1 1,0 0 0,0 1 0,0-1 0,0 1 0,0-1 0,0 0-1,0 1 1,0-1 0,0 0 0,-1 1 0,1-1 0,0 1 0,-10 17 37,-23 18-258,29-32 89,-10 9-871,0 0 0,0-1 0,-1-1 0,-1 0 0,0-1 0,0-1 0,-1 0 0,0-1 0,-20 5 0,-14 6-6311,2 0-4855</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19.923"/>
    </inkml:context>
    <inkml:brush xml:id="br0">
      <inkml:brushProperty name="width" value="0.025" units="cm"/>
      <inkml:brushProperty name="height" value="0.025" units="cm"/>
    </inkml:brush>
  </inkml:definitions>
  <inkml:trace contextRef="#ctx0" brushRef="#br0">29 101 7917,'0'0'102,"-1"0"0,1 0-1,0 0 1,-1 0 0,1 0 0,0 0 0,-1 0 0,1 0 0,0 0 0,-1 0 0,1 0 0,0 0 0,-1 0 0,1 0 0,0 0 0,-1 0-1,1 0 1,0-1 0,-1 1 0,1 0 0,0 0 0,0 0 0,-1-1 0,1 1 0,0 0 0,0 0 0,-1-1 0,1 1 0,0 0-1,0 0 1,-1-1 0,1 1 0,0 0 0,0-1 0,0 1 0,0 0 0,0-1 0,0 1 0,0 0 0,-1-1 0,1 1 0,0 0-1,0-1 1,0 1 0,3-6 9164,-4 6-9089,0 0-1,0 0 0,-1 0 0,1 0 0,0 0 0,0 0 1,0 0-1,0-1 0,0 1 0,0-1 0,0 1 1,0-1-1,0 1 0,0-1 0,0 1 0,-1-2 1,2 2-139,-1 0 0,1-1 0,0 1 0,0 0 0,0-1 1,0 1-1,0 0 0,0-1 0,0 1 0,0-1 0,0 1 1,0 0-1,0-1 0,0 1 0,0 0 0,0-1 1,0 1-1,0 0 0,0-1 0,0 1 0,0-1 0,0 1 1,1 0-1,-1 0 0,0-1 0,0 1 0,0 0 1,1-1-1,-1 1 0,0 0 0,0 0 0,1-1 0,-1 1 1,0 0-1,1 0 0,-1-1 0,0 1 0,1 0 1,-1 0-1,0 0 0,1 0 0,-1 0 0,1 0 0,31-16 2030,1 2-1,56-17 1,-61 24-1957,-20 8-96,-2 1-21,-4-2-27,0 0 0,0 0 0,0 0 0,0 1 0,0-1 0,-1 1 0,1-1 0,0 1 0,0 0 0,-1-1 0,1 1 0,-1 0 1,1 0-1,-1 0 0,1 1 0,-1-1 0,1 0 0,-1 0 0,0 1 0,0-1 0,0 1 0,1-1 0,-2 1 0,1-1 0,0 1 0,0 0 0,0 0 0,-1-1 0,1 1 0,-1 0 0,1 0 0,-1 0 0,0-1 0,0 1 0,0 3 0,-1 7-373,0-1 0,-1 0 0,0 0 0,-8 22 0,2-5-136,4-9-75,-2 0 0,0 0 0,-1 0-1,-18 32 1,23-48 703,0 0-1,0 0 0,1 1 1,-1-1-1,1 0 1,0 1-1,0 0 0,-1 4 1,2-8-37,0 1 1,0 0 0,0-1 0,0 1 0,0-1-1,0 1 1,1 0 0,-1-1 0,0 1 0,0-1 0,0 1-1,1-1 1,-1 1 0,0 0 0,1-1 0,-1 0-1,1 1 1,-1-1 0,0 1 0,2 0 0,-1 0 35,1-1 0,-1 1 0,0 0 1,1-1-1,-1 1 0,1-1 1,-1 0-1,1 1 0,-1-1 0,1 0 1,-1 0-1,2 0 0,21-2 600,-1-2 0,0 0-1,-1-1 1,34-12 0,-5 2-244,222-57-595,-269 71-1213,-35-4-8557,9 0 4354,-11 4-7141</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20.587"/>
    </inkml:context>
    <inkml:brush xml:id="br0">
      <inkml:brushProperty name="width" value="0.025" units="cm"/>
      <inkml:brushProperty name="height" value="0.025" units="cm"/>
    </inkml:brush>
  </inkml:definitions>
  <inkml:trace contextRef="#ctx0" brushRef="#br0">1 152 5777,'1'0'187,"-1"0"0,1 0 0,0 0 0,-1 1 0,1-1 0,0 0 0,0 0 0,-1 0 0,1 0 0,0 0 0,-1 0 0,1 0 0,0-1 0,-1 1 0,1 0 0,0 0 0,-1 0 0,1-1 0,0 1 0,-1 0 0,1-1 0,0 1 0,-1-1 0,1 1 0,-1-1 0,1 1 1,-1-1-1,1 1 0,-1-1 0,1 1 0,-1-1 0,0 1 0,1-1 0,-1 0 0,0 1 0,1-1 0,-1 0 0,0 1 0,0-1 0,0 0 0,1-1 0,4-10 2497,-2 6-2007,1 1 1,-1 1-1,1-1 0,0 1 0,0-1 0,1 1 1,-1 0-1,1 0 0,9-5 0,54-27 3119,-47 26-2488,-8 4-499,0 1 0,1 0 1,-1 1-1,21-4 0,-33 8-788,0 0 1,0 1-1,0-1 0,0 1 0,0-1 0,0 1 0,1-1 0,-1 1 1,0-1-1,0 1 0,-1 0 0,1 0 0,0-1 0,0 1 1,0 0-1,0 0 0,-1 0 0,1 0 0,0 0 0,-1 0 0,1 0 1,-1 0-1,1 0 0,0 2 0,-1 6-22,0 0 0,-1 1 1,1-1-1,-2 0 0,-4 18 0,5-22-2,-6 20-279,-2 0 0,0-1 0,-2 0 0,-17 30 1,-11 24-760,16-32 467,-8 23-99,30-68 691,0 1 0,1-1-1,-1 0 1,1 1 0,-1-1 0,1 1 0,-1-1-1,1 0 1,0 1 0,0-1 0,0 1 0,0-1-1,0 1 1,0-1 0,0 1 0,0-1 0,1 1-1,-1-1 1,0 0 0,1 1 0,-1-1 0,1 0-1,0 1 1,-1-1 0,1 0 0,0 0 0,1 2 0,0-2 13,1 1 0,-1-1 1,0 0-1,0-1 0,1 1 1,-1 0-1,1-1 0,-1 1 1,0-1-1,1 0 0,-1 0 1,1 0-1,-1 0 0,5 0 1,12-4 92,1 0 1,-1 0-1,21-10 1,-30 11-142,191-52-1598,-194 53 1132,0 0 0,0 0 1,-1 0-1,9-5 0,-12 6-171,-1-1 1,1 0 0,-1 0-1,0 1 1,0-1 0,0-1-1,4-2 1</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21.047"/>
    </inkml:context>
    <inkml:brush xml:id="br0">
      <inkml:brushProperty name="width" value="0.025" units="cm"/>
      <inkml:brushProperty name="height" value="0.025" units="cm"/>
    </inkml:brush>
  </inkml:definitions>
  <inkml:trace contextRef="#ctx0" brushRef="#br0">113 1 10641,'0'0'8972,"-1"1"-8034,-3 2-697,0 1-1,1-1 1,0 1 0,-1-1-1,1 1 1,1 0-1,-1 0 1,1 1 0,-3 5-1,-15 45 465,12-30-282,-4 15 56,1 1 0,2 1 0,-7 73 0,14-76-1390,1 1-1,7 43 1,-6-78 170,1 0 0,0 0 0,1-1 0,-1 1 0,1 0 0,0-1 0,0 0 0,4 6 0,-6-10 646,0 0 0,0 0 1,0 1-1,0-1 1,0 0-1,0 0 1,0 0-1,0 0 1,0 0-1,1 0 1,-1 0-1,0 0 1,0 0-1,0 0 1,0 0-1,0 1 0,0-1 1,0 0-1,0 0 1,0 0-1,0 0 1,1 0-1,-1 0 1,0 0-1,0 0 1,0 0-1,0 0 1,0 0-1,0 0 1,0 0-1,0 0 0,1 0 1,-1 0-1,0 0 1,0 0-1,0 0 1,0 0-1,0 0 1,0 0-1,0 0 1,0 0-1,1 0 1,-1 0-1,0 0 1,0-1-1,0 1 1,0 0-1,0 0 0,0 0 1,0 0-1,0 0 1,0 0-1,0 0 1,0 0-1,1 0 1,14-9-8226</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21.510"/>
    </inkml:context>
    <inkml:brush xml:id="br0">
      <inkml:brushProperty name="width" value="0.025" units="cm"/>
      <inkml:brushProperty name="height" value="0.025" units="cm"/>
    </inkml:brush>
  </inkml:definitions>
  <inkml:trace contextRef="#ctx0" brushRef="#br0">314 53 6441,'-1'0'-49,"-2"0"439,-1 1 0,0 0 1,1 0-1,-1 0 0,1 0 0,-1 1 0,1-1 1,0 1-1,-1 0 0,1 0 0,-6 5 2988,6-7-2151,-10-2-189,1 1-1,-1 0 0,0 1 1,-17 2-1,19-1-748,1 1 1,0 0-1,0 1 1,-1 0-1,-13 7 1,16-6-198,1 0 0,-1 0 0,1 1 0,0 0 0,1 0 0,-1 1 0,1 0-1,0 0 1,0 1 0,1-1 0,0 1 0,0 1 0,1-1 0,-1 0 0,2 1 0,-7 16 0,10-22-51,0 0 0,0 0-1,0 0 1,0 0 0,0 0 0,0 0-1,1 0 1,-1 1 0,1-1-1,0-1 1,-1 1 0,1 0 0,0 0-1,0 0 1,0 0 0,0 0-1,0-1 1,1 1 0,-1-1 0,0 1-1,1-1 1,0 1 0,-1-1 0,1 0-1,3 2 1,-1 1 15,1-1 0,0 0 0,0 0 0,0 0 0,1-1 0,-1 0 1,1 0-1,11 3 0,-9-5-111,0 1 1,1-1 0,-1-1 0,0 1-1,1-1 1,-1-1 0,0 0 0,0 0-1,0 0 1,0-1 0,0 0 0,-1-1-1,1 0 1,-1 0 0,0 0-1,0-1 1,0 0 0,-1-1 0,0 1-1,0-1 1,10-13 0,-7 7 90,0-1 1,0 0-1,-2 0 0,1-1 1,-2 0-1,0 0 0,0-1 1,-2 0-1,0 1 0,4-29 1,-7 39 455,4-21 1450,-18 227 263,9-120-1841,-2-18-385,2-40-772,2 0 0,1 38-1,1-7-3819,-7-23-4609</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21.826"/>
    </inkml:context>
    <inkml:brush xml:id="br0">
      <inkml:brushProperty name="width" value="0.025" units="cm"/>
      <inkml:brushProperty name="height" value="0.025" units="cm"/>
    </inkml:brush>
  </inkml:definitions>
  <inkml:trace contextRef="#ctx0" brushRef="#br0">375 11 15673,'1'0'182,"0"0"0,0 0 0,0 1 0,0-1 0,0 0 0,0-1 0,0 1-1,0 0 1,0 0 0,0 0 0,0-1 0,0 1 0,-1 0 0,1-1 0,2 0-1,-4 0 27,1 1 0,-1-1 0,0 0 0,1 1 0,-1-1 0,0 1-1,1-1 1,-1 1 0,0 0 0,0-1 0,1 1 0,-1 0 0,0-1-1,0 1 1,0 0 0,0 0 0,1 0 0,-2 0 0,1 0-69,0 1 0,0-1 0,1 1 0,-1-1 1,0 1-1,1 0 0,-1-1 0,1 1 0,-1 0 1,1-1-1,-1 1 0,1 0 0,-1 0 0,1 0 0,0-1 1,-1 1-1,1 1 0,-1 0 195,-13 32 631,1 0-1,-8 36 1,4-14-294,-81 228 1129,52-153-1640,5-18-284,-54 175-3897,88-259 2874,-1 1-2195,2-4-5626</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22.157"/>
    </inkml:context>
    <inkml:brush xml:id="br0">
      <inkml:brushProperty name="width" value="0.025" units="cm"/>
      <inkml:brushProperty name="height" value="0.025" units="cm"/>
    </inkml:brush>
  </inkml:definitions>
  <inkml:trace contextRef="#ctx0" brushRef="#br0">270 1 10769,'-1'1'95,"1"2"73,0-1 1,-1 0-1,1 0 0,-1 0 1,0 0-1,0 0 1,0 0-1,0 0 1,0 0-1,0 0 1,0 0-1,-1-1 0,1 1 1,0 0-1,-1-1 1,0 1-1,1-1 1,-1 1-1,0-1 1,0 0-1,0 0 1,-3 2-1,2-2 62,0 1-1,0-1 1,1 1-1,-1 0 1,1 0 0,-1 0-1,1 0 1,0 0-1,0 0 1,0 1 0,0-1-1,0 1 1,0-1-1,1 1 1,-1 0 0,1 0-1,-2 5 1,-10 17 691,-18 28 151,-77 122 1229,103-168-2180,0 0 0,0 1 0,1-1 0,0 1 1,0 0-1,1 0 0,-5 16 0,6-12 104,0-6-29,1-1 0,0 1 0,0 0 0,1-1 0,-1 1 0,2 6 0,-1-10-127,0 0 0,1 0 0,-1 0 1,1-1-1,0 1 0,0 0 0,0-1 0,-1 1 0,1 0 0,1-1 0,-1 1 0,0-1 0,0 0 0,0 1 0,1-1 0,-1 0 0,1 0 0,-1 0 0,1 0 0,0 0 0,-1 0 0,1 0 0,2 1 0,4 0 74,0 0 0,-1 0 1,1 0-1,0-1 0,0 0 1,14-1-1,52-5 490,-53 3-458,166-16-1079,-181 18-94,1-1 0,-1 0 1,0-1-1,0 0 0,11-4 0,-10 3-1016,-22-6-15296</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22.504"/>
    </inkml:context>
    <inkml:brush xml:id="br0">
      <inkml:brushProperty name="width" value="0.025" units="cm"/>
      <inkml:brushProperty name="height" value="0.025" units="cm"/>
    </inkml:brush>
  </inkml:definitions>
  <inkml:trace contextRef="#ctx0" brushRef="#br0">238 19 14665,'0'0'20,"-3"-1"388,0 1 0,1-1 0,-1 0 0,1 0 1,0 0-1,-1-1 0,1 1 0,0 0 0,0-1 0,-1 0 0,-3-4 5043,7 25-3496,-2-12-1797,1 0 0,-1 0 0,0 0 0,-1 0 0,0-1 0,0 1 0,0 0 0,-1-1-1,-4 7 1,-2 9 61,-59 127 169,48-110-759,13-22-58,0 0 1,-6 27 0,-8 20-1039,-6 5-1257,15-24-3371</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22.896"/>
    </inkml:context>
    <inkml:brush xml:id="br0">
      <inkml:brushProperty name="width" value="0.025" units="cm"/>
      <inkml:brushProperty name="height" value="0.025" units="cm"/>
    </inkml:brush>
  </inkml:definitions>
  <inkml:trace contextRef="#ctx0" brushRef="#br0">321 36 11293,'-4'-7'517,"3"5"-281,0 0 1,-1 0-1,1-1 1,0 1 0,-1 0-1,0 0 1,1 1-1,-1-1 1,0 0 0,0 0-1,0 1 1,0 0-1,-3-2 1,3 2 2579,-1 3-2538,-1 0 0,1 1 1,-1-2-1,0 1 0,1 0 0,-1-1 0,0 1 0,-4 0 0,-16 6 167,0 6-131,1 0 0,0 2-1,2 0 1,-1 2 0,2 0 0,1 2 0,0 0-1,-17 24 1,34-42-222,0 1-1,0 0 1,0-1 0,0 1-1,1 0 1,-1 0 0,1 0-1,0 0 1,-1 0 0,1 1-1,1-1 1,-1 0-1,0 0 1,1 1 0,0-1-1,0 0 1,0 1 0,0-1-1,0 0 1,1 1-1,-1-1 1,1 0 0,0 1-1,0-1 1,0 0 0,0 0-1,1 0 1,0 0 0,-1 0-1,1 0 1,3 4-1,2-1 60,-1 0-1,0 0 0,1 0 1,0 0-1,1-1 0,-1 0 0,1-1 1,0 0-1,0 0 0,0-1 1,10 3-1,5 1 71,1-2 0,-1 0-1,1-2 1,0 0 0,0-2 0,0-1 0,32-3 0,-51 2-245,0 0-1,-1 0 1,1-1 0,-1 0 0,6-2-1,-10 4 18,1 0 0,-1 0 0,0 0 0,0 0 0,0 0 0,0 0 0,0 0-1,0 0 1,0 0 0,0 0 0,1-1 0,-1 1 0,0 0 0,0 0 0,0 0 0,0 0-1,0 0 1,0 0 0,0 0 0,0 0 0,0 0 0,0 0 0,0 0 0,0 0-1,0-1 1,0 1 0,0 0 0,0 0 0,0 0 0,0 0 0,1 0 0,-1 0-1,0 0 1,0 0 0,0-1 0,0 1 0,0 0 0,-1 0 0,1 0 0,0 0 0,0 0-1,0 0 1,0 0 0,0 0 0,0 0 0,0-1 0,0 1 0,0 0 0,0 0-1,0 0 1,0 0 0,0 0 0,0 0 0,0 0 0,0 0 0,0 0 0,-1 0 0,1 0-1,0 0 1,0 0 0,0-1 0,0 1 0,0 0 0,0 0 0,0 0 0,0 0-1,-1 0 1,-4-6-385,-1 1-1,-1-1 1,1 1-1,-1 1 1,0-1-1,0 1 1,0 0-1,-1 0 0,1 1 1,-1 0-1,-11-2 1,-14-3-2454,-51-5 0,45 8 695,-7-1-3259,0-2-3226</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23.306"/>
    </inkml:context>
    <inkml:brush xml:id="br0">
      <inkml:brushProperty name="width" value="0.025" units="cm"/>
      <inkml:brushProperty name="height" value="0.025" units="cm"/>
    </inkml:brush>
  </inkml:definitions>
  <inkml:trace contextRef="#ctx0" brushRef="#br0">303 7 12737,'-8'-7'3094,"3"13"920,-2 5-3567,-2-3-113,-1-1 1,1 0-1,-17 9 1,-3 2-89,-39 39 416,27-21-304,29-26-100,0 1-1,1 0 1,1 1-1,0 0 1,-13 22 0,21-32-159,0 1 1,1 0-1,0 0 1,-1-1 0,1 1-1,0 0 1,0 0-1,1 0 1,-1 0-1,1 0 1,-1 0 0,1 0-1,0 0 1,0 1-1,0-1 1,1 0 0,-1 0-1,2 5 1,0-5-29,-1 0 1,1 1-1,0-1 0,0 0 1,0 0-1,1 0 1,-1-1-1,1 1 1,-1 0-1,1-1 0,0 0 1,0 1-1,4 1 1,5 2 65,0 0 0,0-1 1,1 0-1,0-1 0,-1-1 0,1 0 1,17 1-1,-3-2 95,-1-1 0,1-1-1,31-5 1,75-17 425,-121 19-608,-10 3-62,0 0 0,0 0 0,1 0 0,-1-1 0,0 1 0,0-1 0,0 0 0,0 0 0,0 0 0,0 0 0,0 0 0,0 0 0,0 0 0,-1 0 0,1-1 0,0 1 0,-1-1 0,1 1 0,-1-1 0,3-3 0,-4 3-64,0 0 0,0 1 1,0-1-1,0 1 0,-1-1 1,1 0-1,0 1 1,-1-1-1,1 1 0,-1-1 1,0 1-1,1-1 0,-1 1 1,0-1-1,0 1 1,0 0-1,0-1 0,0 1 1,0 0-1,0 0 0,-1 0 1,1 0-1,0 0 0,-1 0 1,-1-1-1,-4-3-347,0 1-1,1 1 0,-1-1 1,-1 1-1,1 0 0,0 1 1,-14-3-1,-57-7-3396,52 10 2193,-29-4-4458,-1 3-3797</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23.861"/>
    </inkml:context>
    <inkml:brush xml:id="br0">
      <inkml:brushProperty name="width" value="0.025" units="cm"/>
      <inkml:brushProperty name="height" value="0.025" units="cm"/>
    </inkml:brush>
  </inkml:definitions>
  <inkml:trace contextRef="#ctx0" brushRef="#br0">292 62 12521,'0'0'3850,"-2"-1"-2396,-4-2-1119,1 0 0,-1 0 0,0 1 0,0 0 0,1 0 1,-2 0-1,1 1 0,0 0 0,-8 0 0,-15-2-221,-1 2 0,0 2 0,-36 4 0,57-5 300,-1 0 0,0 0 0,0-1 0,-15-2 0,22 2-162,24 17 2454,16 0-1606,-17-8-486,-1 1-1,0 1 1,-1 0-1,31 23 0,-32-19-422,0 1 0,-1 0 0,-1 1 0,0 0 0,16 26 0,-27-36-155,0 0 0,-1 0 0,0 1 0,0-1 0,-1 1 0,0-1 0,0 1 1,-1 0-1,1 0 0,-1 0 0,-1 0 0,1 0 0,-1 0 0,-1 0 0,1 0 0,-1 0 0,0 0 1,-1-1-1,0 1 0,0 0 0,-3 7 0,-4 3-288,0-1 1,0 1-1,-2-1 1,0-1-1,-1 0 0,-1-1 1,0 0-1,0-1 1,-2 0-1,1-1 0,-2-1 1,1 0-1,-25 11 1,38-21 206,-1-1 1,1 1-1,-1-1 1,1 0-1,-1 0 1,1 0-1,-1 0 1,1 0-1,-1 0 1,1-1-1,-1 1 1,1-1-1,-1 1 1,1-1 0,0 0-1,-1 0 1,1 0-1,0-1 1,0 1-1,0 0 1,0-1-1,0 0 1,0 1-1,0-1 1,0 0-1,1 0 1,-1 0-1,1 0 1,-1 0-1,1 0 1,0 0-1,0-1 1,-2-3 0,2-2 93,0 0 0,1 1 0,0-1 0,0 0 0,0 0 0,1 0 1,0 1-1,1-1 0,0 1 0,0-1 0,1 1 0,3-9 1,3-4 113,2 0 0,0 0 0,14-18 0,13-12 246,3 1 0,2 3-1,2 1 1,79-61 0,-80 73-2229,-43 32 1703,-1 0 0,0 1 0,1-1 0,-1 0 0,1 1 0,-1-1 0,0 0 0,0 0 0,0 1 0,1-1 0,-1 0 0,0 0 0,0 0-1,0 1 1,0-1 0,0 0 0,0 0 0,-1 0 0,1 1 0,0-1 0,0 0 0,0 0 0,-1 0 0,1 1 0,0-1 0,-1 0 0,1 1 0,-1-1 0,1 0 0,-1 1 0,1-1 0,-1 1 0,0-2 0,-1 0-292,0 0 0,0 0 0,0 0 0,0 1 1,-1-1-1,1 1 0,0-1 0,-1 1 0,1 0 1,-4-2-1,4 3-263,-1 0 0,1 0 0,0-1 0,-1 2 1,1-1-1,0 0 0,-1 0 0,1 1 0,-4 1 0,-30 7-10397</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24.399"/>
    </inkml:context>
    <inkml:brush xml:id="br0">
      <inkml:brushProperty name="width" value="0.025" units="cm"/>
      <inkml:brushProperty name="height" value="0.025" units="cm"/>
    </inkml:brush>
  </inkml:definitions>
  <inkml:trace contextRef="#ctx0" brushRef="#br0">1 155 11645,'11'-16'2384,"-11"15"-2186,0 1 0,0-1 1,0 0-1,0 1 0,0-1 0,0 1 0,0-1 0,0 0 0,-1 1 0,1-1 0,0 1 0,-1-1 0,1 0 1,0 1-1,-1-1 0,1 1 0,0-1 0,-1 1 0,1-1 0,-1 1 0,1 0 0,-1-1 0,0 1 0,-3-7 3288,44-14 590,-29 15-3100,1-1 1,22-7-1,8 0 262,-22 7-701,0 1-1,0 0 1,42-5 0,135-7-429,-166 11-108,-13 6 0,5 4 0,-18 2 0,-3-2 0,-1-1 0,0-1 0,1 0 0,-1 1 0,0-1 0,0 1 0,0 0 0,-1-1 0,1 1 0,0 0 0,-1 0 0,1-1 0,-1 1 0,1 0 0,-1 0 0,0 0 0,0 0 0,0 3 0,-6 34 0,3-25 0,-36 332 0,32-237 0,7-91-191,0-15-851,-5 11-8225,4-11 8020,-5 10-5613</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24.633"/>
    </inkml:context>
    <inkml:brush xml:id="br0">
      <inkml:brushProperty name="width" value="0.025" units="cm"/>
      <inkml:brushProperty name="height" value="0.025" units="cm"/>
    </inkml:brush>
  </inkml:definitions>
  <inkml:trace contextRef="#ctx0" brushRef="#br0">11 20 14249,'0'-1'129,"0"1"-1,0-1 1,0 0-1,0 1 1,1-1 0,-1 1-1,0-1 1,0 0-1,-1 1 1,1-1-1,0 1 1,0-1-1,0 0 1,0 1-1,0-1 1,-1 1 0,1-1-1,0 1 1,-1-1-1,1 1 1,0-1-1,-1 1 1,1-1-1,0 1 1,-1-1-1,1 1 1,-1 0-1,1-1 1,-1 1 0,1-1-1,-1 1 1,1 0-1,-4-2 4093,20 7-656,-5-2-2820,0-1 0,0 0 0,0-1 0,19 1-1,-5-1-68,271 11 864,-73-5-990,-203-5-881,-16-1-1478,-9-4-2129,-3-5 2307,5 5 168,-15-8-6237,-4 6-5211</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25.813"/>
    </inkml:context>
    <inkml:brush xml:id="br0">
      <inkml:brushProperty name="width" value="0.025" units="cm"/>
      <inkml:brushProperty name="height" value="0.025" units="cm"/>
    </inkml:brush>
  </inkml:definitions>
  <inkml:trace contextRef="#ctx0" brushRef="#br0">1 38 12809,'22'-2'2584,"-17"2"4648,-2-2-5235,23-5-575,-1 1 0,1 1 0,1 1 1,46-1-1,10-1-2582,-79 6-566,-23 16-12062,-11 3 1713</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25.956"/>
    </inkml:context>
    <inkml:brush xml:id="br0">
      <inkml:brushProperty name="width" value="0.025" units="cm"/>
      <inkml:brushProperty name="height" value="0.025" units="cm"/>
    </inkml:brush>
  </inkml:definitions>
  <inkml:trace contextRef="#ctx0" brushRef="#br0">1 116 17758,'67'-48'2576,"-16"34"-368,3-2-252,-2 8-368,-7 5-388,-1-2-347,-26 7-537,12-7-820,-3 5-725,-19-11-1211,3 3-384,-33 8-3521,-10 0-5784</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26.774"/>
    </inkml:context>
    <inkml:brush xml:id="br0">
      <inkml:brushProperty name="width" value="0.025" units="cm"/>
      <inkml:brushProperty name="height" value="0.025" units="cm"/>
    </inkml:brush>
  </inkml:definitions>
  <inkml:trace contextRef="#ctx0" brushRef="#br0">24 74 14101,'-11'-5'1489,"-1"-1"1446,12 5-2845,0 1 1,0 0 0,1-1 0,-1 1 0,0-1 0,1 1-1,-1 0 1,0-1 0,1 1 0,-1 0 0,0 0 0,1-1 0,-1 1-1,1 0 1,-1 0 0,1 0 0,-1-1 0,0 1 0,1 0-1,-1 0 1,1 0 0,-1 0 0,1 0 0,-1 0 0,1 0-1,-1 0 1,1 0 0,-1 0 0,0 0 0,2 0 0,449-50 11335,-381 50-11826,-89-7-5020,12 7 4374,1 1 0,-1-1 0,1 1-1,-1 0 1,1 1 0,-1 0 0,-7 3 0,-1-1-2179,-32 8-9144</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26.960"/>
    </inkml:context>
    <inkml:brush xml:id="br0">
      <inkml:brushProperty name="width" value="0.025" units="cm"/>
      <inkml:brushProperty name="height" value="0.025" units="cm"/>
    </inkml:brush>
  </inkml:definitions>
  <inkml:trace contextRef="#ctx0" brushRef="#br0">0 97 21670,'105'-35'3012,"-51"19"-351,3 5-369,-11 3-424,-3 3-604,-2 0-1264,-1-1 0,-5 1 0,-21 2 0,10 0 0,3 3-980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28.079"/>
    </inkml:context>
    <inkml:brush xml:id="br0">
      <inkml:brushProperty name="width" value="0.025" units="cm"/>
      <inkml:brushProperty name="height" value="0.025" units="cm"/>
    </inkml:brush>
  </inkml:definitions>
  <inkml:trace contextRef="#ctx0" brushRef="#br0">132 198 10913,'0'0'85,"1"1"0,-1-1 0,0 0 0,1 1 0,-1-1 0,0 1 0,0-1 0,1 1 0,-1-1 0,0 1 0,0-1 0,0 1 0,0-1 0,0 1 0,1-1 0,-1 1 0,0-1 0,0 1 0,0-1 0,-1 1 0,1-1 0,0 1 0,0-1 0,0 1 0,0-1 0,0 1 0,0-1 0,-1 1 0,1-1 0,0 1 0,0-1 0,-1 0 0,1 1 0,0-1 0,-1 1 0,1-1 0,-1 0 0,1 1 0,0-1 0,-1 0 0,1 0 0,-1 1 0,1-1 0,-1 0 0,1 0 0,-1 1 0,1-1 0,-1 0 0,1 0 0,-1 0 0,0 0 0,-2 1 4015,2 13-3526,-1 0-1,0-1 1,-1 1-1,0-1 1,-10 24-1,-5 21 82,-8 50 665,-19 174 0,38-188-1414,8 166 0,0-255-63,7-23-437,-4 0 422,-1-1 1,0 1 0,-1 0-1,-1-1 1,-1 1 0,-4-29-1,3 14-22,-2-279-1035,7 214 1254,21-114 1,-20 183 508,1 0 1,1 0-1,19-50 1,-22 70-331,0 0 1,1 1-1,0-1 0,1 1 1,0 0-1,0 0 1,0 1-1,1 0 1,0 0-1,1 1 1,-1 0-1,1 0 1,0 0-1,1 1 1,11-5-1,-13 7-93,-1 0 0,1 1 0,-1 0-1,1 0 1,0 1 0,0 0 0,-1 0-1,1 1 1,0 0 0,11 0 0,-15 1-87,0-1 1,-1 1 0,1 0 0,0 0 0,-1 0 0,1 0-1,-1 0 1,1 0 0,-1 1 0,1-1 0,-1 1-1,0-1 1,0 1 0,0 0 0,0 0 0,0 0 0,0 0-1,-1 1 1,1-1 0,-1 0 0,1 1 0,-1-1-1,0 1 1,0-1 0,0 1 0,0 0 0,-1-1 0,2 5-1,-1 1-71,-1 0 0,0 0 0,0 0-1,0 0 1,-1 0 0,0 0-1,-1 0 1,-3 11 0,-26 65-1576,25-69 1247,-3 5-528,-1 0-1,-1-1 1,0 0-1,-2-1 1,-19 23-1,-44 36-8967,47-49 574</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28.410"/>
    </inkml:context>
    <inkml:brush xml:id="br0">
      <inkml:brushProperty name="width" value="0.025" units="cm"/>
      <inkml:brushProperty name="height" value="0.025" units="cm"/>
    </inkml:brush>
  </inkml:definitions>
  <inkml:trace contextRef="#ctx0" brushRef="#br0">705 20 14429,'-42'0'1881,"41"1"-1779,0-1 0,0 0 0,0 0 0,1 0 0,-1 0 0,0 0 0,0 0 0,1 0-1,-1 0 1,0 0 0,0-1 0,0 1 0,1 0 0,-1-1 0,0 1 0,1 0 0,-1-1 0,0 1 0,0 0 0,1-1-1,-1 1 1,1-1 0,-1 0 0,1 1 0,-1-1 0,0 0 0,-1-2 340,-1 1-287,1 1 1,-1 0-1,0 0 1,1 0 0,-1 0-1,0 0 1,1 1-1,-1-1 1,0 1-1,0 0 1,0 0 0,0 0-1,1 0 1,-1 0-1,0 1 1,0-1-1,1 1 1,-1 0-1,0 0 1,0 0 0,-4 2-1,-5 3 21,0 0 0,0 1 0,-16 12 0,-14 13 234,2 3 0,1 2 0,2 1 0,1 1 0,3 3 0,-50 77-1,51-64-126,2 0 0,3 2 0,3 2-1,1 0 1,-19 85 0,34-106-259,1 0 0,2 0-1,2 0 1,2 60 0,2-78-188,1 0 1,1 0-1,1-1 1,0 1-1,2-1 1,0 0-1,1 0 0,1 0 1,1-1-1,14 23 1,-17-33-48,0 0 1,0-1-1,0 0 0,1 0 1,0 0-1,1-1 1,0 0-1,-1 0 1,2-1-1,-1 0 0,1-1 1,16 7-1,-15-8-512,1 0 0,-1 0 1,1-2-1,16 2 0,-13-2-1077,-1-2 0,1 1 0,19-5 1,26-9-8182</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28.883"/>
    </inkml:context>
    <inkml:brush xml:id="br0">
      <inkml:brushProperty name="width" value="0.025" units="cm"/>
      <inkml:brushProperty name="height" value="0.025" units="cm"/>
    </inkml:brush>
  </inkml:definitions>
  <inkml:trace contextRef="#ctx0" brushRef="#br0">24 682 8849,'-1'4'1733,"-14"94"7349,14-95-6816,-2-28-1423,-1 3-685,6-40 228,14-87 1,22-61 207,-35 196-526,6-24 376,2 1 0,1 0 0,2 1 0,26-50 0,-36 79-297,-1 1-1,1 0 1,0 0 0,1 1-1,-1-1 1,1 1 0,0 0 0,1 0-1,5-4 1,-9 8-99,0-1 1,0 1-1,1 0 0,-1 0 0,1 0 1,-1 0-1,1 0 0,-1 1 1,1-1-1,-1 1 0,1-1 0,-1 1 1,1 0-1,0 0 0,-1 0 0,1 1 1,-1-1-1,1 0 0,0 1 1,-1 0-1,1 0 0,-1 0 0,0 0 1,1 0-1,-1 0 0,0 0 0,3 3 1,-2-2-12,0 1 1,0-1 0,0 1-1,0 0 1,-1 1-1,1-1 1,-1 0 0,0 1-1,0-1 1,2 6 0,13 41 193,-13-38-178,6 35-413,-1 2 0,-3-1 0,1 91 1,-5-71-1225,-5 56-3452,-7-44-3799,2-45-1390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29.055"/>
    </inkml:context>
    <inkml:brush xml:id="br0">
      <inkml:brushProperty name="width" value="0.025" units="cm"/>
      <inkml:brushProperty name="height" value="0.025" units="cm"/>
    </inkml:brush>
  </inkml:definitions>
  <inkml:trace contextRef="#ctx0" brushRef="#br0">1 36 17350,'29'-24'2572,"6"21"-368,-16 0-324,11 0-320,16 3-396,-16 6-239,10-3-201,-18-3-344,7 2-512,17 4-852,-30-6-613,-2-14-1239,18 9-24,-21 10-3177,2 1-5292</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29.543"/>
    </inkml:context>
    <inkml:brush xml:id="br0">
      <inkml:brushProperty name="width" value="0.025" units="cm"/>
      <inkml:brushProperty name="height" value="0.025" units="cm"/>
    </inkml:brush>
  </inkml:definitions>
  <inkml:trace contextRef="#ctx0" brushRef="#br0">82 129 14289,'2'11'580,"4"10"2981,-17 24-1363,-12 45-1147,-25 80-493,46-162-484,1-1 0,-1 1 0,1-1 0,0 14 0,1-18 292,1-6-241,15-27 272,15-46 0,2-5 207,-13 42-1,1 1-1,2 1 1,2 0-1,1 2 1,2 1-1,56-53 1,-82 84-539,1 1-1,0-1 1,-1 1 0,1 0 0,1 0-1,-1 0 1,0 0 0,0 1-1,5-2 1,-8 2-55,1 1 1,-1 0-1,1 0 0,0 0 1,-1 0-1,1 0 0,-1 0 1,1 0-1,0 0 0,-1 1 1,1-1-1,-1 0 1,1 0-1,-1 0 0,1 1 1,0-1-1,-1 0 0,1 0 1,-1 1-1,1 0 0,0 0 3,0 0-1,0 0 1,0 0-1,-1 1 1,1-1 0,0 0-1,-1 0 1,1 1-1,-1-1 1,0 0-1,1 1 1,-1 1-1,2 22-81,-1 0-1,-2 0 1,0 0-1,-2 0 0,-7 32 1,-3 33-1009,0 30-875,-4 34-2491,15-51-4890,4-68-142</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29.847"/>
    </inkml:context>
    <inkml:brush xml:id="br0">
      <inkml:brushProperty name="width" value="0.025" units="cm"/>
      <inkml:brushProperty name="height" value="0.025" units="cm"/>
    </inkml:brush>
  </inkml:definitions>
  <inkml:trace contextRef="#ctx0" brushRef="#br0">100 12 13597,'-20'-11'2194,"19"11"-2119,1 0-1,0-1 1,0 1 0,-1 0 0,1 0 0,0 0 0,0 0 0,-1 0-1,1 1 1,0-1 0,0 0 0,0 0 0,-1 0 0,1 0 0,0 0-1,0 0 1,0 0 0,-1 0 0,1 0 0,0 1 0,0-1 0,0 0-1,-1 0 1,1 0 0,0 0 0,0 1 0,0-1 0,0 0 0,0 0-1,-1 0 1,1 1 0,0-1 0,0 0 0,0 0 0,0 0 0,0 1-1,0-1 1,0 0 0,0 1 0,-2 7 455,2-7-389,-24 72 3891,16-51-3363,1 0 0,-6 31-1,5 1-164,2 1 0,2 62 0,5-85-1090,1 1 0,2-1 1,1 0-1,17 59 0,-2-34-3930,-19-57 4305,-1 0 0,0 0 1,1 0-1,-1 0 0,0 0 0,0 0 0,1 0 1,-1 0-1,0 0 0,1 0 0,-1 0 0,0 0 0,1 0 1,-1 0-1,0 0 0,0 0 0,1 0 0,-1 0 0,0 0 1,1-1-1,-1 1 0,0 0 0,0 0 0,1 0 1,-1-1-1,0 1 0,0 0 0,0 0 0,1 0 0,-1-1 1,0 1-1,0 0 0,0-1 0,1 1 0,7-9-8987</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30.207"/>
    </inkml:context>
    <inkml:brush xml:id="br0">
      <inkml:brushProperty name="width" value="0.025" units="cm"/>
      <inkml:brushProperty name="height" value="0.025" units="cm"/>
    </inkml:brush>
  </inkml:definitions>
  <inkml:trace contextRef="#ctx0" brushRef="#br0">23 44 12969,'-22'5'2961,"35"-10"1794,22-5-247,-12 6-4257,29-5 1235,-1 1 304,87-4 1,-136 12-1803,-1 0 1,1 0 0,-1 0-1,1 0 1,-1 0 0,0 0-1,1 0 1,-1 1 0,0-1-1,1 1 1,-1-1 0,0 1-1,1-1 1,-1 1 0,0 0-1,0 0 1,0 0 0,0 0-1,0-1 1,0 1 0,0 1-1,0-1 1,0 0 0,0 0-1,0 0 1,-1 0 0,1 1-1,0-1 1,-1 0 0,1 0-1,-1 1 1,1-1 0,-1 1-1,0-1 1,0 0 0,0 1-1,1-1 1,-1 1 0,-1-1-1,1 0 1,0 1 0,0 1-1,-2 9-456,0-1-1,-1 0 1,0 0-1,-6 14 1,5-17 62,-3 10-709,-1 0 0,-1-1-1,0 0 1,-19 25 0,-55 56-2103,45-54 5066,38-44-1765,0 0 0,0 0 1,1 0-1,-1 0 1,0 0-1,0 0 1,0 0-1,0 0 1,0 0-1,1 0 1,-1 0-1,0 0 1,0 0-1,0 0 1,0 0-1,0 0 1,0 0-1,1 0 0,-1 0 1,0 1-1,0-1 1,0 0-1,0 0 1,0 0-1,0 0 1,0 0-1,0 0 1,0 1-1,1-1 1,-1 0-1,0 0 1,0 0-1,0 0 1,0 0-1,0 1 0,0-1 1,0 0-1,0 0 1,0 0-1,0 0 1,0 0-1,0 1 1,0-1-1,0 0 1,0 0-1,0 0 1,-1 0-1,1 0 1,0 1-1,0-1 0,0 0 1,0 0-1,0 0 1,0 0-1,0 0 1,0 0-1,0 1 1,-1-1-1,1 0 1,0 0-1,0 0 1,0 0-1,0 0 1,0 0-1,0 0 1,-1 0-1,1 0 1,18-3 1462,3 0-210,34 2-356,-23 0-13,1 1-1,61 8 1,-94-8-967,1 0 0,0 0 0,0 1 0,0-1 0,0 0 0,0 0 0,0 1 0,0-1 0,-1 1 0,1-1 0,0 1 0,0-1 0,-1 1 0,1-1 0,0 1 0,-1 0 0,1 0 0,0-1 0,-1 1 0,1 0 0,-1 0 0,1-1 0,-1 1 0,0 0 0,1 0 0,-1 0 0,0 0 0,1 0 0,-1 0 0,0 0 0,0 0 0,0-1 0,0 1 0,0 0 0,0 0 0,0 0 0,0 0 0,-1 0 0,1 1 0,-2 4 0,0-1 0,0 1 0,0-1 0,-6 11 0,5-10 0,-3 5-529,-1-1 1,0 1-1,0-1 0,-14 14 1,11-14-746,0-1-1,-1 0 1,0 0 0,-1-1 0,0 0-1,0-1 1,-1-1 0,0 0-1,0 0 1,0-2 0,-21 6 0,-10-3-10575</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30.554"/>
    </inkml:context>
    <inkml:brush xml:id="br0">
      <inkml:brushProperty name="width" value="0.025" units="cm"/>
      <inkml:brushProperty name="height" value="0.025" units="cm"/>
    </inkml:brush>
  </inkml:definitions>
  <inkml:trace contextRef="#ctx0" brushRef="#br0">0 1 16181,'31'3'1098,"57"4"5495,-83-6-6320,0 0-1,0-1 1,-1 2 0,1-1-1,-1 0 1,1 1 0,-1 0-1,0 0 1,0 0-1,0 1 1,0-1 0,0 1-1,0 0 1,-1 0 0,1 0-1,-1 1 1,0-1 0,0 1-1,0 0 1,3 5-1,6 10 439,-1 1 0,17 39 0,-27-56-649,10 28 49,0 1 0,-2 1 0,-1 0 0,-2 0 0,2 39 0,-3 170 198,-5-241-309,-4 97-1247,-5-1-1,-4 0 1,-39 145 0,41-204-584,-1-1 0,-24 48 1,-18 14-6127,9-28-3388</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31.204"/>
    </inkml:context>
    <inkml:brush xml:id="br0">
      <inkml:brushProperty name="width" value="0.025" units="cm"/>
      <inkml:brushProperty name="height" value="0.025" units="cm"/>
    </inkml:brush>
  </inkml:definitions>
  <inkml:trace contextRef="#ctx0" brushRef="#br0">1 225 8545,'11'24'13812,"-9"-26"-12640,10-3-629,1 0 0,0 1 0,0 0 0,1 1 0,-1 0-1,1 1 1,20 0 0,17-4 350,40-6 186,0 4 0,152 7 1,790 25-706,-1-32-27,-617 3-304,1083-37-43,-1355 37 7,-42 2-142,121-18 0,-210 20-201,0-2-1,-1 0 1,1 0 0,0-1-1,-1 0 1,14-8-1,-24 12 256,-1-1-1,1 1 0,0 0 1,0-1-1,-1 1 0,1 0 1,0-1-1,-1 1 0,1-1 1,-1 1-1,1-1 0,-1 1 0,1-1 1,-1 0-1,1 1 0,-1-1 1,1 1-1,-1-1 0,0 0 1,1 0-1,-1 1 0,0-1 1,0 0-1,1 1 0,-1-1 1,0 0-1,0 0 0,0 0 0,0 1 1,0-1-1,0 0 0,0 0 1,0 1-1,-1-1 0,1 0 1,0 0-1,0 1 0,0-1 1,-1 0-1,1 1 0,0-1 0,-1 0 1,0 0-1,-2-2-317,0 0 0,0 0 0,0 0 1,0 0-1,0 1 0,-7-4 0,-5-2-1279,0 1 0,-1 1-1,1 0 1,-1 1 0,-21-3 0,-37-2-9032</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31.647"/>
    </inkml:context>
    <inkml:brush xml:id="br0">
      <inkml:brushProperty name="width" value="0.025" units="cm"/>
      <inkml:brushProperty name="height" value="0.025" units="cm"/>
    </inkml:brush>
  </inkml:definitions>
  <inkml:trace contextRef="#ctx0" brushRef="#br0">0 0 11217,'0'0'3889,"1"3"-2234,1 5-931,0 1-1,-1-1 1,0 1 0,-1 0 0,0-1-1,-2 18 1,0 20 660,4 68 733,5 80-543,-2-153-2488,2 0 1,3 0 0,14 42-1,-7-27-5476,-16-53 1023</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31.851"/>
    </inkml:context>
    <inkml:brush xml:id="br0">
      <inkml:brushProperty name="width" value="0.025" units="cm"/>
      <inkml:brushProperty name="height" value="0.025" units="cm"/>
    </inkml:brush>
  </inkml:definitions>
  <inkml:trace contextRef="#ctx0" brushRef="#br0">0 55 14313,'60'-24'7064,"35"0"-1759,-86 22-4982,1 0 0,0 1-1,-1 0 1,1 1-1,0 0 1,16 2 0,-24-2-297,1 1 1,-1-1-1,0 1 0,0-1 1,0 1-1,0 0 1,0 0-1,0 0 1,0 0-1,0 0 1,0 1-1,0-1 0,-1 1 1,1-1-1,0 1 1,-1-1-1,0 1 1,1 0-1,-1 0 0,0 0 1,0 0-1,0 0 1,0 0-1,0 0 1,0 0-1,-1 0 1,1 0-1,0 0 0,-1 1 1,0-1-1,0 0 1,0 0-1,0 1 1,0 2-1,-3 10-552,0-1-1,0 1 1,-2-1-1,0 0 1,0 0-1,-1-1 1,-1 1-1,-15 21 1,7-14-2000,-23 27 1,-2-9-4361,5-12-3321</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32.320"/>
    </inkml:context>
    <inkml:brush xml:id="br0">
      <inkml:brushProperty name="width" value="0.025" units="cm"/>
      <inkml:brushProperty name="height" value="0.025" units="cm"/>
    </inkml:brush>
  </inkml:definitions>
  <inkml:trace contextRef="#ctx0" brushRef="#br0">287 0 8237,'-24'16'11432,"9"-2"-9667,-17 18-1014,3 1 0,-31 44 1,44-54-561,1 2 0,2 0 0,0 0 0,-15 46 1,18-41-132,2 0 0,0 0 0,2 1 0,2 0 0,-2 38 1,6-57-126,0-1-1,1 1 1,1 0 0,-1-1 0,2 1 0,0-1 0,0 1 0,1-1 0,0 0 0,1-1 0,0 1-1,1-1 1,0 0 0,1 0 0,0-1 0,0 0 0,9 9 0,-11-14-205,1 1 0,-1-1 0,1 0 0,-1-1 0,1 1 1,0-1-1,0 0 0,1-1 0,-1 0 0,1 0 0,-1 0 0,13 1 0,-10-2-991,0 0 0,0-1 0,0 0 0,0-1-1,12-2 1,27-10-8512</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32.684"/>
    </inkml:context>
    <inkml:brush xml:id="br0">
      <inkml:brushProperty name="width" value="0.025" units="cm"/>
      <inkml:brushProperty name="height" value="0.025" units="cm"/>
    </inkml:brush>
  </inkml:definitions>
  <inkml:trace contextRef="#ctx0" brushRef="#br0">29 9 10697,'0'-1'410,"-1"1"-1,1-1 1,0 1-1,0-1 1,0 1-1,-1 0 1,1-1 0,0 1-1,-1-1 1,1 1-1,0 0 1,-1-1-1,1 1 1,0 0-1,-1-1 1,1 1 0,-1 0-1,1 0 1,0-1-1,-1 1 1,1 0-1,-1 0 1,1 0 0,-1 0-1,1 0 1,-1 0-1,0-1 1,-6 12 2391,0 28-2379,4 11 528,3 74-1,2-100-1110,0 0 0,2 0 0,1 0 0,0-1 0,15 38 0,-16-53-106,34 73-2175,-32-72 591,-1-1 0,1 0-1,12 12 1,-18-20 1760,0 1 1,0-1-1,0 0 1,0 0-1,0 0 1,0 0-1,0 0 0,0 0 1,0 0-1,1 0 1,-1 0-1,0 0 1,0 0-1,0 0 1,0 0-1,0 0 1,0 0-1,0 1 0,0-1 1,0 0-1,0 0 1,1 0-1,-1 0 1,0 0-1,0 0 1,0 0-1,0 0 1,0 0-1,0 0 0,0 0 1,0 0-1,0 0 1,1 0-1,-1 0 1,0-1-1,0 1 1,0 0-1,0 0 1,0 0-1,0 0 0,0 0 1,0 0-1,0 0 1,0 0-1,0 0 1,1 0-1,-1 0 1,0 0-1,0 0 1,0 0-1,0-1 0,0 1 1,0 0-1,0 0 1,0 0-1,0 0 1,11-11-7972</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33.045"/>
    </inkml:context>
    <inkml:brush xml:id="br0">
      <inkml:brushProperty name="width" value="0.025" units="cm"/>
      <inkml:brushProperty name="height" value="0.025" units="cm"/>
    </inkml:brush>
  </inkml:definitions>
  <inkml:trace contextRef="#ctx0" brushRef="#br0">1 47 12477,'7'-11'1752,"-6"9"-118,1 1-195,3 0-820,-1 0 1,0 0-1,1-1 0,-1 0 1,0 0-1,0 0 1,0-1-1,4-2 1,-5 3-413,-1 1 0,1 0 0,0 0 0,-1 0 1,1 1-1,0-1 0,0 1 0,0-1 0,3 1 0,2-1 255,0-1-167,-1 1-1,1 0 1,-1 1-1,1-1 0,11 2 1,-3-1-247,-15 1-81,0-1-1,-1 1 1,1-1 0,0 0-1,0 1 1,-1-1 0,1 1-1,0 0 1,0-1 0,-1 1-1,1-1 1,-1 1 0,1 0-1,-1 0 1,1-1 0,-1 1-1,1 0 1,-1 0-1,1 1 1,0 1-111,2 1-85,0 0 1,0 0-1,-1 1 1,0-1-1,0 1 1,0 0-1,0 0 1,-1 0-1,0 0 1,0 0 0,0 0-1,-1 0 1,1 0-1,-1 0 1,0 0-1,-2 6 1,-1 5-380,0 1 1,-2-1-1,-9 24 1,6-20 775,6-15 439,0-1 0,0 1 0,-1-1 0,0 1-1,0-1 1,0 0 0,0 0 0,0 0 0,-8 5 0,26-12 403,0 1-1,0 0 1,19 0 0,22-1 1310,-36 2-2249,-20 1-70,1 0-1,0 0 1,0 0 0,0 0 0,-1 0-1,1 1 1,0-1 0,0 0-1,-1 1 1,1-1 0,0 0-1,0 1 1,-1-1 0,1 1 0,0-1-1,-1 1 1,1-1 0,-1 1-1,1 0 1,-1-1 0,1 1 0,-1 0-1,1-1 1,-1 1 0,1 1-1,-1 0 2,0-1-1,0 1 1,0 0-1,0-1 1,0 1 0,0-1-1,0 1 1,-1-1-1,1 1 1,0-1-1,-1 1 1,-1 1-1,-1 5-44,-1-1 1,-1 0-1,-8 11 1,12-18 21,-11 16-1098,-2-2-1,0 0 0,-1 0 1,0-2-1,-28 19 0,21-18-4766,-44 19 1,28-19-5256</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33.343"/>
    </inkml:context>
    <inkml:brush xml:id="br0">
      <inkml:brushProperty name="width" value="0.025" units="cm"/>
      <inkml:brushProperty name="height" value="0.025" units="cm"/>
    </inkml:brush>
  </inkml:definitions>
  <inkml:trace contextRef="#ctx0" brushRef="#br0">0 0 15009,'0'1'64,"0"-1"1,0 0-1,0 0 0,0 1 0,0-1 0,0 0 0,0 0 0,0 1 0,0-1 1,0 0-1,0 0 0,0 1 0,0-1 0,0 0 0,0 0 0,0 1 0,1-1 1,-1 0-1,0 0 0,0 0 0,0 1 0,0-1 0,0 0 0,1 0 0,-1 0 1,0 1-1,0-1 0,0 0 0,0 0 0,1 0 0,-1 0 0,0 0 0,0 1 1,1-1-1,-1 0 0,0 0 0,0 0 0,0 0 0,1 0 0,-1 0 0,0 0 1,0 0-1,1 0 0,-1 0 0,45 20 2883,-32-16-2256,-1 0 0,0 2 0,-1-1-1,1 1 1,-1 1 0,0 0 0,-1 1 0,0 0 0,13 13 0,-13-7-271,-1 0-1,0 1 1,0 0 0,-2 0-1,11 31 1,-9-19-116,-2 0 1,7 51 0,-12-55-517,-1 0 1,-1 0-1,-1 1 1,-2-1 0,-8 39-1,4-35-957,-1 0 0,-1-1 0,-1 0 0,-21 38 1,-43 74-9007,30-67-736</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4:33.942"/>
    </inkml:context>
    <inkml:brush xml:id="br0">
      <inkml:brushProperty name="width" value="0.025" units="cm"/>
      <inkml:brushProperty name="height" value="0.025" units="cm"/>
    </inkml:brush>
  </inkml:definitions>
  <inkml:trace contextRef="#ctx0" brushRef="#br0">88 8 7565,'-27'-6'1827,"22"4"5047,5 7-5947,-17 136 2124,-10 143-1450,27-264-1725,-4 77-1481,-2-34-2594,4-38-860,4-2-2815</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8:54.817"/>
    </inkml:context>
    <inkml:brush xml:id="br0">
      <inkml:brushProperty name="width" value="0.025" units="cm"/>
      <inkml:brushProperty name="height" value="0.025" units="cm"/>
    </inkml:brush>
  </inkml:definitions>
  <inkml:trace contextRef="#ctx0" brushRef="#br0">46 66 7557,'-2'0'147,"0"0"0,-1 0 0,1 0 0,-1 0 0,1 1 0,0 0 0,0-1 0,-1 1 0,1 0 0,0 0 1,0 0-1,0 0 0,0 0 0,0 1 0,0-1 0,0 0 0,0 1 0,1 0 0,-5 3 9506,9-5-9198,6-2-257,-4 1-37,0 0 1,0 0-1,0 1 1,0 0-1,0-1 0,8 2 1,159 24 537,287 3 0,-176-30-592,-190 2-50,140 2-43,91 4 24,-44 5 66,-56-5 53,-110-4-227,185 6 55,100-8-86,114 11 120,-201-9 53,-30-4 8,219-8-55,-264 6 21,103-4 52,349-18 12,-631 25-98,498-34 170,-434 28-228,44-5 159,-31 1-123,16-3 301,-79 8-166,-13 2 103,-18 2 419,0 1 1,64 7-1,8-1 643,-65-1-692,-39-2-375,1-1-1,0-1 1,-1 1-1,19-3 1,-22 1-155,-1 1 0,1 0-1,-1 0 1,1 1 0,7 1 0,-11-1 32,15-1 4,-5-2-904,-20-3-44,-28-5-829,28 8 1134,-20-6-1636,-13-3-2576,13 2-1217,0-1-4673</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9:02.665"/>
    </inkml:context>
    <inkml:brush xml:id="br0">
      <inkml:brushProperty name="width" value="0.025" units="cm"/>
      <inkml:brushProperty name="height" value="0.025" units="cm"/>
    </inkml:brush>
  </inkml:definitions>
  <inkml:trace contextRef="#ctx0" brushRef="#br0">2365 83 11297,'-1'-3'222,"0"1"1,0-1-1,0 0 1,1 0-1,-1 0 0,1 0 1,-1 0-1,1 0 0,1-4 1,-1 0 1141,-1 6-1208,1-1 1,-1 1-1,1 0 0,-1 0 0,1 0 0,-1 0 0,0 0 0,0 0 1,1 0-1,-1 0 0,0 0 0,0 0 0,0 0 0,0 0 0,0 1 1,0-1-1,0 0 0,0 1 0,-1-1 0,-1 0 0,-23-9 1039,11 6-839,-1 1 0,1 0 0,0 2 0,-1 0 0,1 0 1,-32 4-1,-94 23 273,70-11-287,-25 4 37,1 4 1,2 5-1,1 4 1,1 3 0,2 5-1,-91 54 1,110-51-13,2 3 0,2 2 1,-67 66-1,59-41-164,4 2-1,-75 106 1,-58 110 451,32 5-106,142-236-437,3 1-1,3 1 0,-18 74 1,-45 324 315,73-340-283,4 226 0,13-283-114,2 1-1,3-1 1,2 0-1,4-1 1,2 0-1,3-2 0,38 82 1,149 239 8,-141-277-64,119 142-1,-148-203 24,2-2 0,1-1 0,2-2 0,2-2-1,1-2 1,2-2 0,1-2 0,55 24-1,222 83-129,-264-117 116,0-2 0,1-3 0,96 11 0,-80-20 13,0-4 0,1-3 0,-1-3 0,0-4 0,-1-3-1,0-3 1,95-31 0,-48 6-4,229-103 0,12-36-20,-332 161 17,397-223 28,-368 199 28,-3-3 0,-1-2 0,-3-2 0,86-96 0,-108 102 6,-1-1-1,-2-2 0,-2 0 1,-2-2-1,-3-1 0,-1-1 1,17-58-1,-9 6 229,-4-2 0,-4-1 0,12-170 0,-27 159-21,-6-1 0,-4 0 0,-34-205 0,23 266-185,-2 1 0,-38-87 0,48 128-71,-31-73-1,-5 3 0,-3 0 0,-107-146 0,-67-67 0,127 189 0,38 47 0,23 25 0,-81-90 0,-100-111 0,199 221 0,-1 1 0,-1 1 0,0 0 0,-1 1 0,0 0 0,0 2 0,-1 0 0,-37-16 0,-5 4 0,-91-21 0,24 8 0,68 20 0,-1 2 0,-1 3 0,0 2 0,0 3 0,0 2 0,-71 7 0,26 9 0,53-5 0,-15 4-88,1 3 1,0 2-1,2 4 0,0 2 1,-86 45-1,112-47-1678,-51 39 1,-20 12-6570,84-58 1733,11-3-4187</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9:03.236"/>
    </inkml:context>
    <inkml:brush xml:id="br0">
      <inkml:brushProperty name="width" value="0.025" units="cm"/>
      <inkml:brushProperty name="height" value="0.025" units="cm"/>
    </inkml:brush>
  </inkml:definitions>
  <inkml:trace contextRef="#ctx0" brushRef="#br0">324 64 10201,'0'0'4278,"-3"0"-2603,0 1-1440,-1 0 1,0 0-1,1 1 0,-1-1 0,1 1 0,0-1 1,-1 1-1,1 0 0,0 0 0,0 1 0,0-1 0,0 1 1,1-1-1,-1 1 0,1 0 0,-3 3 0,-5 9 118,1 0 0,-10 21 0,1-1-42,-100 211 820,75-148-792,31-72-206,-23 57 810,34-81-104,3-6-368,67-175 1115,65-155-782,-121 299-757,-10 25-16,1 0-1,0 0 1,0 0-1,1 0 1,0 1-1,1 0 1,0 0-1,8-9 1,-13 17-3,0 0 1,0 0 0,1 0-1,-1 1 1,0-1-1,1 0 1,-1 0-1,0 1 1,1-1-1,-1 1 1,1 0-1,-1-1 1,1 1 0,-1 0-1,1 0 1,-1 0-1,1 0 1,-1 0-1,1 0 1,-1 0-1,3 1 1,0 0 25,0 1 0,-1-1 1,0 1-1,1 0 0,-1 0 1,0 0-1,0 0 0,5 5 1,2 4 108,0 0 0,0 1 0,11 17 0,-7-7-30,-2 1 0,0 1 0,-2 0 1,12 38-1,18 104 51,-15 9-2381,-20-156 1444,-3-9-243,1 1 0,1 20 0,-4-28 415,0-1 1,0 1-1,0 0 1,-1 0-1,1 0 1,-1 0-1,0-1 1,1 1-1,-3 3 1,-4 8-5597</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9:03.422"/>
    </inkml:context>
    <inkml:brush xml:id="br0">
      <inkml:brushProperty name="width" value="0.025" units="cm"/>
      <inkml:brushProperty name="height" value="0.025" units="cm"/>
    </inkml:brush>
  </inkml:definitions>
  <inkml:trace contextRef="#ctx0" brushRef="#br0">14 68 17214,'-14'-19'4548,"33"11"-2736,14 0-388,-20 5-248,19-2-288,17 0-179,-14 7-293,0-2-576,3 0-617,-6-2-855,-5-9-1132,-19 3 20,9 8-3229,1 2-5180</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9:04.590"/>
    </inkml:context>
    <inkml:brush xml:id="br0">
      <inkml:brushProperty name="width" value="0.025" units="cm"/>
      <inkml:brushProperty name="height" value="0.025" units="cm"/>
    </inkml:brush>
  </inkml:definitions>
  <inkml:trace contextRef="#ctx0" brushRef="#br0">1211 88 8073,'-9'7'2223,"13"-10"-587,4-4 1561,-4 4 3708,-23 0-6701,0 0 0,0 2 0,0 0 0,0 1 1,0 1-1,0 1 0,0 0 0,-22 6 0,-13 6 319,-84 33-1,38-5 612,-152 89 0,219-110-951,1 1 0,1 2 0,2 1 0,0 1 0,1 2 0,2 1 0,1 1-1,1 1 1,-31 54 0,28-36-83,2 2 1,2 0-1,2 1 0,3 1 1,2 1-1,-9 59 0,19-70-48,1-1 0,3 1-1,1 0 1,6 45-1,1-17 63,22 108-1,-21-154-95,0 0-1,1 0 0,2-1 1,0 0-1,2-1 0,0 0 0,25 34 1,-25-42-23,1-1 1,0-1 0,0 0-1,1 0 1,1-2 0,0 1-1,1-2 1,0 0 0,1-1-1,34 13 1,-20-9-12,1-2 0,0-1 0,1-1 0,60 7 0,-39-12-6,-1-2-1,81-8 0,106-25 10,-154 19 27,292-67-64,-334 68 46,-1-3-1,-1-1 1,0-2 0,0-1-1,-2-3 1,44-29-1,-77 45 5,162-118 10,-150 107-5,-2-1 0,0-1 0,-1 0 1,-1-1-1,0-1 0,19-36 0,-25 35-9,-1-1 0,-2 0 0,0 0 0,-1-1 0,-1 1 0,1-42 0,-4 33 37,-2 0-1,-1-1 0,-1 1 1,-8-31-1,-37-122 303,34 135-172,-1-1 7,-2 2 0,-3 0 0,-1 1-1,-3 1 1,-1 1 0,-2 2 0,-3 0-1,-50-56 1,63 82-154,-1 0-1,0 2 1,-2 0-1,1 1 1,-2 1 0,-33-16-1,-140-48-13,111 47-12,-198-55 11,228 71-41,23 5-65,-1 2 1,0 2-1,-44-3 0,62 8-99,0 0 0,0 0 0,1 1-1,-1 1 1,1 0 0,-1 1 0,1 0-1,0 1 1,0 1 0,0 0 0,-12 7-1,-116 65-5131,25-14-5519,71-37 569</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9:05.377"/>
    </inkml:context>
    <inkml:brush xml:id="br0">
      <inkml:brushProperty name="width" value="0.025" units="cm"/>
      <inkml:brushProperty name="height" value="0.025" units="cm"/>
    </inkml:brush>
  </inkml:definitions>
  <inkml:trace contextRef="#ctx0" brushRef="#br0">181 413 12005,'23'-2'2616,"-13"1"3359,-9 3-5871,0 1 0,0-1 0,0 0 0,0 0 0,-1 1 0,1-1 0,-1 0 0,1 1 0,-1-1 0,0 3 0,1 21 243,-3 30-1,0-36-211,1 0 0,1 1 0,5 38 0,1 5 147,-6-51-210,0 0 0,1-1-1,1 1 1,0 0-1,1-1 1,0 1 0,6 13-1,-8-23-38,1 1 0,-1-1 0,0 1 0,0-1 0,0 1-1,0 4 1,-1-3 30,1-3-46,-1-1-25,1-1 1,0 0-1,-1 0 0,1 0 0,0 0 0,-1 1 1,1-1-1,0 0 0,-1 1 0,1-1 0,-1 0 0,1 1 1,-1-1-1,1 1 0,-1-1 0,1 1 0,-1-1 1,1 1-1,-1-1 0,0 1 0,1 1 0,4 2-177,0-14 20,-4 6 133,-1 1-1,1 0 0,-1 0 1,0-1-1,1 1 0,-2 0 1,1 0-1,0-1 1,-1 1-1,1 0 0,-1 0 1,-1-5-1,-18-38-232,8 20 152,-5-16-51,3 0-1,-16-74 1,27 96 204,1 0-1,0 0 1,1 0 0,1 1 0,1-1 0,1 0 0,1 0 0,7-26-1,6-17 303,-9 35 240,0 0 0,2 0 0,19-40 0,-8 26 616,-12 24-600,1 1 0,15-24 0,-22 39-536,1 15-398,0 7-556,-4-9 488,-1 1 0,0-1 0,-1 0 0,0 0 0,-6 13 0,-28 56-2788,14-35 1063,-21 32-1381,31-58 2652,1 1 1,-14 33-1,25-50 2220,18 14 2415,-13-17-3538,-1-1 1,1 1-1,-1 0 0,0-1 0,1 0 0,-1 1 0,0-1 0,5-2 0,1 0 372,30-5 793,0 2 1,0 2-1,0 2 1,0 1-1,46 5 1,-80-4-1315,1 1 0,-1-1 0,1 1 0,-1 0 0,0 1 0,0-1 0,1 1 0,-1 0 0,0 0 0,-1 1 0,10 5 0,-12-6-53,0 0 0,0 0 0,0 0 0,0 0 0,-1 1 0,1-1 0,-1 1 0,1-1 0,-1 1 0,0-1 0,0 1 0,0 0 0,0 0 1,0 0-1,-1-1 0,1 1 0,-1 0 0,0 0 0,0 0 0,0 0 0,0 0 0,-1 0 0,1 0 0,-2 5 0,-2 7-19,0 0 0,-2 0 0,1 0 1,-2-1-1,0 0 0,-13 19 0,-62 76-903,60-82 541,-6 7-892,-54 51-1,65-71 596,1 0 0,-2-1 0,1-1 0,-2-1 0,-29 14 0,41-22 244,0-1 0,0 0-1,0 0 1,-1 0 0,1-1 0,0 0 0,-1 0 0,1-1 0,0 0-1,-13-2 1,15 1-165,0 0-1,0 0 1,1 0-1,-1-1 1,0 0-1,1 0 1,-1 0-1,1 0 1,0-1-1,0 0 1,0 0-1,0 0 1,0 0-1,0-1 1,1 1-1,-4-6 1,-6-16-6784</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9:06.311"/>
    </inkml:context>
    <inkml:brush xml:id="br0">
      <inkml:brushProperty name="width" value="0.025" units="cm"/>
      <inkml:brushProperty name="height" value="0.025" units="cm"/>
    </inkml:brush>
  </inkml:definitions>
  <inkml:trace contextRef="#ctx0" brushRef="#br0">25 424 5104,'35'10'3241,"-11"-24"2333,-16 11-4264,-1 0 0,1 0 0,11-8 0,47-30 1582,-56 34-2540,3-3 19,1-1 0,-1 0 0,-1 0-1,0-1 1,17-24 0,-5 3-98,-18 26-252,0-1 0,-1 1 0,0-1 0,0-1 1,-1 1-1,0 0 0,3-11 0,4-18-13,-11 29-12,-5-12-3,-7-19 36,11 36-32,0 1-1,0 0 1,0 0-1,-1 0 0,1 0 1,-1 0-1,1 0 1,-1 0-1,0 0 0,0 0 1,0 1-1,0-1 1,0 1-1,-3-3 0,-5 1-10,1-1-1,-1 1 1,0 1-1,0 0 1,0 0-1,0 1 1,0 0-1,0 0 1,0 1-1,0 1 1,0 0-1,-15 3 1,4 1-684,0 1 0,0 1 1,0 1-1,-36 19 0,36-17-1417,-1 1-5383</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9:06.893"/>
    </inkml:context>
    <inkml:brush xml:id="br0">
      <inkml:brushProperty name="width" value="0.025" units="cm"/>
      <inkml:brushProperty name="height" value="0.025" units="cm"/>
    </inkml:brush>
  </inkml:definitions>
  <inkml:trace contextRef="#ctx0" brushRef="#br0">44 0 13825,'-17'4'1027,"4"-1"-81,12-3-9,5-2 598,-4 2-1482,0 0 0,0 0 0,1 0 0,-1 0-1,0 0 1,0-1 0,0 1 0,1 0 0,-1 0 0,0 0 0,0 0 0,0 0 0,1 0 0,-1 0 0,0 0 0,0 0 0,1 0 0,-1 0 0,0 0 0,0 0 0,0 0 0,1 0 0,-1 0 0,0 0 0,0 0 0,0 0 0,1 0 0,-1 0 0,0 1 0,0-1-1,0 0 1,1 0 0,-1 0 0,0 0 0,0 0 0,0 1 0,0-1 0,1 0 0,-1 0 0,0 0 0,0 0 0,0 1 0,0-1 0,-3 14 2083,-5 16-252,3 262 1909,5-122-3003,0-151-708,-2 101-1586,14 128 1,-11-231 249,-1 0 1,-1 21 0,-1 2-6074,-14-51-4880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9:07.239"/>
    </inkml:context>
    <inkml:brush xml:id="br0">
      <inkml:brushProperty name="width" value="0.025" units="cm"/>
      <inkml:brushProperty name="height" value="0.025" units="cm"/>
    </inkml:brush>
  </inkml:definitions>
  <inkml:trace contextRef="#ctx0" brushRef="#br0">1 128 14309,'3'-13'658,"-1"10"-330,-1-1 0,0 1 0,0-1 0,0 0-1,-1 1 1,1-1 0,-1 0 0,0 0 0,0 0-1,0 1 1,-1-8 0,1 10-171,0 0 0,0 1 1,0-1-1,0 0 0,0 1 0,0-1 1,1 0-1,-1 1 0,0-1 0,0 1 0,1-1 1,-1 0-1,0 1 0,1-1 0,-1 1 0,1-1 1,-1 1-1,1 0 0,-1-1 0,1 1 0,-1-1 1,2 0-1,-1 0 363,4-4-47,-1 1-1,1-1 0,0 1 0,0 0 1,1 0-1,-1 1 0,1 0 0,-1 0 1,1 0-1,0 0 0,0 1 1,7-2-1,-10 4-395,0-1 0,-1 1 0,1 0 0,0-1 0,0 1 0,0 1 0,0-1 0,0 0 0,-1 1 0,1-1 0,0 1 0,0 0 0,-1 0 0,1 0 0,0 0 1,-1 0-1,1 1 0,-1-1 0,0 1 0,1 0 0,-1 0 0,0 0 0,0 0 0,0 0 0,0 0 0,0 0 0,-1 1 0,1-1 0,1 5 0,1 0-123,-1 0 0,0 1-1,-1 0 1,0-1 0,0 1 0,-1 0-1,0 0 1,0 0 0,-1 16-1,-3 7-977,-7 39-1,8-57 629,-20 74-1811,4-23 471,-27 114-2000,45-176 3866,0 0 0,0-1 0,0 1 0,0 0 1,0 0-1,0 0 0,0 0 0,0 0 0,1 0 1,-1 0-1,2 3 0,0 0 480,2-3 647,46-3 1655,5 1-186,63 6 0,-114-6-2722,0 1 0,0-1 1,0 1-1,0 0 0,0 0 1,0 1-1,0-1 0,-1 1 0,1 0 1,-1 0-1,1 0 0,-1 0 1,0 1-1,1-1 0,-1 1 1,3 3-1,-4-3-3,-1 0 0,1 0 1,0 0-1,-1 1 0,1-1 0,-1 0 1,0 1-1,0-1 0,-1 1 0,1-1 0,-1 1 1,1-1-1,-1 1 0,-1 6 0,-1 3-3,-1 0 0,0-1 0,0 0 0,-2 0 0,1 0 0,-2 0 0,1-1 0,-13 18 0,-2 3-1801,-1-1-1,-2-1 1,-39 39 0,53-60 1022,0-1 0,-1 0 0,0-1 0,0 0 0,-1 0 0,1-1 0,-2-1 1,1 0-1,-1 0 0,1-1 0,-1 0 0,0-1 0,-1-1 0,-16 2 1,-15-5-10077</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9:07.676"/>
    </inkml:context>
    <inkml:brush xml:id="br0">
      <inkml:brushProperty name="width" value="0.025" units="cm"/>
      <inkml:brushProperty name="height" value="0.025" units="cm"/>
    </inkml:brush>
  </inkml:definitions>
  <inkml:trace contextRef="#ctx0" brushRef="#br0">71 431 9265,'-7'11'806,"1"0"0,1 0 1,0 1-1,0 0 0,1 0 0,-3 18 0,-10 79 2243,11-56-2314,-2-4 834,8-47-569,1-5-598,20-127 893,1-6-329,-5 70 133,31-75 0,-33 106-407,1 1 1,2 0-1,37-52 1,-14 26 602,-40 59-1241,-1 0-1,1-1 0,0 1 0,0 0 0,0 0 1,0 0-1,0 0 0,0 0 0,0 0 0,0 0 1,0 0-1,0 0 0,1 0 0,-1 0 0,2 0 1,-2 1-34,-1 0 0,1 0 0,-1 0 0,1 0 0,0 0 0,-1 0 0,1 0 0,0 0 0,-1 0 0,1 0 0,-1 0 0,1 1 0,0-1 0,-1 0 0,1 0 0,-1 1 0,1-1 0,-1 1 0,1-1 0,-1 0 0,1 1 0,-1-1 0,1 1 0,-1 0 0,2 2 25,0 0 0,0 0-1,0 0 1,-1 0 0,0 0 0,1 0 0,-1 1-1,0-1 1,-1 1 0,2 5 0,5 151 546,-4-58-634,-2 112-1242,-3-126-2483,15 152-1,-1-187-165,-4-21-2124,-1-10-4724</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9:08.035"/>
    </inkml:context>
    <inkml:brush xml:id="br0">
      <inkml:brushProperty name="width" value="0.025" units="cm"/>
      <inkml:brushProperty name="height" value="0.025" units="cm"/>
    </inkml:brush>
  </inkml:definitions>
  <inkml:trace contextRef="#ctx0" brushRef="#br0">3 822 13837,'7'13'1250,"-6"-14"69,-10-21 1573,8 19 464,1-2-3004,2 1 0,-1-1 0,0 0 1,1 1-1,0 0 0,0-1 0,0 1 0,4-6 0,0 1 77,17-36 188,-3 0 0,-1-2 0,-3 0 0,13-57 0,-7 2-314,35-140 98,-45 197-355,-7 23 133,12-30 0,-17 52-175,0 0 0,0 0-1,0-1 1,0 1 0,0 0-1,0 0 1,0 0-1,0 0 1,0 0 0,0 0-1,0 0 1,0 0 0,0 0-1,0-1 1,0 1-1,0 0 1,0 0 0,0 0-1,0 0 1,0 0 0,0 0-1,1 0 1,-1 0-1,0 0 1,0 0 0,0 0-1,0 0 1,0 0 0,0-1-1,0 1 1,0 0-1,0 0 1,0 0 0,1 0-1,-1 0 1,0 0-1,0 0 1,0 0 0,0 0-1,0 0 1,0 0 0,0 0-1,0 0 1,1 0-1,-1 0 1,0 0 0,0 0-1,0 1 1,0-1 0,0 0-1,0 0 1,0 0-1,0 0 1,0 0 0,1 0-1,-1 0 1,0 0 0,0 0-1,0 0 1,0 0-1,0 0 1,0 0 0,0 1-1,0-1 1,0 0 0,0 0-1,6 5 60,0 0 0,-1 1 0,1-1 0,-1 1 0,-1 0 0,1 1 0,-1-1 0,0 1 0,0 0 0,-1 0 0,0 0 0,3 10 0,3 15 196,7 53 0,-11-55-180,18 127 184,14 68-1196,-28-186-422,4 42 0,-12-64-1233,0 0-1,-4 32 1,-1-29-4203,-5-7-4393</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9:08.192"/>
    </inkml:context>
    <inkml:brush xml:id="br0">
      <inkml:brushProperty name="width" value="0.025" units="cm"/>
      <inkml:brushProperty name="height" value="0.025" units="cm"/>
    </inkml:brush>
  </inkml:definitions>
  <inkml:trace contextRef="#ctx0" brushRef="#br0">1 63 18582,'0'0'2384,"16"-6"-408,16-2-348,-7 0-320,2-3-352,-17 6-411,20 2-545,19 6-769,-14-6-639,-11-13-1388,0 10 164,-10 9-3245,5 0-5036</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9:08.470"/>
    </inkml:context>
    <inkml:brush xml:id="br0">
      <inkml:brushProperty name="width" value="0.025" units="cm"/>
      <inkml:brushProperty name="height" value="0.025" units="cm"/>
    </inkml:brush>
  </inkml:definitions>
  <inkml:trace contextRef="#ctx0" brushRef="#br0">0 44 9089,'8'1'2212,"1"0"1,-1 0 0,16-2-1,50-10 3663,-13 1-2206,-2 4-2760,209-13 3466,-218 22-5479,-68 18-7424,-13-12 987,-20-1-5069</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9:08.610"/>
    </inkml:context>
    <inkml:brush xml:id="br0">
      <inkml:brushProperty name="width" value="0.025" units="cm"/>
      <inkml:brushProperty name="height" value="0.025" units="cm"/>
    </inkml:brush>
  </inkml:definitions>
  <inkml:trace contextRef="#ctx0" brushRef="#br0">1 273 17206,'54'-33'2748,"-3"12"-256,-2 2-76,-3 3-392,-3 0-367,3-1-297,5-2-300,3 1-228,-3 7-300,-2-3-608,-6 4-544,-8-1-968,-3-3-512,-21-15-1129,-8 4 113</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9:08.971"/>
    </inkml:context>
    <inkml:brush xml:id="br0">
      <inkml:brushProperty name="width" value="0.025" units="cm"/>
      <inkml:brushProperty name="height" value="0.025" units="cm"/>
    </inkml:brush>
  </inkml:definitions>
  <inkml:trace contextRef="#ctx0" brushRef="#br0">106 14 17066,'-10'-5'908,"-3"-2"155,3 5 3592,11 4-4394,0-1 0,1 0 0,-1 1 0,-1-1 1,1 1-1,0-1 0,0 1 0,0-1 1,0 4-1,0-4-14,0 5-45,1-1 1,-1 1-1,0 0 0,0 0 0,-1 0 0,1 0 1,-1 0-1,-2 9 0,-9 54 671,6-43-584,-21 102 543,11-59-1461,2 1 1,-6 125-1,22-82-6324,-3-108 3721</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9:09.377"/>
    </inkml:context>
    <inkml:brush xml:id="br0">
      <inkml:brushProperty name="width" value="0.025" units="cm"/>
      <inkml:brushProperty name="height" value="0.025" units="cm"/>
    </inkml:brush>
  </inkml:definitions>
  <inkml:trace contextRef="#ctx0" brushRef="#br0">1 108 16165,'6'-2'482,"-4"1"-265,0 1 1,-1-1-1,1 1 1,0-1-1,0 0 1,0 0-1,0 0 1,-1 0-1,1 0 1,0 0-1,-1 0 1,1-1-1,-1 1 1,0-1-1,1 1 1,-1-1 0,0 1-1,0-1 1,0 0-1,1-2 1,0 1 87,0 0 1,1 0-1,-1 0 0,1 1 1,-1-1-1,1 1 1,0-1-1,0 1 1,0 0-1,0 0 1,0 0-1,0 0 1,1 1-1,3-2 1,9-2 1322,31-7 1,-17 5-561,2 0-186,1 2-1,53-2 1,-79 7-882,0 0 0,0 1 0,0 0 0,0 0 0,0 1 0,0 0 0,0 0 0,0 0 0,9 6 0,-14-7 2,-1 0 1,1 0-1,-1 1 0,1-1 1,-1 1-1,1-1 0,-1 1 1,0-1-1,0 1 0,0 0 1,0 0-1,0-1 1,0 1-1,0 0 0,-1 0 1,1 0-1,-1 0 0,1 0 1,-1 0-1,0 3 0,0 33-248,-3-27-238,1 0 0,-1-1 0,-1 0 0,0 0 0,-8 15 1,-31 46-3012,39-66 3236,-20 28-3322,-50 52 0,5-6-37,55-65 3645,-1 2 955,10-6 3155,21-4-982,-9-5-2763,-1-1 0,0 1 0,1-1-1,-1 0 1,1-1 0,-1 0 0,0 0 0,11-3-1,13-1 707,181-21 3611,-165 24-4709,-44 2 0,-1 0 0,1 0 0,-1 0 0,1 1 0,-1-1 0,1 0 0,-1 1 0,0 0 0,1-1 0,-1 1 0,2 1 0,-2-2 0,-1 0 0,0 1 0,0-1 0,1 1 0,-1-1 0,0 0 0,0 1 0,0-1 0,1 1 0,-1-1 0,0 1 0,0-1 0,0 1 0,0-1 0,0 1 0,0-1 0,0 1 0,0-1 0,0 1 0,0-1 0,0 1 0,0-1 0,0 0 0,-1 1 0,1-1 0,0 1 0,0-1 0,0 1 0,-1-1 0,1 0 0,0 1 0,0-1 0,-1 1 0,0-1 0,-8 13-138,-1-2 1,0 0-1,-1 0 0,0-1 1,-1 0-1,-15 9 0,-84 48-1771,93-57 1604,2-1-827,-1-1 0,-1-1 0,1-1 1,-25 6-1,-35 2-8518,35-10-1646</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9:09.551"/>
    </inkml:context>
    <inkml:brush xml:id="br0">
      <inkml:brushProperty name="width" value="0.025" units="cm"/>
      <inkml:brushProperty name="height" value="0.025" units="cm"/>
    </inkml:brush>
  </inkml:definitions>
  <inkml:trace contextRef="#ctx0" brushRef="#br0">157 90 17370,'16'8'2504,"-32"-16"-336,0 2-276,-1 1 976,-1-3-1911,1 5-273,1-5-1360,0 5-289,3-8-2711,-9-13 644,14 13-2937,-6 1-5172</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9:09.991"/>
    </inkml:context>
    <inkml:brush xml:id="br0">
      <inkml:brushProperty name="width" value="0.025" units="cm"/>
      <inkml:brushProperty name="height" value="0.025" units="cm"/>
    </inkml:brush>
  </inkml:definitions>
  <inkml:trace contextRef="#ctx0" brushRef="#br0">30 469 11201,'0'0'90,"0"0"0,0 0-1,0 0 1,0 0 0,0 0 0,0 0 0,0 0-1,0 0 1,0 0 0,-1-1 0,1 1 0,0 0 0,0 0-1,0 0 1,0 0 0,0 0 0,0 0 0,0 0-1,0-1 1,0 1 0,0 0 0,0 0 0,0 0-1,0 0 1,0 0 0,0-1 0,0 1 0,0 0-1,0 0 1,0 0 0,0 0 0,0 0 0,0 0-1,0 0 1,1-1 0,-1 1 0,0 0 0,0 0-1,0 0 1,-18 2 2777,9 2-1677,7-3 1057,4 1-1053,1 1-946,0 0 0,0 0 0,1 0 0,-1-1 0,1 1 0,-1-1 0,1 0 0,0 0 1,0-1-1,0 1 0,0-1 0,0 0 0,1 0 0,-1 0 0,0-1 0,0 1 0,6-1 0,12 0 161,1-1 0,25-4-1,-18 2 159,437-58 3033,-142 15-2987,306-7-607,6 28-7,-616 25 1,1682-12 0,-1092 13 0,-581-1 0,1027-17 0,-899 10 0,489-45 0,-623 48-134,0 0 0,0-1-1,0-2 1,0 0 0,-1-1 0,40-22 0,-61 30-5,-1-1 1,0 0 0,1 0 0,-1 1 0,0-1 0,0 0 0,1 0 0,-1 0-1,0 0 1,0-1 0,0 1 0,-1 0 0,1 0 0,0-1 0,0 1 0,0 0-1,-1-1 1,1 1 0,-1-1 0,1 1 0,-1 0 0,0-1 0,0 1 0,1-1-1,-1 1 1,0-1 0,0 1 0,0-1 0,-1 0 0,1 1 0,0-1 0,-1 1-1,1 0 1,0-1 0,-1 1 0,0-1 0,1 1 0,-1 0 0,0-1 0,0 1-1,0 0 1,-1-2 0,-3-3-460,0 1 0,0-1 0,-1 1 0,1 1 0,-1-1 0,0 1 0,-9-5 0,-43-20-6219,-10-1-4486</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9:30.409"/>
    </inkml:context>
    <inkml:brush xml:id="br0">
      <inkml:brushProperty name="width" value="0.025" units="cm"/>
      <inkml:brushProperty name="height" value="0.025" units="cm"/>
    </inkml:brush>
  </inkml:definitions>
  <inkml:trace contextRef="#ctx0" brushRef="#br0">1270 65 8633,'-13'9'2052,"29"-20"9415,-18 10-11100,-19-10 364,14 8-581,0-1 1,-1 1-1,1 0 1,-9-3-1,-52-5-5,0 2-1,-127 0 0,122 7-88,25 1-67,0 3 0,1 1 0,-1 3 0,-67 17 0,104-20 14,0 1 0,1 1 0,0 0 1,0 0-1,0 1 0,1 0 0,-1 0 1,1 1-1,1 0 0,-14 15 0,-4 8-10,-37 58 0,39-54-32,-41 71 119,-7 10-86,28-38-100,30-56 95,1 0 0,2 0 0,0 2 0,-12 37 0,20-47-7,1 0 0,0 0 0,1 1 0,1-1 0,0 0 0,0 1 0,5 22 1,1-18-5,0 0 0,1 0 1,1 0-1,1-1 1,16 24-1,-12-24 5,0-1 1,2 0-1,0-2 0,26 22 0,-27-26 9,1 0-1,0-1 1,0-1-1,0 0 0,1-1 1,1-1-1,-1-1 1,1 0-1,0-1 1,19 2-1,23 1-3,94-3 0,-140-4 16,40 0-10,0-3 0,-1-2 0,0-3 0,0-2 1,-1-2-1,0-2 0,-1-3 0,0-1 0,88-48 0,-63 21-32,103-81 1,-150 105 67,2-2 68,-1-1 0,39-42 1,-60 56 25,-2 4 75,0 0 0,-1-1-1,0 0 1,5-10 0,-9 15-134,1-1 1,-1 0-1,0 0 0,-1 0 1,1 0-1,0 0 0,-1-1 1,0 1-1,0 0 0,0 0 1,0 0-1,0 0 0,0 0 1,-1-1-1,-1-3 0,-5-14 115,-1 1 0,0 0 1,-2 1-1,-19-31 0,-58-65 621,52 68-477,23 31-114,1 1 0,-25-25 0,-3 0 72,30 29-235,-1 0 0,0 1-1,-18-13 1,18 16-95,-1 1 0,0 1-1,0-1 1,0 2-1,-1 0 1,1 0 0,-1 1-1,0 1 1,-17-2-1,6 2-348,0 1 0,0 0-1,0 2 1,-1 1-1,-30 7 1,-50 13-1604,67-16 407,1 2 0,0 1-1,0 1 1,-51 24 0,-5 15-5380,49-23 433</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9:31.276"/>
    </inkml:context>
    <inkml:brush xml:id="br0">
      <inkml:brushProperty name="width" value="0.025" units="cm"/>
      <inkml:brushProperty name="height" value="0.025" units="cm"/>
    </inkml:brush>
  </inkml:definitions>
  <inkml:trace contextRef="#ctx0" brushRef="#br0">1138 42 8329,'-2'1'1768,"-52"14"4747,51-15-5935,-30 0 814,7 0-634,6-1-327,1 1 0,0 0 0,-26 5 0,-10 0 145,13-1-129,-78 19 0,65-10-289,11-2-45,0 2 0,0 2 0,1 2 0,1 2 1,1 2-1,1 1 0,-58 44 0,74-48-64,1 2 1,0 0-1,2 1 1,1 2-1,0 0 1,2 1-1,-25 41 0,35-49-41,0-1 0,0 1 1,2 1-1,0-1 0,1 1 0,0 0 0,1 1 0,1-1 0,1 1 0,1-1 0,0 1 0,1-1 0,1 1 0,4 24 0,0-25-7,0-1-1,1 1 1,1-1 0,0-1 0,1 1-1,1-1 1,1-1 0,0 0 0,0 0 0,1-1-1,1 0 1,18 15 0,-4-6 9,1-1 1,1-1-1,1-1 0,1-2 1,40 17-1,-33-19 19,0-2 0,1-2-1,0-1 1,67 7 0,-47-11-28,1-3 0,89-7 0,-95-2-16,-1-1 0,79-22 0,-103 21 30,0-1 0,-1-2-1,-1 0 1,0-2 0,0-1 0,29-22-1,-37 21-25,-2 0-1,0-1 0,0 0 1,-2-1-1,0-1 0,-1-1 1,0 0-1,-2 0 0,12-29 0,6-21 4,27-105-1,-54 167 7,12-38 421,-3-1 0,-2 0 0,-2-1 0,3-79-1,-11 115-359,0 1 0,-1-1 0,0 1 0,0-1 0,-1 1 0,0 0 0,-1 0-1,0 1 1,-1-1 0,0 1 0,-1 0 0,1 0 0,-2 0 0,1 1 0,-1 0 0,-11-10-1,7 8-173,0 0 0,-1 1-1,0 1 1,-1 0 0,1 0-1,-1 1 1,-1 1-1,1 0 1,-1 1 0,0 1-1,-21-5 1,-215-18-3960,83 27-2126,118 6 1160,10 5-2883</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49:31.911"/>
    </inkml:context>
    <inkml:brush xml:id="br0">
      <inkml:brushProperty name="width" value="0.025" units="cm"/>
      <inkml:brushProperty name="height" value="0.025" units="cm"/>
    </inkml:brush>
  </inkml:definitions>
  <inkml:trace contextRef="#ctx0" brushRef="#br0">0 500 10065,'14'2'6383,"-12"-3"-5097,8-6-707,0 0 1,0 1-1,1 0 1,0 1-1,0 0 1,23-6 0,80-13 1709,-60 15-1000,476-74 3741,1078-44-2662,-854 65-2368,-529 38 0,-175 21 0,22-2 0,-72 5-14,1 0 0,-1 0 0,1 0 0,-1 0 0,0 0 0,1 0 0,-1 0 0,1 0 0,-1 0 0,0 0 0,1 0 0,-1 0 0,1-1 0,-1 1 0,0 0 0,1 0-1,-1 0 1,1-1 0,-1 1 0,0 0 0,1 0 0,-1-1 0,0 1 0,1 0 0,-1-1 0,0 1 0,0 0 0,1-1 0,-1 1 0,0 0 0,0-1 0,0 1 0,1 0 0,-1-1 0,0 1 0,0-1 0,0 1 0,0 0 0,0-1 0,0 1 0,0-1 0,0 1 0,0-1 0,0 1 0,0 0 0,0-1 0,0 1 0,0-1-1,0 1 1,-1 0 0,1-1 0,0 1 0,0-1 0,0 1 0,-1 0 0,1-1 0,0 1 0,0 0 0,-1-1 0,1 1 0,-1-1 0,0 0-521,-1-4-144,-1 0 0,0 0 0,0 1 0,0-1 0,0 1 0,-1 0-1,-6-6 1,-19-14-6707,23 18 5120,-24-19-11027</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0:16.665"/>
    </inkml:context>
    <inkml:brush xml:id="br0">
      <inkml:brushProperty name="width" value="0.025" units="cm"/>
      <inkml:brushProperty name="height" value="0.025" units="cm"/>
    </inkml:brush>
  </inkml:definitions>
  <inkml:trace contextRef="#ctx0" brushRef="#br0">57 88 6049,'-33'-27'10354,"14"31"-8721,14-3 4243,160 5-5370,217 37-1,-71-18-458,-136-18-47,-69-6 110,207-6-94,-17-11-44,-66 2 15,-64 4 29,85-2 44,-53 3-99,-116 5 81,-4-1-69,-13 1 23,88 4 0,-119 1-7,41-4 1,14-1 20,65 2-246,-41-2-16,-1-4 237,-33 2-80,187-16-324,-59 14 372,14-1 10,-122 6 64,167 14 0,-78 1-61,2-3 96,20 3-63,-56-5 3,-21-3 6,129 7-93,-178-9 60,59-3-2,33 2-8,130-2-42,-114-3 112,-24 0-83,56 2 105,17-2-25,-57 0-101,150-4 13,-114 8 33,-1-1 25,-80-1 12,111-6 0,45 8 61,68-6-29,-86-1-50,-20 13-111,148-5 206,-349-5-90,39-2-54,215 4 154,-259 0-125,17 1-29,161 17 63,-75-4 87,102 13-106,-210-19-4,59 0 0,-35-4 42,318 19 66,-213-17 55,-51-2-178,29-1 100,34 1-126,76-2 69,25 2 67,-59-2-81,-74-5-25,-1 0 38,154 2-121,-110 1 80,-51-1 51,201-7 117,0 1 118,-159 3-2,-75 1-256,28-7 156,-18 0 6,-9 14-87,175-2 608,-124 3 294,-144-3-811,-1 0 0,1 1 0,-1 0-1,20 4 1,-25-3-40,1-1 0,0 0 0,-1-1 0,1 1 1,9-2-1,-5 1-5,37 5 601,-37-4-514,1 1-1,-1-2 1,12 1 0,28-9 570,-49 7-655,25 6 435,-24-5-299,13-1-124,-13 1-78,0 0 1,0 0 0,-1 0-1,1 0 1,0 0 0,-1 1 0,5 0-1,51 22 223,-28-12-281,-1-1-37,-26-9-219,-9-22-17806,1-1 6634</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0:19.957"/>
    </inkml:context>
    <inkml:brush xml:id="br0">
      <inkml:brushProperty name="width" value="0.025" units="cm"/>
      <inkml:brushProperty name="height" value="0.025" units="cm"/>
    </inkml:brush>
  </inkml:definitions>
  <inkml:trace contextRef="#ctx0" brushRef="#br0">0 0 24698,'4049'0'0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0:29.236"/>
    </inkml:context>
    <inkml:brush xml:id="br0">
      <inkml:brushProperty name="width" value="0.025" units="cm"/>
      <inkml:brushProperty name="height" value="0.025" units="cm"/>
    </inkml:brush>
  </inkml:definitions>
  <inkml:trace contextRef="#ctx0" brushRef="#br0">71 98 8261,'-20'-14'1511,"19"14"-1447,0 0 0,1-1 0,-1 1-1,1 0 1,-1 0 0,0 0 0,1-1 0,-1 1 0,0 0-1,1 0 1,-1 0 0,0 0 0,0 0 0,1 0-1,-1 0 1,0 1 0,1-1 0,-1 0 0,0 0-1,1 0 1,-1 1 0,1-1 0,-1 0 0,0 1 0,1-1-1,-2 1 1,1 0 161,-11 1 1950,12-2-1785,-1 0 1,1-1-1,-1 1 0,1 0 1,0 0-1,-1-1 0,1 1 0,0 0 1,-1 0-1,1-1 0,0 1 0,-1 0 1,1-1-1,0 1 0,0-1 0,-1 1 1,1 0-1,0-1 0,0 1 0,0-1 1,-1 0-1,-3-6 3081,-3 1-4281,11 8 993,1-1-1,-1 0 0,1 0 0,-1 0 1,1-1-1,5 0 0,7 2 110,84 7 671,134-4-1,-169-5-810,482 5 429,-363-2-466,110 11 124,-99-3-41,476-1 308,-587-13-469,377-15 48,-240 10-123,-115 5 51,108 3 263,-138-6 393,-61 3-401,-11 2-223,0 0 1,0 0 0,0 0-1,1 0 1,-1 1 0,7 0 0,-22-12-2917,5 7 1846,-1 1 0,0-1-1,-1 1 1,1 0 0,-1 1-1,-9-5 1,-17-8-5816,-3-9-5342</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0:31.150"/>
    </inkml:context>
    <inkml:brush xml:id="br0">
      <inkml:brushProperty name="width" value="0.025" units="cm"/>
      <inkml:brushProperty name="height" value="0.025" units="cm"/>
    </inkml:brush>
  </inkml:definitions>
  <inkml:trace contextRef="#ctx0" brushRef="#br0">62 86 6325,'-1'-1'131,"0"0"0,0 0 0,-1-1 0,1 1 0,0 0 0,0 0 1,-1 0-1,1 0 0,-1 0 0,1 1 0,-1-1 0,1 0 1,-1 1-1,0-1 0,1 1 0,-3-1 0,1 1 498,-1 0-1,1 0 1,-1 1-1,0-1 1,1 1-1,-1-1 1,-7 5 5295,17-4-2768,22 1-1261,42-2-1767,76-6 941,159-1 337,189 17-924,424 4-240,575-43-24,-707 7-43,-244 30 634,-256 0-382,-102-3-318,98 0 110,-196-4-201,491-15 920,-495 9-573,60-6 399,-139 11-681,12 0 121,-5 1-92,1 0 0,0 1 1,-1 0-1,1 1 0,11 4 0,-10-3 15,0 0 1,0-1-1,16 2 0,53 6-127,-56-10 0,-17 0 0,9 2 0,9 7-250,-24-9-961,-4-4-676,-2-4 640,-1 1-1,1 0 1,-2-1-1,-6-5 1,-12-13-6488,0-6-4728</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0:44.744"/>
    </inkml:context>
    <inkml:brush xml:id="br0">
      <inkml:brushProperty name="width" value="0.025" units="cm"/>
      <inkml:brushProperty name="height" value="0.025" units="cm"/>
    </inkml:brush>
  </inkml:definitions>
  <inkml:trace contextRef="#ctx0" brushRef="#br0">94 148 5813,'-3'0'1405,"-40"0"1991,16 0 3578,9-4-5262,16 3-364,12 3-735,-2-1-432,0 1 0,0-2 0,0 1 1,0-1-1,13-2 0,7 1 140,129-8 424,406 7-67,-348-4-527,-71 0-198,222-2 105,-219 4-88,73-2 21,141-2-25,-2 0 75,-148 2 41,-90 1-154,114-7 92,-124 5 57,115-4-114,20 1 17,83 2 94,-40-6-144,-126 9 51,3-1-2,2 10 43,-49 0-4,387 2 16,-372-3 25,44 0-80,83 0-9,-69 1 171,115 4-181,-1 0 94,87-1-89,-86-7-131,-261 0 157,109-3-17,162-10 27,-3 0 1,187-13 170,-267 31 175,-52 1-122,-8-1-167,-56 0 82,295 18-66,-168-8-23,-126-6-54,61 2 3,57-1-25,183-2 120,-196-2 100,294-1 296,187-13-285,357 72 2719,-798-46-2122,-204-16-704,-33-3-309,-25 1 126,-1 0 0,0 0 0,0 0 0,0 0 0,1 0 0,-1 0 0,0 0 0,0-1 0,0 1 0,0 0 0,1-1 0,-1 1 0,0-1-1,0 1 1,0-1 0,0 0 0,0 1 0,0-1 0,0 0 0,-1 0 0,1 0 0,0 0 0,0 0 0,-1 1 0,1-2 0,0 1 0,-1 0 0,2-2-1,-2 1-107,0 1 0,0-1-1,0 0 1,0 0 0,0 0-1,0 1 1,0-1-1,-1 0 1,1 0 0,0 1-1,-1-1 1,0 0 0,1 0-1,-1 1 1,0-1-1,0 1 1,0-1 0,0 1-1,0-1 1,-2-1-1,-11-11-2372,-1 2-1,0-1 0,-27-15 0,41 27 2425,-54-38-9876</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0:47.455"/>
    </inkml:context>
    <inkml:brush xml:id="br0">
      <inkml:brushProperty name="width" value="0.025" units="cm"/>
      <inkml:brushProperty name="height" value="0.025" units="cm"/>
    </inkml:brush>
  </inkml:definitions>
  <inkml:trace contextRef="#ctx0" brushRef="#br0">0 381 6249,'0'0'14282,"3"1"-13737,4 2-328,1 0 0,0 0 1,-1-1-1,1-1 0,0 1 0,10-1 1,55 1 436,-43-2-452,110 5 547,173 2-165,167 6-40,383-12 344,-380 4-642,170 7-29,-316-3-187,160 10-117,-314-11 115,-136-6-40,146 2 105,6-8-58,44-3 5,866-44-22,-897 46-7,447-2 6,172 56 484,-12 0-449,67-24 70,1-39-8,-299-15-185,-226 15 100,119-9 18,6-1-56,-193 14 33,126-2 12,-182 5 25,-57 2 60,48 1 25,220 0-36,-121-2-136,493 6 92,-704 4-114,24 0 111,-34-7-13,326-16 138,298-20-52,-312 22-76,-209 5 20,374-14 181,-223 7-184,-143 6-31,-55 8-57,50-3 71,35 4 103,-153 5-21,112 0 112,224-3 1260,-343-2-1100,108 1 727,-66 0-1141,-98 3 0,-16-1 0,-7-2 0,-10-2 0,-12-5 0,12 9 0,-72-38-14,63 34-118,7 4-251,2 0 12,-7-2 203,-2-2-91,10 5 263,0 0 0,0-1 0,0 1 0,0 0 0,0 0 0,0-1 0,0 1 0,0 0 0,0 0 0,0-1 0,0 1 0,0 0 0,0 0 0,0-1 0,0 1 0,0 0 0,1 0 0,-1 0 0,0-1 0,0 1 0,0 0 0,0 0 0,0 0 0,1-1 0,-1 1 0,0 0 0,0 0 0,0 0 0,1 0 0,-1-1 0,0 1 0,0 0 0,1 0 0,-1 0 0,0 0 0,0 0 0,1 0 0,-1 0 0,0 0 0,0 0 0,1 0 0,-1 0 0,11-5 323,-9 5 370,0-3-795,21-29-4849,8-23-6821,-14 18-1071</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2:26.023"/>
    </inkml:context>
    <inkml:brush xml:id="br0">
      <inkml:brushProperty name="width" value="0.025" units="cm"/>
      <inkml:brushProperty name="height" value="0.025" units="cm"/>
    </inkml:brush>
  </inkml:definitions>
  <inkml:trace contextRef="#ctx0" brushRef="#br0">0 0 4132,'11'9'3913</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2:45.311"/>
    </inkml:context>
    <inkml:brush xml:id="br0">
      <inkml:brushProperty name="width" value="0.025" units="cm"/>
      <inkml:brushProperty name="height" value="0.025" units="cm"/>
    </inkml:brush>
  </inkml:definitions>
  <inkml:trace contextRef="#ctx0" brushRef="#br0">39 407 5368,'5'-1'123,"-2"1"-7,0 0 0,0-1 0,0 0 0,-1 1 0,1-1 1,0 0-1,-1 0 0,4-2 0,-6 2-36,1 0 1,0 0-1,-1 1 0,1-1 0,0 0 1,-1 0-1,0 0 0,1 0 1,-1 0-1,1 0 0,-1 0 1,0 0-1,0 0 0,0 0 0,1 0 1,-1 0-1,0 0 0,0 0 1,0 0-1,-1 0 0,1 0 1,0 0-1,0 0 0,-1-2 0,0 1 759,-1-17 700,1 13-1177,1 1 0,0-1 0,0 0 0,0 0 0,1 0 0,0 0 0,0 1 0,1-1 0,-1 1 0,1-1 0,0 1 0,6-11 0,-6 13 344,-2 2-600,0 0-1,0 0 1,0 0-1,0-1 0,1 1 1,-1 0-1,1 0 0,-1 0 1,1 0-1,-1 0 1,1-1-1,1 0 0,2-6 5191,-4 7-5288,0-1-1,0 0 0,-1 1 0,1-1 0,-1 1 1,1 0-1,-1-1 0,0 1 0,0-1 0,0 1 1,1 0-1,-2-2 0,-1-1 164,-22 266-46,12-61 232,-3 74-187,13-117 62,4 341 483,-12 159 908,-2-330-900,23 757 1050,-2-809-1476,-8 8-58,-2-122-197,1 23 100,4 262 133,-2-436-269,6 93 70,-5-84-62,-1 1 1,-1 0 0,0-1-1,-5 25 1,6-33 9,0-11-24,0 1 0,0 0 0,0 0 0,0 0 0,0 0 0,-1-1 0,1 1 0,0 0 0,-1 0 0,0 0 0,1 0-1,-1 4 1,11 97-3,-10-100-7,-1 12-22,0 0 39,0-12 9,0 0-16,0 0-1,1 0 0,-1 0 0,1 0 0,0 0 1,0 0-1,0 0 0,1-1 0,-1 1 0,1 0 1,-1-1-1,1 1 0,0-1 0,0 1 0,0-1 0,0 0 1,1 0-1,-1 0 0,0 0 0,1 0 0,0 0 1,-1-1-1,1 0 0,0 1 0,0-1 0,5 2 1,5 1-4,-1-1 0,1 0 0,0 0 0,0-2 1,14 1-1,120-8 2,-26-1-32,72 0 28,-116 3 1,263-7-13,-96 5 22,-108 1-74,199-3 57,-292 7 13,448-3-64,-56 7-112,30 0-167,-157 10 112,103-20-101,-330 2 245,181-15-188,33-5-227,-161 15 251,-1 4 45,18-2 0,243-19-263,-358 25 348,260-4-338,-68 3 358,-60-12-15,23 1-12,-167 13 64,37-6 0,-45 4 49,1 1 1,-1 1-1,1 0 0,19 2 0,31-2-105,-32 0 123,-32 1-42,1 0 13,15-2 19,0 0 1,0-1 0,32-9-1,-14 2-10,-1 2 1,1 2-1,48-3 0,-81 9 162,2 1-184,17-4 37,-20 3 39,-1-1-28,45-22 148,-45 23-123,17-6 78,19-9 250,-35 14-129,-2 0-164,6-4-28,-6 4-22,1 0 1,0 0 0,-1 0-1,0 0 1,1 0 0,-1 0-1,0-1 1,0 1 0,1 0-1,-1-1 1,0 1 0,-1-1-1,3-2 1,25-71 398,3-10 455,-22 66-703,-2 0 0,0-1 0,-1 0 0,-1 0 0,4-37 0,0-108 306,-8 104-406,34-351 399,-25 322-365,5-33 72,-8 80-68,-3-1 0,0-54-1,-1 3 88,0 12 111,3-34-209,13-183 311,-23 0-228,3 252-173,2-200 23,1 84-38,4-24-3,-5-109-67,-7 212 65,-3-36-1,8-155 0,3 164 124,-2 25-168,-2-212 31,-2 159 121,0 64-181,-1 12 18,2 35 53,1-34 0,4 28-13,-1 9-65,-1-33-1,-1 39 62,1 0 0,3-21 0,-1 22-8,0 0 0,-4-31 1,-2-74-196,3 113 188,-1 1-1,1 0 1,-1-1-1,-1 1 0,-4-11 1,6 18 10,0-1 15,0-1 0,-1 0 0,1 1 0,-1-1 0,0 1 0,0-1 0,-4-4 0,2 1 14,2 5 9,-1-1-1,0 1 1,1 0 0,-1 0-1,0 1 1,-6-5 0,-4-4 8,7 6-14,1 0-1,-1 0 1,0 1-1,0 0 1,0 0-1,0 1 1,-1 0-1,1 0 1,-14-4-1,-7-1-9,-32-3-1,54 10 12,-107-13-30,-222 1 0,216 16-19,-87-2 66,169-2-20,-43 4 0,-19 0-40,65-3 56,-34 5-1,-6 0 9,-285 14-29,126-16 5,148-3-19,-285-4-84,-33-5-37,156 9 2,-21 4 118,-22 2-4,80-4-8,-186-4-35,180-3 30,-452 0-3,425 10 4,-63 10 24,226-9-1,-87 2-19,121-11 53,-342-4-119,159 10 53,74 1 24,72 1 3,-34 1-30,-29-1 112,142-4-50,-16-4 11,3 3-17,-55-3-42,69 3 50,-28 3-86,26-3 60,3 0 17,1 0 0,-1-1 0,0 1 0,0 0 0,0 0 0,0 1 1,0-1-1,0 0 0,1 0 0,-1 0 0,0 0 0,0 1 0,0-1 1,0 0-1,1 1 0,-1-1 0,0 1 0,0-1 0,1 1 0,-2 0 1,1 1-2,0 1 0,0-1 0,1 0 0,-1 1 0,0-1 1,1 1-1,0-1 0,-1 1 0,1 0 0,0-1 0,0 1 1,0-1-1,1 4 0,1 74 11,-5 0 0,-13 85 0,8-91-1,-3 185-2532,12-170-153,-2-32-661,2-5-3897,2-29-3184</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2:45.965"/>
    </inkml:context>
    <inkml:brush xml:id="br0">
      <inkml:brushProperty name="width" value="0.025" units="cm"/>
      <inkml:brushProperty name="height" value="0.025" units="cm"/>
    </inkml:brush>
  </inkml:definitions>
  <inkml:trace contextRef="#ctx0" brushRef="#br0">759 25 8873,'0'0'7788,"-1"-3"-7274,1 2-458,-1 0 0,1 0 0,-1-1-1,1 1 1,-1 0 0,1 0 0,-1 0 0,0 0 0,0 0 0,0 0-1,0 0 1,1 0 0,-1 0 0,0 0 0,-1 0 0,1 1 0,-1-2-1,-27-1 419,26 3-481,-40 3 191,0 2-1,0 2 1,-42 12 0,15-4 60,31-6 90,1 1-1,0 1 0,1 2 0,-58 29 0,92-40-393,-12 10 1037,15-12-913,-1 1 1,1 0-1,0 0 0,0 0 0,0 0 0,0 0 0,0 0 0,1-1 0,-1 1 0,0 0 0,0 0 1,1 0-1,-1 0 0,0-1 0,1 1 0,-1 0 0,1 0 0,-1-1 0,1 1 0,-1 0 0,1 0 1,7 8 263,0-1 1,0 0 0,1-1 0,0 0 0,0 0 0,1-1 0,-1 0 0,21 8-1,20 14 358,-34-18-527,0 1 0,-1 0 0,0 2-1,-1 0 1,-1 0 0,19 23 0,-27-28-126,0-1 1,-1 1-1,1-1 1,-2 1-1,1 1 1,-1-1-1,0 0 0,-1 1 1,0 0-1,0-1 1,-1 1-1,0 0 1,0 0-1,-1 0 0,0 0 1,-2 11-1,-2 0-36,-1 0 0,-1 0 0,-1-1-1,0 0 1,-19 32 0,10-22-338,-2 0 0,-37 43 0,43-59 111,0 0-1,-1-1 1,0-1-1,0 0 1,-1-1-1,-1 0 1,-29 13-1,36-19 141,0-1 0,0 0 0,0-1 0,-1 0 0,1 0 1,-1-1-1,-13 1 0,16-2 47,0-1 0,1 1 0,-1-1 1,0 0-1,1-1 0,-1 1 0,1-1 0,0 0 1,-1-1-1,1 1 0,0-1 0,-6-4 1,8 4 13,0 1 1,0 0 0,0-1-1,0 0 1,0 1 0,1-1-1,0 0 1,-1 0 0,1-1-1,0 1 1,1 0 0,-1-1-1,1 1 1,-1-1-1,1 1 1,0-1 0,0 0-1,0 0 1,1 1 0,0-1-1,-1-6 1,2 3-510,0 0-1,0-1 1,1 1 0,0 0-1,0 0 1,1 0 0,0 0-1,0 1 1,1-1 0,4-7-1,2-2-5288</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1:02.233"/>
    </inkml:context>
    <inkml:brush xml:id="br0">
      <inkml:brushProperty name="width" value="0.025" units="cm"/>
      <inkml:brushProperty name="height" value="0.025" units="cm"/>
    </inkml:brush>
  </inkml:definitions>
  <inkml:trace contextRef="#ctx0" brushRef="#br0">22 32 8733,'-5'7'1151,"2"-11"-487,-3-4 5785,-2-11-5350,9 13 5256,20 5-5939,1 0-1,0 2 1,38 5 0,7 0 210,581 2 1023,372-13-1241,-345 32-342,-390-13 269,-154-7-67,164 4 514,170-22 1019,-363 6-1766,-56 2-21,-43 3-16,-29 8-3083,12-8 1894,0 0 0,0 0 0,0-2 1,-24-4-1,-9-1-2736,8 3-2288,7-3-3716</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1:03.240"/>
    </inkml:context>
    <inkml:brush xml:id="br0">
      <inkml:brushProperty name="width" value="0.025" units="cm"/>
      <inkml:brushProperty name="height" value="0.025" units="cm"/>
    </inkml:brush>
  </inkml:definitions>
  <inkml:trace contextRef="#ctx0" brushRef="#br0">225 19 8289,'-21'2'1995,"1"-1"0,-30-2 0,14-1-511,12 0-180,22 1-1172,-1 0 1,1 1 0,0 0-1,0 0 1,-1-1 0,1 1-1,0 1 1,0-1 0,-1 0-1,1 0 1,-3 2 0,-9 2 422,12-3 944,-1-1-1108,-6-1-274,-6 0 849,14-1-464,10-1-195,14-2 6,1 2-1,-1 1 0,0 0 0,1 2 0,26 3 0,-4-1-190,1367 20 1094,-1161-18-1193,114-2 5,558-14 968,-607 13-426,-113 1-79,-109-4-246,62 2 53,33 1-66,-27-2-22,98 4 238,-244-3-343,-4 0 66,1 0 0,-1 0 0,1-1 0,0-1 0,-1 0 0,20-6 1,-31 7-26,-7 1-5416,-32-3 2007,-6-1-1152,14 1-1493,-3 0-3444</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1:05.465"/>
    </inkml:context>
    <inkml:brush xml:id="br0">
      <inkml:brushProperty name="width" value="0.025" units="cm"/>
      <inkml:brushProperty name="height" value="0.025" units="cm"/>
    </inkml:brush>
  </inkml:definitions>
  <inkml:trace contextRef="#ctx0" brushRef="#br0">26 168 5328,'-11'4'-2352,"-3"-2"18702,26-3-13622,255 2-844,241-1-750,-351-1-1024,121-4 178,171-8 212,-215 8-371,274-3 48,-202 5-85,-32 5-145,-70 0 147,248-5 253,-302-1-225,55 1-56,135-3 122,4 1-39,202 26 349,-158-12 409,-151-17 120,-78 5-23,-104 1-484,-7-2 806,-45 4-1142,-2-41-6381,0-4-2955,-3-4-5262</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2:32.157"/>
    </inkml:context>
    <inkml:brush xml:id="br0">
      <inkml:brushProperty name="width" value="0.025" units="cm"/>
      <inkml:brushProperty name="height" value="0.025" units="cm"/>
    </inkml:brush>
  </inkml:definitions>
  <inkml:trace contextRef="#ctx0" brushRef="#br0">1549 125 8533,'0'0'12894,"-3"0"-12606,-112 14 810,53-7-874,1 3 1,-73 21-1,-140 56 198,245-75-320,-45 26 1,48-23-141,-1 0 106,2 1 0,-25 20 1,17-11-63,3-1 76,1 2-1,2 1 1,-33 42 0,15-17 99,-57 72 437,33-31-29,36-48-364,19-21-160,0 0 1,1 0-1,-11 33 1,5-14 70,-6 15 73,2 2 0,-15 66-1,13-32 34,-13 113-1,33-142-166,2 0-1,3-1 0,14 99 1,-11-128-77,18 118 66,-16-124-36,2-1 0,0 0-1,14 30 1,-15-40-28,9 30 1,-11-33 22,0 1 1,12 24 0,14 24-68,13 29 117,81 128 1,-90-169-62,90 125 101,-92-133-135,-17-23 57,28 29 1,14 18-2,-4-14 30,3-2 0,2-2 0,92 59 0,-122-91-17,2-1 1,0-1-1,0-1 0,2-2 0,34 9 0,102 18 58,-105-27-57,74 12-29,29-4 74,-122-15-86,-7-1 12,43 0 1,-69-5-7,181-4 62,-155 1-72,-1-2-1,0-1 1,44-14 0,3-6 64,143-67 0,-183 72-28,-10 6-20,40-25-1,-48 24 0,88-63 49,-85 57-74,29-27 58,-26 21-25,-19 18-14,0 0 1,17-20-1,5-8 22,-21 23-20,21-28 1,40-54 246,16-24 126,-62 87-119,-1-2 0,41-71 1,-52 71-120,-1 0 0,-2-2 1,-1 1-1,-2-2 0,10-72 1,-18 93-67,0 1 1,-1-1-1,0 0 1,-4-29-1,-5-39-83,7-164 0,4 116 0,-3 18 0,-18-153 0,10 204 0,-6-38 0,5 61 0,-33-144 0,27 140 0,-3 1 0,-1 1 0,-27-44 0,16 39 0,-2 0 0,-3 2 0,-2 2 0,-68-67 0,59 64 0,30 28 0,-2 2 0,0 0 0,-1 1 0,-27-18 0,-20-14 0,-53-37 0,78 59 0,30 18 0,-1 1 0,0 0 0,-22-10 0,26 15 0,1-1 0,1 0 0,-12-8 0,-14-8 0,14 10 0,-2-4 0,-7-2 0,-2 4 0,24 9 0,-20-8 0,8 7 0,-20-8 0,7 0 0,2 1 0,-9 5 0,0-1 0,4 1 0,26 6 0,-21-6 0,23 4 0,0-1 0,-19-1 0,-18 3 0,39 1 0,-28 0 0,1 0 0,-53 10 0,46-3 0,-18 4 0,-100 34 0,134-36 0,-57 17 0,18-9 0,-298 90 0,328-94-2,0 1-1,1 2 1,0 0 0,-32 26 0,44-30-9,7-4-573,0 0 0,0 1 0,-11 14 0,-5 4-4394,-2-5-5840,16-14-811</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2:34.587"/>
    </inkml:context>
    <inkml:brush xml:id="br0">
      <inkml:brushProperty name="width" value="0.025" units="cm"/>
      <inkml:brushProperty name="height" value="0.025" units="cm"/>
    </inkml:brush>
  </inkml:definitions>
  <inkml:trace contextRef="#ctx0" brushRef="#br0">1492 101 5733,'16'-29'3698,"3"29"-1971,-16 0-1401,0 0 1,0 0 0,0-1-1,-1 1 1,1-1 0,0 1-1,4-3 1,4 0 221,-8 2 120,10-6 831,-2 4-755,-8 3 2983,-5 1-3348,-5 5-245,1-1 0,-1 0 1,-1-1-1,1 0 0,0 0 0,-1 0 1,0-1-1,0 0 0,-9 2 0,-8 1 204,-48 6-1,-28 3 976,1 6 0,-105 34 0,158-40-1015,0 2 0,0 2 1,2 2-1,-44 28 0,19-8-124,32-20-4,-42 31-1,16-2 62,-72 71-1,112-96-166,1 1-1,1 0 1,2 2-1,0 0 1,-25 52-1,20-24 32,3 1 0,2 1 1,-24 118-1,-7 191 53,40-277-163,3-40 35,3-1 0,2 94 1,3-44-4,0 1-18,8 16-25,4 54 40,-7-117-25,3 0 0,30 102-1,-27-116 35,-7-24-17,1 0 1,9 22-1,19 44 18,8 14 0,-7-26 68,-11-21-76,3-1-1,34 48 1,-47-77-39,-2-2 18,1 0 1,1 0 0,1-1 0,0-1 0,16 13 0,0-3 8,0-2 0,67 35 0,-61-39-12,1-2-1,76 22 1,-43-19 20,-37-8-14,50 7 0,43 6 32,-6-8-17,-28-11-6,61 1 106,-102-6-121,0-2 1,1-3-1,50-11 1,-47 1 4,0-3 1,55-26 0,-16 6-16,-18 5 2,128-77-1,-154 77 50,-2-2 0,-1-2 0,-2-2 0,64-70 1,-69 68 3,-7 8 137,-2-1 0,46-66 1,-40 44 19,-15 24-19,-1-1 0,17-37 0,-19 18-53,-1 0-1,18-102 1,-25 104-99,-1-12-23,4-108 0,-10 60 0,-5-1 0,-4 1 0,-25-141 0,-13-6 0,31 202 0,-25-75 0,25 97 0,0 2 0,-2 0 0,-2 1 0,-31-47 0,22 36 0,-10-10 0,10 21 0,7 9 0,-27-40 0,27 33 0,-1 0 0,-2 1 0,-29-30 0,32 41 0,-1 1 0,-24-16 0,8 7 0,-21-11 0,-15-6 0,45 27 0,1 3 0,21 10 0,2-1 0,-19-12 0,-8-3 0,4 0 0,-6 1 0,11 1 0,-2 1 0,-2-2 0,0 5 0,0-5 0,-232-116 0,237 123 0,0 1 0,-1 0 0,0 2 0,0 0 0,-1 2 0,1 0 0,-41-2 0,20 5 0,1 1 0,-1 3 0,-45 8 0,-39 18-2643,87-18 94,1 1 1,1 3-1,0 0 1,1 3-1,-53 34 1,54-29-9301</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2:35.579"/>
    </inkml:context>
    <inkml:brush xml:id="br0">
      <inkml:brushProperty name="width" value="0.025" units="cm"/>
      <inkml:brushProperty name="height" value="0.025" units="cm"/>
    </inkml:brush>
  </inkml:definitions>
  <inkml:trace contextRef="#ctx0" brushRef="#br0">162 396 14581,'-24'0'10117,"23"2"-9249,-7 11-530,1 1 1,0 0-1,1 1 1,1-1 0,-7 29-1,4-12-120,-46 167 500,47-175-700,3-12-4,0 1 0,1-1 1,-3 17-1,6-25-9,-5 27-6,6-26 4,6-20 30,104-320 0,-28 77 195,-62 194-102,-12 33 172,2 0 1,1 1 0,30-55-1,-42 86-294,0 0 0,0-1 0,0 1 0,0 0 0,0 0-1,0-1 1,0 1 0,0 0 0,1 0 0,-1 0 0,0-1-1,0 1 1,0 0 0,0 0 0,1 0 0,-1 0 0,0-1-1,0 1 1,0 0 0,1 0 0,-1 0 0,0 0 0,0 0-1,1 0 1,-1 0 0,0 0 0,0 0 0,1 0 0,-1 0-1,0-1 1,0 1 0,1 1 0,-1-1 0,0 0 0,0 0-1,1 0 1,-1 0 0,0 0 0,6 10 74,1 25-16,-6-29-46,29 231 208,-17-120-596,31 131 0,-37-223-407,1-1 1,19 39-1,-4-16-2866,-11-24 467,-7-10-3546,-2 1-4424</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2:35.752"/>
    </inkml:context>
    <inkml:brush xml:id="br0">
      <inkml:brushProperty name="width" value="0.025" units="cm"/>
      <inkml:brushProperty name="height" value="0.025" units="cm"/>
    </inkml:brush>
  </inkml:definitions>
  <inkml:trace contextRef="#ctx0" brushRef="#br0">0 208 20658,'8'-22'2416,"11"11"-408,3-5-388,13-5-347,-3 7-321,6 3-396,3 1-648,2-4-1020,-3-13-753,-26 11 29,13 0-5384,10-14-7154</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2:36.395"/>
    </inkml:context>
    <inkml:brush xml:id="br0">
      <inkml:brushProperty name="width" value="0.025" units="cm"/>
      <inkml:brushProperty name="height" value="0.025" units="cm"/>
    </inkml:brush>
  </inkml:definitions>
  <inkml:trace contextRef="#ctx0" brushRef="#br0">18 1 16818,'-1'15'9197,"-5"8"-7297,1 3-2034,2 158 1363,4-100-974,-3 32-227,0 65-1147,4-148-517,1-1 1,1 0 0,12 45 0,-15-74-378,-6-22-3339,2-11 877,3-7-2334</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2:36.802"/>
    </inkml:context>
    <inkml:brush xml:id="br0">
      <inkml:brushProperty name="width" value="0.025" units="cm"/>
      <inkml:brushProperty name="height" value="0.025" units="cm"/>
    </inkml:brush>
  </inkml:definitions>
  <inkml:trace contextRef="#ctx0" brushRef="#br0">1 82 11833,'0'0'9045,"2"-1"-7226,7-6-1202,1 1-1,0 0 0,1 1 1,-1 0-1,22-6 0,60-10 4348,-33 8-3556,-29 9-1408,-17 4 0,26-2 0,-32 4 0,-6-2 0,0 0 0,0 0 0,0 0 0,0 1 0,0-1 0,0 0 0,0 1 0,0-1 0,0 1 0,0-1 0,0 1 0,0-1 0,0 1 0,0 0 0,0-1 0,0 1 0,-1 0 0,1 0 0,0-1 0,-1 1 0,1 0 0,0 0 0,0 1 0,-1 0 0,1 0 0,-1 0 0,1 0 0,-1 0 0,0 0 0,0 0 0,0 1 0,0-1 0,-1 0 0,1 0 0,0 0 0,-2 3 0,-5 16-747,-1 0 0,-18 32 0,15-32 19,-15 27-2204,-3-1 1,-2-1-1,-54 63 1,59-78 1897,-47 53 2468,71-82-442,13 3 1620,5 2-759,69-6 2735,-50-2-2658,37 5 1,102 27-1529,-139-24-415,-33-7 13,1 0 0,-1 1 0,1 0 0,-1-1 0,1 1 0,-1 0 0,1 0 0,-1 0 0,0 1 0,1-1 0,-1 1 0,0-1 0,0 1 0,0 0 0,2 2 0,-3-3 0,0 1 0,-1-1 0,1 0 0,-1 0 0,1 1 0,-1-1 0,1 1 0,-1-1 0,0 0 0,0 1 0,0-1 0,0 1 0,0-1 0,0 0 0,0 1 0,0-1 0,0 1 0,-1-1 0,1 0 0,-1 3 0,-2 1 0,0 1 0,-1 0 0,1-1 0,-1 0 0,0 0 0,-1 0 0,1 0 0,-1-1 0,0 1 0,-5 3 0,-10 7-999,-1-1 0,0-1-1,-1-1 1,-1 0 0,0-2 0,-30 10 0,43-18 387,0 1 1,0-1-1,0 0 1,0-1 0,-1-1-1,1 1 1,0-2 0,0 1-1,-1-1 1,1-1 0,0 0-1,0 0 1,0-1-1,0 0 1,1-1 0,-1 0-1,1-1 1,-9-5 0,-7-9-10562</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07.785"/>
    </inkml:context>
    <inkml:brush xml:id="br0">
      <inkml:brushProperty name="width" value="0.025" units="cm"/>
      <inkml:brushProperty name="height" value="0.025" units="cm"/>
    </inkml:brush>
  </inkml:definitions>
  <inkml:trace contextRef="#ctx0" brushRef="#br0">1 675 5889,'0'0'16602,"3"0"-16494,5-1-16,1 0 0,-1 0 1,1 0-1,-1-1 1,0-1-1,0 1 0,0-1 1,12-6-1,54-22 961,85-24 0,-44 17-457,203-81 168,706-238-660,-969 338-41,-32 10 319,51-12 0,-71 21-551,-33-3-11400,14 3 6489,0 0-2945</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08.662"/>
    </inkml:context>
    <inkml:brush xml:id="br0">
      <inkml:brushProperty name="width" value="0.025" units="cm"/>
      <inkml:brushProperty name="height" value="0.025" units="cm"/>
    </inkml:brush>
  </inkml:definitions>
  <inkml:trace contextRef="#ctx0" brushRef="#br0">1 921 6005,'29'16'1744,"-23"-13"2621,-7-4-4099,-1 0 1,1 0-1,0 0 1,0 0 0,0 0-1,0 0 1,0 0-1,1 0 1,-1 0-1,0-1 1,1 1 0,-1 0-1,0-1 1,1 1-1,-1-3 1,92-59 4186,-19 15-3380,-38 25-792,0 2 0,2 1 0,1 2-1,45-15 1,163-43-33,-187 59-176,357-96 24,195-57 7,-510 136 113,161-77 0,-233 95-52,-23 13-159,1-1-1,0 1 1,0 0 0,0 0-1,7-1 1,-5 1 12,0 1 0,0-2-1,0 1 1,11-8 0,-15 9-20,0 0 0,0 0 0,0 0 0,0 1 0,1-1 0,6-1 1,10-2-2,41-20 302,-60 25-262,1-2-20,132-59 182,-109 55-895,-24 7-1472,-20 1 268,-54 5-6662,37 0-183</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09.557"/>
    </inkml:context>
    <inkml:brush xml:id="br0">
      <inkml:brushProperty name="width" value="0.025" units="cm"/>
      <inkml:brushProperty name="height" value="0.025" units="cm"/>
    </inkml:brush>
  </inkml:definitions>
  <inkml:trace contextRef="#ctx0" brushRef="#br0">141 815 5292,'-2'1'99,"1"0"0,0-1-1,-1 1 1,1 0-1,-1-1 1,1 1-1,-1-1 1,1 1-1,-1-1 1,0 0 0,1 1-1,-1-1 1,0 0-1,1 0 1,-1 0-1,1-1 1,-1 1-1,0 0 1,1-1-1,-3 0 1,2 1-19,1 0-1,0 0 1,0 0-1,-1 0 1,1 0-1,0 0 1,0 1-1,0-1 1,-1 0-1,1 1 1,0-1 0,0 1-1,0-1 1,0 1-1,0-1 1,-2 2-1,-5 3 598,-3-1-537,6-2 43,0 0-1,0 0 1,0 0 0,1 0-1,-1 1 1,0 0-1,1 0 1,0 0 0,0 0-1,0 1 1,0 0-1,-5 6 1,8-7 1846,3-4-1259,31-12 1721,38-22 0,-44 21-1935,189-93 1891,84-17-1828,-299 124-617,505-178 205,-138 51-135,-302 106 44,61-22-81,71-36 360,-98 46-159,-44 16 363,-53 16-389,26-7 568,-18 2-726,9-7 320,-18 11-319,0 0 0,1 0 0,-1 1 0,1-1 0,-1 1 0,1-1 0,3 0 0,86-35 1021,-71 29-1284,-27 7-1769,-34 8-2389,32-6 4083,6-1 61,-45 8-3895,16-5-1522,4-3-2429</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10.569"/>
    </inkml:context>
    <inkml:brush xml:id="br0">
      <inkml:brushProperty name="width" value="0.025" units="cm"/>
      <inkml:brushProperty name="height" value="0.025" units="cm"/>
    </inkml:brush>
  </inkml:definitions>
  <inkml:trace contextRef="#ctx0" brushRef="#br0">154 847 5573,'23'-7'1442,"-19"6"3480,18 10-2564,-86 17-3351,48-20 738,-9 3 144,1 0 0,0 2 0,-23 14 0,44-23 3068,4-3-2807,0 0 0,0-1 0,0 1 0,0 0 0,0 0 0,0 0 0,0 0 0,0 0 0,1 0 0,-1 0 0,2-1 0,1 0 146,41-31 1326,28-21 368,-37 28-1089,0 2 1,2 2-1,0 1 1,45-17-1,-29 14-279,109-48 206,4 8 1,260-66-1,-302 91-936,-34 8 66,69-23 0,-22 6 83,-76 28-97,-24 6 95,66-13 0,-102 26-103,31-6-1078,-14 1 287,-17 6 1313,7-8-32,19-10 173,-27 17-526,4-1-74,0 0 0,0 0 0,-1-1 0,9-5 0,-5 3 15,28-13 4,-34 17 6,1 0 3,25-17-667,7-3-2,56-27 0,-89 47 609,0 0-58,5-2 116,1-1-1623,-13 5-1126,-21 4-279,-27 0-5279,29-5 570</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11.386"/>
    </inkml:context>
    <inkml:brush xml:id="br0">
      <inkml:brushProperty name="width" value="0.025" units="cm"/>
      <inkml:brushProperty name="height" value="0.025" units="cm"/>
    </inkml:brush>
  </inkml:definitions>
  <inkml:trace contextRef="#ctx0" brushRef="#br0">10 689 8037,'-9'11'1064,"9"-11"-1027,0 0 0,0 0 0,0-1 0,0 1 0,0 0 0,0 0 0,0 0 0,0 0 0,0 0 0,0 0 0,0 0 0,1 0 0,-1 0 0,0 0 0,0 0 0,0 0 0,0 0 0,0 0 0,0 0 0,0 0 1,0 0-1,0 0 0,0 0 0,0 0 0,0 0 0,0 0 0,0 1 0,0-1 0,1 0 0,-1 0 0,0 0 0,0 0 0,0 0 0,0 0 0,0 0 0,0 0 0,0 0 0,0 0 0,0 0 0,0 0 0,0 0 0,0 0 0,0 0 0,0 0 0,0 0 0,0 0 0,0 1 0,0-1 0,0 0 0,0 0 0,0 0 0,0 0 0,0 0 0,0 0 0,0 0 0,0 0 0,0 0 0,0 0 0,0 0 0,0 0 1,0 0-1,0 0 0,0 0 0,0 1 0,0-1 0,0 0 0,0 0 0,0 0 0,22-10 5397,-5 1-5063,99-30 2833,-27 11-1868,392-121 421,-224 73-1604,50-26-82,9-4 53,-245 78-68,-49 18-63,43-12 1,-48 16 33,29-12 0,2-2 12,3 0 124,-33 12 39,0 1 0,27-6 0,-42 12-144,12-7 431,-8 4-5964,-9 2 4903,-1 0 0,0 1 0,1-1 0,-1 0 0,0 1 0,0 0 1,0-1-1,0 1 0,0 0 0,0 1 0,-1-1 0,1 1 1,0-1-1,0 1 0,0 0 0,-1 0 0,1 0 0,-6 2 1,-12 7-5663</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12.248"/>
    </inkml:context>
    <inkml:brush xml:id="br0">
      <inkml:brushProperty name="width" value="0.025" units="cm"/>
      <inkml:brushProperty name="height" value="0.025" units="cm"/>
    </inkml:brush>
  </inkml:definitions>
  <inkml:trace contextRef="#ctx0" brushRef="#br0">12 618 5981,'-1'0'61,"1"0"0,0-1 0,-1 1 0,1 0 0,0 0 0,-1 0 0,1 0 0,0 0 0,-1 0 0,1 0 0,0 0 0,-1 0 0,1 1 0,0-1 0,-1 0 0,1 0 0,0 0 0,-1 0 0,1 0 0,0 0 0,0 1 0,-1-1 0,1 0 0,0 0 0,0 1 0,-1-1 0,1 0 0,0 0 0,0 1 0,-1-1 0,1 0 0,0 0 0,0 1 0,0-1 0,0 0 0,0 1 0,0-1 0,-1 0 0,1 1 0,0-1 0,0 0 0,0 1 0,0-1 0,0 0 0,0 1 0,0-1 0,1 1 0,-2 1 186,1 0 2257,1-4-1432,0-1-804,0 1 0,0 0 0,0-1-1,0 1 1,1 0 0,-1 0 0,1 0 0,0 0 0,-1 0 0,1 0 0,0 0 0,0 0 0,0 1-1,0-1 1,1 1 0,-1-1 0,0 1 0,1 0 0,-1 0 0,0 0 0,1 0 0,0 1 0,-1-1-1,1 1 1,-1-1 0,4 1 0,15-4 212,-1-2 0,0 0 0,0-1 0,0-1 0,22-12 0,-7 4-131,23-11 573,121-38-1,5 8-323,-85 24-407,95-26-147,286-96 35,-401 125 56,-67 27-398,1 0 1,0 1 0,0 0 0,0 1-1,14 1 1,-24 0 46,13-1-361,-3-1 643,0-1 0,-1 0 0,0-1 0,1 0 1,16-9-1,22-7 250,9-4 100,-31 15-361,-26 8-59,-6 1-2495,-107 13-5760,71-12 2449,18 4 465</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12.973"/>
    </inkml:context>
    <inkml:brush xml:id="br0">
      <inkml:brushProperty name="width" value="0.025" units="cm"/>
      <inkml:brushProperty name="height" value="0.025" units="cm"/>
    </inkml:brush>
  </inkml:definitions>
  <inkml:trace contextRef="#ctx0" brushRef="#br0">1 736 7697,'87'-38'8709,"3"6"-4801,3-2-2437,276-109 898,-106 51-1789,-16 7-162,140-48 357,-335 112-562,2 3-1,70-14 1,-121 31-138,-2 0-64,1 0-1,-1 0 1,1-1 0,-1 1 0,1 0 0,-1 0 0,1 0 0,0 1-1,-1-1 1,1 0 0,0 1 0,2-1 0,0-1 52,56-24 31,43-16 441,-91 37-538,-8 3-390,-1 0 0,1 1-1,0 0 1,1-1 0,5 0-1,-40-5-3723,-16 5 844,12 3-2003,-2-1-4184</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13.668"/>
    </inkml:context>
    <inkml:brush xml:id="br0">
      <inkml:brushProperty name="width" value="0.025" units="cm"/>
      <inkml:brushProperty name="height" value="0.025" units="cm"/>
    </inkml:brush>
  </inkml:definitions>
  <inkml:trace contextRef="#ctx0" brushRef="#br0">143 407 7269,'-1'3'318,"0"0"0,-1 0 1,0-1-1,0 1 0,0-1 0,0 1 1,0-1-1,0 0 0,0 0 1,-1 0-1,1 0 0,-1 0 0,0-1 1,0 1-1,1-1 0,-1 1 1,-5 0-1,-3 3-366,-75 46 7023,104-52-5745,-11 0-1030,-1 0 1,1-1-1,-1 0 0,0 0 1,0-1-1,0 0 1,0 0-1,6-4 1,23-11 669,358-117 3872,45-15-4142,-361 117-569,13-6 16,101-26-45,-170 59 10,4-2-85,33-14 0,-56 21-223,-9 2-4874,0 0 3820,0 0-1,0 0 1,-10 4 0,-20 4-5645,19-11-1276</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14.188"/>
    </inkml:context>
    <inkml:brush xml:id="br0">
      <inkml:brushProperty name="width" value="0.025" units="cm"/>
      <inkml:brushProperty name="height" value="0.025" units="cm"/>
    </inkml:brush>
  </inkml:definitions>
  <inkml:trace contextRef="#ctx0" brushRef="#br0">1 749 8801,'18'-6'2657,"0"0"1,22-12 0,66-45 2561,-15 7-2090,248-121 1584,-247 130-4151,80-36 10,-32 21-1055,-51 22-128,31-19-72,-101 49 626,37-18-422,3 1 0,82-25 0,-105 47-1537,-32 5 328,-6-1-681,0 0 2039,1 0-281,-1 0 0,1 0 1,-1 0-1,1 1 0,-1-1 0,0 0 1,0 1-1,1-1 0,-1 1 0,0 0 1,0 0-1,1-1 0,-3 1 1,-21 5-9151</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14.850"/>
    </inkml:context>
    <inkml:brush xml:id="br0">
      <inkml:brushProperty name="width" value="0.025" units="cm"/>
      <inkml:brushProperty name="height" value="0.025" units="cm"/>
    </inkml:brush>
  </inkml:definitions>
  <inkml:trace contextRef="#ctx0" brushRef="#br0">41 1 6061,'10'23'12666,"-7"5"-7877,-6 31-5891,1-28 2414,4 584 2444,1-58-2563,-6-406-958,-21 530 379,-3 101-1065,30-688-483,4-1 1,23 111-1,-24-153 284,-4-36-557,0 1 0,8 28 0,-10-44 1162,0 0 0,0 1-1,0-1 1,0 0-1,0 0 1,-1 0-1,1 0 1,0 1 0,0-1-1,0 0 1,0 0-1,0 0 1,0 0 0,1 1-1,-1-1 1,0 0-1,0 0 1,0 0-1,0 0 1,0 1 0,0-1-1,0 0 1,0 0-1,0 0 1,0 0 0,0 0-1,1 1 1,-1-1-1,0 0 1,0 0-1,0 0 1,0 0 0,0 0-1,1 0 1,-1 0-1,0 1 1,0-1 0,0 0-1,0 0 1,1 0-1,-1 0 1,0 0-1,0 0 1,0 0 0,0 0-1,1 0 1,-1 0-1,0 0 1,0 0 0,1 0-1,2-12-2261,1-25-3263,-3-9-3254</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15.508"/>
    </inkml:context>
    <inkml:brush xml:id="br0">
      <inkml:brushProperty name="width" value="0.025" units="cm"/>
      <inkml:brushProperty name="height" value="0.025" units="cm"/>
    </inkml:brush>
  </inkml:definitions>
  <inkml:trace contextRef="#ctx0" brushRef="#br0">7 0 8401,'0'0'8386,"-1"3"-7375,-1 0-807,1 0 0,1 0 0,-1 1 0,0-1 0,1 0 0,-1 1 0,1-1 0,0 0 0,0 1 0,1-1 0,-1 0 0,1 1 0,-1-1 1,1 0-1,0 1 0,2 2 0,0 6 32,31 128 1678,66 198-128,-92-313-1711,-2-1-12,1 0-1,2-1 0,0 0 1,22 37-1,-21-44 79,-6-9 23,0 0 1,1 0-1,0 0 0,0-1 1,1 1-1,6 5 0,-10-10-133,0-1 0,0 0 1,0 0-1,1 0 0,-1 0 0,0 0 0,0 0 0,0 0 1,1-1-1,-1 1 0,0-1 0,1 0 0,-1 0 0,0 0 1,1 0-1,-1 0 0,1 0 0,-1 0 0,0-1 0,0 0 1,1 1-1,-1-1 0,0 0 0,0 0 0,0 0 0,4-2 1,4-3-6,0-1 0,-1 0 0,0-1 0,0 0 0,-1 0 0,0-1 0,0 0 0,-1 0 0,0-1 0,8-15 0,6-16 44,23-59 0,-31 66-39,62-161 53,-44 117-2811,-32 78 2581,1-1 0,0 1-1,-1-1 1,1 1 0,0-1 0,-1 0-1,1 1 1,-1-1 0,1 1 0,-1 0 0,1-1-1,-1 1 1,1-1 0,-1 1 0,1 0-1,-1-1 1,1 1 0,-1 0 0,0 0 0,1-1-1,-1 1 1,0 0 0,1 0 0,-1 0-1,0 0 1,0 0-172,0-1-23,-1 1 0,0 0-1,1-1 1,-1 1-1,1 0 1,-1 0 0,0 0-1,1 0 1,-1 0-1,1 1 1,-1-1 0,0 0-1,1 1 1,-1-1-1,1 1 1,-1 0 0,1-1-1,0 1 1,-1 0 0,1 0-1,0 0 1,-1 0-1,1 0 1,0 0 0,0 0-1,-2 3 1,-13 18-8875</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16.046"/>
    </inkml:context>
    <inkml:brush xml:id="br0">
      <inkml:brushProperty name="width" value="0.025" units="cm"/>
      <inkml:brushProperty name="height" value="0.025" units="cm"/>
    </inkml:brush>
  </inkml:definitions>
  <inkml:trace contextRef="#ctx0" brushRef="#br0">242 120 14769,'-12'11'638,"1"1"-1,0 0 0,0 1 0,1 1 0,1 0 1,-11 21-1,0 14 602,2 1 0,-18 85 0,4-14-723,17-63-301,10-36 126,-1 1 0,-17 40 0,23-61-274,-1 0 0,1 0 0,-1 0 0,1 0 0,0 0 0,0 0 0,0 0 0,0 0 0,0 0 0,0 0 0,1 3 0,0 1 217,4-33-314,17-52 0,1-2-361,20-163-309,-8 73 1146,-31 155-315,4-16 575,2 0-1,20-46 1,-30 76-659,1 0 1,0 1 0,0-1-1,0 1 1,0-1 0,0 1-1,0-1 1,1 1 0,-1 0-1,0-1 1,1 1 0,-1 0-1,1 0 1,-1 0-1,1 0 1,1-1 0,-1 2-22,-1 0 0,0 0 1,0 0-1,0 0 1,0 0-1,1 0 0,-1 0 1,0 0-1,0 1 0,0-1 1,0 0-1,1 1 0,-1-1 1,0 1-1,0-1 1,0 1-1,0 0 0,0-1 1,0 1-1,0 0 0,-1 0 1,1-1-1,0 1 0,0 0 1,0 0-1,-1 0 1,1 0-1,-1 0 0,2 2 1,6 12 86,1 1 0,-2 0 1,0 1-1,-1-1 0,-1 1 1,-1 1-1,4 27 0,5 133 216,-11-146-282,-1 236-419,0-234-239,1 0 0,8 36 0,-5-34-2927,2 54 1,-7-87 733</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16.204"/>
    </inkml:context>
    <inkml:brush xml:id="br0">
      <inkml:brushProperty name="width" value="0.025" units="cm"/>
      <inkml:brushProperty name="height" value="0.025" units="cm"/>
    </inkml:brush>
  </inkml:definitions>
  <inkml:trace contextRef="#ctx0" brushRef="#br0">28 120 16253,'-27'-14'2753,"48"9"-477,14-3-264,-8-3-280,6 0-368,-4 3-119,4-3-461,-1 3-308,-2-3-312,-1 3-572,-12 6-700,4-12-621,-2 6 157</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16.700"/>
    </inkml:context>
    <inkml:brush xml:id="br0">
      <inkml:brushProperty name="width" value="0.025" units="cm"/>
      <inkml:brushProperty name="height" value="0.025" units="cm"/>
    </inkml:brush>
  </inkml:definitions>
  <inkml:trace contextRef="#ctx0" brushRef="#br0">157 233 15701,'-9'-16'3923,"8"16"-3729,1-1 1,0 1-1,-1 0 0,1 0 0,-1-1 0,1 1 1,0 0-1,-1 0 0,1 0 0,-1 0 1,1 0-1,-1 0 0,1-1 0,0 1 0,-1 0 1,1 0-1,-1 0 0,1 0 0,-1 0 0,1 1 1,-1-1-1,1 0 0,-1 0 0,-10 9 2962,2 8-3750,-3 12 624,-16 56-1,3-3-649,-25 72-568,49-151 1083,3-7 82,48-114-196,33-70 1438,44-49 1613,-123 230-2766,-1 2 40,0-1 0,1 1 0,0 0 0,8-8 1,-12 12-94,1 1 1,-1-1 0,1 1 0,-1-1 0,1 1-1,0 0 1,-1-1 0,1 1 0,0 0-1,-1-1 1,1 1 0,0 0 0,-1 0 0,1 0-1,0 0 1,-1 0 0,1 0 0,0 0-1,1 0 1,-1 0-4,0 1-1,0-1 1,-1 1 0,1-1-1,0 1 1,0 0-1,0-1 1,-1 1 0,1 0-1,0 0 1,-1-1-1,1 1 1,0 0 0,-1 0-1,1 0 1,-1 0 0,0 0-1,1 1 1,4 11 7,0 1 1,-1 0 0,0 0 0,2 22 0,1 63-605,-4-45-124,0 129-4086,-3-124-606,1-34-511,6-9-3636</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17.015"/>
    </inkml:context>
    <inkml:brush xml:id="br0">
      <inkml:brushProperty name="width" value="0.025" units="cm"/>
      <inkml:brushProperty name="height" value="0.025" units="cm"/>
    </inkml:brush>
  </inkml:definitions>
  <inkml:trace contextRef="#ctx0" brushRef="#br0">85 1 16962,'-4'0'235,"1"1"1,-1-1 0,1 1 0,0 0 0,-1 0-1,1 0 1,0 0 0,0 1 0,0-1 0,0 1-1,0 0 1,0 0 0,1 0 0,-1 0 0,0 1-1,1-1 1,0 1 0,-1-1 0,1 1 0,0 0-1,1 0 1,-1 0 0,0 0 0,1 0 0,0 0-1,-1 0 1,1 0 0,0 1 0,0 5 0,-4 14 264,2 0 1,1 1 0,1-1 0,0 0-1,2 0 1,7 42 0,4-2-1530,24 72 0,-24-86-457,-10-37 584,1-1 0,0 0 0,8 19 0,-9-26-953,0-6-803,7-10-2334,2-4-2908</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17.424"/>
    </inkml:context>
    <inkml:brush xml:id="br0">
      <inkml:brushProperty name="width" value="0.025" units="cm"/>
      <inkml:brushProperty name="height" value="0.025" units="cm"/>
    </inkml:brush>
  </inkml:definitions>
  <inkml:trace contextRef="#ctx0" brushRef="#br0">68 107 11857,'0'-1'120,"0"1"0,0 0 0,1 0 0,-1-1 0,0 1 0,0 0 0,0 0 0,0-1 0,0 1 0,1 0 0,-1-1 0,0 1 0,0 0 0,0-1 0,0 1 0,0 0 0,0-1 0,0 1 0,0 0 0,0-1 0,0 1 0,0 0 0,0-1 0,-1 1 0,1 0 0,0-1 0,0 1 0,0 0 0,0-1 0,0 1 0,-1 0 0,1 0 1,0-1-1,0 1 0,-1 0 0,1 0 0,-1-1 0,-13-2 4057,5 2-3702,7 1 1020,4-3-1115,0 1 1,0-1-1,0 1 0,1 0 1,-1 0-1,1 0 1,0 0-1,-1 0 1,7-2-1,19-9 1119,0 1-1,1 2 1,32-8 0,-35 11-1118,-1 1-359,-19 7-32,-1 1-7,-4-2-8,0 0 1,0 0-1,-1 1 0,1-1 1,0 0-1,0 0 1,0 0-1,-1 1 1,1-1-1,0 0 1,0 1-1,-1-1 0,1 1 1,0-1-1,-1 1 1,1-1-1,0 1 1,-1 0-1,1-1 0,-1 1 1,1-1-1,-1 1 1,1 0-1,-1 0 1,0-1-1,1 1 1,-1 0-1,0 0 0,1 0 1,-1-1-1,0 1 1,0 1-1,0 4-492,0-1-1,0 1 1,-1 0-1,-2 9 1,2-14 436,-5 21-1576,-1 1 0,-2-2 1,0 1-1,-1-1 1,-1-1-1,-18 25 0,-14 29-1310,19-23 6555,22-48-853,30 1 1010,-25-3-3518,0 0 0,0 0 0,0-1 1,0 1-1,0-1 0,0 0 0,0 0 0,0 0 1,0 0-1,0-1 0,3 0 0,-4 1-200,96-16 3018,-88 15-2801,0 1 1,0-1 0,0 2 0,0-1 0,0 2 0,0-1 0,0 1 0,11 4 0,-20-5-245,1-1 0,-1 1 0,1 0 0,-1-1 0,0 1 0,1 0 0,-1 0 0,0 0 0,0 0 0,0 0 0,0 0 0,0 1 0,0-1 0,0 0 0,0 1 0,0-1 0,0 0 0,-1 1 0,2 2 0,-1-1 0,-1 0 0,0 0 0,1 0 0,-1 0 0,0 0 0,-1 0 0,1 0 0,0 0 0,-1-1 0,-1 5 0,-2 5 0,0-1 0,-1 1 0,-1-1 0,-8 13 0,-15 17-500,-61 67 0,69-84 73,-5 5-1862,-46 40 0,15-28-1917,45-34 1422,0-1 0,-24 10 1,-8-4-8438</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17.830"/>
    </inkml:context>
    <inkml:brush xml:id="br0">
      <inkml:brushProperty name="width" value="0.025" units="cm"/>
      <inkml:brushProperty name="height" value="0.025" units="cm"/>
    </inkml:brush>
  </inkml:definitions>
  <inkml:trace contextRef="#ctx0" brushRef="#br0">100 157 13209,'-5'4'389,"-1"-1"-1,1 1 1,0 0 0,1 1-1,-1-1 1,1 1 0,0 0-1,0 0 1,0 1-1,1-1 1,0 1 0,0-1-1,0 1 1,-3 10-1,-1 8 229,1 0 0,-4 38 0,3-17-95,1 6 274,6-49-178,0-6-364,1-11-116,1-1-1,0 1 1,1 0 0,1 0 0,8-24 0,37-76 1235,-35 85-773,8-18 187,-5 14-9,21-64 1,-37 95-1443,-14 22-12490,-9 5 1733</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19.842"/>
    </inkml:context>
    <inkml:brush xml:id="br0">
      <inkml:brushProperty name="width" value="0.025" units="cm"/>
      <inkml:brushProperty name="height" value="0.025" units="cm"/>
    </inkml:brush>
  </inkml:definitions>
  <inkml:trace contextRef="#ctx0" brushRef="#br0">0 233 5020,'46'-89'857,"-27"43"-905,-5 0-1693,-6-5 637</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23.723"/>
    </inkml:context>
    <inkml:brush xml:id="br0">
      <inkml:brushProperty name="width" value="0.025" units="cm"/>
      <inkml:brushProperty name="height" value="0.025" units="cm"/>
    </inkml:brush>
  </inkml:definitions>
  <inkml:trace contextRef="#ctx0" brushRef="#br0">6 328 9349,'16'19'10451,"-21"0"-9062,-3 40-606,2 0 0,4 0 0,5 76 1,0-16-420,-1-42-634,22 125 0,-21-190 224,0 0 0,8 20 0,-10-29 130,0-8-98,-1 0 0,1 0 0,0 1 0,0-1 0,3-7 0,3-13-43,-1-34-13,-2-1 0,-7-91 1,0 94-17,2 11 63,3-429 284,-1 460-44,1 1 0,1-1 0,0 0 0,1 1 0,1 0 0,0 0 0,14-25-1,-16 33-87,1 0 0,-1 0 1,2 0-1,-1 1 0,0-1 0,1 1 0,0 0 0,1 1 0,-1-1 0,1 1 0,-1 0 0,1 0 0,1 1 0,-1 0 0,0 0 0,1 0 0,-1 1 0,12-3 0,-15 5-102,-1 0-1,1-1 1,-1 1-1,0 0 1,1 0-1,-1 0 1,1 1-1,-1-1 1,1 1-1,-1-1 0,1 1 1,-1 0-1,0 0 1,1 0-1,-1 0 1,0 0-1,0 0 1,3 3-1,-2-1-51,0 0 0,0 0 0,-1 0 0,1 0 1,-1 1-1,0-1 0,0 1 0,0-1 0,-1 1 0,3 6 0,-1 1-218,-1 0 0,0 1 1,-1-1-1,0 0 0,0 1 0,-1-1 1,-3 19-1,-2-5-523,0 1 0,-2-1 0,-1 0-1,-1-1 1,-13 28 0,12-34-567,1-1-1,-2 0 0,-1 0 1,0-1-1,-1-1 0,0 0 0,-18 15 1,-3-5-6785</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26.229"/>
    </inkml:context>
    <inkml:brush xml:id="br0">
      <inkml:brushProperty name="width" value="0.025" units="cm"/>
      <inkml:brushProperty name="height" value="0.025" units="cm"/>
    </inkml:brush>
  </inkml:definitions>
  <inkml:trace contextRef="#ctx0" brushRef="#br0">471 89 6701,'24'-16'10749,"-23"15"-10730,-1 1 0,1 0 1,-1-1-1,1 1 0,-1-1 1,1 1-1,-1 0 1,1 0-1,-1-1 0,1 1 1,-1 0-1,1 0 0,0-1 1,-1 1-1,1 0 0,-1 0 1,1 0-1,0 0 1,-1 0-1,1 0 0,-1 0 1,1 0-1,0 0 0,0 1 1,0-1 77,0 0 1,1 0-1,-1 0 0,0 0 1,0 0-1,0-1 1,0 1-1,0 0 1,0 0-1,1-1 0,-1 1 1,0-1-1,1 0 1,7-8 36,1 0 1,0 1 0,0 0-1,0 1 1,15-7 0,-25 13-138,2 0 75,19-5 1005,-19 5-57,-14 8-694,-54 33-115,44-28-176,1 1 0,-37 29 0,9 1 189,-76 88-1,101-101-21,1 1 0,2 1 0,1 1-1,-22 51 1,14-20 161,3 2-1,3 1 0,3 1 1,3 1-1,3 0 1,-4 76-1,15-100-166,1 1 0,3-1-1,1 1 1,3-1 0,1 0-1,3 0 1,1-1 0,2-1 0,3 0-1,30 62 1,-16-50 164,2-2 0,3-2 1,75 87-1,-75-100-915,62 49 0,-63-61-1804,0-1 0,47 24 0,-76-47 1147,0 0 1,-1 0-1,1 0 1,0 0-1,7 1 1,18-3-10850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27.125"/>
    </inkml:context>
    <inkml:brush xml:id="br0">
      <inkml:brushProperty name="width" value="0.025" units="cm"/>
      <inkml:brushProperty name="height" value="0.025" units="cm"/>
    </inkml:brush>
  </inkml:definitions>
  <inkml:trace contextRef="#ctx0" brushRef="#br0">92 16 6937,'-16'-16'1384,"0"19"108,8 5-1096,0 0-628,-8 3-760,5 5-1636,-5-2-745</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27.483"/>
    </inkml:context>
    <inkml:brush xml:id="br0">
      <inkml:brushProperty name="width" value="0.025" units="cm"/>
      <inkml:brushProperty name="height" value="0.025" units="cm"/>
    </inkml:brush>
  </inkml:definitions>
  <inkml:trace contextRef="#ctx0" brushRef="#br0">59 216 10681,'-4'-7'19,"-3"-5"3626,10 20-728,2 7-2318,-1 0-1,0-1 1,-1 1-1,-1 1 0,0-1 1,-1 30-1,-13 93-251,8-105-18,0 3-217,-2 19 267,-21 85-1,27-139-326,0 1 0,-1 0 1,1 0-1,-1-1 0,1 1 0,-1 0 0,0-1 0,1 1 1,-1-1-1,0 1 0,0-1 0,-3 3 0,4-4-37,0-1-1,-1 1 1,1 0-1,-1-1 1,1 1-1,0 0 1,-1-1-1,1 1 1,0-1-1,-1 1 1,1-1-1,0 1 1,0 0-1,-1-1 1,1 1-1,0-1 1,0 0-1,0 1 0,0-1 1,0 1-1,0-1 1,0 1-1,0-1 1,0 1-1,0-1 1,-3-50 376,5-4 230,2 0 0,3 0 1,21-86-1,-6 62 403,58-134 1,-31 112-256,-47 98-733,14 21-24,-13-13-27,0 1 0,0 0-1,0 0 1,-1 0 0,0 0-1,0 0 1,-1 0-1,1 10 1,2 58-438,-1-15-101,31 119-1337,-21-120 857,8 76-1,-17-102-202,10 48 0,-4-45-2652,3-2-4331</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27.658"/>
    </inkml:context>
    <inkml:brush xml:id="br0">
      <inkml:brushProperty name="width" value="0.025" units="cm"/>
      <inkml:brushProperty name="height" value="0.025" units="cm"/>
    </inkml:brush>
  </inkml:definitions>
  <inkml:trace contextRef="#ctx0" brushRef="#br0">1 97 16982,'16'16'2488,"-13"-40"-544,-3 3-336,19 10-316,-3-3-264,3 3-328,5 1-260,3 7-824,0-2-328,-3-1-860,0-2-1168,-7 11-15350</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28.496"/>
    </inkml:context>
    <inkml:brush xml:id="br0">
      <inkml:brushProperty name="width" value="0.025" units="cm"/>
      <inkml:brushProperty name="height" value="0.025" units="cm"/>
    </inkml:brush>
  </inkml:definitions>
  <inkml:trace contextRef="#ctx0" brushRef="#br0">92 203 11897,'-9'25'1702,"8"-20"3192,-13 4-4081,12-8-780,0 1 0,1 0 0,-1 0 0,0 0 0,1 0 0,-1 0 0,1 0 1,0 1-1,0-1 0,0 0 0,0 1 0,-1 1 0,-7 34 126,6-21-82,-9 35 214,2 0 0,-4 78 0,14-119-138,0 0-1,0 0 1,1 0-1,0 0 1,1-1-1,0 1 1,7 18-1,-8-27 181,15-5 78,-13 2-387,-1 0 0,0-1 0,1 1-1,-1-1 1,0 1 0,0-1 0,0 0-1,0 0 1,0 0 0,0 0-1,-1 0 1,1-1 0,-1 1 0,0 0-1,1-1 1,1-4 0,16-47 289,-19 53-299,13-51 26,10-98-1,-16 92-260,16-66 0,3 38 55,-22 76 266,1-1-1,0 1 1,0-1 0,1 1-1,10-13 1,-14 21-7,0 0 0,0 0 0,0 0 0,0 0 0,1 0 1,-1 0-1,0 0 0,1 1 0,-1-1 0,1 1 0,0 0 0,0 0 0,-1 0 0,1 0 1,0 0-1,0 1 0,0-1 0,0 1 0,0 0 0,0-1 0,0 1 0,0 1 0,-1-1 1,1 0-1,0 1 0,0 0 0,0-1 0,0 1 0,0 0 0,-1 1 0,1-1 1,-1 0-1,1 1 0,2 2 0,3 1 43,-1 0 0,0 1 0,0 0 0,0 1 1,-1-1-1,0 1 0,0 0 0,-1 1 0,8 15 0,-1 2 27,-2 0 0,-1 1 1,-1 0-1,-1 0 0,5 48 0,0 138-1252,-12-181 579,0 12-1562,-7 56 1,-9-7-7554,7-53-1232</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29.348"/>
    </inkml:context>
    <inkml:brush xml:id="br0">
      <inkml:brushProperty name="width" value="0.025" units="cm"/>
      <inkml:brushProperty name="height" value="0.025" units="cm"/>
    </inkml:brush>
  </inkml:definitions>
  <inkml:trace contextRef="#ctx0" brushRef="#br0">146 118 11773,'-4'-3'655,"3"2"-416,0 0 1,0 0 0,0 0-1,0 0 1,0 0 0,0 1-1,0-1 1,0 0 0,0 1-1,0-1 1,0 1 0,-2-1-1,1 3 151,0 0 0,1 0 1,-1 0-1,0 0 0,1 0 0,0 1 0,-1-1 0,0 4 0,-6 22 234,2 1 0,-3 30-1,-5 21-207,-28 228 736,34-221-924,6-78-187,1-1 0,-1 0 0,-6 15 0,6-17 77,-1 0 0,2 0 0,-1-1 0,1 1 0,0 0-1,-1 9 1,3-19-72,-1 1-1,1-1 1,0 1-1,0-1 0,0 1 1,1-1-1,2-4 1,2-5 30,12-49-267,-3-1-1,-2-1 1,-4 0-1,3-69 1,-9-31-1276,-3 119 1592,0 38 73,1 1 1,0-1-1,0 1 0,1-1 1,0 1-1,0 0 1,1 0-1,-1 0 0,1 0 1,1 0-1,4-6 1,1-1 615,1 0 0,1 1 1,16-16-1,-23 25-693,-1 0 0,1 0-1,0 1 1,-1-1 0,1 1-1,1 0 1,-1 0 0,0 0-1,0 0 1,1 1 0,7-2-1,-10 3-86,-1 0 0,1 0 0,-1 0 0,1 0-1,-1 0 1,1 0 0,-1 1 0,1-1 0,-1 1-1,1-1 1,-1 1 0,1-1 0,-1 1-1,0 0 1,1-1 0,1 3 0,-2-2-11,1 1 0,0 0 0,-1 0 0,0 0 1,1 0-1,-1 0 0,0 0 0,0 0 0,0 0 0,0 1 1,0-1-1,-1 0 0,1 5 0,1 10-205,-2 1 1,0 0-1,-1 0 1,-1 0-1,0-1 0,-7 23 1,2-2-588,-9 27-1478,-3-1 0,-52 120 1,61-160 2077,8-15 2570,5-7-857,14-14-2,4-3-411,-7 7-167,2 1 1,30-11-1,-38 16-701,0 0 1,0 0-1,0 1 0,1 0 0,-1 1 0,1-1 1,-1 1-1,12 2 0,-18-2-263,-1 1 0,1-1 0,0 1 0,-1-1 0,1 1 0,-1-1 0,1 1 0,-1 0 0,1 0 0,-1 0 0,0 0 0,1 0 0,-1 0 0,0 0 0,1 0 0,-1 0 0,0 1 0,0-1 0,0 0 0,0 1 0,0 1 0,1 0 0,-1 0 0,-1 1 0,1-1 0,0 0 0,-1 0 0,0 1 0,1-1 0,-1 0 0,0 1 0,-1 3 0,-2 7 0,0-1 0,0 0 0,-2 1 0,-7 16 0,-45 89-2712,47-101 1943,-1 0 0,-1-1 0,0 0 0,-20 19 0,27-30 134,-1-1 0,0 0-1,0 0 1,-1-1 0,0 1-1,0-2 1,-12 7-1,12-8-589,0 0-1,0 0 0,0-1 1,0 1-1,-8-1 0,-28-2-9563</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30.390"/>
    </inkml:context>
    <inkml:brush xml:id="br0">
      <inkml:brushProperty name="width" value="0.025" units="cm"/>
      <inkml:brushProperty name="height" value="0.025" units="cm"/>
    </inkml:brush>
  </inkml:definitions>
  <inkml:trace contextRef="#ctx0" brushRef="#br0">31 10 6313,'12'-10'7683,"-18"15"-2990,-1 2-5540,7-6 914,-1-1 0,0 1 0,1 0-1,0 0 1,-1 0 0,1 0 0,0 0 0,-1 0 0,1 0 0,0 0 0,0 0 0,0 0 0,0 1 0,0-1 0,0 0 0,0 1 0,0 3 111,-2 4 84,0 1 0,-1 0 0,-4 9-1,-3 14 475,9-32-612,1 1-1,0 0 0,0 0 0,0-1 1,0 1-1,0 0 0,0 0 0,0 0 1,1-1-1,0 4 0,-1-5-80,0 0-1,0 0 1,0 1 0,0-1-1,0 0 1,1 0 0,-1 1-1,0-1 1,0 0 0,0 0-1,0 1 1,1-1 0,-1 0-1,0 0 1,0 0 0,0 0-1,1 1 1,-1-1 0,0 0-1,0 0 1,1 0 0,-1 0-1,0 0 1,0 0 0,1 1-1,-1-1 1,0 0 0,0 0-1,1 0 1,-1 0 0,0 0-1,0 0 1,1 0 0,-1 0-1,0 0 1,1 0 0,-1-1-1,0 1 1,0 0 0,1 0-1,-1 0 1,0 0 0,0 0-1,0 0 1,1 0 0,-1-1-1,0 1 1,0 0 0,1 0-1,-1 0 1,0-1 0,0 1-1,0 0 1,0 0 0,1 0-1,-1-1 1,0 1 0,0 0-1,0 0 1,0-1 0,0 1-1,0 0 1,0-1 0,0 1-1,0 0 1,4-8 385,0 1 0,-1-1-1,0 0 1,3-13 0,-4 16-476,-1-1 1,1 1-1,0-1 0,0 1 1,0 0-1,1 0 0,0 0 1,4-7-1,-5 10-1009,-3 2-1106,-1 0 1805,1 0-1,0 0 1,0 0 0,-1 1 0,1-1 0,0 0 0,-1 1 0,1-1 0,0 1-1,-2 0 1,-1 1-670,-14 5-4913,6 7-3769</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30.731"/>
    </inkml:context>
    <inkml:brush xml:id="br0">
      <inkml:brushProperty name="width" value="0.025" units="cm"/>
      <inkml:brushProperty name="height" value="0.025" units="cm"/>
    </inkml:brush>
  </inkml:definitions>
  <inkml:trace contextRef="#ctx0" brushRef="#br0">30 10 14649,'-2'-8'1831,"5"7"-158,9 13 1187,20 29 824,-12-8-3063,-2 1 0,-1 0 0,-1 1 0,-3 0 0,0 2 0,-3-1 0,10 59 0,-8-10-288,-5 0-1,-3 114 1,-37 274-213,-33-3-2948,14-200-1469,5-96-5462,20-98-1156</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31.151"/>
    </inkml:context>
    <inkml:brush xml:id="br0">
      <inkml:brushProperty name="width" value="0.025" units="cm"/>
      <inkml:brushProperty name="height" value="0.025" units="cm"/>
    </inkml:brush>
  </inkml:definitions>
  <inkml:trace contextRef="#ctx0" brushRef="#br0">46 3 12649,'-38'7'2336,"31"-5"4155,29-7-2170,9-1-1330,17 6-1002,61 8 1,-63-4-1990,57-2 0,25 2 0,-67-1-69,-57-3-802,-26 1-14560,-15 1 2019</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31.530"/>
    </inkml:context>
    <inkml:brush xml:id="br0">
      <inkml:brushProperty name="width" value="0.025" units="cm"/>
      <inkml:brushProperty name="height" value="0.025" units="cm"/>
    </inkml:brush>
  </inkml:definitions>
  <inkml:trace contextRef="#ctx0" brushRef="#br0">148 1 9673,'-9'10'656,"0"2"1,1-1-1,0 1 1,0 0-1,1 1 1,1 0-1,-7 21 1,-27 102 1664,38-127-2079,-11 53 652,3 0 0,2 0 0,1 69 0,9 0-842,-1-88-2880,2 2-4268,-1-21-1112</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32.305"/>
    </inkml:context>
    <inkml:brush xml:id="br0">
      <inkml:brushProperty name="width" value="0.025" units="cm"/>
      <inkml:brushProperty name="height" value="0.025" units="cm"/>
    </inkml:brush>
  </inkml:definitions>
  <inkml:trace contextRef="#ctx0" brushRef="#br0">200 58 11177,'0'1'206,"0"0"-1,-1 1 1,1-1 0,0 0-1,-1 0 1,0 0 0,1 0 0,-1 0-1,1 0 1,-1 0 0,0 0-1,0 0 1,0 0 0,0 0-1,0 0 1,1 0 0,-1-1-1,-1 1 1,1 0 0,0-1-1,0 1 1,0-1 0,0 1-1,0-1 1,0 1 0,-1-1 0,1 0-1,0 0 1,0 0 0,-1 1-1,1-1 1,0 0 0,0-1-1,-2 1 1,1 0-31,0 0-1,0 0 1,0 0 0,0 1-1,0-1 1,0 0-1,0 1 1,0 0 0,0-1-1,0 1 1,1 0 0,-1 0-1,0 0 1,0 0 0,1 0-1,-1 0 1,1 1-1,-1-1 1,1 1 0,-1-1-1,0 3 1,-13 22 210,1 1 1,2 0-1,1 2 0,1-1 0,-8 38 0,-17 154 728,28-156-769,4-1 0,2 1 0,9 79 0,-6-134-337,-1 0 0,1 0 0,5 14 0,-5-20-64,-1 1 0,1-1 0,-1 1 0,1-1 0,0 0 0,1 1 0,-1-1 1,0 0-1,1 0 0,5 4 0,-7-5 6,0-1 1,1 0-1,-1-1 0,0 1 1,0 0-1,1 0 0,-1 0 1,0-1-1,1 1 0,-1-1 1,1 1-1,-1-1 1,1 1-1,-1-1 0,1 0 1,-1 0-1,1 0 0,-1 0 1,1 0-1,-1 0 1,1 0-1,0 0 0,-1-1 1,0 1-1,1-1 0,-1 1 1,1-1-1,-1 1 1,1-1-1,-1 0 0,0 0 1,0 0-1,1 0 0,-1 0 1,0 0-1,0 0 0,0 0 1,0 0-1,0 0 1,1-2-1,1-2-130,-1 0-1,0 0 1,0 0 0,0 0-1,0-1 1,-1 1 0,0 0-1,0-1 1,0 1 0,-1-9-1,-1-25-1458,-2 1-1,-1 0 0,-15-59 0,8 55 787,-17-75-237,25 98 1303,1-1 0,0 1 0,1-1 0,3-21 0,-2 27 164,2-1 0,0 0 0,0 0 0,2 0 0,0 1 0,0 0 1,7-15-1,7-4 1152,0 0 0,24-30 1,-33 51-985,0 1 0,1 0 0,1 1 0,-1 0 0,2 1 0,-1 0 0,2 0 0,15-7 0,-20 11-215,1 1 1,0 0-1,0 0 1,0 1-1,0 0 1,18-2-1,-26 5-277,1-1 0,0 1 0,-1 0-1,1 1 1,0-1 0,-1 0 0,1 0-1,-1 1 1,1-1 0,0 1-1,-1-1 1,1 1 0,-1 0 0,1-1-1,-1 1 1,0 0 0,1 0 0,1 2-1,-2-1-36,1 0 0,-1 0 0,0 0 0,0 0 0,0 0 0,0 1 0,-1-1 0,1 0 0,0 1 0,-1-1 0,0 0 0,1 1-1,-1-1 1,0 0 0,0 1 0,-1 3 0,-3 12-329,0 0-1,-1 0 1,-1-1-1,0 0 0,-15 28 1,17-38 88,-6 13-995,-2 0 1,0 0 0,-26 31-1,-22 15-8467,27-33-1579</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32.668"/>
    </inkml:context>
    <inkml:brush xml:id="br0">
      <inkml:brushProperty name="width" value="0.025" units="cm"/>
      <inkml:brushProperty name="height" value="0.025" units="cm"/>
    </inkml:brush>
  </inkml:definitions>
  <inkml:trace contextRef="#ctx0" brushRef="#br0">749 0 13005,'0'1'109,"0"0"0,0 0-1,0-1 1,-1 1 0,1 0-1,0 0 1,0-1 0,-1 1-1,1 0 1,-1-1 0,1 1-1,-1 0 1,1-1 0,-1 1-1,1-1 1,-1 1 0,1 0-1,-1-1 1,0 1 0,1-1-1,-1 0 1,0 1 0,1-1-1,-1 0 1,0 1 0,0-1-1,1 0 1,-3 1 0,-28-1 1971,-4 0-130,24 3-1637,0 0-1,0 1 0,1 0 1,-1 1-1,1 0 0,0 0 1,0 1-1,1 0 0,-10 9 1,-8 8 251,-38 44 1,28-25-69,3 3 1,2 0 0,2 2-1,-42 88 1,23-23 139,-38 130 0,53-138-481,5 2 0,-21 149 0,45-209-320,2 0 0,2 0 0,7 53 0,-2-66-161,1-1 0,2 1 0,2-1 0,0-1 0,17 37 0,-20-56 13,0 0 1,0 0-1,1 0 0,1-1 0,0 0 0,0-1 0,1 0 0,12 11 0,-13-15-299,-1 0 0,0-1 1,1 0-1,0-1 0,11 5 0,-10-6-611,0 0 1,1 0-1,-1-1 0,1 0 1,12 1-1,36-4-8014</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33.196"/>
    </inkml:context>
    <inkml:brush xml:id="br0">
      <inkml:brushProperty name="width" value="0.025" units="cm"/>
      <inkml:brushProperty name="height" value="0.025" units="cm"/>
    </inkml:brush>
  </inkml:definitions>
  <inkml:trace contextRef="#ctx0" brushRef="#br0">147 387 7109,'0'0'188,"1"0"0,-1 1 0,1-1 0,-1 0 0,0 1 0,1-1 0,-1 0 0,0 1 0,1-1 0,-1 1 0,0-1 0,1 1 0,-1-1 1,0 0-1,0 1 0,0-1 0,1 1 0,-1 0 0,0-1 0,0 1 0,0-1 0,0 1 0,0-1 0,0 1 0,0-1 0,0 1 0,0-1 0,0 1 1,0-1-1,-1 1 0,1-1 0,0 1 0,0-1 0,0 1 0,-1-1 0,1 1 0,0-1 0,-1 1 0,-15 34 1822,4-8-973,-20 63 541,-47 142 2047,76-225-2978,1-6 629,-2-18-421,3 9-772,1 0 0,0-1-1,0 1 1,1 0 0,0 0 0,4-15 0,20-53 165,-11 37-175,22-57 663,4 2-1,4 2 1,64-98-1,-88 155-259,-7 12 310,28-36 0,-41 58-780,0 1 0,0 0 1,1 0-1,-1 0 1,0-1-1,0 1 1,0 0-1,0 0 1,0 0-1,1 0 1,-1-1-1,0 1 1,0 0-1,0 0 1,1 0-1,-1 0 1,0 0-1,0 0 1,0-1-1,1 1 1,-1 0-1,0 0 0,0 0 1,1 0-1,-1 0 1,0 0-1,0 0 1,0 0-1,1 0 1,-1 0-1,0 0 1,0 0-1,1 0 1,-1 0-1,0 0 1,0 1-1,1-1 1,-1 0-1,0 0 1,0 0-1,0 0 1,1 0-1,-1 0 1,0 1-1,0-1 0,0 0 1,0 0-1,1 0 1,-1 1-1,0-1 1,0 0-1,0 0 1,0 0-1,0 1 1,0-1-1,0 0 1,0 0-1,1 0 1,-1 1-1,0-1 1,5 28 184,-2 39-28,-8 52-229,-1 79-753,7-154 60,3-1 0,13 69 0,13 18-1370,1-1-4078,-31-126 5310,1 0-1,0 0 1,0 0-1,0 0 1,0-1-1,0 1 1,1 0-1,-1-1 1,4 6-1,6 7-7756</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33.380"/>
    </inkml:context>
    <inkml:brush xml:id="br0">
      <inkml:brushProperty name="width" value="0.025" units="cm"/>
      <inkml:brushProperty name="height" value="0.025" units="cm"/>
    </inkml:brush>
  </inkml:definitions>
  <inkml:trace contextRef="#ctx0" brushRef="#br0">1 22 12517,'10'-16'5101,"4"13"-4121,2 1-16,-32 4-17542</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33.998"/>
    </inkml:context>
    <inkml:brush xml:id="br0">
      <inkml:brushProperty name="width" value="0.025" units="cm"/>
      <inkml:brushProperty name="height" value="0.025" units="cm"/>
    </inkml:brush>
  </inkml:definitions>
  <inkml:trace contextRef="#ctx0" brushRef="#br0">5 49 14525,'-5'6'3218,"12"-10"-1430,18-7 1824,4 2-2257,-6 2 299,-1 0-1,1 2 1,0 1 0,44-3 0,-36 9-1732,-28-2-656,-5 1-1426,-7 1-546,-7 2-6403,0-3-5887</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34.664"/>
    </inkml:context>
    <inkml:brush xml:id="br0">
      <inkml:brushProperty name="width" value="0.025" units="cm"/>
      <inkml:brushProperty name="height" value="0.025" units="cm"/>
    </inkml:brush>
  </inkml:definitions>
  <inkml:trace contextRef="#ctx0" brushRef="#br0">151 188 11665,'5'-13'3084,"-13"20"1515,-7 13-1072,9-8-4651,-5 16 1362,-8 25 160,-18 72 0,10-27-36,16-59-74,-10 8 371,20-45 813,3-2-1429,-1-1 1,0 1-1,0-1 1,0 1 0,0-1-1,1 1 1,-1-1-1,0 0 1,0 1 0,0-1-1,0 0 1,1-1-1,3-2 53,-1 1-54,1-1-1,-1 0 0,0-1 0,0 1 0,-1 0 1,1-1-1,-1 0 0,5-9 0,18-49 187,-14 32-107,-1 3-56,129-288 207,-93 235 395,-46 79-618,0 0 1,1 0-1,-1 1 1,0-1-1,1 1 0,-1-1 1,1 1-1,0-1 1,-1 1-1,1 0 0,0 0 1,0-1-1,0 2 1,0-1-1,0 0 0,0 0 1,0 0-1,0 1 1,0-1-1,0 1 0,0 0 1,0 0-1,0 0 1,0 0-1,1 0 0,-1 0 1,0 0-1,0 1 1,3 0-1,-2 0-3,0 0 1,0 0-1,0 1 0,-1 0 1,1-1-1,0 1 0,-1 0 1,1 0-1,-1 0 0,0 0 1,0 1-1,1-1 0,-1 1 0,-1-1 1,1 1-1,0 0 0,-1 0 1,2 4-1,4 12 105,-2 1-1,0 0 1,-1 0-1,2 38 1,-6 84 149,-2-93-230,-3 51-303,0 35-1288,5-111-406,1-1 0,2 0 0,8 38 0,-4-41-5169,5-5-4799</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35.320"/>
    </inkml:context>
    <inkml:brush xml:id="br0">
      <inkml:brushProperty name="width" value="0.025" units="cm"/>
      <inkml:brushProperty name="height" value="0.025" units="cm"/>
    </inkml:brush>
  </inkml:definitions>
  <inkml:trace contextRef="#ctx0" brushRef="#br0">40 91 15637,'-3'1'2509,"2"-1"-2331,0 0 1,0 0 0,0 1-1,0-1 1,0 1-1,0-1 1,-1 1 0,1-1-1,0 1 1,1-1-1,-1 1 1,0 0 0,0 0-1,0 0 1,0-1 0,0 1-1,1 0 1,-1 0-1,0 0 1,0 2 0,1-1 113,0-1 1,0 1 0,0 0-1,0 0 1,0 0 0,0 0-1,1-1 1,-1 1 0,1 0-1,0 2 1,6 26 1425,-4 58 387,-11 120 0,-1-9-1785,-2-49-1677,10-129 802,1-21 543,0 0 1,0-1-1,0 1 0,0 0 1,0 0-1,0 0 1,0 0-1,0 0 0,0 0 1,1 0-1,-1 0 0,0 0 1,0 0-1,0 0 0,0 0 1,0 0-1,0 0 0,0 0 1,0 0-1,0 0 0,0 0 1,0 0-1,0 0 0,1 0 1,-1 0-1,0 0 0,0 0 1,0 0-1,0 0 0,0 0 1,0 0-1,0 0 0,0 1 1,0-1-1,0 0 0,0 0 1,0 0-1,0 0 1,0 0-1,1 0 0,-1 0 1,0 0-1,0 0 0,0 0 1,0 0-1,0 0 0,0 0 1,0 0-1,0 1 0,0-1 1,0 0-1,0 0 0,0 0 1,0 0-1,0 0 0,0 0 1,0 0-1,0 0 0,0 0 1,0 0-1,0 0 0,0 1 1,12-28-1078,-7 14 1141,4-11-361,-2 0 0,-1 0 0,0-1 1,2-34-1,5-25-180,4 5-23,-3 0 0,4-82 0,-18 152 478,0-132 337,-3 92 2035,3 46-1861,1 0-274,0 0-1,0 0 1,0-1-1,1 1 1,-1 1-1,4-6 1,-2 11-239,0 0-1,0 0 1,-1 0 0,1 1-1,-1-1 1,0 0 0,0 1-1,0 0 1,0-1 0,-1 1-1,0 0 1,1 0 0,-1 0-1,-1 0 1,1 0-1,-1 0 1,1 0 0,-1 0-1,0 0 1,0 0 0,-2 6-1,-1 11-560,-1 1 0,-11 36 0,14-55 562,-16 47-599,-2-1 1,-2-1-1,-28 47 0,32-79 2530,12-11-662,17-5-253,7 0-548,1 0 1,-1 1 0,-1 1-1,1 1 1,0 0-1,0 2 1,-1 0 0,0 1-1,0 1 1,-1 0-1,20 12 1,-33-17-434,0 0 0,0 0 0,-1 0 0,0 1 0,1-1 0,-1 1 0,0 0 0,0 0 0,0 0 0,0 0 0,-1 0 0,0 0 0,1 1 0,-1 0 0,0-1 0,0 1 0,-1 0 0,1 0 0,-1 0 0,0 0 0,0 0 0,0 0 0,-1 0 0,1 0 0,-1 0 0,0 0 0,0 1 0,-1-1 0,1 0 0,-1 0 0,0 0 0,0 0 0,0 0 0,0 0 0,-4 6 0,-1 3-771,-1 0-1,0-1 1,-1 1 0,0-1-1,-1-1 1,0 0 0,-13 12-1,14-16-250,0 0-1,-1-1 0,0 0 0,0-1 0,0 1 1,-1-2-1,0 1 0,0-1 0,0-1 0,-15 3 0,-18-1-11338</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35.621"/>
    </inkml:context>
    <inkml:brush xml:id="br0">
      <inkml:brushProperty name="width" value="0.025" units="cm"/>
      <inkml:brushProperty name="height" value="0.025" units="cm"/>
    </inkml:brush>
  </inkml:definitions>
  <inkml:trace contextRef="#ctx0" brushRef="#br0">20 1 12561,'-20'10'5388,"20"-10"-5222,1 1 0,-1 0 1,0-1-1,0 1 0,0-1 0,0 1 0,1-1 0,-1 1 1,0-1-1,1 1 0,-1-1 0,0 1 0,1-1 0,-1 0 1,0 1-1,1-1 0,-1 1 0,1-1 0,-1 0 0,1 1 1,-1-1-1,2 1 0,11 11 1991,126 138 2875,-120-125-4270,0 0-1,-2 1 0,-1 1 1,20 45-1,-21-29-761,-1-1 0,-2 2 0,-2 0 0,-2 0 0,4 60 0,-9-19 0,-14 163 0,-2-147-90,-32 120 0,-42 96-938,79-292 885,-6 15-2623,-32 65 1,5-15-8392,32-67-587</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35.905"/>
    </inkml:context>
    <inkml:brush xml:id="br0">
      <inkml:brushProperty name="width" value="0.025" units="cm"/>
      <inkml:brushProperty name="height" value="0.025" units="cm"/>
    </inkml:brush>
  </inkml:definitions>
  <inkml:trace contextRef="#ctx0" brushRef="#br0">0 19 17986,'1'-1'273,"0"-1"1,0 1 0,0 0 0,0-1-1,1 1 1,-1 0 0,0 0 0,1 0 0,-1 0-1,0 0 1,1 0 0,-1 1 0,1-1-1,0 0 1,-1 1 0,1-1 0,-1 1-1,1-1 1,3 1 0,38 0 3700,-9 2-1982,4-1-1162,-1 1 1,0 2-1,52 13 1,-77-14-813,0-2-4,23 4-92,-34-5 57,-1 0-1,1 0 1,0 0 0,0 0 0,0 1 0,0-1-1,0 0 1,-1 1 0,1-1 0,0 0 0,0 1 0,0-1-1,-1 1 1,1-1 0,0 1 0,-1 0 0,1-1-1,0 1 1,-1 0 0,1-1 0,-1 1 0,1 0 0,-1 0-1,1-1 1,-1 1 0,0 0 0,1 1 0,-4 0-478,0 0 0,0-1 0,0 1 0,0-1 0,0 0 0,-1 0 0,1 0 0,0 0 0,-7 1 0,-78 15-10880,35-4-1378</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36.061"/>
    </inkml:context>
    <inkml:brush xml:id="br0">
      <inkml:brushProperty name="width" value="0.025" units="cm"/>
      <inkml:brushProperty name="height" value="0.025" units="cm"/>
    </inkml:brush>
  </inkml:definitions>
  <inkml:trace contextRef="#ctx0" brushRef="#br0">1 22 20806,'102'-22'2848,"-56"25"-340,-3-3-359,0-3-417,1 3-336,1 3-288,4 0-888,-9 2-220,-10 0 0,-14-2-464,9 0-1404,-4 2-996,-34-8-7561,-17-5-3737</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36.955"/>
    </inkml:context>
    <inkml:brush xml:id="br0">
      <inkml:brushProperty name="width" value="0.025" units="cm"/>
      <inkml:brushProperty name="height" value="0.025" units="cm"/>
    </inkml:brush>
  </inkml:definitions>
  <inkml:trace contextRef="#ctx0" brushRef="#br0">196 478 14149,'-22'5'2181,"17"-5"-120,2 1-221,-3-1-1342,4 0-372,1 0-1,-1 0 0,1 1 1,-1-1-1,1 0 0,-1 0 1,1 1-1,-1-1 0,1 1 1,-1-1-1,1 1 0,-1-1 1,1 1-1,0 0 1,-1 0-1,1 0 0,0 0 1,0 0-1,0 0 0,0 0 1,0 0-1,0 0 0,0 1 1,0-1-1,0 0 0,0 1 1,1-1-1,-1 1 0,0 1 1,-28 91 720,4 1 0,5 2 0,3-1 0,-5 145 0,19-92-496,3-144-261,6-27-1127,0-9 291,-2-1 0,-1 0 0,-1-47 0,-14-103-2234,1 42 716,7 67 1128,3 0-1,13-104 1,-9 154 1375,1 1 0,1-1 1,2 1-1,0 1 0,1-1 0,1 1 0,1 0 1,0 1-1,2 1 0,1-1 0,0 2 1,17-19-1,-12 18 488,1 0 1,1 2-1,0 0 1,2 1 0,22-13-1,-33 23-393,0 0-1,0 1 1,0 1-1,0 0 1,1 0-1,0 1 1,0 0-1,0 1 1,0 1-1,0 0 1,0 0 0,0 1-1,17 2 1,-26-1-251,1-1 1,-1 1 0,1 0 0,-1 0 0,0 0 0,0 0 0,1 0 0,-1 1-1,0 0 1,0-1 0,0 1 0,-1 0 0,1 0 0,0 1 0,-1-1-1,1 1 1,-1-1 0,0 1 0,0 0 0,0 0 0,0-1 0,0 2-1,-1-1 1,1 0 0,-1 0 0,0 0 0,0 1 0,1 5 0,-1-1-19,-1 0 1,1 0 0,-2 0-1,1 0 1,-1 0 0,0 0-1,-1 0 1,0 0 0,0 0-1,-1 0 1,-4 10 0,-9 11-572,-1-1 1,-1-1 0,-1 0 0,-37 38-1,47-55 164,-3 3-397,0 0 1,-1-1-1,-1 0 1,-25 16-1,28-22-584,1 0-1,-23 8 1,25-11-298,0-1 1,-1 0-1,1 0 1,-15 1 0,3-3-8508</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37.269"/>
    </inkml:context>
    <inkml:brush xml:id="br0">
      <inkml:brushProperty name="width" value="0.025" units="cm"/>
      <inkml:brushProperty name="height" value="0.025" units="cm"/>
    </inkml:brush>
  </inkml:definitions>
  <inkml:trace contextRef="#ctx0" brushRef="#br0">619 26 15537,'-3'-3'319,"-1"1"0,0-1-1,0 1 1,0-1-1,0 1 1,0 0-1,-1 0 1,1 1-1,-1 0 1,1-1 0,-1 1-1,1 1 1,-1-1-1,0 1 1,1 0-1,-1 0 1,0 0-1,1 0 1,-1 1 0,0 0-1,1 0 1,-1 0-1,-4 2 1,-3 3 84,0 1 1,0 0-1,1 0 1,0 2-1,0-1 1,1 1-1,-13 13 1,-57 77 904,40-40-818,1 2 0,4 2 0,2 0 0,-38 109 0,45-93-297,3 2-1,3 1 1,-14 138 0,29-164-232,5 96 0,1-128-127,2 1 1,1 0-1,1-1 1,1 0-1,0 0 0,15 30 1,-17-45-42,0 0 1,1-1 0,0 1 0,1-1-1,0 0 1,0 0 0,1-1-1,0 0 1,8 7 0,-9-10-157,1 1 0,0-1 0,0 0 1,1-1-1,-1 0 0,1 0 1,-1 0-1,1-1 0,0 0 0,0-1 1,12 1-1,5 0-2865,-1-1 1,42-3-1,-4-12-7392</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37.648"/>
    </inkml:context>
    <inkml:brush xml:id="br0">
      <inkml:brushProperty name="width" value="0.025" units="cm"/>
      <inkml:brushProperty name="height" value="0.025" units="cm"/>
    </inkml:brush>
  </inkml:definitions>
  <inkml:trace contextRef="#ctx0" brushRef="#br0">0 926 11821,'1'-2'2218,"17"-39"1905,21-75 0,4-10-1206,127-210 1132,-126 257-3199,43-89 871,-50 112-1357,-36 54-360,7 25-1,0 12 7,-2 1-1,-1 0 1,0 54-1,-3-37-7,4 50-165,19 193-3040,-24-290 2571,0 1 1,1-1-1,0 1 0,6 11 0,6 9-10351</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37.821"/>
    </inkml:context>
    <inkml:brush xml:id="br0">
      <inkml:brushProperty name="width" value="0.025" units="cm"/>
      <inkml:brushProperty name="height" value="0.025" units="cm"/>
    </inkml:brush>
  </inkml:definitions>
  <inkml:trace contextRef="#ctx0" brushRef="#br0">9 1 16065,'-8'21'2549,"27"-23"-445,0 2-364,2 2-288,-2 6-284,14-5-256,18 2-564,-5 1-856,0-3-456,-9-9-1180,-2 6-264,0 6-3621,-5-12-5272</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38.120"/>
    </inkml:context>
    <inkml:brush xml:id="br0">
      <inkml:brushProperty name="width" value="0.025" units="cm"/>
      <inkml:brushProperty name="height" value="0.025" units="cm"/>
    </inkml:brush>
  </inkml:definitions>
  <inkml:trace contextRef="#ctx0" brushRef="#br0">168 0 17382,'1'4'2791,"11"19"-347,1-1 1,18 24 0,22 37 1168,-33-43-3359,-2 0-1,-2 1 1,-2 1-1,-2 0 1,12 69-1,-17-54-175,-2 1 0,-3-1 0,-9 100 0,-3-71-234,-41 157 1,-53 70-195,75-238-986,-33 81-3613,-5-7-4508,1-35-4109</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45.798"/>
    </inkml:context>
    <inkml:brush xml:id="br0">
      <inkml:brushProperty name="width" value="0.025" units="cm"/>
      <inkml:brushProperty name="height" value="0.025" units="cm"/>
    </inkml:brush>
  </inkml:definitions>
  <inkml:trace contextRef="#ctx0" brushRef="#br0">133 562 5448,'10'-11'2589,"0"0"-1,18-15 4695,-29 24-6845,-1 0 1,1 0 0,-1 0 0,0 1 0,0-1 0,0 1 0,0-1-1,0 1 1,-2-2 0,-1 8-311,1 0-1,0 0 1,0 1 0,0-1 0,1 1-1,0 0 1,0 0 0,0 0-1,1 0 1,0 1 0,0-1 0,-1 8-1,-5 12 109,-56 198 634,27-34-1025,28-147-176,9-41 219,1-3 110,0 0-1,1 0 1,-1 0-1,0 0 1,0 0 0,1-1-1,-1 1 1,0 0-1,0-1 1,-1 1-1,1 0 1,1-3 0,0 1-3,8-16-32,-1-1 0,-1 0 1,0-1-1,6-30 0,-4 17 18,47-174 80,80-238 1396,-112 377-1234,-14 35-5,2 0 1,28-52-1,-41 86-216,0 0 0,0 0 1,0 0-1,0 0 0,0 0 0,0 0 0,0 0 0,0 0 0,0 1 1,0-1-1,0 0 0,0 0 0,0 0 0,0 0 0,0 0 0,0 0 1,0 0-1,0 0 0,0 0 0,0 0 0,0 0 0,0 0 0,0 0 1,1 1-1,-1-1 0,0 0 0,0 0 0,0 0 0,0 0 0,0 0 1,0 0-1,0 0 0,0 0 0,0 0 0,0 0 0,0 0 0,1 0 1,-1 0-1,0 0 0,0 0 0,0 0 0,0 0 0,0 0 0,0 0 1,0 0-1,0 0 0,0 0 0,0 0 0,0 0 0,1 0 0,-1 0 1,0 0-1,0 0 0,0-1 0,0 1 0,0 0 0,0 0 0,0 0 1,0 0-1,0 0 0,0 0 0,0 0 0,0 0 0,0 0 0,5 7 28,-1 0-1,-1 0 1,1 1-1,-1-1 0,-1 1 1,1 0-1,-1 0 1,-1 0-1,2 10 0,1 82 9,-4-64-34,1 85-262,10 259-1834,6-198 79,-2-21-3452,-14-134 5,-4-9-3364</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45.968"/>
    </inkml:context>
    <inkml:brush xml:id="br0">
      <inkml:brushProperty name="width" value="0.025" units="cm"/>
      <inkml:brushProperty name="height" value="0.025" units="cm"/>
    </inkml:brush>
  </inkml:definitions>
  <inkml:trace contextRef="#ctx0" brushRef="#br0">1 27 15857,'35'-16'2101,"-11"16"-233,19-2-232,-10-4-288,2 4-416,-3 2-296,8 0-844,1 0-580,-22 0-1112,10 5-376,17 3-3445,-29-3-4780</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46.506"/>
    </inkml:context>
    <inkml:brush xml:id="br0">
      <inkml:brushProperty name="width" value="0.025" units="cm"/>
      <inkml:brushProperty name="height" value="0.025" units="cm"/>
    </inkml:brush>
  </inkml:definitions>
  <inkml:trace contextRef="#ctx0" brushRef="#br0">12 500 6661,'-4'15'895,"1"0"0,1 1 0,1-1 1,0 1-1,1-1 0,0 1 0,2-1 1,4 23-1,-1-10 587,-5-26-801,1 1-36,3 21 654,-3-21-677,10-24 351,-4-1-791,0 0 0,-2 0 1,-1-1-1,0 1 0,0-39 1,0 6-36,63-324 1281,-66 372-1383,15-45 466,-16 50-465,1 0 0,0 0 0,0 0 0,0 0 0,0 0 0,0 0-1,0 0 1,1 1 0,-1-1 0,1 0 0,-1 1 0,1-1 0,-1 1 0,1-1 0,0 1-1,0 0 1,0 0 0,0 0 0,0 0 0,2-1 0,-3 2-20,1 0 0,-1 0 1,0 0-1,1 0 0,-1 1 0,0-1 0,1 0 1,-1 1-1,0-1 0,0 1 0,1-1 0,-1 1 1,0-1-1,0 1 0,0 0 0,0 0 0,0 0 1,0-1-1,0 1 0,0 0 0,0 0 0,0 0 1,0 1-1,-1-1 0,1 0 0,0 1 0,16 37 271,-14-31-230,9 32-78,-1 1 0,-3 0 0,-1 0-1,2 68 1,-2-26-1134,-1 65-3845,-5-73-2361,1-33-1803</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47.168"/>
    </inkml:context>
    <inkml:brush xml:id="br0">
      <inkml:brushProperty name="width" value="0.025" units="cm"/>
      <inkml:brushProperty name="height" value="0.025" units="cm"/>
    </inkml:brush>
  </inkml:definitions>
  <inkml:trace contextRef="#ctx0" brushRef="#br0">23 222 14245,'-4'11'1068,"0"1"0,0-1 0,1 1 0,1 0 0,-2 21-1,3 65 282,1-59-763,24 331 581,-8-287-1171,-15-79-20,2-7 17,1 0 13,1-1 0,-1 0 0,0-1 0,0 1 0,-1-1 0,1 1 0,-1-1 0,0 0 0,-1-1 0,1 1 0,-1 0 0,0-1 0,0 1 0,1-7 0,2-13-2,3-52 0,-5 43-49,8-224 81,-6 62-12,-4 172 298,1 0-1,2 0 1,0 1-1,1-1 1,1 1-1,2 1 1,16-37-1,-24 58-309,1 0 0,-1 0 0,1 0-1,0 0 1,-1 1 0,1-1 0,0 0-1,-1 1 1,1-1 0,0 0 0,0 1 0,-1-1-1,1 1 1,0-1 0,0 1 0,0 0-1,0-1 1,0 1 0,0 0 0,0 0-1,0-1 1,0 1 0,-1 0 0,1 0-1,0 0 1,0 0 0,0 0 0,0 0-1,0 1 1,0-1 0,0 0 0,0 0-1,0 1 1,0-1 0,0 0 0,0 1-1,0-1 1,-1 1 0,1-1 0,0 1-1,0 0 1,-1-1 0,1 1 0,0 0 0,-1 0-1,1-1 1,-1 1 0,1 0 0,-1 0-1,1 0 1,0 1 0,1 5-116,0 1 0,-1-1 1,0 1-1,0 0 0,-1 14 0,0-4-147,-1 19-830,-1 0 0,-1-1 0,-3 1 1,-1-1-1,-14 44 0,-27 51-2586,11-38 2912,36-90 4768,14-11-1775,-9 4-1747,16-9 1346,0 0 0,42-20-1,-54 29-1530,0 1-1,0 0 1,0 1-1,0 0 1,0 0-1,0 1 1,1 0-1,-1 0 0,0 1 1,1 0-1,-1 0 1,12 3-1,-16-2-245,-1 0 0,1 0 1,-1 0-1,1 1 0,-1 0 0,1-1 0,-1 1 0,0 0 0,0 1 0,0-1 1,0 1-1,-1-1 0,1 1 0,-1 0 0,3 3 0,-1 0-13,-1 0-1,0 0 1,0 0-1,0 0 1,-1 0-1,0 1 1,2 12-1,-2 1-153,0 0 0,-2 0 0,0 0-1,-5 33 1,1-24-867,-2-1-1,-1 0 0,-1 0 0,-1 0 0,-18 36 1,15-41-2049,-1 0-1,0-1 1,-25 29 0,3-16-8308</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47.771"/>
    </inkml:context>
    <inkml:brush xml:id="br0">
      <inkml:brushProperty name="width" value="0.025" units="cm"/>
      <inkml:brushProperty name="height" value="0.025" units="cm"/>
    </inkml:brush>
  </inkml:definitions>
  <inkml:trace contextRef="#ctx0" brushRef="#br0">48 195 11709,'-2'3'370,"0"0"1,0 0-1,0 1 0,0-1 0,0 1 1,1-1-1,0 1 0,-1-1 0,1 1 1,1 0-1,-1-1 0,0 1 1,1 7-1,-1-5-91,1-1 1,-1 0 0,0 1 0,-1-1-1,-3 10 1,-7 11 903,6-13 648,12-27-461,30-91 1732,4-9-1258,-29 88-1517,-7 14-540,1 0-1,0 0 1,1 1-1,7-12 0,-11 21-1346,-3 3 1187,0 0-1,-1-1 1,1 1 0,0 0-1,0 0 1,0 1-1,0-1 1,0 0-1,0 0 1,0 0 0,-1 3-1,0-1-621,-15 23-5460,4-3-4230</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48.621"/>
    </inkml:context>
    <inkml:brush xml:id="br0">
      <inkml:brushProperty name="width" value="0.025" units="cm"/>
      <inkml:brushProperty name="height" value="0.025" units="cm"/>
    </inkml:brush>
  </inkml:definitions>
  <inkml:trace contextRef="#ctx0" brushRef="#br0">477 20 10605,'-5'23'2063,"4"-19"-286,4-19 1092,-3 14-2828,0 1 0,0 0 0,0 0 1,0 0-1,0-1 0,0 1 1,0 0-1,0 0 0,0 0 1,0-1-1,0 1 0,0 0 0,0 0 1,0 0-1,0 0 0,0-1 1,0 1-1,0 0 0,-1 0 1,1 0-1,0 0 0,0-1 0,0 1 1,0 0-1,0 0 0,0 0 1,-1 0-1,1 0 0,0-1 1,0 1-1,0 0 0,0 0 0,0 0 1,-1 0-1,1 0 0,0 0 1,0 0-1,0 0 0,-1 0 0,1 0 1,0 0-1,0 0 0,0 0 1,-1 0-1,1 0 0,0 0 1,0 0-1,0 0 0,-1 0 0,1 0 1,0 0-1,-18 6 847,-24 17-553,37-19-194,-78 49 505,-87 76 0,33-23 674,136-106-1280,0 1 0,0 0 1,0-1-1,0 1 0,0 0 0,1 0 0,-1 0 1,0 0-1,0 0 0,1 0 0,-1 0 1,0 0-1,1 0 0,-1 0 0,0 2 1,1-2-21,0-1 1,0 1-1,0 0 1,0-1 0,0 1-1,1 0 1,-1-1-1,0 1 1,0-1-1,0 1 1,1-1 0,-1 1-1,0 0 1,0-1-1,1 1 1,-1-1 0,0 1-1,1-1 1,-1 1-1,1-1 1,-1 0-1,1 1 1,1 0 18,0 1 1,0-1-1,0 0 0,0 0 0,0 0 1,0-1-1,1 1 0,-1-1 0,0 1 1,0-1-1,1 1 0,-1-1 1,0 0-1,1 0 0,1-1 0,13-2 64,0 0-1,-1-2 1,1 0 0,-1 0-1,0-2 1,17-9-1,88-59-873,-101 61 446,-6 3 12,0 0 1,0-1 0,-2-1 0,0 0 0,0-1 0,10-15 0,-21 27 159,1 0 36,11-21-67,-12 21 118,1 4-38,80 142 762,-76-135-578,1-1 0,0 0 0,0 0 0,16 13 0,0 1-19,-16-17-130,0 0 1,0 0-1,1 0 0,-1-1 1,1 0-1,0 0 0,0-1 1,13 4-1,-21-7 66,1 0-29,0 0 0,0 0 1,0 0-1,0 0 0,-1 0 0,1 0 0,0 0 0,0 0 0,0-1 0,0 1 0,0 0 0,0-1 0,0 1 0,0 0 0,-1-1 0,1 1 0,0-1 0,1 0 0,2-1-89,-1 1 66,0-1 0,-1 1 0,1-1-1,0 0 1,-1 0 0,1 0-1,-1 0 1,0 0 0,1 0 0,-1-1-1,0 1 1,-1-1 0,1 1-1,0-1 1,-1 0 0,1 0 0,-1 0-1,2-4 1,2-10 4,0 1 0,2-24 0,4-7 715,7-16 640,-18 60-788,1 5-488,1 3-30,0-1-1,0 1 1,0 0 0,-1 0-1,0 0 1,0 0-1,0 0 1,0 0 0,-1 6-1,0-8-65,18 0-85,-7-1 104,4-14 12,17-24 477,2 1 0,1 2 1,50-36-1,-81 66-260,0 1 0,0-1 0,1 0 0,-1 1 0,1 0 0,0 0 0,-1 1 0,1-1 0,0 1 0,7-1 0,-10 2-139,0 0 0,1 0-1,-1 0 1,0 1-1,0-1 1,0 1-1,0-1 1,0 1 0,0 0-1,0 0 1,0 0-1,0 0 1,0 0-1,0 0 1,0 0 0,-1 1-1,1-1 1,0 1-1,-1-1 1,1 1-1,-1 0 1,0-1-1,1 1 1,-1 0 0,1 3-1,6 11 97,-1 0-1,0 1 0,-2-1 1,6 26-1,8 72-1003,-15-82 212,1 28-976,-2-12-2027,2-14-4007,-1-14-3096</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49.061"/>
    </inkml:context>
    <inkml:brush xml:id="br0">
      <inkml:brushProperty name="width" value="0.025" units="cm"/>
      <inkml:brushProperty name="height" value="0.025" units="cm"/>
    </inkml:brush>
  </inkml:definitions>
  <inkml:trace contextRef="#ctx0" brushRef="#br0">292 378 6869,'-10'3'384,"8"-3"-292,0 0-1,0 0 1,0 1-1,0-1 1,0 1-1,0 0 1,0-1-1,0 1 1,1 0-1,-1 0 1,0 0-1,1 0 1,-1 0-1,0 1 1,1-1-1,0 0 1,-1 1-1,-1 2 0,-6 7 1024,0 0-1,-1-1 1,0 0-1,0-1 1,-1 0-1,-24 15 0,-3 3 1375,2-5-982,25-16-1059,1 0 1,0 0 0,-12 11 0,20-15-339,0 0 0,0 0 0,0 1 0,0-1 0,0 0 0,0 1 0,1 0 0,-1-1 0,1 1-1,0 0 1,-1 0 0,1-1 0,1 1 0,-1 0 0,0 0 0,1 0 0,-1 6 0,1-6-16,0 0 1,0 0-1,0 0 0,0 0 0,1 0 0,0 0 0,-1 0 0,1 0 0,0 0 1,0-1-1,0 1 0,1 0 0,-1 0 0,1-1 0,0 1 0,-1-1 0,1 1 1,0-1-1,0 0 0,1 0 0,4 4 0,-2-3-1,1-1 0,-1 1 0,1-1-1,0 0 1,0 0 0,0-1 0,0 0 0,1 0-1,10 0 1,-11 0-93,0-1 1,-1 0-1,1-1 0,0 1 1,0-1-1,-1 0 0,1-1 1,0 1-1,-1-1 0,1 0 1,-1-1-1,0 1 0,0-1 1,9-6-1,-8 4-114,0 0 1,0-1-1,-1 0 1,0 0-1,0-1 1,0 1 0,-1-1-1,0 0 1,5-12-1,-2-1-137,0 1-1,-2-1 1,0-1-1,-1 1 1,-2 0-1,0-1 1,-1-29 0,-2-1 270,-3 0 1,-2 1 0,-2 0 0,-2 0 0,-26-74 0,22 93 347,13 28 273,1 6-222,56 303 934,33-8-4887,-73-254 1879,-8-19-1741,1 0 1,25 46-1,-4-29-5554</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49.454"/>
    </inkml:context>
    <inkml:brush xml:id="br0">
      <inkml:brushProperty name="width" value="0.025" units="cm"/>
      <inkml:brushProperty name="height" value="0.025" units="cm"/>
    </inkml:brush>
  </inkml:definitions>
  <inkml:trace contextRef="#ctx0" brushRef="#br0">2 783 9933,'1'1'194,"0"0"1,0 0-1,0 1 0,0-1 0,0 1 1,-1-1-1,1 0 0,0 1 1,-1 0-1,1-1 0,-1 1 1,0-1-1,1 1 0,-1 0 1,0-1-1,0 1 0,0 0 0,0-1 1,0 1-1,0-1 0,-1 1 1,1 0-1,0-1 0,-1 1 1,0-1-1,0 3 0,-1 0 1272,1 0-1,0 1 1,0-1 0,1 1-1,-1 5 1,0-30 296,1 12-1550,0 0 1,0 1 0,0-1-1,1 0 1,2-7-1,39-211 989,12-50-1035,-4 64 149,-45 200-155,0-1 0,1 1 1,11-18-1,-17 29-156,0 1 0,0 0 0,0 0 1,0 0-1,0 0 0,0 0 0,0 0 1,0 0-1,0 0 0,0-1 0,1 1 1,-1 0-1,0 0 0,0 0 0,0 0 1,0 0-1,0 0 0,0 0 0,0 0 1,0 0-1,0 0 0,1 0 0,-1 0 1,0 0-1,0 0 0,0 0 0,0 0 1,0 0-1,0 0 0,0 0 0,1 0 1,-1 0-1,0 0 0,0 0 0,0 0 1,0 0-1,0 0 0,0 0 0,0 0 1,0 0-1,1 0 0,-1 0 0,0 0 1,0 0-1,0 0 0,0 0 0,0 0 1,0 0-1,0 0 0,0 1 0,6 1 32,-1 1 0,-1 0 0,1 0 0,0 1 0,-1-1-1,0 1 1,1 0 0,-2 0 0,1 0 0,0 1 0,-1-1-1,0 1 1,0 0 0,0 0 0,3 9 0,2 9 34,0 0 0,6 37 0,-5-20-52,19 107-808,-6-24-1244,1 16-2695,-16-47-4728,-7-52-900</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49.613"/>
    </inkml:context>
    <inkml:brush xml:id="br0">
      <inkml:brushProperty name="width" value="0.025" units="cm"/>
      <inkml:brushProperty name="height" value="0.025" units="cm"/>
    </inkml:brush>
  </inkml:definitions>
  <inkml:trace contextRef="#ctx0" brushRef="#br0">0 79 15497,'0'0'2389,"5"-11"-533,1 1-284,10 1-288,3 1-324,5 3-204,19 0-688,-5 2-428,-19 3-760,-6-16-1232,17 5-76,-16 16-2973,2-2-4336</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50.097"/>
    </inkml:context>
    <inkml:brush xml:id="br0">
      <inkml:brushProperty name="width" value="0.025" units="cm"/>
      <inkml:brushProperty name="height" value="0.025" units="cm"/>
    </inkml:brush>
  </inkml:definitions>
  <inkml:trace contextRef="#ctx0" brushRef="#br0">100 216 13101,'-20'-11'1821,"16"8"1052,4 7-1822,2 13-490,-2 1 1,0-1 0,-1 0-1,-5 26 1,-19 71 165,22-104-627,-39 133 926,41-140-315,2-6-505,8-48 100,2 0 1,2 1-1,21-50 1,-5 30 750,55-97 1,-74 149-658,0 1 0,2 0 1,21-25-1,-33 42-397,0 0 0,0 0 1,0 0-1,1 0 0,-1 0 0,0 0 0,0 0 0,0-1 1,0 1-1,0 0 0,0 0 0,0 0 0,0 0 0,0 0 1,0 0-1,1 0 0,-1 0 0,0 0 0,0 0 1,0 0-1,0 0 0,0 0 0,0 0 0,0 0 0,1 0 1,-1 0-1,0 0 0,0 0 0,0 0 0,0 0 0,0 0 1,0 0-1,0 0 0,1 0 0,-1 0 0,0 0 1,0 0-1,0 0 0,0 0 0,0 0 0,0 0 0,0 0 1,0 1-1,1-1 0,-1 0 0,0 0 0,0 0 0,0 0 1,0 0-1,0 0 0,0 0 0,0 0 0,0 0 1,0 1-1,0-1 0,0 0 0,0 0 0,0 0 0,0 0 1,0 0-1,0 0 0,0 1 0,4 5 26,0 1 0,-1 0 0,0-1 0,0 1 0,0 1 0,-1-1 0,0 0 0,-1 1 0,0-1 0,0 1 0,0 9 0,-1 17-101,-5 40 0,4-57-17,-3 53-1887,3-1 1,11 100-1,-7-123-579,-3-33 198,0 1 0,2-1 0,3 20 0,7-10-6430</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50.392"/>
    </inkml:context>
    <inkml:brush xml:id="br0">
      <inkml:brushProperty name="width" value="0.025" units="cm"/>
      <inkml:brushProperty name="height" value="0.025" units="cm"/>
    </inkml:brush>
  </inkml:definitions>
  <inkml:trace contextRef="#ctx0" brushRef="#br0">29 9 14729,'0'0'7,"-2"-1"171,1 0 1,-1 0-1,1 0 0,-1 0 1,1 0-1,-1 1 1,1-1-1,-1 1 0,0-1 1,0 1-1,1-1 1,-1 1-1,-3 0 1,5 2 65,-1-1 1,1 1 0,-1-1-1,1 1 1,0-1 0,0 1-1,0 0 1,0-1 0,0 1-1,0-1 1,0 1 0,0 0 0,1-1-1,-1 1 1,1-1 0,0 3-1,4 25 2412,0 45-1,-1-11-1258,2-4-883,-3 1 1,-6 95-1,2-137-1598,1 0 0,1 0-1,1-1 1,0 1 0,6 20 0,-7-34-1493</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50.758"/>
    </inkml:context>
    <inkml:brush xml:id="br0">
      <inkml:brushProperty name="width" value="0.025" units="cm"/>
      <inkml:brushProperty name="height" value="0.025" units="cm"/>
    </inkml:brush>
  </inkml:definitions>
  <inkml:trace contextRef="#ctx0" brushRef="#br0">25 45 13513,'0'0'2247,"0"-2"-115,1 0-1713,0 0-1,0 0 1,0 0-1,0 0 0,1 1 1,-1-1-1,0 0 1,1 1-1,-1-1 0,1 1 1,0-1-1,-1 1 1,1 0-1,0 0 1,3-2-1,23-4 1202,-15 4-1104,1 1-1,0 0 1,0 1 0,0 1-1,0 0 1,0 0-1,20 5 1,-32-5-500,0 1 0,-1 0 0,1-1 0,0 1 1,-1 0-1,1 0 0,-1 0 0,1 0 0,-1 0 0,0 1 0,1-1 0,-1 0 0,0 1 0,0-1 0,0 1 0,0-1 1,0 1-1,0-1 0,-1 1 0,1 0 0,0-1 0,-1 1 0,1 0 0,-1 0 0,0-1 0,1 1 0,-1 0 1,0 0-1,0 0 0,0-1 0,0 1 0,-1 0 0,1 0 0,-1 2 0,-2 10-330,0 0 0,-1-1 1,-10 21-1,7-16-275,-77 177-5602,-17-30 1865,81-135 4945,18-27 970,18 2 902,-12-4-2224,0-1-1,0 1 0,0-1 0,0 0 0,0 0 0,0 0 0,-1 0 0,1-1 0,0 1 0,0-1 0,7-2 1,-5 1 194,1 0 0,0 1 1,-1 0-1,12-1 0,35 1 421,47 1 1173,-88 0-1898,1 2-1,-1 0 1,0 0 0,0 1 0,0 1-1,12 4 1,-19-5-157,0 0 0,0 0 0,0 0 0,0 1 0,-1-1 0,8 9 0,-11-11 0,0 0 0,0 1 0,0-1 0,0 1 0,-1-1 0,1 1 0,0-1 0,-1 1 0,1-1 0,-1 1 0,0 0 0,0-1 0,0 1 0,1 0 0,-1-1 0,-1 1 0,1 0 0,0-1 0,0 1 0,-1-1 0,1 1 0,0 0 0,-1-1 0,0 1 0,1-1 0,-1 1 0,-1 1 0,0 2 0,-5 11-10,-1-1 0,-1 0 0,0 0-1,0-1 1,-20 23 0,0-6-330,-41 35 0,61-59-351,-1 1 0,0-1 0,0-1 0,0 0 0,-1 0 0,0-1 0,-22 7 0,23-9-1064,-1-1 0,1 0 0,-1-1 0,1 0 0,-18-1-1,-23-6-11227</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51.943"/>
    </inkml:context>
    <inkml:brush xml:id="br0">
      <inkml:brushProperty name="width" value="0.025" units="cm"/>
      <inkml:brushProperty name="height" value="0.025" units="cm"/>
    </inkml:brush>
  </inkml:definitions>
  <inkml:trace contextRef="#ctx0" brushRef="#br0">397 0 10257,'0'0'8290,"-3"1"-7421,-35 16-230,2 2 1,0 1-1,-33 25 0,41-24-440,1 1-1,-30 31 0,44-38-84,0 0 0,1 1 0,1 0 0,0 1 0,-13 27 0,21-36 55,0 1-1,0 0 1,0-1 0,1 1-1,-2 18 1,4-23-82,0-1-1,0 1 1,0 0 0,0-1 0,0 1-1,1 0 1,0-1 0,-1 1 0,1 0-1,1-1 1,-1 1 0,0-1 0,1 0 0,0 1-1,0-1 1,0 0 0,3 4 0,-1-5-21,-1 0 1,1 0-1,-1-1 1,1 0 0,0 0-1,-1 0 1,1 0-1,0 0 1,0-1-1,0 1 1,-1-1 0,9-1-1,-11 1-50,9 0 61,-1-1 0,1-1-1,-1 1 1,0-2 0,1 1 0,-1-1-1,0-1 1,0 1 0,-1-2 0,17-9-1,-12 5-14,-1 0 0,0-1-1,0-1 1,-1 0-1,20-24 1,-19 16-202,-1-1 1,0 0 0,-2-1-1,0 0 1,-1 0 0,-1-1 0,-1 0-1,-1 0 1,3-44 0,-7 62 84,-1 1 1,0-1-1,0 1 1,0-1-1,0 0 1,-1 1-1,1-1 1,-1 1-1,0-1 1,0 1-1,0 0 1,-1-1-1,1 1 1,-1 0-1,0 0 1,1 0-1,-1 0 1,-1 0-1,1 1 1,0-1-1,-5-3 1,5 5 34,0-1 1,0 1 0,0 0 0,0 0-1,0 1 1,-1-1 0,1 0-1,0 1 1,0-1 0,-1 1 0,1 0-1,-1 0 1,1 0 0,0 0 0,-1 0-1,1 0 1,0 0 0,-1 1 0,1 0-1,0-1 1,0 1 0,-1 0 0,1 0-1,0 0 1,0 0 0,0 0 0,0 1-1,0-1 1,1 1 0,-1-1-1,-2 4 1,-1-1 79,1 0-1,0 1 0,0-1 0,1 1 1,0 0-1,-1 1 0,2-1 1,-1 0-1,0 1 0,1-1 1,0 1-1,1 0 0,-1 0 1,1 0-1,0 0 0,1 0 1,-1 0-1,1 0 0,0 0 0,1 0 1,0 0-1,-1 0 0,2 0 1,-1 0-1,1-1 0,0 1 1,0 0-1,1-1 0,-1 1 1,1-1-1,0 0 0,1 0 0,-1 0 1,1 0-1,0-1 0,0 1 1,1-1-1,-1 0 0,1-1 1,0 1-1,0-1 0,6 3 0,-6-3 39,1-1 0,0 0 0,0 0 0,0 0 0,0-1 0,1 0 0,-1 0 0,0 0 0,9-1 0,1-1 73,30-5 1,-35 3-206,0 0 0,0 0 0,0-1-1,18-10 1,-21 10-458,0 0-1,0 0 1,1 1-1,17-4 1,-24 7-313,0 1-1005,-1 1 1639,0-1 0,0 1 0,0 0 0,0 0 0,-1-1 0,1 1 0,0 0 0,-1 0 0,1 3 0,-4 7 230,0 0 0,1 1 0,0-1 0,0 22 1,3-26 562,-1 0 0,1 0 1,0 0-1,1 0 1,2 8-1,-3-16-602,-1 1 0,0-1 0,0 0 0,0 0 0,0 0 0,0 0 0,0 0 0,0 1 0,0-1 0,0 0 0,0 0 0,0 0 0,0 0 0,0 0 0,0 0 0,0 0 0,1 1 0,-1-1 0,0 0 0,0 0 0,0 0 0,0 0 0,0 0 0,0 0 0,0 0 0,1 0 0,-1 0 0,0 0 0,0 0 0,0 0 0,0 0 0,0 0 0,1 0 0,-1 0 0,0 0 0,0 0 0,0 0 0,0 0 0,0 0 0,0 0 0,1 0 0,-1 0 0,0 0 0,11 0 485,-8 1-402,0-1-1,0 0 1,0 0 0,1 0 0,-1 0-1,0-1 1,0 1 0,0-1-1,0 0 1,-1 0 0,1 0-1,0 0 1,0 0 0,0-1 0,-1 1-1,3-3 1,22-17 168,-2-2 0,-1-1 0,0-1 1,-2 0-1,-1-2 0,-1-1 0,-2 0 0,19-38 0,-26 35-2150,-10 29 889,1 3 116,9 4 143,-2 0 0,1 1 0,16 12 0,-19-12-5,1 0-1,-1-1 1,1 0 0,0-1-1,0 0 1,0 0 0,18 5-1,23 3-7332,-7 1 452</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52.305"/>
    </inkml:context>
    <inkml:brush xml:id="br0">
      <inkml:brushProperty name="width" value="0.025" units="cm"/>
      <inkml:brushProperty name="height" value="0.025" units="cm"/>
    </inkml:brush>
  </inkml:definitions>
  <inkml:trace contextRef="#ctx0" brushRef="#br0">101 200 10821,'38'15'4070,"-35"-14"-480,-1-3-3090,1-1 0,-1 1 0,1 0 0,0 0 0,-1 0 0,1 1 0,0-1 0,4-1 0,-7 3-476,167-80 5576,-164 79-5567,0-1-1,0 1 0,0-1 1,-1 0-1,1 0 1,-1 0-1,1 0 0,-1 0 1,0-1-1,1 1 1,-1-1-1,0 1 0,-1-1 1,3-3-1,-4 5-82,1-1 1,-1 0-1,0 0 1,0 1-1,0-1 1,0 0-1,0 1 0,0-1 1,0 0-1,0 1 1,-1-1-1,1 0 0,-1 1 1,1-1-1,-1 1 1,1-1-1,-1 0 0,0 1 1,0 0-1,0-1 1,0 1-1,0 0 0,0-1 1,0 1-1,-1 0 1,1 0-1,0 0 0,-1 0 1,-2-2-1,-2-1-140,0 0-1,-1 0 1,1 0-1,-1 1 1,0 0-1,0 0 1,0 0-1,0 1 1,-1 1-1,1-1 1,-1 1-1,-11-1 1,-4 3-100,0 0-1,-41 9 1,-10 1-134,69-11 509,-1 1 0,1 0 0,-1 1 0,1-1 0,-1 1 0,-8 4 0,13-5-29,-1-1-1,1 1 0,0 0 1,-1-1-1,1 1 0,0 0 1,0 0-1,0 0 0,0 0 1,0 0-1,0 0 0,0 1 1,0-1-1,0 0 0,1 0 1,-1 1-1,0-1 1,1 0-1,-1 1 0,1-1 1,0 0-1,-1 1 0,1-1 1,0 1-1,0-1 0,0 1 1,0-1-1,0 1 0,0-1 1,0 0-1,0 1 0,1-1 1,-1 1-1,1 1 0,2 2 45,0 0 0,0-1 0,0 1 0,0-1 0,0 0 0,1 0 0,0 0-1,0 0 1,0-1 0,1 1 0,-1-1 0,1 0 0,-1-1 0,9 4 0,8 4 99,1-1 1,24 5-1,-3-2-492,1-2 0,0-3 0,74 4 0,-33-10-3787,0-5-4480,-31-1-3105</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52.951"/>
    </inkml:context>
    <inkml:brush xml:id="br0">
      <inkml:brushProperty name="width" value="0.025" units="cm"/>
      <inkml:brushProperty name="height" value="0.025" units="cm"/>
    </inkml:brush>
  </inkml:definitions>
  <inkml:trace contextRef="#ctx0" brushRef="#br0">82 166 8957,'10'-3'1416,"3"1"157,-4 1 3747,-11 17-4880,1-7-373,-1-1 0,0 0 0,0 1 0,-1-1 0,-4 9 0,-6 19 20,-12 33 205,16-48 114,1 1 1,-7 32 0,1 32 1405,5-65-1020,8-19 77,3-5-375,31-65 1288,46-128 1,-3 5-519,-65 159-1110,-4 15-66,-5 39-58,-5 53-110,1-46-20,0-1 0,3 1 0,6 51 0,-6-68 34,0-5 46,0 0 1,0 0 0,1 0 0,3 8 0,-5-13 18,0-1 0,1 0 0,-1 0 0,1 0 1,-1 0-1,1 0 0,0 0 0,-1 0 0,1 0 1,0 0-1,0 0 0,0-1 0,-1 1 0,1 0 0,0 0 1,0-1-1,0 1 0,0 0 0,0-1 0,1 1 1,-1-1-1,0 0 0,0 1 0,0-1 0,0 0 1,0 0-1,1 1 0,-1-1 0,0 0 0,0 0 1,0 0-1,2-1 0,3 0-3,0-1 0,1 0 0,-1 0 0,0-1-1,-1 0 1,1 0 0,0 0 0,-1-1 0,6-4 0,45-45 171,-27 25-5,211-199 2374,-199 189-1720,-40 57-887,-4-7-95,0 0 0,-1 0 0,-6 14 1,-9 27-705,13-22-146,0-1 0,0 57 0,7 65-3541,0-131 3631,-1-8-271,1 1 0,5 22 0,7 0-5354,-4-23-1934</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53.930"/>
    </inkml:context>
    <inkml:brush xml:id="br0">
      <inkml:brushProperty name="width" value="0.025" units="cm"/>
      <inkml:brushProperty name="height" value="0.025" units="cm"/>
    </inkml:brush>
  </inkml:definitions>
  <inkml:trace contextRef="#ctx0" brushRef="#br0">142 1092 10597,'0'9'1834,"0"-9"-1351,-1 1-1,1-1 1,0 1-1,0-1 1,0 1-1,-1-1 1,1 1-1,0-1 0,0 1 1,-1-1-1,1 0 1,-1 1-1,1-1 1,0 1-1,-1-1 1,1 0-1,-1 1 1,1-1-1,-1 0 1,1 1-1,-1-1 1,-8 3 1052,5-2-3174,-2 1 1718,-1 1-1,1 0 1,0 0-1,0 0 1,-6 5-1,-2 1 21,8-5-33,1 1-1,-1 0 0,1 0 1,0 0-1,0 1 1,1-1-1,0 1 0,0 0 1,0 0-1,0 1 1,-3 10-1,3-9 63,4-6-88,0 0 0,0-1 0,1 1 0,-1 0 0,1 0 0,-1 0 0,1 0 0,0-1 0,-1 1 0,1 0 0,0 0 1,0-1-1,2 3 0,-1-2-20,0-1 1,-1 0-1,1 1 1,0-1-1,0 0 1,0 0-1,0 0 0,0 0 1,1-1-1,-1 1 1,0 0-1,0-1 1,0 0-1,1 1 1,1-1-1,38-1 89,-32 1-73,28-5 38,-2 0-1,1-3 0,-1-1 1,47-18-1,-75 24-98,-8 3 0,1 0 0,-1-1 0,0 1 0,1 0-1,-1 0 1,0 0 0,0-1 0,1 1 0,-1 0 0,0 0-1,1 0 1,-1 0 0,0 0 0,1 0 0,-1 0 0,0-1-1,1 1 1,-1 0 0,0 0 0,1 0 0,-1 1 0,0-1-1,1 0 1,-1 0 0,1 0 0,-1 0 0,0 0 0,0 0-1,1 0 1,-1 1 0,0-1 0,1 0 0,-1 0 0,0 0-1,1 1 1,-1-1 0,0 0 0,0 0 0,0 1 0,1-1-1,-1 0 1,0 0 0,0 1 0,0-1 0,0 0-1,1 1 1,-1-1 0,0 0 0,0 1 0,0-1 0,0 0-1,0 1 1,0-1 0,0 0 0,0 1 0,0-1 0,0 0-1,0 1 1,0-1 0,0 1 0,0 3 175,1 1-194,0-1-1,0 1 1,0 0-1,1-1 1,-1 1 0,1-1-1,0 1 1,1-1-1,-1 0 1,1 0 0,0 0-1,5 6 1,-6-8 54,1 0 1,-1 0-1,1 0 1,0 0-1,0 0 1,-1-1 0,1 1-1,0-1 1,0 0-1,0 0 1,0 0-1,1 0 1,-1-1-1,0 1 1,0-1-1,0 0 1,1 0-1,-1 0 1,6-1-1,11-3 132,-1 0-1,1-2 0,-1 0 1,0-1-1,0-1 0,21-12 1,-14 5 99,-1-1 0,0-2 0,33-30 0,-47 37-205,-1-1 1,0 0-1,0 0 0,-1-2 0,0 1 0,-2-1 0,12-27 0,30-110-604,-32 91 197,8-33 32,-4-2 0,-4 0-1,-5-1 1,-4-1-1,-4-118 1,-14 99 784,7 107-213,-2 16 23,-3 20 209,2 8 269,2 0 0,1 70 0,2-63-361,2 73 255,6 0 0,4-1 0,38 164 0,-45-259-643,1 0 0,0 0 0,2 0 0,14 30 0,-18-45-12,0 1 1,0-1-1,0 0 1,0 0-1,0 0 1,1 0-1,0-1 1,0 1-1,0-1 1,5 3-1,-6-4-12,0-1 0,0 1-1,1-1 1,-1 0 0,1 0-1,-1 0 1,1-1 0,-1 1-1,1-1 1,0 0 0,-1 0-1,1 0 1,-1 0 0,1-1-1,-1 1 1,5-2 0,0-1-111,0 0 1,-1 0 0,1-1 0,0 1 0,-1-2 0,0 1-1,0-1 1,0 0 0,-1-1 0,0 0 0,0 0-1,0 0 1,-1 0 0,1-1 0,-2 0 0,1 0 0,5-12-1,1-5-143,0-1-1,-2-1 1,-1 1-1,6-29 1,-12 40 159,0 1 0,-1-1 0,-1 0 0,-1-18 0,1 5 55,0 24 8,-2 3 8,0 0 79,0 0 0,0 0-1,0 0 1,0 0 0,0 0 0,0 1-1,1-1 1,-1 1 0,0-1 0,0 1-1,0 0 1,1 0 0,-1 0 0,0 0-1,1 0 1,-1 0 0,1 0-1,-1 0 1,1 1 0,0-1 0,-1 0-1,1 1 1,0-1 0,0 1 0,0 0-1,0-1 1,0 1 0,0 0 0,1 0-1,-1-1 1,1 1 0,-1 0 0,1 0-1,0 0 1,-1 2 0,1 8 231,0-1 1,1 0 0,0 0-1,1 0 1,4 13 0,-2-4 176,0 4-62,-4-19-265,0 0-1,1 0 0,0 0 0,0 0 0,0 0 1,0 0-1,1-1 0,0 1 0,0-1 1,0 1-1,0-1 0,1 0 0,0 1 0,0-1 1,0-1-1,0 1 0,5 4 0,-5-5-55,1 0 0,0 0 0,-1-1 0,1 0-1,0 1 1,0-1 0,1 0 0,-1-1 0,0 1 0,1-1-1,-1 0 1,1 0 0,-1 0 0,1-1 0,-1 1 0,1-1-1,-1 0 1,1-1 0,-1 1 0,1-1 0,-1 0 0,1 0-1,-1 0 1,1-1 0,-1 1 0,0-1 0,6-4 0,-5 4-46,0 0 1,0-1 0,0 0-1,-1 0 1,1 0 0,-1-1 0,0 1-1,0-1 1,0 0 0,0 0-1,-1-1 1,0 1 0,0-1-1,0 1 1,0-1 0,-1 0-1,0 0 1,0 0 0,0-1-1,0 1 1,-1 0 0,0-1 0,0 1-1,-1-1 1,1 1 0,-1-1-1,-1-8 1,-5-72-236,6 83 223,1 5 88,20 30 168,-1 1 0,27 63 0,-44-89-227,13 24-85,27 39 0,-35-58-136,-4-6-36,0-1-1,0 0 1,1 1 0,-1-2-1,1 1 1,0-1 0,0 0-1,0 0 1,1 0 0,-1 0-1,1-1 1,0 0-1,0-1 1,8 3 0,22 2-3835,3-8-3673,4-7-3042</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54.987"/>
    </inkml:context>
    <inkml:brush xml:id="br0">
      <inkml:brushProperty name="width" value="0.025" units="cm"/>
      <inkml:brushProperty name="height" value="0.025" units="cm"/>
    </inkml:brush>
  </inkml:definitions>
  <inkml:trace contextRef="#ctx0" brushRef="#br0">377 1050 14265,'-31'-12'1642,"30"12"-1552,0 0-1,0-1 0,0 1 1,0 0-1,0 0 0,1 0 1,-1 0-1,0 0 0,0 0 0,0 0 1,0 0-1,0 0 0,0 0 1,1 0-1,-1 0 0,0 1 1,0-1-1,0 0 0,0 1 0,1-1 1,-1 0-1,0 1 0,0-1 1,-1 2-1,-1 0 251,-26 10 645,1 2 1,-43 28 0,46-26-802,0 1 1,1 2 0,1 0 0,-28 32 0,39-38-85,1 1-1,-9 15 1,20-28-90,0 0 1,0-1-1,0 1 1,0 0-1,0 0 0,0-1 1,0 1-1,0 0 0,1-1 1,-1 1-1,0 0 0,0-1 1,1 1-1,-1 0 0,0-1 1,1 1-1,-1 0 1,1-1-1,0 2 0,0-1 21,0 0-10,-1 0-1,1 0 1,0 0-1,0-1 1,0 1 0,-1 0-1,1 0 1,0 0-1,0-1 1,0 1 0,0-1-1,0 1 1,0-1-1,0 1 1,1-1 0,-1 1-1,0-1 1,0 0-1,0 0 1,0 1 0,1-1-1,-1 0 1,0 0-1,0 0 1,0-1-1,0 1 1,3 0 0,31-11 275,-30 9-227,135-61 2780,-53 22-1434,-17-2-938,-68 42-984,7 7-3223,26 19 3513,-27-19 215,0 0-1,1 0 0,0-1 1,0 0-1,0 0 0,15 4 1,7 1 56,1-2-1,64 8 1,-83-15 37,1 0 1,-1-1-1,0-1 1,1 0-1,-1-1 1,0 0-1,0-1 0,0 0 1,0-1-1,13-6 1,-22 8-79,0 0 0,0-1 1,0 0-1,-1 1 0,1-1 1,0-1-1,-1 1 0,0 0 1,0-1-1,0 0 0,0 0 1,-1 1-1,1-2 0,-1 1 1,0 0-1,0 0 0,-1-1 1,3-8-1,-1-4-135,-1 0-1,0 0 1,-1-31 0,-1 35 11,43-930-3036,-39 885 3508,-4 43-279,0 12-38,0 0 1,0 0-1,0 0 1,0 0-1,0 0 1,1 0 0,-1 0-1,1 0 1,0 0-1,2-4 1,-18 34 446,11-21-449,0 0 1,1 0-1,0 0 1,-2 8-1,-4 20 256,1 0 0,-4 38 1,1-1 46,-7 42 160,4-1 0,5 2 0,12 209 0,5-249-480,32 137 0,-38-203-47,0 0 0,0 0 0,1 0 0,0 0 0,1 0 0,0 0 0,0-1 0,0 0 0,1 0 0,0 0 0,1 0 0,7 6 0,-11-11 1,1-1-1,-1 0 1,0 1-1,1-1 1,-1 0 0,1-1-1,0 1 1,-1 0-1,1-1 1,0 1-1,-1-1 1,1 0-1,0 0 1,-1 0-1,1 0 1,0-1-1,-1 1 1,1-1-1,0 1 1,-1-1-1,5-2 1,-1 1-49,-1-1 1,1 1-1,-1-1 1,0-1-1,1 1 1,-1-1-1,-1 0 1,7-5-1,5-11-143,-2 0 0,0-1 0,0 0 1,-2-1-1,-1 0 0,-1-1 0,14-43 0,31-175-931,5-135 543,-58 357 675,0-1-1,2 1 1,6-19-1,-10 37-60,0 0 0,0 0 0,0 0 0,0 0 0,0 0 0,0 0 0,0 0 0,0 0 0,0 1 0,-1-1 0,1 0-1,0 0 1,-1 0 0,1 0 0,0 0 0,-1 1 0,1-1 0,-1 0 0,0 0 0,0 0 0,-1-2 85,-12 34 211,8-15-189,-2 1 96,2 2-1,0-1 0,2 1 1,-4 27-1,-2 78 818,9-92-780,1 18 31,3 0-1,2 0 0,2 0 1,16 59-1,-21-101-328,1 0 0,0 1 0,1-1-1,0 0 1,0-1 0,0 1 0,1-1 0,1 1-1,-1-2 1,1 1 0,0 0 0,0-1 0,1 0-1,0-1 1,0 0 0,0 0 0,1 0 0,-1-1-1,1 0 1,0 0 0,0-1 0,1 0 0,-1-1-1,1 1 1,-1-2 0,1 1 0,0-1 0,0-1-1,0 1 1,-1-1 0,1-1 0,0 0 0,11-2-1,-6-2-386,0 1-1,0-2 0,0 0 0,-1-1 0,1 0 1,19-15-1,-19 11 13,-14 10 402,1 1 0,-1-1 0,1 1 0,0-1 0,-1 1 0,1-1-1,0 1 1,-1-1 0,1 1 0,0 0 0,-1-1 0,1 1 0,0 0-1,0 0 1,-1-1 0,1 1 0,0 0 0,0 0 0,-1 0-1,1 0 1,0 0 0,0 0 0,0 0 0,-1 0 0,1 0 0,0 1-1,0-1 1,0 0 0,-1 0 0,1 1 0,0-1 0,-1 0 0,1 1-1,0-1 1,-1 1 0,2 0 0,6 4 80,0 0 0,-1 0 0,0 1 0,0 0 0,0 0 0,6 9 0,27 23 150,-30-31-162,-1 0 1,1-1 0,0 0-1,1 0 1,-1-1-1,1 0 1,15 4-1,-21-8-34,0 0-1,0 0 1,0 0 0,0 0 0,0-1-1,0 0 1,0 0 0,0 0 0,8-2-1,-9 0-4,0 1 0,-1-1 0,1 0 0,-1 0-1,1 0 1,-1 0 0,0 0 0,0-1 0,0 0 0,0 1-1,0-1 1,4-6 0,-4 6-6,0 0 52,-1-1 1,1 1 0,0-1 0,-1 1-1,0-1 1,0 0 0,0 0 0,0 0-1,0 0 1,-1 0 0,2-8-1,-2-5 967,0 0 0,-1 0 0,-4-30-1,3 45 512,2 5-1045,2 37 209,-1-1 0,-6 65 1,-19 83 52,7-59-491,15-119-262,-5 47-639,-1 0 0,-3 0 1,-26 82-1,33-130 202,0 0 0,-1 0 0,0-1 0,-6 12 0,8-17 143,0 0 0,0 0 1,1 0-1,-1 0 0,0 0 0,-1-1 0,1 1 0,0-1 0,0 1 0,-1-1 0,1 0 1,-1 0-1,1 0 0,-1 0 0,1 0 0,-1-1 0,1 1 0,-5 0 0,-28-1-6861,-7-5-4739</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55.240"/>
    </inkml:context>
    <inkml:brush xml:id="br0">
      <inkml:brushProperty name="width" value="0.025" units="cm"/>
      <inkml:brushProperty name="height" value="0.025" units="cm"/>
    </inkml:brush>
  </inkml:definitions>
  <inkml:trace contextRef="#ctx0" brushRef="#br0">0 34 15093,'0'-2'180,"1"1"0,-1-1 0,1 1 0,-1 0 0,1-1-1,0 1 1,-1 0 0,1 0 0,0-1 0,0 1-1,0 0 1,0 0 0,0 0 0,0 0 0,0 0 0,1 0-1,-1 0 1,0 1 0,0-1 0,1 0 0,-1 1 0,0-1-1,1 1 1,1-1 0,4-1 326,0 1-1,0 1 1,0-1 0,7 1-1,4 0 561,64-3 4424,32 6-2481,-101-3-2624,16 2-379,0 2 1,35 8-1,-60-11-1633,-7 2-1003,-3 4 768,-21 18-8371,6-20-2517</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56.141"/>
    </inkml:context>
    <inkml:brush xml:id="br0">
      <inkml:brushProperty name="width" value="0.025" units="cm"/>
      <inkml:brushProperty name="height" value="0.025" units="cm"/>
    </inkml:brush>
  </inkml:definitions>
  <inkml:trace contextRef="#ctx0" brushRef="#br0">118 153 12681,'-10'1'-1085,"-2"-1"12015,23-1-7689,45 0-990,-34 1-1544,30-4-1,-34 2-369,-12 2-349,0-1-1,0 0 1,0 0 0,-1 0 0,1 0-1,0-1 1,-1 0 0,6-3-1,-10 4-39,0 1-1,0-1 1,0 0-1,0 0 0,0 0 1,0 0-1,0 0 1,0 0-1,0 0 0,-1 0 1,1-1-1,0 1 1,-1 0-1,1 0 0,-1-1 1,1-1-1,-1 0-89,1 0 1,-1 1-1,0-1 1,0 0-1,-1 0 0,1 0 1,-1 0-1,1 0 0,-1 1 1,-1-5-1,0 2 23,0 0 0,-1 1 0,1 0 1,-1-1-1,0 1 0,0 0 0,0 0 0,0 1 0,-1-1 0,0 1 0,1-1 0,-1 1 0,0 1 0,-1-1 1,1 0-1,0 1 0,-1 0 0,0 0 0,1 0 0,-1 1 0,0-1 0,0 1 0,-8-1 0,-1 1 15,-1 0-1,1 0 1,-1 2-1,1 0 1,0 0-1,-1 2 0,-16 4 1,22-5 214,1 0 0,0 1 0,-1 1 1,1-1-1,-13 9 0,19-11-25,0 1 0,0-1 0,0 1 0,0-1 0,0 1 0,1 0 0,-1 0 0,0 0 0,1 0-1,0 0 1,-1 0 0,1 0 0,0 1 0,0-1 0,0 0 0,0 1 0,0-1 0,1 1 0,-1-1 0,1 1 0,0-1 0,0 1 0,-1-1 0,2 1-1,-1 2 1,2 1 52,0 1-1,0-1 1,0 0-1,1 1 1,0-1-1,0 0 1,1-1-1,0 1 1,0-1-1,0 1 1,0-1-1,1-1 0,0 1 1,0 0-1,0-1 1,1 0-1,-1-1 1,11 6-1,11 5-8,0-2-1,55 18 0,-53-23-2174,51 8-1,-5-2-9077,-51-7-30</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56.395"/>
    </inkml:context>
    <inkml:brush xml:id="br0">
      <inkml:brushProperty name="width" value="0.025" units="cm"/>
      <inkml:brushProperty name="height" value="0.025" units="cm"/>
    </inkml:brush>
  </inkml:definitions>
  <inkml:trace contextRef="#ctx0" brushRef="#br0">322 17 11997,'-4'-3'352,"-1"1"0,1 0 1,-1 0-1,0 0 0,0 0 0,0 1 0,-7-2 1,10 3-141,-1 0 1,0 1-1,1-1 1,-1 0 0,0 1-1,1 0 1,-1-1-1,1 1 1,-1 0 0,1 0-1,-1 0 1,1 1 0,0-1-1,-1 1 1,1-1-1,-3 3 1,-5 4-3,1 1-1,-1 0 1,1 0 0,1 0-1,-1 1 1,2 1 0,-1-1-1,2 1 1,-1 1 0,-6 17-1,0 3 274,0 1-1,-2-2 1,-2 0-1,-40 57 0,39-58-98,16-27-388,3-6-3898,14-45-4486,-7 15 135</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56.570"/>
    </inkml:context>
    <inkml:brush xml:id="br0">
      <inkml:brushProperty name="width" value="0.025" units="cm"/>
      <inkml:brushProperty name="height" value="0.025" units="cm"/>
    </inkml:brush>
  </inkml:definitions>
  <inkml:trace contextRef="#ctx0" brushRef="#br0">1 0 16373,'10'8'5205,"9"3"-2897,11 13-304,-11-2-503,2-3-273,12 2-192,-3 4-212,2 2-172,0 0-268,3 5-372,-2 0-444,-4-2-900,-2 2-436,-13-5-853,-6-13-1563,-5 5-2093,5 0-5652</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56.933"/>
    </inkml:context>
    <inkml:brush xml:id="br0">
      <inkml:brushProperty name="width" value="0.025" units="cm"/>
      <inkml:brushProperty name="height" value="0.025" units="cm"/>
    </inkml:brush>
  </inkml:definitions>
  <inkml:trace contextRef="#ctx0" brushRef="#br0">278 0 12181,'-36'2'6262,"-21"3"-638,51-3-5531,-1-1-1,1 1 1,0 0 0,1 0 0,-1 1-1,0 0 1,-7 5 0,-4 5 54,0 0 1,2 1-1,-1 1 1,2 1-1,-17 22 1,28-34-149,1 0 0,0 0-1,0 0 1,0 0 0,0 0 0,0 1 0,1-1 0,0 1 0,0-1 0,0 1 0,1 0 0,-1 5 0,1-8-8,0 0 1,0 0-1,0 0 0,1 0 1,-1 0-1,1-1 1,-1 1-1,1 0 0,-1 0 1,1 0-1,0-1 1,0 1-1,0 0 0,0-1 1,0 1-1,0-1 0,0 1 1,1-1-1,-1 1 1,1-1-1,-1 0 0,1 0 1,-1 0-1,1 0 1,0 0-1,-1 0 0,1 0 1,0 0-1,0-1 1,-1 1-1,4 0 0,8 0-118,0 0 0,0-1-1,0 0 1,1-1 0,-1 0-1,21-6 1,-30 6 80,18-4-774,1-1 1,-1-1 0,38-18 0,20-17-8029,-45 23-503</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57.675"/>
    </inkml:context>
    <inkml:brush xml:id="br0">
      <inkml:brushProperty name="width" value="0.025" units="cm"/>
      <inkml:brushProperty name="height" value="0.025" units="cm"/>
    </inkml:brush>
  </inkml:definitions>
  <inkml:trace contextRef="#ctx0" brushRef="#br0">194 1 11177,'0'0'4650,"-2"2"-3651,0 2-857,-87 151 2555,71-119-2419,2-1-1,-18 61 0,6 26 493,26-109-674,0 0 1,1-1 0,1 1 0,0 0-1,1 0 1,0-1 0,5 21 0,-4-29-69,-1 1 1,1-1 0,0 0-1,0 1 1,0-1 0,0 0-1,1 0 1,0-1 0,0 1-1,0 0 1,0-1 0,0 0-1,1 0 1,-1 0 0,9 5-1,-6-5-2,1 0 0,-1 0 0,1-1 1,0 0-1,-1 0 0,1 0 0,0-1 0,0 0 0,13 0 0,-9-1-25,1-1-1,-1 0 1,0 0-1,1-1 1,-1-1 0,0 0-1,0 0 1,-1-1 0,1-1-1,-1 0 1,0 0-1,17-12 1,-23 13-68,0 0-1,-1-1 0,1 1 1,-1-1-1,0 0 1,0 0-1,0 0 1,-1 0-1,0 0 0,0-1 1,0 1-1,0-1 1,-1 1-1,1-12 1,-2 13 13,0 0 1,0 0 0,0 1 0,-1-1-1,0 0 1,1 0 0,-1 1-1,-1-1 1,-1-5 0,2 8 73,1-1 1,-1 1-1,1 0 1,-1 0-1,0 0 1,1-1-1,-1 1 1,0 0-1,0 0 0,0 0 1,0 0-1,-2-1 1,3 2 48,-1 0 0,0 1 1,0-1-1,0 1 0,0-1 1,1 1-1,-1 0 0,0-1 1,1 1-1,-1 0 0,0-1 1,1 1-1,-1 0 0,1 0 1,-1 0-1,0 0 0,0 1-35,1-1-5,-1 0 1,1 0-1,0 0 0,0 0 0,0 0 1,0 0-1,0 0 0,0 0 0,0 0 1,0 0-1,1 0 0,-1 0 0,0 0 1,1 0-1,-1 0 0,0-1 0,1 2 1,0 1 62,2 8 75,1 0 1,0-1-1,0 0 1,1 1 0,1-2-1,-1 1 1,2 0-1,-1-1 1,1 0-1,1-1 1,-1 0-1,1 0 1,1 0-1,-1-1 1,2 0 0,12 7-1,5 5-992,-27-19 773,1 1-1,0-1 1,0 0-1,0 0 0,0 1 1,-1-1-1,1 0 1,0 0-1,0 0 1,0 0-1,0 0 0,0 0 1,-1 0-1,1 0 1,0 0-1,0 0 0,0-1 1,0 1-1,1-1 1,1 0-164,0 1 27,0-1 0,0 0 0,0 0-1,0 0 1,0 0 0,0-1 0,-1 1 0,1-1 0,0 0 0,-1 0 0,1 0 0,-1 0 0,0 0-1,0 0 1,0-1 0,0 1 0,0-1 0,0 0 0,2-5 0,3-5-132,-1 0-1,9-25 1,-14 35 1706,-1 2-1208,0 0 1,1 0 0,-1 0-1,1 0 1,0 0-1,-1 0 1,1 0-1,0 0 1,-1 0 0,1 0-1,0 0 1,0 0-1,0 0 1,0 1-1,0-1 1,0 0-1,0 1 1,1-1 0,2 3 42,33 29 1398,-35-28-1550,0 0 1,0-1-1,1 1 0,-1 0 1,-1 0-1,1 0 0,0 0 1,-1 1-1,0-1 0,1 0 0,0 7 1,0 1-202,1 0-1,8 21 1,-4-13-600,-6-16 243,1-1 48,12 23-593,-12-26 839,19-20-42,1 0 357,18-23-1,-28 27 1334,0-1 0,11-23 0,-22 39-388,0 4-995,0 0 0,1 0 0,-1 0 0,0 0 0,0 0 0,0 0 1,-1 0-1,1 0 0,0 0 0,-1 1 0,1-1 0,-1 0 0,0 0 0,0 1 0,0-1 1,0 0-1,0 0 0,0 1 0,0-1 0,-1 0 0,0 3 0,-3 7-112,0 1-1,-8 18 0,4-13-1,-10 39-1087,-1 2-1766,-1-20-3483,13-26-22</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57.910"/>
    </inkml:context>
    <inkml:brush xml:id="br0">
      <inkml:brushProperty name="width" value="0.025" units="cm"/>
      <inkml:brushProperty name="height" value="0.025" units="cm"/>
    </inkml:brush>
  </inkml:definitions>
  <inkml:trace contextRef="#ctx0" brushRef="#br0">1 0 16954,'75'11'14385,"-94"-19"-19794,0 5 2197,11 14-3489,3 0-6332</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58.274"/>
    </inkml:context>
    <inkml:brush xml:id="br0">
      <inkml:brushProperty name="width" value="0.025" units="cm"/>
      <inkml:brushProperty name="height" value="0.025" units="cm"/>
    </inkml:brush>
  </inkml:definitions>
  <inkml:trace contextRef="#ctx0" brushRef="#br0">63 1 10861,'0'0'91,"1"0"-1,-1 0 1,1 0 0,-1 0 0,1 1 0,0-1-1,-1 0 1,1 1 0,-1-1 0,1 0-1,-1 1 1,0-1 0,1 0 0,-1 1-1,1-1 1,-1 1 0,0-1 0,1 1-1,-1-1 1,0 1 0,1-1 0,-1 1-1,0 0 1,0-1 0,0 1 0,0-1-1,1 1 1,-1-1 0,0 2 0,-14 10 4060,-2 0-2375,-22 26 1334,34-16-2564,3-18-5882,3-22-343,1-3-3489</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58.402"/>
    </inkml:context>
    <inkml:brush xml:id="br0">
      <inkml:brushProperty name="width" value="0.025" units="cm"/>
      <inkml:brushProperty name="height" value="0.025" units="cm"/>
    </inkml:brush>
  </inkml:definitions>
  <inkml:trace contextRef="#ctx0" brushRef="#br0">19 17 12169,'0'0'2384,"-11"-8"-7324,3 0-1689</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58.684"/>
    </inkml:context>
    <inkml:brush xml:id="br0">
      <inkml:brushProperty name="width" value="0.025" units="cm"/>
      <inkml:brushProperty name="height" value="0.025" units="cm"/>
    </inkml:brush>
  </inkml:definitions>
  <inkml:trace contextRef="#ctx0" brushRef="#br0">2 158 12493,'0'1'129,"-1"0"-1,1-1 1,0 1-1,0 0 1,0-1 0,0 1-1,0 0 1,0 0-1,0-1 1,0 1-1,0 0 1,0 0-1,0-1 1,0 1 0,0 0-1,0 0 1,1-1-1,-1 1 1,0 0-1,1-1 1,-1 1-1,0 0 1,1-1 0,-1 1-1,1-1 1,-1 1-1,1-1 1,-1 1-1,1-1 1,0 1 0,-1-1-1,1 1 1,0-1-1,0 1 1,1 0 28,-1 0 1,1 0-1,-1 1 1,0-1 0,0 0-1,1 1 1,-1-1-1,0 1 1,0-1-1,0 1 1,-1 0-1,1-1 1,0 1-1,-1 0 1,1 0 0,0 3-1,0 17 806,6 31 0,1 11-397,-8-61-414,1-3-136,1 0 0,-1-1 1,0 1-1,0-1 1,0 1-1,0-1 0,1 0 1,-1 1-1,0-1 0,0 0 1,0 0-1,1-1 0,2-2 32,3-1 15,-1-1 0,0 0-1,-1 0 1,1 0 0,-1-1 0,7-13 0,23-50 304,-25 46-216,18-28-1,-10 25-546,0 0 0,31-31-1,-49 57 76,0 0 0,0 0-1,0 0 1,0 0 0,0 0 0,0 0 0,0 0-1,0 0 1,0 0 0,-1 0 0,1 0 0,0 0-1,-1 0 1,1 0 0,-1 0 0,1 0 0,-1 0-1,1 0 1,-1 0 0,-1-1 0,1-1-3236,-11 10-5651</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58.953"/>
    </inkml:context>
    <inkml:brush xml:id="br0">
      <inkml:brushProperty name="width" value="0.025" units="cm"/>
      <inkml:brushProperty name="height" value="0.025" units="cm"/>
    </inkml:brush>
  </inkml:definitions>
  <inkml:trace contextRef="#ctx0" brushRef="#br0">382 44 14253,'3'-32'3489,"-17"28"-1383,8 2-1961,-1 1 0,0-1 0,0 1 1,0 0-1,0 1 0,0-1 0,-12 2 0,-49 9-386,60-9 313,-14 3-47,-65 14-89,78-15 180,-1 1 0,1-1 1,0 2-1,0-1 0,0 1 0,-14 11 0,13-8 131,7-6-100,-1 0-1,1 1 1,0-1-1,0 1 0,1 0 1,-6 6-1,7-8-90,1 1-1,-1-1 1,1 1 0,-1-1-1,1 0 1,0 1 0,-1-1-1,1 1 1,0-1 0,0 1-1,0-1 1,0 0 0,0 1-1,0-1 1,1 1 0,-1-1-1,0 1 1,1-1 0,-1 0-1,1 1 1,-1-1 0,1 0-1,0 1 1,1 0 0,0 2 37,1-1 0,-1 0 1,1 0-1,0 0 1,0 0-1,1-1 0,-1 1 1,0-1-1,1 0 1,-1 0-1,1 0 0,6 2 1,53 15 426,-60-18-487,17 3-328,0-1-1,0-1 1,1-1 0,-1 0 0,1-2-1,-1 0 1,0-1 0,1-2-1,34-9 1,-24-1-2373,-12-3-4234,-5 1-3636</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53:59.555"/>
    </inkml:context>
    <inkml:brush xml:id="br0">
      <inkml:brushProperty name="width" value="0.025" units="cm"/>
      <inkml:brushProperty name="height" value="0.025" units="cm"/>
    </inkml:brush>
  </inkml:definitions>
  <inkml:trace contextRef="#ctx0" brushRef="#br0">19 627 6473,'4'-9'992,"-5"6"234,-11 8 833,2-1 3884,12-6-5274,4-2-431,0-1 0,1 1 1,-1 1-1,1-1 0,0 1 1,0 1-1,0-1 1,1 1-1,-1 0 0,9-1 1,15-4 304,478-100 4008,10 45-2445,214 11-813,2 29-650,57-2-154,759-82 395,-1457 97-1547,0-4 0,108-31 1,-194 42 388,0-1 0,0 0 1,0 0-1,0-1 0,-1 0 1,0 0-1,0-1 0,7-5 1,-11 7-124,0 1-1,-1-1 1,0 1 0,1-1 0,-1 0 0,0 0 0,-1 0 0,4-7 0,-4 7-247,0 0-1,0 0 1,-1 0-1,1 0 1,-1 0 0,0 0-1,0 0 1,0 0-1,0 0 1,0-1 0,-1-3-1,-11-23-11106</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06:35.577"/>
    </inkml:context>
    <inkml:brush xml:id="br0">
      <inkml:brushProperty name="width" value="0.025" units="cm"/>
      <inkml:brushProperty name="height" value="0.025" units="cm"/>
    </inkml:brush>
  </inkml:definitions>
  <inkml:trace contextRef="#ctx0" brushRef="#br0">198 152 2284,'1'9'-484,"1"4"3412,-13-26 13,11 12-827,-30 4-1487,29-2-596,-9 2 81,1 0-1,0 1 1,-9 5 0,14-8-46,1 1 1,-1-1-1,0 0 1,1-1 0,-1 1-1,0-1 1,1 1-1,-1-1 1,-5 0 0,-2 0 117,-29 10 956,37-10-586,1 1-255,-11 5 328,11-3 1259,21-4 2557,11 1-4589,145 17 404,33-5-150,-167-11-167,-16 0 84,-1-2 1,35-3 0,232-47 80,-196 48-104,-17-1 58,-48 3-73,48-8 0,259-25-166,-256 28 227,285-10-27,44 5 83,-390 11-98,227 7-102,-203-2 95,25 2 44,13-1-104,-57-3 83,39-1 1,9-3-7,70-5-68,40-6 109,-13 1-107,116 4 57,-207 7 11,209 9 91,3 0-88,124-17-45,-110 0 392,-182 7-114,185 4 626,-268-3-660,44-5-1,2 0 312,-12-3 2156,-61 8-2397,10 0-1581,-22-1 1154,0 1 1,0 0-1,0-1 1,-1 1 0,1-1-1,0 1 1,0-1-1,-1 0 1,1 1 0,0-1-1,0 0 1,-1 0-1,1 1 1,-1-1 0,1 0-1,-1 0 1,1 0-1,-1 0 1,0 1 0,1-1-1,-1 0 1,1-2-1,-1 0-686,0 0 0,-1 0 0,1 0 0,-1-1-1,1 1 1,-1 0 0,0 0 0,0 0 0,-2-4-1,2 5-159,-9-21-8937</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07:09.191"/>
    </inkml:context>
    <inkml:brush xml:id="br0">
      <inkml:brushProperty name="width" value="0.025" units="cm"/>
      <inkml:brushProperty name="height" value="0.025" units="cm"/>
    </inkml:brush>
  </inkml:definitions>
  <inkml:trace contextRef="#ctx0" brushRef="#br0">1 401 7269,'0'1'269,"0"-1"0,0 1 1,0 0-1,1 0 0,-1-1 0,0 1 1,1 0-1,-1-1 0,0 1 0,1 0 1,-1-1-1,1 1 0,-1-1 1,1 1-1,-1-1 0,1 1 0,0-1 1,-1 1-1,1-1 0,0 1 1,0 0-1,19-3 6361,-10 0-6981,195-24 3302,71 14-2518,115-10-230,-154-21-8,-142 23-30,4-2-163,39-8-54,-41 10 53,40-6-1,70-11-17,-87 12 10,267-45 9,-87 30 31,-242 33 67,-32 4-126,0 0-1,50 2 1,16 4-3,-79-2 23,0-1 1,0 0-1,17-3 1,19 0 0,292 2-7,-287 0 39,142 8 13,-75-1-78,-70-4 55,122 4 15,-29 7-93,-104-9 50,64 15 1,-50-8 6,18-5-17,-37-1 30,0-1 0,0-3 0,36-2-1,-21 1-17,35-2 112,-27 0-65,79 8 1,-89-2-72,68-5 1,20 1-62,11 19 88,-57-5 23,-19-3-7,90 5 91,-44 1-130,-59-7 94,101 3-1,6-12-114,43-5 128,-147 3-26,69-6 80,76-3-45,-82 5-38,698-61 782,-764 61-757,198-24 660,-115 15 652,-116 14-1111,0 1 0,31 5-1,-53-5-198,0-1-432,21 2-1147,-21-2 117,-5-2-929,-18-29-7482,7 13 291</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07:10.118"/>
    </inkml:context>
    <inkml:brush xml:id="br0">
      <inkml:brushProperty name="width" value="0.025" units="cm"/>
      <inkml:brushProperty name="height" value="0.025" units="cm"/>
    </inkml:brush>
  </inkml:definitions>
  <inkml:trace contextRef="#ctx0" brushRef="#br0">57 20 2692,'-29'-19'-788,"2"19"152</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07:12.582"/>
    </inkml:context>
    <inkml:brush xml:id="br0">
      <inkml:brushProperty name="width" value="0.025" units="cm"/>
      <inkml:brushProperty name="height" value="0.025" units="cm"/>
    </inkml:brush>
  </inkml:definitions>
  <inkml:trace contextRef="#ctx0" brushRef="#br0">1 0 17895,'13890'0'0</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07:22.378"/>
    </inkml:context>
    <inkml:brush xml:id="br0">
      <inkml:brushProperty name="width" value="0.025" units="cm"/>
      <inkml:brushProperty name="height" value="0.025" units="cm"/>
    </inkml:brush>
  </inkml:definitions>
  <inkml:trace contextRef="#ctx0" brushRef="#br0">534 149 7633,'3'-2'1479,"54"-26"3719,-29 11-3761,1 1 0,0 2-1,41-15 1,-46 20-878,-11 4-133,-1 0 0,24-5 0,7-1 463,-39 9-664,-28 7-214,-56 17 67,-9 4 189,-179 25 0,151-35 919,66-7 912,-80 1 0,129-10-2025,-1 0-1,1 0 0,-1 0 1,1 1-1,-1-1 0,1 0 1,0 1-1,-1 0 0,1-1 1,-1 1-1,1 0 0,0 0 1,0 0-1,-1 1 1,1-1-1,0 0 0,0 1 1,0 0-1,1-1 0,-1 1 1,0 0-1,1 0 0,-1 0 1,-1 2-1,0 3 3,1 0 0,-1 0 0,1 0 0,0 0 1,1 0-1,-1 12 0,0-8 39,-34 513 1046,30-364-1015,-1 450-145,9-534 0,4 0 0,21 104 0,-23-163 0,1-1 0,0 0 0,1 0 0,1-1 0,0 0 0,1 0 0,1 0 0,0-1 0,1 0 0,21 21 0,-22-25 0,1-1 0,0-1 0,1 0 0,0 0 0,1-1 0,-1-1 0,1 0 0,0 0 0,1-1 0,-1-1 0,1 0 0,0 0 0,0-1 0,15 0 0,6-1 0,0-2 0,0-1 0,44-8 0,-31 3 0,-39 5-153,0 0-1,0 0 1,0-1-1,0 0 1,14-6-1,-19 6-21,0 1 1,0-1-1,0 0 0,0 0 0,-1 0 1,1-1-1,-1 1 0,0-1 0,1 1 1,-1-1-1,0 0 0,0 1 0,-1-1 0,1 0 1,1-5-1,3-10-2075,1 1-2028,-1 5-1633,5-4-7716</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07:22.972"/>
    </inkml:context>
    <inkml:brush xml:id="br0">
      <inkml:brushProperty name="width" value="0.025" units="cm"/>
      <inkml:brushProperty name="height" value="0.025" units="cm"/>
    </inkml:brush>
  </inkml:definitions>
  <inkml:trace contextRef="#ctx0" brushRef="#br0">128 36 14553,'-2'0'200,"0"-1"0,0 1 0,0-1 0,0 1-1,0-1 1,0 0 0,0 0 0,0 0 0,0 0 0,0 0-1,1 0 1,-1-1 0,1 1 0,-1 0 0,1-1 0,-1 0-1,1 1 1,0-1 0,-1 0 0,1 1 0,0-1-1,0 0 1,-1-4 0,1 4 2396,-1 5-2108,-4 3-366,1 1 0,0 0-1,0 1 1,1-1 0,0 1 0,0 0 0,1 0 0,-4 15 0,-16 78 330,18-74-391,-1 14 661,2 1 1,1 59-1,3-100-639,1 1 0,0 0-1,-1-1 1,1 1-1,0-1 1,0 1 0,0-1-1,0 0 1,0 1-1,0-1 1,0 0 0,0 0-1,0 1 1,1-1-1,-1 0 1,2 1 0,0-2-23,0 1 0,-1-1 1,1 0-1,-1 0 1,1 0-1,0 0 0,-1 0 1,1-1-1,-1 1 1,1-1-1,0 0 0,-1 1 1,0-1-1,1 0 1,2-2-1,37-22 450,-35 20-456,107-78 716,-81 58-997,-32 25 145,-1-1 0,1 0-1,0 1 1,-1-1 0,1 0 0,0 1-1,0-1 1,0 1 0,-1-1 0,1 1-1,0-1 1,0 1 0,0 0 0,0 0 0,0-1-1,0 1 1,1 0 0,-2 18-1208,-2-4 1404,-5 36-88,-3 0 1,-28 84 0,35-128 128,1-1 0,-1 1 0,0-1 1,0 1-1,-7 7 0,-7 14-2160,16-25 1809,-1 0-1,1 0 0,0 0 0,-1-1 1,1 1-1,-1 0 0,0-1 0,1 1 1,-1-1-1,0 0 0,0 0 0,0 0 0,0 0 1,0 0-1,0 0 0,0 0 0,0 0 1,-3 0-1,-44 4-6948,39-5 4502,-17 1-6885</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07:23.398"/>
    </inkml:context>
    <inkml:brush xml:id="br0">
      <inkml:brushProperty name="width" value="0.025" units="cm"/>
      <inkml:brushProperty name="height" value="0.025" units="cm"/>
    </inkml:brush>
  </inkml:definitions>
  <inkml:trace contextRef="#ctx0" brushRef="#br0">118 1 6289,'0'0'13550,"-3"2"-12765,-2 4-530,0 0 1,0 1 0,0-1-1,1 1 1,0 0-1,0 1 1,1-1 0,-4 12-1,-14 70 999,11-42-586,-4 18 368,-10 104 0,22-126-1033,1 0-1,2 0 1,9 64-1,-5-83-625,15 43-1,-11-38-177,-8-26 515,0 0-1,0 0 0,0 0 1,0 0-1,1 0 0,-1 0 1,1 0-1,0 0 0,0-1 1,2 3-1,-3-4 167,-1-1 0,1 0 0,0 1 1,-1-1-1,1 0 0,0 0 0,-1 1 0,1-1 1,0 0-1,-1 0 0,1 0 0,0 0 0,0 0 0,-1 0 1,1 0-1,0 0 0,-1 0 0,1 0 0,0-1 0,0 1 1,-1 0-1,1 0 0,-1-1 0,1 1 0,0 0 1,-1-1-1,1 1 0,0-1 0,-1 1 0,1 0 0,-1-1 1,1 0-1,-1 1 0,0-1 0,1 1 0,-1-1 0,1 1 1,-1-1-1,0 0 0,1 0 0,17-23-5266,1-2-3058</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07:23.904"/>
    </inkml:context>
    <inkml:brush xml:id="br0">
      <inkml:brushProperty name="width" value="0.025" units="cm"/>
      <inkml:brushProperty name="height" value="0.025" units="cm"/>
    </inkml:brush>
  </inkml:definitions>
  <inkml:trace contextRef="#ctx0" brushRef="#br0">34 78 10617,'-12'-15'1927,"10"12"2507,1 5-3443,-4 19-221,1-1 1,0 1-1,0 25 1,3-33-563,1 1 0,0-1 1,1 0-1,1 0 1,0 0-1,8 23 0,-9-34-180,0 0 0,0 0-1,0 0 1,1 0 0,-1 0-1,1 0 1,0-1-1,-1 1 1,1-1 0,0 1-1,0-1 1,0 1 0,0-1-1,0 0 1,0 0 0,0 0-1,1 0 1,-1-1 0,0 1-1,0-1 1,1 1-1,-1-1 1,0 0 0,1 0-1,-1 0 1,0 0 0,1 0-1,-1 0 1,0-1 0,3 0-1,3 0 20,-1-1 0,1 0 1,-1 0-1,0 0 0,0-1 0,0-1 0,0 1 0,8-6 0,-2-1 110,0 0 0,-1-1 0,-1 0 0,0-1 0,0 0 0,-1 0-1,-1-2 1,0 1 0,-1-1 0,0 0 0,-1 0 0,-1-1 0,0 0 0,-1 0 0,5-29-1,-8 38 133,0-1 0,0 1 0,1-1 1,0 1-1,5-9 0,-7 13 801,-2 27-690,-8 43 0,0-8-83,-15 294 1458,-6-12-1584,15-204-2952,14-131 1808,0 0-1,0 0 0,0 0 0,-5 11 1,3-5-1885,-6-34-16019</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07:25.016"/>
    </inkml:context>
    <inkml:brush xml:id="br0">
      <inkml:brushProperty name="width" value="0.025" units="cm"/>
      <inkml:brushProperty name="height" value="0.025" units="cm"/>
    </inkml:brush>
  </inkml:definitions>
  <inkml:trace contextRef="#ctx0" brushRef="#br0">404 551 8337,'8'9'2928,"-17"-3"877,-3 0 347,4-1-3468,5-2-458,-1-1 0,1 0-1,-1 0 1,0 0 0,0-1 0,-4 2 0,-8 2 108,1 1 0,-1 0-1,1 1 1,0 0 0,1 1 0,0 1-1,-19 15 1,-2 5 331,-46 51-1,5 12 522,73-89-1125,1-1 0,0 1 0,0 0 0,0 0 0,0 0 1,1 0-1,-1 0 0,1 0 0,0 0 0,0 0 0,0 1 0,0-1 1,0 0-1,1 1 0,0-1 0,-1 0 0,1 1 0,0-1 0,2 7 1,-2-8-42,1 0 0,0 0-1,-1 0 1,1-1 0,0 1 0,0 0 0,1 0 0,-1-1 0,0 1 0,0-1 0,1 1 0,-1-1 0,1 0 0,-1 0 0,1 1 0,0-1 0,-1 0 0,1 0 0,0 0-1,0-1 1,0 1 0,0 0 0,0-1 0,0 1 0,0-1 0,0 0 0,0 0 0,0 0 0,0 0 0,0 0 0,0 0 0,0 0 0,-1 0 0,4-2 0,5 1-2,0-2 1,0 0 0,0 0-1,0 0 1,-1-1 0,1-1-1,-1 0 1,0 0 0,0-1-1,9-8 1,2-3-321,-1 0 0,32-41 1,-41 45-16,-1 0 0,13-26 1,-5 7-151,-11 20 263,0-1-1,0 0 1,-2 0-1,1 0 1,4-27-1,-5 12-69,-1 0-1,-1-30 1,-4 20 178,-11-59 0,1 16 235,6 27 531,-21-80 0,22 114-149,-2 1 0,-15-32 0,22 50-516,0 0 1,0 1-1,-1-1 1,1 0-1,0 1 1,-1-1-1,1 1 1,-1-1-1,1 0 1,-1 1-1,1-1 1,-1 1 0,1 0-1,-1-1 1,1 1-1,-1-1 1,0 1-1,1 0 1,-1-1-1,1 1 1,-1 0-1,0 0 1,1-1-1,-1 1 1,0 0-1,0 0 1,1 0-1,-1 0 1,0 0-1,1 0 1,-1 0-1,0 0 1,1 0-1,-1 1 1,0-1-1,1 0 1,-1 0-1,0 0 1,1 1-1,-1-1 1,0 0-1,1 1 1,-1-1 0,1 1-1,-1-1 1,1 1-1,-1-1 1,1 1-1,-1-1 1,0 2-1,-2 1 0,0 1 0,0 0 0,0 0 0,1 0 0,0 1 0,-1-1 0,0 6 0,-9 24 27,2 1 1,2 1-1,1-1 0,1 2 0,2-1 0,2 0 1,2 1-1,5 56 0,-1-69-8,0 0 0,2-1 0,0 1 1,2-1-1,20 43 0,-20-51-11,1 0 1,1 0 0,0-1 0,1 0-1,1 0 1,0-2 0,1 1 0,26 19-1,-30-26-1,0 0 0,0-1-1,1 0 1,0 0 0,0-1 0,0-1-1,1 0 1,-1 0 0,1-1 0,0 0-1,21 1 1,-17-4-106,1 0-1,0 0 0,-1-2 1,1 0-1,-1 0 1,0-2-1,25-10 1,-16 4-210,-1-1 0,0-2 0,0 0 0,-2-1 0,0-1 1,0-2-1,-2 0 0,0-1 0,25-33 0,-34 39-36,-2-1 0,0 1 0,0-1 0,-1-1 0,-1 1 0,8-29 0,-15 42 322,1 0-1,0 0 1,-1 1 0,1-1-1,0 0 1,-1 1-1,1-1 1,-1 1-1,1-1 1,-1 1 0,0-1-1,1 1 1,-1-1-1,1 1 1,-1-1-1,0 1 1,1 0 0,-1-1-1,0 1 1,0 0-1,1 0 1,-1-1-1,-1 1 1,1 0-29,-1-1 28,-1 0 1,1 1-1,0-1 1,0 1-1,-1-1 0,1 1 1,-1 0-1,1 0 1,0 0-1,-1 0 0,1 1 1,0-1-1,-1 1 1,1-1-1,0 1 0,0 0 1,-1 0-1,1 0 1,0 0-1,0 0 0,0 0 1,0 1-1,0-1 1,1 1-1,-1-1 1,0 1-1,-1 2 0,-5 5-19,0 0 0,1 1-1,0 0 1,-6 10 0,6-7 51,1 0 1,0 0-1,0 0 0,2 1 1,0 0-1,0 0 1,1 0-1,-2 27 0,5-31 38,0-1 1,0 0-1,1 0 0,0 0 0,0 0 0,1 0 1,1 0-1,-1-1 0,1 1 0,1-1 0,0 1 1,0-1-1,0 0 0,1-1 0,7 10 0,-7-12-12,1 0 0,-1 0-1,1 0 1,0-1-1,0 0 1,1 0-1,-1-1 1,1 1 0,-1-1-1,1-1 1,0 1-1,1-1 1,-1 0 0,0-1-1,0 0 1,1 0-1,-1-1 1,0 0 0,16-1-1,-2-1 10,0-2 0,0 0 1,0-1-1,0-1 0,33-15 0,-32 11-111,0 0 0,-1-2 0,-1 0-1,0-1 1,0-1 0,-1-1 0,-1 0 0,-1-1-1,0-2 1,-1 1 0,-1-2 0,15-23 0,-7-1 21,-1-1 1,-3-1 0,-1-1 0,-3-1 0,18-90-1,-29 113 753,-2 1 0,-1 0 0,-1 0 0,-3-30 0,3 49 591,-2 7-665,-1 3-459,0 0 0,1 0-1,-1 1 1,1 0 0,1-1-1,-1 1 1,0 10 0,-2 54 482,3-31-263,-48 416 1162,-30-1-185,73-421-1364,-126 586-10,115-552-87,3-5-352,-3-1 1,-41 99-1,58-160 373,-1 0-1,1 0 1,0 0-1,0-1 1,-1 1-1,1 0 1,-1 0-1,1 0 1,-1 0 0,1 0-1,-1-1 1,1 1-1,-1 0 1,0 0-1,0-1 1,1 1-1,-1-1 1,0 1-1,0-1 1,0 1-1,1-1 1,-3 1-1,2-2-10,0 0 0,-1 0 0,1 0-1,0 0 1,0 0 0,0 0 0,0 0-1,0-1 1,0 1 0,0-1 0,0 1 0,-1-3-1,-2-3-47,1-1-1,-1 1 1,1-1 0,1 0-1,-1 0 1,2-1-1,-1 1 1,1 0-1,-1-16 1,3-8-194,4-40 1,-5 69 300,11-77-128,4 0 0,3 0 0,3 2 0,53-125-1,-11 63 1198,124-202 0,-137 264-204,84-102 0,-133 179-832,0 0-1,0-1 1,0 1-1,0 0 1,0 0-1,0 0 1,0 0-1,0 1 1,0-1-1,0 0 0,1 0 1,-1 1-1,0-1 1,1 0-1,-1 1 1,1 0-1,-1-1 1,0 1-1,3-1 0,-2 2-2,-1-1-1,0 0 0,0 1 0,0-1 0,0 1 0,0-1 0,0 1 0,0-1 0,0 1 0,0 0 0,0-1 0,0 1 0,0 0 0,0 0 0,-1 0 0,1 0 0,0 0 0,-1 0 0,2 1 1,0 3 7,1 0 1,-1 0 0,0 1 0,0-1 0,-1 1 0,1-1 0,-1 1 0,0 10 0,-8 131-1380,8-141 1027,-1-1 0,1 1 1,0 0-1,3 10 1,-4-14 217,1-1 0,-1 1 1,1 0-1,0-1 1,-1 1-1,1 0 1,0-1-1,0 1 1,0-1-1,0 0 0,0 1 1,0-1-1,0 0 1,1 0-1,-1 1 1,0-1-1,1 0 1,2 1-1,-4-2 32,1 0-1,0 0 1,0-1-1,-1 1 1,1 0-1,0 0 1,-1-1-1,1 1 1,0 0-1,-1-1 1,1 1-1,-1-1 1,1 1 0,-1-1-1,1 1 1,-1-1-1,1 1 1,-1-1-1,1 0 1,-1 1-1,0-1 1,1-1-1,9-16-1149,-9 17 1056,4-12-2099,0 0 1,-1-1-1,4-19 1,0-17-7786</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07:25.157"/>
    </inkml:context>
    <inkml:brush xml:id="br0">
      <inkml:brushProperty name="width" value="0.025" units="cm"/>
      <inkml:brushProperty name="height" value="0.025" units="cm"/>
    </inkml:brush>
  </inkml:definitions>
  <inkml:trace contextRef="#ctx0" brushRef="#br0">39 0 9393,'-38'11'388</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07:26.691"/>
    </inkml:context>
    <inkml:brush xml:id="br0">
      <inkml:brushProperty name="width" value="0.025" units="cm"/>
      <inkml:brushProperty name="height" value="0.025" units="cm"/>
    </inkml:brush>
  </inkml:definitions>
  <inkml:trace contextRef="#ctx0" brushRef="#br0">59 823 12045,'-54'-22'12045,"51"44"-10427,3-19-1538,-1 1 0,1-1 0,-1 0 0,1 0 0,0 1 0,0-1 0,1 0 0,0 6 0,10 40 421,-7-29-428,0-1 0,1 0 1,1 0-1,1 0 0,0 0 1,2-1-1,11 20 0,-19-36-87,1-1 0,-1 1 0,0-1 0,0 1 0,1-1 0,-1 1-1,1-1 1,-1 0 0,1 0 0,0 0 0,-1 0 0,1 0 0,0 0 0,0 0 0,0 0 0,0-1-1,0 1 1,0-1 0,0 1 0,2-1 0,-1 0 3,0 0 0,1-1 0,-1 1 0,0-1 1,0 0-1,1 0 0,-1 0 0,0 0 0,0-1 0,0 1 0,3-3 0,7-5 1,-1-1 0,-1 0 0,1 0-1,10-14 1,-21 22 9,61-74-42,-45 52-294,1 1-1,1 1 0,32-28 0,-49 49 263,-1 0 0,1 0 0,0 0 0,0 0 0,0 0 0,-1 1-1,1-1 1,0 0 0,0 1 0,0 0 0,4-1 0,-3 1-42,-2 1 97,1 0 0,-1 0 0,0 0 0,0 1 0,0-1 0,0 0 0,-1 1 0,1-1 1,0 1-1,0-1 0,-1 1 0,1-1 0,-1 1 0,1-1 0,-1 4 0,1-4-32,3 11-28,0 0 0,1 0 0,0-1 1,1 1-1,11 15 0,-14-24 91,0 1 0,0-1 0,0 0 0,0 0 0,0 0 1,1 0-1,-1 0 0,1-1 0,-1 0 0,1 0 0,0 0 0,0 0 0,0 0 0,0-1 1,1 0-1,-1 0 0,0 0 0,0 0 0,9 0 0,4-2 52,-1 0 0,1-1-1,-1-1 1,22-7 0,66-26 89,-68 22-172,64-15 1,-97 28-3,0 1-1,0-1 1,0 1-1,0 0 1,0 0 0,0 0-1,0 0 1,0 1-1,0-1 1,0 1 0,-1 0-1,1-1 1,0 2 0,0-1-1,0 0 1,-1 0-1,1 1 1,0-1 0,-1 1-1,4 3 1,0 2-22,0-1 1,-1 1 0,0 0-1,0 0 1,5 11 0,-1-2-15,-8-14 74,0 1-1,1-1 1,0 1 0,-1-1-1,1 0 1,0 1 0,0-1-1,0 0 1,1 0 0,-1-1-1,0 1 1,1 0 0,-1-1-1,1 1 1,-1-1 0,1 0 0,0 0-1,0 0 1,0 0 0,-1 0-1,1-1 1,0 0 0,0 1-1,0-1 1,0 0 0,0 0-1,0 0 1,0-1 0,0 1 0,0-1-1,4-1 1,31-7 281,0-1-1,0-3 1,-1 0 0,0-3 0,-2-1 0,55-35-1,-70 38-251,0-1-1,-1 0 0,-1-2 1,0 0-1,-1-1 0,-1-1 0,-1-1 1,0 0-1,-2-1 0,0 0 1,17-41-1,-18 30-268,-2 0 1,0-1-1,8-61 0,-15 71 58,-2 0-1,0-1 1,-1 1-1,-2 0 0,0-1 1,-8-32-1,-3 9 173,-2 0 1,-27-56-1,38 94-38,-3-3 394,2 32 156,2 17-17,1 1 0,2-1-1,7 60 1,2-35 99,23 83 1,-1-44-331,54 117-1,-72-191-1145,32 46-1,-28-46 58,-13-21 524,0 0 0,0 0-1,1 0 1,-1-1 0,8 6 0,-12-10 240,1 0-1,0-1 1,0 1 0,0 0-1,0 0 1,0-1 0,0 1 0,1-1-1,-1 1 1,0-1 0,0 1 0,0-1-1,0 0 1,1 1 0,-1-1 0,0 0-1,0 0 1,1 0 0,-1 0-1,0 0 1,0 0 0,1 0 0,-1-1-1,0 1 1,0 0 0,0-1 0,1 1-1,-1-1 1,0 1 0,0-1-1,0 0 1,0 1 0,0-1 0,0 0-1,1-1 1,5-6-188,0 1-1,-1-1 1,0-1-1,-1 1 0,0-1 1,7-18-1,18-62-696,-10 22 616,-7 33 261,-5 9 330,1 0-1,20-35 0,-24 58 107,1 2-256,-4-1-79,0 1 0,1 0 0,-1 0 0,0 0 0,0 0 0,1 1 0,-1-1 0,0 1-1,0-1 1,0 1 0,1 0 0,-1 0 0,0 0 0,0 0 0,0 0 0,0 0 0,0 0 0,-1 1 0,1-1 0,0 1-1,2 3 1,11 16 163,-1 1-1,-1 0 0,-1 1 0,14 36 0,6 12 215,-10-23-264,-13-26-54,19 32 0,39 62 261,-66-114-359,0 1 0,0-1 0,0 0-1,1 0 1,-1 0 0,0 0 0,1-1 0,0 1-1,-1 0 1,1 0 0,0-1 0,0 1 0,0-1-1,0 0 1,0 0 0,0 1 0,0-1-1,0 0 1,0-1 0,1 1 0,-1 0 0,0-1-1,1 1 1,-1-1 0,1 0 0,-1 0 0,0 0-1,1 0 1,-1 0 0,0 0 0,1-1 0,-1 1-1,0-1 1,1 0 0,-1 1 0,0-1 0,0 0-1,1 0 1,-1-1 0,2 0 0,5-4-54,-1-1 0,0 0 1,0 0-1,0 0 0,-1-1 0,0 0 1,8-13-1,63-87-271,-77 106 309,1 2-1,0 1 17,-1-1-1,1 1 1,0 0-1,0-1 1,-1 1-1,1 0 1,-1 0-1,1 0 1,-1 0-1,1 1 1,-1-1-1,1 0 1,-1 1 0,0-1-1,0 1 1,0-1-1,0 1 1,0-1-1,0 1 1,1 2-1,7 9 6,6 5 65,22 32 1,-36-48-39,0-4-559,1-2 339,-1 0 1,0 0 0,0-1-1,0 1 1,-1 0-1,0-1 1,0 1 0,0 0-1,0-1 1,-1-4-1,-13-46-1306,1 5 457,10 33 1284,-1 0 0,-1 0 0,-1 0 1,-7-17-1,11 31 281,2-15 414,1 15-797,-1 1 0,0 0 0,1-1 0,-1 1 0,1-1 0,-1 1 0,1-1 0,0 1 0,0 0 0,1 0 0,-1-1 0,0 1 0,1 0 0,-1 0 0,3-3-1,-3 5-97,0-1-1,0 1 0,0 0 0,0-1 1,0 1-1,0 0 0,0-1 0,0 1 1,0 0-1,0 0 0,0 0 0,0 0 1,0 0-1,0 0 0,0 0 0,0 0 1,0 1-1,1-1 0,1 1 84,8-1 93,0 0-1,0 1 1,0 1-1,0 0 1,0 0-1,20 8 1,-25-8-149,0 1 1,-1 0-1,1 1 1,-1-1-1,1 1 1,-1 0-1,0 0 1,-1 0-1,1 1 1,-1 0-1,1 0 1,5 10-1,-7-9-47,-1-1-1,0 1 1,0 0-1,0 1 0,0 6 1,2 3 2,-3-13-63,2-4-122,0 0 167,0 0 0,0 0 0,0 0 0,0-1-1,0 0 1,0 1 0,0-1 0,-1 0 0,5-4 0,2-3 100,-1 1-1,0-1 1,6-10 0,-7 9 149,1 0 0,16-15-1,-8 11 126,1 2-1,1 0 0,0 0 0,1 2 1,25-11-1,-41 20-356,1-1 0,-1 1 0,0 0 1,0 0-1,1 0 0,-1 1 0,0-1 1,1 1-1,-1 0 0,1 0 0,-1 0 1,0 0-1,1 0 0,-1 1 0,0 0 0,1-1 1,5 4-1,-6-2 34,1 0-1,-1 0 1,1 1 0,-1-1-1,0 1 1,0 0 0,0 0-1,0 0 1,0 0-1,-1 1 1,0-1 0,4 6-1,0 6 91,0-1 0,-1 0 0,0 1 0,-1 0-1,-1 0 1,2 24 0,-3 50-995,-3-58 313,2-16-828,1 1 0,0-1 0,8 29 0,-9-41-661,-1-6-580,13-50-6790,-8 17 428</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07:26.866"/>
    </inkml:context>
    <inkml:brush xml:id="br0">
      <inkml:brushProperty name="width" value="0.025" units="cm"/>
      <inkml:brushProperty name="height" value="0.025" units="cm"/>
    </inkml:brush>
  </inkml:definitions>
  <inkml:trace contextRef="#ctx0" brushRef="#br0">12 98 19698,'-11'-11'5180,"24"3"-4060,1 3-552,-1-3-1520,1 2-304,-14-10-976,2 0-264,-18 5-3341,-11-5-4972</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07:27.053"/>
    </inkml:context>
    <inkml:brush xml:id="br0">
      <inkml:brushProperty name="width" value="0.025" units="cm"/>
      <inkml:brushProperty name="height" value="0.025" units="cm"/>
    </inkml:brush>
  </inkml:definitions>
  <inkml:trace contextRef="#ctx0" brushRef="#br0">0 149 21730,'111'-51'2660,"-46"29"-212,-6 9-439,-5-4-417,-6 7-340,-4 2-512,-1-1-608,-5 4-508,-3 5-920,-14 3-644,-5-11-949,-2 0-347,-30 13-16606</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07:27.211"/>
    </inkml:context>
    <inkml:brush xml:id="br0">
      <inkml:brushProperty name="width" value="0.025" units="cm"/>
      <inkml:brushProperty name="height" value="0.025" units="cm"/>
    </inkml:brush>
  </inkml:definitions>
  <inkml:trace contextRef="#ctx0" brushRef="#br0">16 0 23750,'0'0'8697,"-8"8"-17294,0 1 1581</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07:27.748"/>
    </inkml:context>
    <inkml:brush xml:id="br0">
      <inkml:brushProperty name="width" value="0.025" units="cm"/>
      <inkml:brushProperty name="height" value="0.025" units="cm"/>
    </inkml:brush>
  </inkml:definitions>
  <inkml:trace contextRef="#ctx0" brushRef="#br0">14 112 15689,'-14'-24'14129,"17"23"-13402,13-5-82,14-8 204,-20 7-798,1 1-1,0 1 1,1-1-1,-1 2 1,1 0 0,0 0-1,14-2 1,89-9 254,-87 12-287,64-4-620,145 7-1,-228 0 544,1 1-1,-1 0 1,1 1 0,-1 0-1,1 0 1,-1 1 0,0 0-1,10 6 1,-15-7 39,0 1 0,0 0 0,0 0 1,0 0-1,0 1 0,-1-1 0,1 1 0,-1 0 1,0 0-1,0 0 0,-1 0 0,1 1 0,-1-1 1,0 1-1,0-1 0,0 1 0,1 7 0,3 16-2,-1 0 0,-1 0 0,-1 38 0,-8 89 16,2-70 30,-8 219 280,-3 732 1558,30-727-1862,2 91 0,-18-323 0,-4 0 0,-24 145 0,25-205 0,-2-1 0,1 1 0,-2-1 0,0 0 0,-17 30 0,19-39 0,-1 0 0,0-1 0,0 1 0,0-1 0,-1 0 0,0-1 0,0 1 0,-1-1 0,1-1 0,-1 1 0,0-1 0,-1 0 0,1 0 0,-14 4 0,7-5-344,0 1 0,-1-2 0,1 0 0,-1-1 0,1-1 0,-1 0 0,-20-3 0,-106-23-5190,60 8 2563,7 6-4094,3 2-4396</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07:36.926"/>
    </inkml:context>
    <inkml:brush xml:id="br0">
      <inkml:brushProperty name="width" value="0.025" units="cm"/>
      <inkml:brushProperty name="height" value="0.025" units="cm"/>
    </inkml:brush>
  </inkml:definitions>
  <inkml:trace contextRef="#ctx0" brushRef="#br0">3334 0 9961,'-27'11'2390,"-48"10"0,72-20-690,-42-4 2216,11 3-3383,-59-5 0,-8 0-253,-406 49 219,190-11-412,204-23-47,-663 61 125,722-65-147,-220 28-41,4 22 53,212-37-22,1 3 0,-60 33 0,83-39-5,-13 8 3,1 3 0,1 1 1,-80 65-1,108-79-5,1 1 0,0 0 1,1 1-1,0 1 0,-15 23 1,29-38 0,0-1 1,0 1 0,1 0-1,-1 0 1,0-1-1,1 1 1,0 0 0,-1 0-1,1 0 1,0 0 0,0-1-1,0 1 1,0 0 0,0 0-1,0 0 1,0 0-1,1 0 1,-1-1 0,1 1-1,-1 0 1,1 0 0,0-1-1,0 1 1,1 1-1,0 0 6,0 0-1,0 0 1,0-1-1,0 1 0,1-1 1,-1 0-1,1 0 1,0 0-1,-1 0 1,1 0-1,0 0 0,3 1 1,277 91 98,10-21-84,-243-61-8,71 13 16,1-6 0,1-5 0,0-5 0,139-9 0,-108-1-45,61-4 72,449-59-123,-657 63 65,487-90-64,-412 67 68,69-17 12,36-5-9,138-27 120,-304 67-15,34-15 0,-40 15 165,-12 5-172,-4-4-65,0 0-1,0 0 1,0 0 0,0 0 0,-1 0 0,0 0-1,0 0 1,0 0 0,-1 1 0,1-1 0,-1 1-1,0 0 1,-5-6 0,-8-7 150,-29-26 0,35 34-133,-170-155 1366,156 142-1248,7 6-69,-35-25-1,44 35-102,2 2-161,0 0 0,0 0 0,0 1 1,0-1-1,0 1 0,-1 1 1,0-1-1,1 1 0,-1 0 1,-11-1-1,-7 2-857,0 0 1,0 2-1,-38 5 0,-76 23-8049,69-9 444</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07:38.029"/>
    </inkml:context>
    <inkml:brush xml:id="br0">
      <inkml:brushProperty name="width" value="0.025" units="cm"/>
      <inkml:brushProperty name="height" value="0.025" units="cm"/>
    </inkml:brush>
  </inkml:definitions>
  <inkml:trace contextRef="#ctx0" brushRef="#br0">1618 11 8125,'0'2'576,"-5"11"-186,2-9 3580,2-4-3845,0 0 1,0 0-1,0 0 1,0-1-1,0 1 1,0 0 0,0-1-1,0 1 1,0-1-1,0 0 1,0 1-1,0-1 1,-2-1 0,2 1 126,0 0 1,-1 0-1,1 0 1,-1 0 0,0 0-1,1 0 1,-1 1 0,0-1-1,-3 0 1,-18-5 819,17 4-829,0 1-1,-1-1 0,1 1 1,0 0-1,0 1 0,-1-1 1,-7 2-1,-91 2 1237,-46 12-738,-195 45-1,278-43-714,0 3 0,1 3 0,2 2 0,1 4 0,-73 43-1,96-46 15,0 2-1,2 1 1,-59 57-1,78-65-31,1 0-1,2 1 0,0 1 1,1 1-1,1 0 0,1 1 1,-18 46-1,22-45 3,0 1 1,2 0-1,0 1 0,2 0 0,1 0 0,2 0 0,-1 30 1,5-29-12,2 1 1,0-1 0,2 0-1,1 0 1,13 37 0,-11-45 3,1 0 0,1-1 0,1 0 0,1 0 0,0-1 1,1-1-1,23 25 0,-3-10 2,0-2 0,2-1 1,2-1-1,0-2 0,2-2 0,1-1 1,0-3-1,2-1 0,0-1 0,2-3 1,-1-2-1,2-1 0,0-3 0,76 8 1,-21-11-28,0-4 0,0-5 1,0-4-1,0-4 1,105-26-1,-119 18-2,0-5-1,-2-3 0,140-63 0,-190 70 38,-1-2 0,0-1-1,-2-1 1,47-46-1,-61 53 37,-1-1 0,-1-1-1,-1-1 1,-1 0 0,19-34-1,-25 39 162,0-1-1,-1 0 1,-1-1-1,-1 1 0,0-1 1,0 0-1,-2 0 1,1-30-1,-4 15 173,-1 0-1,-2 0 1,-12-49-1,-36-86 733,38 129-844,-2 0 0,-2 1-1,-1 1 1,-2 1 0,-1 0 0,-52-59 0,50 67-148,-2 0 0,-1 2 0,0 1 0,-2 1 0,-1 2 0,0 1 0,-65-30 0,56 34-109,-2 1 0,0 3 0,-71-11 0,-131-1-4532,79 9-9513,136 10 4127</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07:41.491"/>
    </inkml:context>
    <inkml:brush xml:id="br0">
      <inkml:brushProperty name="width" value="0.025" units="cm"/>
      <inkml:brushProperty name="height" value="0.025" units="cm"/>
    </inkml:brush>
  </inkml:definitions>
  <inkml:trace contextRef="#ctx0" brushRef="#br0">127 607 4936,'-30'7'1430,"20"-6"-607,0 1 0,0 1 0,0 0 0,0 0-1,-13 7 1,21-9-12,-19 5 1105,21-6-1860,0 0 0,0 0 0,0 0 0,0 0 0,0 0 0,0 0 0,0 0 0,0 0 0,0 0 0,0 1 0,1-1 0,-1 0 0,0 0 0,0 0 0,0 0 0,0 0 0,0 0 0,0 0 0,0 0 0,0 0 0,0 0 0,0 0 0,0 0-1,0 0 1,0 0 0,0 0 0,0 0 0,1 0 0,-1 0 0,0 0 0,0 1 0,0-1 0,0 0 0,0 0 0,0 0 0,0 0 0,0 0 0,0 0 0,0 0 0,0 0 0,0 0 0,0 0 0,0 0 0,0 1 0,0-1 0,0 0 0,0 0 0,0 0 0,40-2 4221,-17 1-4728,249-6 2149,158-9-960,909-113 291,-1016 94-828,130-16-81,-47 0-18,1011-146 1245,21 40 460,-1099 163-1725,-238-1 60,-98-5-105,12 2-64,-4-1-311,-13-2-973,-19-1 214,18 2 824,0 0-5227,-45-1 2049,12-2-2464,10 2-1091</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07:48.044"/>
    </inkml:context>
    <inkml:brush xml:id="br0">
      <inkml:brushProperty name="width" value="0.025" units="cm"/>
      <inkml:brushProperty name="height" value="0.025" units="cm"/>
    </inkml:brush>
  </inkml:definitions>
  <inkml:trace contextRef="#ctx0" brushRef="#br0">370 2695 8161,'-12'3'502,"8"-3"-225,-1 1-1,1 0 1,0 0 0,-1 0-1,1 1 1,0 0-1,-5 2 1,6-2 1495,-31-5 1353,31 3-2020,-14 5 827,15-5-1667,-1 1 0,1-1 1,0 0-1,0 0 0,-1 0 1,1 0-1,0-1 0,-1 1 1,1-1-1,0 1 0,0-1 1,0 0-1,-1 1 0,1-1 0,-2-2 1,2 2 1700,-30 1-376,29 0-1245,22 0 328,460-20 1186,-71 0-1540,177 2-172,-339 10-130,-84 4-7,137-7-31,138-12 96,-216 16-97,-124 5 18,231 15 56,-173-3-31,512-6 29,-155-29-59,49-18 38,90-5 3,-361 35-27,264-19 9,-166-3-32,7 9-25,-87 7 92,200-12-69,-411 25 41,293-6-4,-117 6-39,-223 6 7,-27 1 5,31-3-1,-45 1 14,0 0 0,0 0 0,0 1 0,10 1-1,2-2 13,-19 1-9,1-1 0,0 0 0,0 0 0,-1-1 0,1 1 0,0-1-1,-1 1 1,1-1 0,-1 0 0,0 0 0,0 0 0,0 0 0,0 0 0,0 0 0,0-1 0,0 1 0,2-6-1,3-6-3,0 0 0,6-20 0,1-1 15,-8 16-5,-1-1-1,0 1 1,-1-1-1,-1 0 0,-1 0 1,-1-39-1,1 7 6,-4-159 60,-2 69-50,-19-271 25,4 156-39,-10-136 113,25 351-296,-1-1 0,-20-75 0,22 107 106,0 1 1,-1-1-1,-1 1 1,-9-17-1,-8-18-108,19 38 153,0 0 0,0 0 0,0 0 0,-1 1 1,0-1-1,-1 1 0,-7-9 0,7 9 14,-1 0-1,1 1 1,-1 0 0,0 0-1,0 0 1,0 1-1,0 0 1,-1 0 0,0 1-1,0 0 1,0 0-1,0 0 1,-8-1 0,-14-2-6,0 2 1,-58-2 0,-61 11-37,62-1 43,-116 10 32,-44 1 18,-193-7-98,-518 3 92,715-2-64,-84 1 41,-484-48-28,428 13-5,8-9 67,153 11-40,-513-20-85,376 55 108,1 22-22,-16 1-54,27-22 125,275-11-80,-332 11-26,244-9 21,-64 5 2,-27 3-13,50-3 1,93-5 2,42-3-6,-67 10-1,25 1 32,-90 12-99,130-13 100,-52 12 152,57-12-117,55-9-50,0 0 0,0 0-1,0 0 1,0 1 0,0 0 0,0 0-1,0 1 1,1 0 0,-11 8 0,13-7-1,-1 0 0,1 0 0,0 0 0,0 1 0,0-1 1,1 1-1,0 0 0,0 0 0,1 1 0,-1-1 0,-1 10 0,-52 251 11,55-259-9,-78 580 177,73-508-142,5 87-1,16 80 63,1 138-7,-17-321-88,-5 66 7,-34 153 30,14-165-37,4-25 22,22-91-23,1 1-346,-1-1 349,1 1 0,0-1 0,0 1-1,0-1 1,0 0 0,1 0-1,-1 1 1,0-1 0,1 0 0,3 4-1,-2-4 10,0-1 0,0 1-1,1 0 1,-1-1 0,1 1 0,-1-1-1,1 0 1,6 1 0,20 3 77,1 0 0,54-1 0,68-9 21,-118 3-93,181-24-1495,-135 13-5678,-76 12 53,9-4-4576</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3:09.358"/>
    </inkml:context>
    <inkml:brush xml:id="br0">
      <inkml:brushProperty name="width" value="0.025" units="cm"/>
      <inkml:brushProperty name="height" value="0.025" units="cm"/>
    </inkml:brush>
  </inkml:definitions>
  <inkml:trace contextRef="#ctx0" brushRef="#br0">170 302 7289,'-29'0'1390,"23"0"8298,3 1-9356,-56 11 889,57-11-850,-1-1-198,-22 9 127,23-8 496,-3 6-464,4-6-283,1 0 0,0 0 1,-1 0-1,1 0 0,-1 0 0,1-1 0,-1 1 0,0 0 1,1 0-1,-1-1 0,0 1 0,1 0 0,-1-1 0,0 1 1,-1 0-1,-20 8 102,20-8 254,15-10 79,1 1-252,0 1 0,1 0-1,0 2 1,1-1 0,-1 2 0,32-5 0,0-1 152,-16 2-195,419-98 1499,6 30-1008,286 24-191,1 40-283,-490 10-161,-200 1-33,592-24 936,-522 16-599,-120 9-598,-22 1-9143,-11 4 2679,-5 3-4281</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3:29.221"/>
    </inkml:context>
    <inkml:brush xml:id="br0">
      <inkml:brushProperty name="width" value="0.025" units="cm"/>
      <inkml:brushProperty name="height" value="0.025" units="cm"/>
    </inkml:brush>
  </inkml:definitions>
  <inkml:trace contextRef="#ctx0" brushRef="#br0">9 494 12433,'16'-16'1405,"-13"13"663,-6 2-1251,-21-4 8522,25 5-9293,0 0 0,0-1 0,0 1 0,1-1 0,-1 0 0,0 1 0,0-1 0,0 0-1,0 1 1,0-1 0,1-2 0,3-1 43,3 0-32,1 0-1,0 0 1,0 1-1,0 0 0,1 0 1,-1 1-1,17-1 1,13-4 100,910-135 173,-706 119-304,153-20 47,305-26-101,4 36-25,-506 26 41,444-43-8,-449 31 34,288-17-48,0 35-5,-261 24 52,-100-8-114,38 11 118,-78-12-22,62 11 29,189-4-1601,-330-21 1387,0 0 1,0 0-1,1 0 0,-1 0 0,0 0 1,0-1-1,0 1 0,0-1 0,0 0 1,0 1-1,0-1 0,-1 0 0,1 0 1,3-2-1,-4 2-172,-1 0 0,1 0 0,0 0 0,-1 0 0,1-1 0,0 1 0,-1 0-1,0 0 1,1-1 0,-1 1 0,0 0 0,1-1 0,-1 1 0,0 0 0,0 0 0,0-1 0,0 1 0,0 0 0,0-1 0,-1 1 0,1 0 0,0-1-1,-1 1 1,1 0 0,-2-3 0,-12-33-10333</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3:31.125"/>
    </inkml:context>
    <inkml:brush xml:id="br0">
      <inkml:brushProperty name="width" value="0.025" units="cm"/>
      <inkml:brushProperty name="height" value="0.025" units="cm"/>
    </inkml:brush>
  </inkml:definitions>
  <inkml:trace contextRef="#ctx0" brushRef="#br0">478 186 5781,'0'0'4910,"0"-2"-4349,1 1-458,-1 1 1,0-1-1,1 0 1,-1 0-1,0 1 1,0-1 0,0 0-1,0 0 1,0 0-1,0 1 1,0-1-1,0 0 1,0 0 0,0 0-1,0 1 1,0-1-1,0 0 1,-1 0-1,1 1 1,0-1-1,0 0 1,-1 0 0,1 1-1,-1-2 1,-1 2 126,1 0 0,0 0 0,-1 0 0,1 0 0,0 0 0,-1 0 1,1 1-1,0-1 0,0 0 0,-1 1 0,1-1 0,-2 1 0,-15 5-874,4-2 695,0 1-1,0 0 1,1 1 0,0 1-1,0 0 1,1 0 0,0 2-1,-17 13 1,7-2 85,0 1 0,2 1 1,-21 28-1,14-11 5,2 2 1,1 1-1,2 1 1,3 1-1,1 0 1,2 2 0,-18 87-1,28-99-43,1 0 0,2 0 0,2 0 0,1 0 0,1 1-1,8 43 1,-5-56-11,0-1-1,2 1 0,1-1 1,0 0-1,2-1 1,0 0-1,1 0 0,1-1 1,1 0-1,25 29 0,-15-25 16,1-1 0,0-2-1,2 0 1,1-2-1,0 0 1,1-2-1,1-1 1,0-2-1,1 0 1,42 12-1,-14-10 85,1-2-1,0-2 0,1-3 0,95 1 0,-114-9-112,-1-1-1,1-2 1,-1-1-1,1-3 0,-2-1 1,51-17-1,-71 18-51,-1 0 0,0-1-1,0-1 1,-1-1 0,0-1-1,21-18 1,-26 19-13,-1 0 0,0-1 0,-1 0 0,-1-1 0,0 1-1,0-2 1,-1 1 0,0-1 0,6-20 0,-2-1-5,-2-1-1,-2 0 1,-1 0-1,-1 0 1,-1-54-1,-5 31 2,-2 0 0,-18-92 0,10 98 9,-3 0 0,-1 1-1,-3 1 1,-44-89-1,42 104-4,-1 0 0,-2 2 1,-1 0-1,-2 2 0,0 0 0,-3 2 0,-31-25 0,34 32-5,-2 1 1,-1 2-1,0 1 0,-1 1 0,-63-25 0,76 36-6,0 1 1,-1 0 0,1 2-1,-1 0 1,0 1 0,0 0 0,0 2-1,0 0 1,0 1 0,0 1-1,0 0 1,0 2 0,-18 5-1,21-4-179,0 1-1,0 0 1,0 1-1,1 1 1,0 0-1,1 1 0,-1 0 1,2 1-1,-21 20 1,19-15-706,1 2 0,0-1 1,2 1-1,-13 23 1,-1 7-4329,5 0-3192</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3:32.147"/>
    </inkml:context>
    <inkml:brush xml:id="br0">
      <inkml:brushProperty name="width" value="0.025" units="cm"/>
      <inkml:brushProperty name="height" value="0.025" units="cm"/>
    </inkml:brush>
  </inkml:definitions>
  <inkml:trace contextRef="#ctx0" brushRef="#br0">577 17 7261,'-22'-16'2993,"7"22"-996,-32 10 1,33-12-1811,-1 1 1,1 0 0,-20 11-1,27-11-73,-13 5 138,2 1 0,0 1 0,0 1 0,1 0 0,-27 28 0,19-12-40,2 1-1,1 1 1,1 1 0,1 1 0,2 1-1,2 1 1,-14 38 0,7-2 15,3 2 1,2 0-1,-12 125 1,27-147-132,1 0 1,3 1-1,2-1 1,2 0-1,2 0 1,18 64-1,-14-82-5,0-1-1,3 0 0,0-1 0,38 58 0,-24-49 47,2-1-1,66 67 1,-76-89-62,0-1 0,0 0 0,2-1 0,0-2 0,0 0 0,1-1 1,1-2-1,0 0 0,0-1 0,1-2 0,0 0 0,0-2 1,1-1-1,0-1 0,-1-1 0,1-1 0,32-3 0,-35 0-24,-1-1-1,0-1 1,1-1-1,-1-2 1,-1 0 0,1-1-1,-1 0 1,33-21-1,-37 18-29,-1 0 0,-1-1 1,0 0-1,-1-2 0,0 1 0,-1-2 0,0 0 0,-1 0 0,-1-1 1,17-33-1,-14 17-7,-1 0 0,-1 0 0,13-63 0,-14 32-8,4-73 0,-9 38 101,-4-1 0,-22-187 0,14 240-52,-3 1 1,-2 0 0,-1 1 0,-3 0-1,-1 1 1,-3 1 0,-1 0 0,-38-58 0,42 78-40,-2 1 0,0 1 1,-1 0-1,-1 2 0,-1 0 1,0 1-1,-1 1 0,-1 1 1,-1 1-1,0 1 0,0 1 1,-1 1-1,-1 2 1,0 0-1,0 2 0,-1 1 1,0 1-1,0 1 0,0 1 1,0 1-1,-1 2 0,1 1 1,0 1-1,0 1 1,-46 12-1,-79 33-81,129-39-24,1 2-1,0 0 1,1 1-1,-28 22 1,17-11-162,21-17 90,1 2 1,0-1 0,0 2 0,-10 10 0,18-17-139,-6 8-397,4-3-4445,19-32-1454,-4 14-247</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3:43.579"/>
    </inkml:context>
    <inkml:brush xml:id="br0">
      <inkml:brushProperty name="width" value="0.025" units="cm"/>
      <inkml:brushProperty name="height" value="0.025" units="cm"/>
    </inkml:brush>
  </inkml:definitions>
  <inkml:trace contextRef="#ctx0" brushRef="#br0">645 1 6697,'9'29'1522,"-9"-29"-1453,0 0-1,0 1 0,0-1 0,0 0 1,0 1-1,0-1 0,-1 0 0,1 1 1,0-1-1,0 0 0,0 1 0,0-1 1,0 0-1,-1 1 0,1-1 0,0 0 1,0 0-1,0 1 0,-1-1 0,1 0 1,0 0-1,0 0 0,-1 1 0,1-1 1,0 0-1,-1 0 0,1 0 0,0 0 1,-1 0-1,1 1 0,0-1 0,0 0 1,-1 0-1,1 0 0,-1 0 0,-14 3 1131,13-3 1420,-15 0-1381,11 0-940,0 0-1,0 1 1,0 0-1,1 0 0,-1 0 1,0 1-1,-10 4 1,-7 2 136,6-1-163,0 0 1,0 1-1,1 0 0,0 2 0,1 0 0,0 1 0,-23 21 0,2 2 344,-52 66 0,56-60-321,2 1-1,2 1 1,1 2 0,3 1-1,2 1 1,1 1-1,3 0 1,2 2-1,-17 78 1,31-111-125,0 0-1,1 1 1,1-1-1,0 0 1,1 0-1,1 0 1,1 0-1,0 0 1,1-1 0,0 1-1,2-1 1,-1 0-1,13 21 1,-8-19-19,0-1 1,1 0-1,1-1 1,1 0-1,0-1 1,1-1 0,0 0-1,1 0 1,1-2-1,33 20 1,-9-11 51,1-2 0,1-1 0,1-2 1,51 10-1,182 21 323,-244-42-503,0-2 0,-1 0 0,1-2 0,34-5 0,-57 4-50,0 0 0,-1-1 0,1 0 1,0-1-1,-1 0 0,0 0 1,0-1-1,0 0 0,0-1 0,0 1 1,-1-2-1,0 1 0,0-1 0,0 0 1,-1 0-1,0-1 0,0 1 1,0-1-1,5-11 0,-3 3-38,-1-1 1,-1 0-1,0 0 0,-1 0 0,-1 0 1,-1-1-1,3-30 0,-4-122-154,-2 165 216,-3-57 20,-3 0-1,-2 0 1,-3 1 0,-2 1-1,-3 0 1,-3 1 0,-28-62-1,40 103-10,-1 0-1,-1 1 0,-1 0 0,0 1 0,-1-1 1,0 2-1,-1 0 0,-1 0 0,0 1 1,-1 1-1,-29-20 0,18 17-345,-1 2 1,0 1-1,-1 2 1,0 0-1,-45-9 1,38 13-1057,1 2 0,-1 0 0,-1 3 0,-47 3 0,7 7-5155,0-1-4298</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3:44.998"/>
    </inkml:context>
    <inkml:brush xml:id="br0">
      <inkml:brushProperty name="width" value="0.025" units="cm"/>
      <inkml:brushProperty name="height" value="0.025" units="cm"/>
    </inkml:brush>
  </inkml:definitions>
  <inkml:trace contextRef="#ctx0" brushRef="#br0">705 51 6581,'7'-5'658,"5"-2"-104,-4 5 6928,-43-18-2869,33 19-4559,0 1 0,0-1 0,0 0-1,0 1 1,0 0 0,0-1-1,0 1 1,0 0 0,0 0-1,0 0 1,0 0 0,-1 0-1,1 1 1,0-1 0,0 1-1,0-1 1,0 1 0,0 0-1,-2 1 1,-22 7 286,-140 40 877,143-44-1136,2-1-18,-36 12 0,51-14-58,1 0 0,-1 0 1,1 1-1,0 0 0,0 0 0,0 0 0,0 1 0,0 0 1,1 0-1,0 0 0,-5 6 0,-40 46 82,31-38-79,-22 31 0,-15 22 73,40-53-72,0 1 0,1 0 1,1 1-1,0 0 0,-14 33 0,19-23 13,0 0 0,2 0 0,1 0-1,1 1 1,1 43 0,0-25 15,2-13 10,2 0 1,2 0 0,1 0-1,12 52 1,50 137 350,-55-189-356,-6-21-10,1 1 0,0-1 0,1 0 0,1 0 0,0-1 0,1 0 0,1-1 0,0 0 0,1 0 0,0-1 0,1-1 0,0 0 0,1 0 0,0-1 0,1-1 0,25 14 0,-22-16-3,0-1-1,1 0 1,-1-1 0,1 0-1,1-2 1,-1 0-1,0-1 1,1-1 0,28-2-1,-6-3 25,1-2 1,-1-2-1,46-14 0,-60 14-25,0-1 1,0-1 0,33-19-1,-46 22 32,0 0 0,-1-1-1,0-1 1,-1 0 0,0-1-1,0 0 1,-1-1 0,0 0-1,-1-1 1,-1 0 0,9-13-1,6-22 318,-2-1 0,-3-1 0,-1 0 0,12-59 0,-23 77-176,-2 0 1,-1 0-1,-1 0 0,-2-1 0,0 1 1,-6-34-1,-1 16 93,-2 0-1,-2 0 1,-19-52 0,16 67-191,-2 1 0,-1 1 0,-1 0 0,-1 1 0,-2 1 0,-2 0 0,0 2-1,-2 1 1,-1 0 0,-1 2 0,-1 1 0,-1 2 0,-39-25 0,46 34-99,-1 1-1,-1 1 1,-31-11-1,42 18-70,-1 1 0,0 0-1,0 1 1,0 1 0,-1 0 0,1 0-1,0 1 1,-17 3 0,15-1-663,-1 1 1,0 1 0,1 0-1,-24 11 1,19-8-1108,-6 4-1549,11 0-5988,8-4-463</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3:48.628"/>
    </inkml:context>
    <inkml:brush xml:id="br0">
      <inkml:brushProperty name="width" value="0.025" units="cm"/>
      <inkml:brushProperty name="height" value="0.025" units="cm"/>
    </inkml:brush>
  </inkml:definitions>
  <inkml:trace contextRef="#ctx0" brushRef="#br0">410 124 10033,'-24'-11'9671,"5"11"-9202,12 1-362,0 0 1,-1 0 0,1 1 0,0 0 0,0 0 0,0 0 0,0 1 0,0 0 0,0 1 0,1-1 0,0 1-1,-1 1 1,-7 6 0,-2 3-32,1 1-1,0 0 1,-18 26-1,15-16 20,2 1 0,1 1 0,1 0 0,-15 40 0,-30 121 334,49-143-291,1 1 1,3 0-1,1 1 1,3-1-1,2 1 1,1-1-1,9 52 1,-5-71-34,1-1 0,2-1 0,0 1 0,2-1 0,0-1 0,2 0 0,1 0 0,0-1-1,2-1 1,1 0 0,0-1 0,2-1 0,0 0 0,2-2 0,25 21 0,-18-19 47,0-2-1,0-1 1,2 0-1,0-3 1,1 0 0,0-2-1,1-1 1,0-1-1,1-2 1,0-1-1,0-2 1,35 2 0,-29-5-22,0-2 1,1-2 0,-1-1-1,0-2 1,38-9 0,-60 10-102,-1-1 0,1-1 0,-1 0 0,0-1 0,0 0 0,-1-1 0,0-1 0,0 0 0,-1-1 0,0-1 0,-1 0 0,0 0 0,-1-1 0,12-16 0,-10 8-52,-1 0 0,-1-2 0,-1 1 0,-1-1 0,-1 0 0,0-1 0,-2 0 0,-1 0 0,-1-1 0,-1 1 0,0-1 0,-2 0 0,-2-25 0,-3-2-82,-2 0-1,-2 0 1,-3 0-1,-2 1 1,-19-49-1,12 49 32,-1 1 0,-2 1 0,-3 1 1,-1 2-1,-3 0 0,-1 2 0,-3 1 0,-1 2 0,-2 2 0,-1 1 0,-2 1 0,-2 3 0,0 1 0,-3 3 0,-58-30 0,91 52-13,-1 2 0,0 0 0,-1 0 0,1 1 0,-1 1-1,0 0 1,0 1 0,-28 0 0,37 2-102,0 0-1,0 0 1,0 1-1,0 0 1,0 0 0,0 0-1,0 0 1,0 1 0,1 0-1,-1 0 1,1 0 0,-1 1-1,1-1 1,0 1 0,-1 0-1,2 0 1,-1 1-1,0-1 1,1 1 0,-1 0-1,1 0 1,0 0 0,0 0-1,1 0 1,-1 1 0,1-1-1,-2 7 1,3-8-295,0 0 0,0 0 0,1 0 0,-1 0 0,1 0 0,0 0 0,0 0 0,0 0 0,0 0 0,1 0 0,-1 0 0,1 0 0,-1 0 0,3 4 0,-1 1-874,15 45-7682</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3:49.335"/>
    </inkml:context>
    <inkml:brush xml:id="br0">
      <inkml:brushProperty name="width" value="0.025" units="cm"/>
      <inkml:brushProperty name="height" value="0.025" units="cm"/>
    </inkml:brush>
  </inkml:definitions>
  <inkml:trace contextRef="#ctx0" brushRef="#br0">1 134 9337,'0'0'7974,"1"-2"-6884,4-6-674,1 1 1,0 0-1,0 1 1,1-1-1,-1 1 0,1 0 1,1 1-1,-1-1 1,1 2-1,0-1 1,0 1-1,0 0 0,14-4 1,15-4 1454,75-12 0,-73 16-1217,-28 6-525,-1 1-1,0 0 0,0 0 0,0 1 0,1 0 1,15 3-1,-25-2-158,0-1 1,0 1-1,0 0 1,0-1-1,0 1 1,-1 0-1,1 0 1,0-1-1,0 1 1,0 0-1,-1 0 1,1 0-1,0 0 1,-1 0-1,1 0 1,-1 0-1,1 0 0,-1 0 1,0 1-1,1-1 1,-1 0-1,0 0 1,0 0-1,0 0 1,0 0-1,0 1 1,0-1-1,0 0 1,0 0-1,0 0 1,-1 2-1,-10 36-1184,9-35 1079,-9 22-1229,-1-1 1,-1 0-1,-23 32 0,-1 1-468,2-10 3482,22-31 379,14-16-1847,0 0 0,0 0 0,-1 0 0,1 0 0,0 0 0,0 0-1,1 0 1,-1-1 0,0 1 0,0 0 0,0 0 0,2 0 0,-3-1-90,8 4 291,0-1-1,0 1 0,0-1 1,1-1-1,-1 0 1,12 2-1,27 7 859,-43-10-1201,73 28 1548,-71-26-1461,1 1-1,0 0 1,-1-1 0,1 2 0,-1-1 0,0 1-1,-1 0 1,10 10 0,-15-14-127,1 1 0,0-1 0,0 1 0,-1 0 0,1-1 0,-1 1 0,0 0 0,1-1 0,-1 1 0,0 0 0,0 0 0,0-1 0,0 1 0,0 0 0,-1-1 0,1 1 0,0 0 0,-1-1 0,1 1 0,-1 0 0,0-1 0,1 1 0,-1-1 0,0 1 0,-2 2 0,-3 5 0,-1-1 0,-14 16 0,18-21 0,-13 13-578,-1-1 0,-1 0 0,0-1 1,-1-2-1,0 0 0,-1 0 0,-1-2 0,1-1 0,-38 12 0,46-18-316,0-1 0,-1 0 0,1-1 0,-17 0-1,-22-7-7127,18-4-3489</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3:49.652"/>
    </inkml:context>
    <inkml:brush xml:id="br0">
      <inkml:brushProperty name="width" value="0.025" units="cm"/>
      <inkml:brushProperty name="height" value="0.025" units="cm"/>
    </inkml:brush>
  </inkml:definitions>
  <inkml:trace contextRef="#ctx0" brushRef="#br0">0 101 18030,'41'-9'2039,"-1"2"1,1 2-1,63 0 1,522 3 2785,-228-1-3071,-334 4-1754,68-3 0,-131 2 0,1 0 0,-1 0 0,0 0 0,1-1 0,-1 1 0,0 0 0,0 0 0,1-1 0,-1 1 0,0-1 0,0 1 0,2-2 0,-3 1-17,1 1 0,-1-1 0,0 0 0,0 0 0,0 1 0,1-1 0,-1 0 0,0 1 0,0-1 0,0 0 0,0 1 0,0-1 0,-1 0 0,1 0 0,0 1 1,0-1-1,0 0 0,-1 1 0,1-1 0,0 0 0,0 1 0,-1-1 0,1 1 0,-1-1 0,1 0 0,-1 1 0,1-1 0,-1 1 0,0-1 0,-16-15-1662,11 13 991,-1 0 1,0 0 0,0 1-1,0 0 1,0 0-1,-12-1 1,6 0-232,-43-3-3513,16 7-1651,-8 4-5266</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3:50.044"/>
    </inkml:context>
    <inkml:brush xml:id="br0">
      <inkml:brushProperty name="width" value="0.025" units="cm"/>
      <inkml:brushProperty name="height" value="0.025" units="cm"/>
    </inkml:brush>
  </inkml:definitions>
  <inkml:trace contextRef="#ctx0" brushRef="#br0">39 130 13313,'-38'-4'2525,"38"4"-2454,0 0 0,0 0 0,0 0 0,0 0 0,0 0 0,0-1 0,0 1 0,0 0 0,1 0 0,-1 0 0,0 0 0,0 0 0,0 0 0,0 0 0,0 0 0,0 0 0,0 0 0,0-1 0,0 1 0,0 0 0,0 0 0,0 0 0,0 0 0,0 0 0,0 0 0,0 0 0,0-1 0,0 1 1,0 0-1,0 0 0,0 0 0,0 0 0,0 0 0,0 0 0,0 0 0,0 0 0,0-1 0,0 1 0,0 0 0,0 0 0,0 0 0,0 0 0,-1 0 0,1 0 0,0 0 0,0 0 0,0 0 0,0 0 0,0 0 0,0 0 0,0-1 0,0 1 0,0 0 0,-1 0 0,1 0 0,0 0 0,0 0 0,10-5 889,16-3 1464,1 0 1,0 2 0,37-4 0,-6 0-589,-42 7-1750,175-28 143,-132 25-3021,-71-6-3551,-12 0-1318,-7 3-5326</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3:50.344"/>
    </inkml:context>
    <inkml:brush xml:id="br0">
      <inkml:brushProperty name="width" value="0.025" units="cm"/>
      <inkml:brushProperty name="height" value="0.025" units="cm"/>
    </inkml:brush>
  </inkml:definitions>
  <inkml:trace contextRef="#ctx0" brushRef="#br0">29 0 14529,'0'0'7430,"-1"4"-7121,-8 27-58,4-19 41,2 0 0,0 0 0,0 0 0,-1 15-1,4-23-155,-1 0-1,2-1 0,-1 1 1,0-1-1,1 1 0,-1-1 1,1 0-1,0 1 0,0-1 1,1 0-1,-1 1 0,0-1 1,1 0-1,0 0 0,0 0 1,0 0-1,0 0 0,0-1 1,1 1-1,2 2 0,125 88 3661,-60-46-2244,68 41-953,-137-87-604,0-1-1,1 1 1,-1 0 0,0 1-1,0-1 1,0 0 0,0 0-1,0 0 1,0 1 0,-1-1-1,1 0 1,0 1 0,-1-1-1,1 1 1,0-1 0,-1 1-1,0-1 1,1 1 0,-1-1-1,0 1 1,0-1 0,0 1-1,0-1 1,0 1 0,0-1-1,-1 1 1,1-1 0,0 1-1,-1-1 1,1 1 0,-1-1-1,1 1 1,-1-1 0,-1 2-1,-2 4-139,0-1-1,-1 0 0,1 0 0,-1-1 0,-10 10 1,9-10-337,0-1 1,0 0 0,0 0-1,-1 0 1,1-1-1,-1 0 1,0 0 0,0 0-1,-11 2 1,-5-1-4793,-38 3 0,58-7 4629,-48 5-12070</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3:51.323"/>
    </inkml:context>
    <inkml:brush xml:id="br0">
      <inkml:brushProperty name="width" value="0.025" units="cm"/>
      <inkml:brushProperty name="height" value="0.025" units="cm"/>
    </inkml:brush>
  </inkml:definitions>
  <inkml:trace contextRef="#ctx0" brushRef="#br0">1021 0 6897,'-5'5'381,"-1"-1"0,1 0 0,-1-1 0,0 1 0,0-1 0,0 0 1,-1-1-1,1 0 0,-1 0 0,1 0 0,-1 0 0,1-1 0,-1-1 0,0 1 1,0-1-1,-11 0 0,-7-1 96,0 1 0,0 1 0,1 1 1,-1 2-1,0 0 0,1 2 0,0 0 0,0 2 0,1 1 0,0 0 1,0 2-1,1 1 0,1 0 0,-33 25 0,21-9-79,1 0 0,1 2 0,1 1-1,2 2 1,1 0 0,2 2 0,-34 60 0,22-22 240,2 2 0,4 1 0,-22 83 0,26-65-177,5 0 1,5 2-1,-7 106 1,20-129-222,3-1 0,4 1 0,2-1-1,28 132 1,-15-134-112,4 1 0,2-2 0,3-1 0,3-1 0,75 121 0,-73-141-29,1-2 0,3-1-1,1-2 1,3-1 0,1-2 0,1-2 0,2-2 0,63 38 0,-48-39-11,1-2 1,2-3-1,96 32 1,-120-50-86,0-1 1,0-2-1,1-2 1,0-1-1,0-2 1,1-1-1,55-6 1,-71 0-138,0 0 0,0-1 0,-1-2 0,0 0 0,0-2 1,-1 0-1,0-2 0,-1 0 0,0-2 0,-1 0 0,0-1 0,29-27 0,-22 14-214,-1-1 0,-2-1 0,-1-1-1,-1-1 1,-1-1 0,-2 0 0,21-52-1,-9 7-238,-3-2-1,-4-1 0,20-115 0,-25 68 56,5-197-1,-24 218 333,-26-207 0,13 235 203,-4 1 1,-3 0-1,-37-93 0,38 126 68,-1 1-1,-3 1 1,-1 1-1,-2 1 1,-56-66-1,58 79-31,-1 2 0,-2 0 0,-1 2 0,0 1 0,-2 1-1,0 1 1,-1 2 0,-41-17 0,39 21 2,-1 2 1,0 1-1,-1 2 0,-71-10 1,83 17-56,0 1 0,-1 2 0,1 0 0,0 1 0,0 1 0,0 1 0,0 1 0,-38 14 0,29-6-807,1 1 0,0 2 0,1 1 0,0 1 0,2 2 0,-38 32 0,11 2-4998,7-9-3508</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3:58.716"/>
    </inkml:context>
    <inkml:brush xml:id="br0">
      <inkml:brushProperty name="width" value="0.025" units="cm"/>
      <inkml:brushProperty name="height" value="0.025" units="cm"/>
    </inkml:brush>
  </inkml:definitions>
  <inkml:trace contextRef="#ctx0" brushRef="#br0">361 0 12353,'-4'6'608,"1"-1"1,-1 0-1,0 0 0,0 0 0,-1 0 1,1-1-1,-1 0 0,0 0 0,0 0 1,-6 3-1,4-1-350,0 0-1,1 0 1,0 0 0,0 1 0,1 0-1,0 0 1,0 0 0,0 1 0,-4 11-1,-7 9 177,-18 37-29,3 1-1,-31 99 1,-1 0-2672,40-116-993,7-21-3944</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3:58.953"/>
    </inkml:context>
    <inkml:brush xml:id="br0">
      <inkml:brushProperty name="width" value="0.025" units="cm"/>
      <inkml:brushProperty name="height" value="0.025" units="cm"/>
    </inkml:brush>
  </inkml:definitions>
  <inkml:trace contextRef="#ctx0" brushRef="#br0">0 1 15473,'21'10'7271,"-1"-7"-4387,-14-2-2462,-1-1 0,0 1 0,0 1 0,0-1 0,9 5 0,133 79 3012,-60-32-2261,47 37-3907,-19-12-1119,-109-78-50,10-12-3337,5-15-4813</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3:59.474"/>
    </inkml:context>
    <inkml:brush xml:id="br0">
      <inkml:brushProperty name="width" value="0.025" units="cm"/>
      <inkml:brushProperty name="height" value="0.025" units="cm"/>
    </inkml:brush>
  </inkml:definitions>
  <inkml:trace contextRef="#ctx0" brushRef="#br0">0 125 10425,'0'0'10528,"1"-3"-9439,0 1-919,-1 0 0,1 0 0,0 0 0,0 0 0,0 0 0,0 0 0,0 0 0,0 0 0,1 0 0,-1 1 0,1-1 0,-1 0-1,1 1 1,0-1 0,0 1 0,-1 0 0,1-1 0,0 1 0,0 0 0,0 0 0,0 1 0,0-1 0,5-1 0,198-64 6298,-182 60-6379,43-5 0,-46 11-89,-18 1-10,0 0 1,-1 0-1,1-1 0,-1 1 1,1 0-1,-1 0 0,1 1 1,-1-1-1,0 0 0,0 0 1,1 1-1,-1-1 0,0 0 0,0 1 1,0-1-1,0 1 0,-1 0 1,1-1-1,0 1 0,-1 0 1,1-1-1,-1 1 0,1 0 1,-1 0-1,0-1 0,0 1 1,0 0-1,0 0 0,0 0 1,0-1-1,0 1 0,-1 0 1,0 2-1,-1 6-170,-1 0 1,0-1-1,-1 1 0,-6 13 1,-105 224-5784,114-246 6015,1 0-1,-1 0 1,0 0 0,1 1 0,0-1-1,-1 0 1,1 0 0,0 0-1,-1 1 1,1-1 0,0 0 0,0 0-1,0 1 1,0-1 0,0 0 0,1 1-1,-1-1 1,0 0 0,1 2-1,0-2 9,0 0 1,-1 0-1,1 0 0,0 0 0,0-1 0,0 1 0,0 0 0,0-1 0,0 1 0,0-1 0,0 1 1,0-1-1,0 1 0,0-1 0,0 0 0,0 1 0,2-1 0,6 1 260,0-1 0,-1 0 0,1-1 0,14-2 0,-13 2-170,34-7 1199,79-23 1,-51 10-725,187-42-852,-256 62-1123,-22 0-3932,-23 6-1256,30-3 3696,-36 8-10702</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3:59.693"/>
    </inkml:context>
    <inkml:brush xml:id="br0">
      <inkml:brushProperty name="width" value="0.025" units="cm"/>
      <inkml:brushProperty name="height" value="0.025" units="cm"/>
    </inkml:brush>
  </inkml:definitions>
  <inkml:trace contextRef="#ctx0" brushRef="#br0">1 131 21878,'51'-19'1815,"1"1"0,1 3 0,1 3-1,0 1 1,65-3 0,311-18-1815,-350 27 0,-33 2 0,1 1 0,62 6 0,-94-1-243,-14-3-1235,-7 0-7149,0-1 5529,0-1-127,-9 0-9887</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4:00.057"/>
    </inkml:context>
    <inkml:brush xml:id="br0">
      <inkml:brushProperty name="width" value="0.025" units="cm"/>
      <inkml:brushProperty name="height" value="0.025" units="cm"/>
    </inkml:brush>
  </inkml:definitions>
  <inkml:trace contextRef="#ctx0" brushRef="#br0">391 1 8261,'0'0'8062,"-3"1"-6575,-12 5-835,1 0-1,0 2 1,0 0-1,0 0 1,1 1-1,0 1 1,-17 17-1,-3 6 217,-38 49-1,47-52-228,2 2 0,-32 60 0,44-72-401,1 0 0,0 1 1,2 0-1,1 1 0,0-1 1,-2 27-1,7-37-175,0 0 0,1 0 1,0-1-1,1 1 0,1 0 1,0 0-1,0-1 0,1 0 0,0 1 1,0-1-1,2 0 0,4 9 0,-2-7 105,0-1-1,1 0 1,1 0-1,-1-1 0,2 0 1,-1-1-1,1 0 1,21 14-1,-14-12-6,1-1 0,0-1 1,0-1-1,1 0 0,0-1 0,0-1 1,1-1-1,-1-1 0,1-1 0,0 0 1,1-1-1,37-3 0,-49 1-341,-1-1-1,1 0 1,0-1 0,-1 0-1,17-6 1,-23 8 125,-1-1-1,0 0 1,1 0-1,-1 1 1,0-1 0,0 0-1,1 0 1,-1-1-1,0 1 1,0 0-1,0 0 1,0 0 0,0-1-1,-1 1 1,1 0-1,1-3 1,-2 2 5,0 1 1,1-1-1,-1 0 0,0 0 0,0 0 1,0 0-1,-1 0 0,1 0 1,0 0-1,-1 1 0,1-1 1,-1 0-1,1 0 0,-1 0 0,0 1 1,-2-4-1,0 1-205,1 0 0,-2 0 0,1 1 1,0-1-1,-1 1 0,1 0 0,-1 0 0,0 0 0,0 0 0,0 1 1,0 0-1,-6-3 0,-9-3-1345,-31-8 0,30 10 431,-89-25-8262,57 17-370</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4:50.091"/>
    </inkml:context>
    <inkml:brush xml:id="br0">
      <inkml:brushProperty name="width" value="0.025" units="cm"/>
      <inkml:brushProperty name="height" value="0.025" units="cm"/>
    </inkml:brush>
  </inkml:definitions>
  <inkml:trace contextRef="#ctx0" brushRef="#br0">25 4 9057,'0'0'3457,"-11"-4"-334,10 4-3019,1 0-1,0 0 0,0 0 0,-1 0 0,1 0 0,0 0 0,0 0 0,-1 0 0,1 0 0,0 0 0,0 0 0,-1 0 1,1 0-1,0 0 0,0 1 0,-1-1 0,1 0 0,0 0 0,0 0 0,-1 0 0,1 0 0,0 0 0,0 1 0,0-1 1,-1 0-1,1 0 0,0 0 0,0 1 0,0-1 0,0 0 0,0 0 0,-1 0 0,1 1 0,0-1 0,0 0 0,0 0 0,0 1 1,0-1-1,0 0 0,0 1 0,-4 19 1793,4 38-1360,1-31 218,-3 44 714,3 0 1,14 103-1,-11-157-1228,1-1-1,0-1 1,1 1-1,1-1 1,1 0-1,0-1 1,10 14-1,-5-7 103,-12-18-218,-13-17-2075,4 7-791,3 2 1170,-10-9-1439,14 14 2631,0 0 0,1-1 0,-1 1 0,0 0 0,1 0 0,-1 0 0,0 0 0,1 0 0,-1 0 0,0 0 0,1 0 0,-1 0 0,0 0 0,1 0 0,-1 0 0,0 0 0,1 0 0,-2 1 0,-11 6-9977</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4:43.365"/>
    </inkml:context>
    <inkml:brush xml:id="br0">
      <inkml:brushProperty name="width" value="0.025" units="cm"/>
      <inkml:brushProperty name="height" value="0.025" units="cm"/>
    </inkml:brush>
  </inkml:definitions>
  <inkml:trace contextRef="#ctx0" brushRef="#br0">31 122 13529,'-19'-13'1300,"7"5"6913,13 7-7996,-1 1 1,1 0 0,0-1 0,-1 1 0,1-1-1,0 1 1,-1 0 0,1 0 0,0-1 0,-1 1-1,1 0 1,0 0 0,-1 0 0,1 0 0,0 0 0,0 0-1,-1 0 1,1 0 0,0 0 0,0 0 0,-1 0-1,2 1 1,511-43 4498,-493 40-4716,95-17 0,-100 15-16,-15 3-165,0 1 1,0-1-1,0 0 1,-1 0-1,1 0 1,0 1-1,-1-1 1,1 0-1,-1 1 1,1-1-1,-1 0 0,1 1 1,-1-1-1,1 0 1,-1 1-1,1-1 1,-1 1-1,0-1 1,0 0-1,-19-8-4688,1 6-2960,-11-1-5629</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4:43.885"/>
    </inkml:context>
    <inkml:brush xml:id="br0">
      <inkml:brushProperty name="width" value="0.025" units="cm"/>
      <inkml:brushProperty name="height" value="0.025" units="cm"/>
    </inkml:brush>
  </inkml:definitions>
  <inkml:trace contextRef="#ctx0" brushRef="#br0">244 6 11765,'-3'-1'213,"1"0"0,0 1 0,0-1 0,0 0 0,-1 1-1,1-1 1,0 1 0,-1 0 0,1-1 0,0 1 0,-1 0 0,1 1 0,0-1 0,-1 0 0,1 1-1,-4 0 1,3 1-14,0 0 0,1-1-1,-1 1 1,1 0-1,-1 1 1,1-1 0,0 0-1,-1 1 1,1-1 0,0 1-1,1-1 1,-1 1-1,-2 5 1,-21 38-507,-52 104-786,70-130 2381,5-15-115,0 1 1,0-1 0,0 0 0,-1 0-1,0 0 1,0 0 0,-5 6 0,19 0-338,-7-7-738,1-1-1,0 1 1,0-1 0,0 0-1,0 0 1,0 0-1,1-1 1,7 3 0,50 10 278,-37-9-194,105 19 1040,-88-18-809,-23-4-92,25 6 232,-42-9-510,0 1 1,-1 0 0,1 0 0,-1 0-1,1 1 1,-1-1 0,1 0 0,-1 1 0,0 0-1,0-1 1,0 1 0,4 4 0,-6-4-43,1 0 1,0-1 0,-1 1-1,0 0 1,1 0 0,-1-1-1,0 1 1,0 0-1,0 0 1,0-1 0,0 1-1,0 0 1,-1 0 0,1-1-1,0 1 1,-1 0 0,0 0-1,1-1 1,-1 1-1,0-1 1,0 1 0,0-1-1,0 1 1,0-1 0,-2 3-1,-4 5-1,-1 0 0,-15 13 0,-3-1-710,-1-1 0,-1-1 0,-1-2 0,-1 0 0,-48 18 0,65-30 2,-1 0 0,0-1-1,0-1 1,-1 0 0,-21 1-1,25-3-1530,1-1 0,0-1-1,0 1 1,-19-5 0,11-3-7820</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4:44.388"/>
    </inkml:context>
    <inkml:brush xml:id="br0">
      <inkml:brushProperty name="width" value="0.025" units="cm"/>
      <inkml:brushProperty name="height" value="0.025" units="cm"/>
    </inkml:brush>
  </inkml:definitions>
  <inkml:trace contextRef="#ctx0" brushRef="#br0">554 19 9829,'-3'9'2204,"0"-12"460,-1-15 819,4 17-3476,0-2 1626,-17 1 974,6 2-2241,-1 0 0,1 1-1,0 0 1,-1 1-1,1 1 1,0 0 0,-21 8-1,0 3 100,-38 22 0,45-21-207,0 2 1,1 0 0,1 2 0,1 0-1,0 2 1,2 0 0,0 2-1,1 0 1,2 1 0,0 0-1,2 2 1,-20 42 0,30-55-114,-1 1 0,2 0 1,0 0-1,1 0 1,0 0-1,1 1 0,1-1 1,0 0-1,1 19 0,1-26-73,0 0 0,0 0 0,0 0 0,1 0 0,0 0 1,1-1-1,-1 1 0,1 0 0,1-1 0,-1 0 0,1 0 0,0 0 0,0 0 0,1-1 0,0 1 0,0-1 0,0 0 0,0-1 0,1 1 0,8 4 0,-3-3-52,1 0-1,-1-1 1,1-1 0,0 0-1,1 0 1,15 2 0,77 5-2,-100-11-18,21 2-1139,0-2 1,47-6-1,-60 4 371,0 0-1,0-1 1,-1 0 0,1-2 0,-1 1-1,0-1 1,16-9 0,-3-6-6832,-8-1-5021</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4:44.846"/>
    </inkml:context>
    <inkml:brush xml:id="br0">
      <inkml:brushProperty name="width" value="0.025" units="cm"/>
      <inkml:brushProperty name="height" value="0.025" units="cm"/>
    </inkml:brush>
  </inkml:definitions>
  <inkml:trace contextRef="#ctx0" brushRef="#br0">66 3 14713,'-12'-1'815,"0"1"308,1-2 3385,11 6-2880,-21 287 5126,13-183-5519,10 162 1,-3-227-1468,0-36-126,0 1 0,1 0 0,0 0 1,0-1-1,1 1 0,0 0 0,4 10 0,-1-8-940,-2-11-26,-3-22-1405,-1-4-146,5-16-3816,-4-11-4325</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4:45.193"/>
    </inkml:context>
    <inkml:brush xml:id="br0">
      <inkml:brushProperty name="width" value="0.025" units="cm"/>
      <inkml:brushProperty name="height" value="0.025" units="cm"/>
    </inkml:brush>
  </inkml:definitions>
  <inkml:trace contextRef="#ctx0" brushRef="#br0">49 27 12333,'-1'1'101,"0"-1"0,1 1 0,-1-1 0,1 0 0,-1 0 0,0 1 0,1-1 0,-1 0-1,0 0 1,1 0 0,-1 0 0,0 0 0,1 0 0,-1 0 0,0 0 0,0 0 0,1 0 0,-1 0 0,0 0 0,0-1 0,0 1-17,1 0 0,0-1 1,-1 1-1,1 0 0,0-1 1,-1 1-1,1 0 0,0-1 1,0 1-1,0 0 0,-1-1 1,1 1-1,0-1 0,0 1 1,0 0-1,0-1 0,0 1 1,0-1-1,0 1 0,0 0 1,0-1-1,0 1 1,0-1-1,0 0 0,0 0 76,0 0-1,0 0 0,1 0 1,-1 1-1,1-1 1,-1 0-1,0 0 0,1 0 1,-1 0-1,1 0 1,0 1-1,-1-1 0,1 0 1,0 0-1,-1 1 1,1-1-1,0 1 0,0-1 1,0 1-1,-1-1 1,1 1-1,0-1 0,0 1 1,0 0-1,0-1 1,0 1-1,0 0 0,0 0 1,0 0-1,2-1 1,4 3 235,0-1 0,0 1 1,0 0-1,-1 0 0,1 1 1,-1 0-1,1 0 0,-1 1 0,0 0 1,0 0-1,10 9 0,0 2 41,0 0 0,-1 1-1,-1 1 1,-1 0 0,0 1 0,-1 0-1,10 23 1,59 146 1577,-44-81-1867,-5 2 0,-5 2 0,-4 0 0,-5 1 0,-6 1 0,-2 208 0,-60 325-84,-57-7-373,80-509-1770,-47 130 0,0-75-2886,47-129 466,-44 64 0,-1-18-6902</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4:45.710"/>
    </inkml:context>
    <inkml:brush xml:id="br0">
      <inkml:brushProperty name="width" value="0.025" units="cm"/>
      <inkml:brushProperty name="height" value="0.025" units="cm"/>
    </inkml:brush>
  </inkml:definitions>
  <inkml:trace contextRef="#ctx0" brushRef="#br0">609 16 9529,'-5'0'161,"-22"-7"1151,27 7-1293,0 0 1,0 0-1,0 0 1,0 0 0,-1 0-1,1 0 1,0 0 0,0 0-1,0 0 1,0 0 0,0 0-1,0 0 1,0 0-1,0 0 1,0 0 0,0 0-1,-1 0 1,1-1 0,0 1-1,0 0 1,0 0 0,0 0-1,0 0 1,0 0-1,0 0 1,0 0 0,0 0-1,0 0 1,0 0 0,0 0-1,0-1 1,0 1-1,0 0 1,0 0 0,0 0-1,0 0 1,0 0 0,0 0-1,0 0 1,0 0 0,0 0-1,0-1 1,0 1-1,0 0 1,0 0 0,0 0-1,0 0 1,0 0 0,0 0-1,0 0 1,0 0 0,0 0-1,0 0 1,0 0-1,0-1 1,0 1 0,1 0-1,-1 0 1,14-4 1757,-31 4 906,14 0-2577,0-1 0,1 1 0,-1 0-1,0 0 1,0 1 0,1-1-1,-1 0 1,0 1 0,0 0 0,1 0-1,-4 1 1,-4 4 114,0 0-1,1 0 1,0 1-1,1 0 1,-1 1-1,1 0 1,-11 15-1,-47 71 845,63-89-1028,-45 78 911,3 2-1,4 2 1,4 1 0,-50 182 0,48-104 796,-32 328 0,58-312-839,8 1 1,26 253 0,-11-351-712,3-1 0,5-1 1,3-1-1,3 0 0,45 97 0,-45-127-223,4 0 0,1-2 0,47 60 0,-48-75-139,1-1-1,2-2 1,2-1 0,65 49 0,-79-67-394,1 0 1,0-2-1,1 0 0,30 11 1,-37-18-614,1 0 0,28 5 1,-31-8-514,-1 0 1,1-1-1,0-1 1,15-1 0,30-14-12418</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4:46.799"/>
    </inkml:context>
    <inkml:brush xml:id="br0">
      <inkml:brushProperty name="width" value="0.025" units="cm"/>
      <inkml:brushProperty name="height" value="0.025" units="cm"/>
    </inkml:brush>
  </inkml:definitions>
  <inkml:trace contextRef="#ctx0" brushRef="#br0">947 0 9745,'-57'14'8843,"44"-9"-8378,0 1 0,1 0 0,0 0 1,0 1-1,0 1 0,1 0 0,-19 18 0,-3 7 322,0 2-1,3 1 1,-42 63-1,-65 133 1073,59-84-1178,7 3-1,7 3 1,6 3-1,8 2 0,6 2 1,8 2-1,-18 187 1,45-250-652,4-1 0,4 1 0,5 0 0,5-1 0,25 123 0,-19-160-98,3 0-1,2-1 1,44 91 0,-40-106-225,1-2-1,3-1 1,1-1 0,2-2 0,38 39 0,-54-63-304,1-1 0,1 0 1,0-2-1,1 0 0,36 20 0,-42-27-234,1-1-1,-1 0 1,1-1-1,17 3 1,-18-5-479,0 0 1,0-2-1,0 1 1,1-1 0,14-3-1,54-15-10983</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4:47.439"/>
    </inkml:context>
    <inkml:brush xml:id="br0">
      <inkml:brushProperty name="width" value="0.025" units="cm"/>
      <inkml:brushProperty name="height" value="0.025" units="cm"/>
    </inkml:brush>
  </inkml:definitions>
  <inkml:trace contextRef="#ctx0" brushRef="#br0">368 1 6873,'-26'12'7142,"-4"3"-3629,24-12-3366,0 0 1,1 1-1,-1-1 0,1 1 0,0 0 0,0 1 0,1-1 1,-1 1-1,1 0 0,-4 6 0,-26 41 998,-1-1 131,-46 91 1,60-94-475,1 0 1,3 1 0,-15 68-1,28-98-585,1 1 0,0-1 0,1 1 0,2 0 0,0-1 0,1 1 0,0-1 0,2 1 0,0-1 0,2 0-1,0 0 1,8 19 0,-10-31-146,0-1-1,1 1 1,-1-1-1,1 0 1,1 0-1,-1 0 1,1-1-1,0 0 1,0 0-1,1 0 1,-1 0-1,1-1 1,0 0-1,1 0 1,-1-1-1,10 5 1,-6-5 2,0 0-1,0-1 1,0 0 0,0-1 0,0 0 0,0 0-1,1-1 1,-1 0 0,0-1 0,0 0 0,11-3 0,-12 2-41,1-1 0,-1 1 1,0-1-1,0-1 0,-1 0 1,1 0-1,-1 0 0,0-1 1,0-1-1,0 1 0,-1-1 1,11-11-1,-17 15-61,1 0 1,-1 0-1,1 0 0,-1-1 0,0 1 0,0 0 0,0-1 1,0 1-1,0-1 0,-1 1 0,1-1 0,-1 1 0,1-1 1,-1 1-1,0-5 0,-6-34-571,4 34 447,0 0-104,0 1 1,0-1-1,-1 1 0,0 0 0,0 0 1,-1 0-1,1 0 0,-1 0 1,0 1-1,-1 0 0,0 0 0,1 0 1,-2 0-1,1 1 0,0 0 0,-1 0 1,0 0-1,0 1 0,0 0 0,0 0 1,-1 0-1,-10-2 0,3 0-647,0 2 0,0 0-1,0 1 1,-17-1 0,14 2-1762,0 2-1,-33 4 1,10 2-6079</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4:47.820"/>
    </inkml:context>
    <inkml:brush xml:id="br0">
      <inkml:brushProperty name="width" value="0.025" units="cm"/>
      <inkml:brushProperty name="height" value="0.025" units="cm"/>
    </inkml:brush>
  </inkml:definitions>
  <inkml:trace contextRef="#ctx0" brushRef="#br0">605 0 13013,'-4'1'257,"1"-1"0,0 0 0,0 1-1,-1-1 1,1 1 0,0 0 0,0 0 0,0 1-1,0-1 1,0 0 0,0 1 0,-3 2-1,-42 15 3019,-32 19-1622,-139 90-1,196-109-1287,1 0 1,0 1-1,2 2 0,0 0 0,2 1 0,0 0 0,-24 44 0,38-59-254,0-1 1,0 0 0,1 1 0,0 0 0,0 0-1,1 0 1,0 0 0,1 0 0,-1 0 0,2 0-1,-1 1 1,1-1 0,2 14 0,-1-16-47,0 0 0,1 0 0,0 0 0,0 0 0,1 0 0,0-1 0,0 0 0,0 1 0,0-1 1,1 0-1,0 0 0,0-1 0,0 1 0,1-1 0,-1 0 0,1 0 0,0 0 0,10 5 0,0-1 6,1-1 1,0-1-1,1 0 0,-1-1 0,1 0 1,0-2-1,34 4 0,-7-5-856,85-6 1,-105 1-252,-1-1 0,1-1-1,27-10 1,28-13-8689,-48 12-1075</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4:48.135"/>
    </inkml:context>
    <inkml:brush xml:id="br0">
      <inkml:brushProperty name="width" value="0.025" units="cm"/>
      <inkml:brushProperty name="height" value="0.025" units="cm"/>
    </inkml:brush>
  </inkml:definitions>
  <inkml:trace contextRef="#ctx0" brushRef="#br0">62 0 18358,'-11'8'4352,"11"11"-2532,-2 19-432,-1 0-316,0 7-175,1 4-193,-1 5-196,-5 3-192,0-1-408,2-2-696,6 0-296,-2-5-401,-1-9-795,3-21-708,-5-3-3145,-1 0-5448</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4:48.449"/>
    </inkml:context>
    <inkml:brush xml:id="br0">
      <inkml:brushProperty name="width" value="0.025" units="cm"/>
      <inkml:brushProperty name="height" value="0.025" units="cm"/>
    </inkml:brush>
  </inkml:definitions>
  <inkml:trace contextRef="#ctx0" brushRef="#br0">1 1 18130,'4'1'522,"0"0"1,0 1-1,0 0 0,0 0 1,0 0-1,0 0 1,0 0-1,-1 1 1,1 0-1,-1 0 1,6 5-1,30 43 2035,-29-38-1867,19 31 325,-2 0-1,33 75 1,28 102 1062,-40-88-2077,-6 2 0,-7 1 0,-5 2 0,-6 2 0,9 211 0,-33-133-105,-10-1-1,-61 351 1,51-473-1921,-37 107 0,-10-15-7863,11-53-5637</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4:49.585"/>
    </inkml:context>
    <inkml:brush xml:id="br0">
      <inkml:brushProperty name="width" value="0.025" units="cm"/>
      <inkml:brushProperty name="height" value="0.025" units="cm"/>
    </inkml:brush>
  </inkml:definitions>
  <inkml:trace contextRef="#ctx0" brushRef="#br0">130 486 6513,'-12'-4'1517,"1"1"0,-1 0 0,0 1 1,-17-2-1,11 2 63,14 1-435,1 1-131,-5 0-1183,-11 0 3575,17 2-1596,13 2-1115,-1-2-442,1-1 1,-1 1-1,0-2 0,1 1 0,-1-2 0,0 1 1,18-4-1,2 0 130,447-17 2067,-77 21-1548,-261-2-673,327-8 242,-384 6-422,811-45 203,-40 9-161,-549 28-77,1306-53 48,-172-9 634,-948 47 181,-281 19-610,212-20 151,-398 26-418,-54-8-3759,-60-26-1,-15-14-6914,46 19-916</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17.163"/>
    </inkml:context>
    <inkml:brush xml:id="br0">
      <inkml:brushProperty name="width" value="0.025" units="cm"/>
      <inkml:brushProperty name="height" value="0.025" units="cm"/>
    </inkml:brush>
  </inkml:definitions>
  <inkml:trace contextRef="#ctx0" brushRef="#br0">2656 77 6289,'0'-1'64,"1"0"0,0 1 0,-1-1 0,1 1-1,-1-1 1,1 0 0,-1 1 0,1-1 0,-1 0 0,0 0 0,1 0 0,-1 1 0,0-1 0,1 0 0,-1 0 0,0 0 0,0 0 0,0 1 0,0-1 0,-2-9 16169,-1 10-15820,-33 2 115,-65 13 0,-14 1-424,-148-14 64,0-21-162,107 6-19,-181 7 0,141 20 22,-202 42 0,280-34 21,-153 30 30,125-18-208,143-33 155,1 0 1,0 0-1,0 1 0,0-1 0,0 1 0,0-1 0,1 1 1,-1-1-1,0 1 0,1 0 0,-1 0 0,-1 2 0,-6 7-30,5-8 33,1 1 0,0-1 0,0 1-1,0 0 1,0 0 0,1 0 0,0 0-1,0 0 1,-3 7 0,-11 46 200,5-16-103,-13 35 230,-25 142 1,11 82 236,17-27 128,27 500-1,27-218-486,-30-408-164,-29 286-1,11-325 17,-12 124-63,25-208-33,-1-4-64,2 1 1,0 0-1,1-1 1,1 1-1,7 34 0,-7-51 82,1 0 0,-1 0-1,1 0 1,0 0-1,1 0 1,-1 0 0,1-1-1,-1 1 1,1-1 0,0 1-1,1-1 1,-1 0-1,0-1 1,1 1 0,0 0-1,-1-1 1,1 0 0,0 0-1,0 0 1,1 0 0,-1-1-1,0 0 1,0 1-1,1-1 1,6 0 0,12 1 12,0 0 0,0-2 0,40-4 0,-52 4-14,302-29-3,185-12-72,335-41 166,-571 32-65,50-9-4,-85 34 65,-145 17-112,-57 5 56,-14 1-14,0 1 0,1 0 1,0 1-1,21 2 1,18 0 2,-48-2-12,14-2 53,55 2 327,-39 0-245,-27 0-116,1 0 1,-1 0 0,1-1-1,-1 1 1,0-1-1,1-1 1,7-2 0,-8 3 9,1-1 0,-1 1 1,0 0-1,1 0 0,8 1 1,8-2 124,-21 0-140,-1 0 0,1 0 1,-1 1-1,0-1 0,1 0 0,-1-1 1,0 1-1,0 0 0,-1 0 0,1 0 0,1-4 1,0-7-2,-1 0 0,-1-1 0,0 1 0,0 0 0,-1 0 0,-1 0 0,-3-14 0,-3-26-22,4-9 15,9-114 1,22-66-36,-11 106 47,-12 101-7,32-373 164,-33 348-130,3-205 86,-8 147-93,-5-141-78,3 147 88,-13-173 92,-8 87-86,-10-106-59,21 214 24,1 18 211,5 5-37,8 64-142,3-16-78,7-22 100,-9 39-76,2-14 2,5-27 49,-8 40 26,-6-6-76,6 8 5,0 0 1,0 1 0,0-1-1,-1 0 1,1 0-1,0 0 1,-1 0 0,1 0-1,-1 1 1,1-1-1,-1 0 1,1 0 0,-1 1-1,1-1 1,-1 0 0,-1 0-1,-38-20-3,-1 2 1,-78-25-1,-13-5 133,88 30-55,-1 3 0,-50-13 0,65 22-51,0 2 1,-1 1-1,1 1 0,-42 2 1,21 5-804,-95 21 0,89-14-1669,49-9 1619,-1-1 1,1-1-1,0 1 0,-1-1 0,-12-2 0,-21-7-6799,10 0-3626</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40.841"/>
    </inkml:context>
    <inkml:brush xml:id="br0">
      <inkml:brushProperty name="width" value="0.025" units="cm"/>
      <inkml:brushProperty name="height" value="0.025" units="cm"/>
    </inkml:brush>
  </inkml:definitions>
  <inkml:trace contextRef="#ctx0" brushRef="#br0">73 0 13033,'-1'1'211,"-1"0"0,1 0-1,-1 0 1,1-1 0,-1 1-1,0 0 1,1-1 0,-1 0-1,0 1 1,1-1 0,-1 0-1,0 0 1,0 0 0,1 0 0,-1 0-1,0 0 1,0 0 0,1-1-1,-3 0 1,-15-1 4357,18 5-3254,-2 3-955,1-1 0,-1 1 1,1 0-1,1 0 0,-1 0 1,1 0-1,0 0 0,0 6 0,1 55 1152,1-33-1112,5 48 594,-4-60-843,0 0 0,-4 45 0,1-58-1370,-2 27 1330,2-26-5006,2-4-5608,-7-24 283</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41.110"/>
    </inkml:context>
    <inkml:brush xml:id="br0">
      <inkml:brushProperty name="width" value="0.025" units="cm"/>
      <inkml:brushProperty name="height" value="0.025" units="cm"/>
    </inkml:brush>
  </inkml:definitions>
  <inkml:trace contextRef="#ctx0" brushRef="#br0">14 106 9065,'-13'-3'15861,"17"3"-13959,93-11 1068,122-29-1,-12-8-2969,-188 45-134,-15 3-834,-14 3-10287,-2 2 8389,3-1 154,-30 14-9136</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41.330"/>
    </inkml:context>
    <inkml:brush xml:id="br0">
      <inkml:brushProperty name="width" value="0.025" units="cm"/>
      <inkml:brushProperty name="height" value="0.025" units="cm"/>
    </inkml:brush>
  </inkml:definitions>
  <inkml:trace contextRef="#ctx0" brushRef="#br0">1 39 16133,'0'0'2143,"3"-1"28,17-2-502,1 1 0,-1 1 0,1 0 0,39 5 0,16 0 500,45-12-451,4 0-1687,-118 8-216,33-3-1364,-38 3 945,0-1 1,1 1-1,-1-1 0,0 0 1,0 0-1,0 0 1,0 0-1,0 0 0,0-1 1,0 1-1,-1 0 1,1-1-1,0 0 1,2-2-1</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41.663"/>
    </inkml:context>
    <inkml:brush xml:id="br0">
      <inkml:brushProperty name="width" value="0.025" units="cm"/>
      <inkml:brushProperty name="height" value="0.025" units="cm"/>
    </inkml:brush>
  </inkml:definitions>
  <inkml:trace contextRef="#ctx0" brushRef="#br0">160 3 16842,'0'-3'2580,"-6"14"1268,9 5-2400,0 0-292,-6 9-276,0 18-159,-5-5-169,0 8-120,-5-1-288,-6 7-576,8-1-493,0 0-255,-5-5-520,3-11-752,-9-11-504,1-8-2697,10-10-4668</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42.117"/>
    </inkml:context>
    <inkml:brush xml:id="br0">
      <inkml:brushProperty name="width" value="0.025" units="cm"/>
      <inkml:brushProperty name="height" value="0.025" units="cm"/>
    </inkml:brush>
  </inkml:definitions>
  <inkml:trace contextRef="#ctx0" brushRef="#br0">130 0 10085,'0'0'1966,"-1"2"-241,-4 6-1173,1-1 0,0 1 1,0 0-1,1 0 0,0 0 0,1 0 0,-3 15 0,-4 14 221,-60 205 1880,62-203-2151,6-32-263,0 0-1,-1 0 0,1 0 1,-5 10-1,6-17-169,-1 1 0,1 0 0,0 0 1,0-1-1,-1 1 0,1 0 0,0-1 1,0 1-1,0 0 0,0 0 0,0 0 1,0-1-1,0 1 0,0 0 0,0 0 0,0-1 1,0 1-1,0 0 0,1 0 0,-1-1 1,0 1-1,0 0 0,1 0 0,-1-1 0,1 1 1,-1-1-1,0 1 0,2 1 0,-1-1 43,1-1 0,-1 1 0,1 0 0,0 0 0,-1-1 0,1 1 0,0-1-1,-1 1 1,1-1 0,0 0 0,-1 1 0,3-1 0,7 0 303,-1-1 0,0 0 0,13-2 0,20-8 233,-1-1 1,0-1-1,-1-3 0,46-24 1,-83 38-1049,0 0 1,-1-1-1,1 1 1,0-1-1,-1 1 0,1-1 1,2-4-1,-5 6 167,0 0 0,-1 1 1,1-1-1,0 0 0,-1 0 0,1 0 0,-1 0 0,1-1 0,-1 1 1,1 0-1,-1 0 0,0 0 0,1 0 0,-1 0 0,0 0 0,0-1 1,0 1-1,0 0 0,0 0 0,0 0 0,0 0 0,-1-1 0,1 1 1,0 0-1,-1 0 0,1 0 0,0 0 0,-2-2 0,-3 1-6815,-13 5-4647</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42.433"/>
    </inkml:context>
    <inkml:brush xml:id="br0">
      <inkml:brushProperty name="width" value="0.025" units="cm"/>
      <inkml:brushProperty name="height" value="0.025" units="cm"/>
    </inkml:brush>
  </inkml:definitions>
  <inkml:trace contextRef="#ctx0" brushRef="#br0">30 36 11889,'-6'-5'1467,"-9"-10"950,6 11 2177,23-1 202,-13 4-4528,0 1 1,0-1-1,1 0 1,-1 1-1,0-1 1,1 1-1,-1-1 1,0 1-1,1 0 1,-1 0-1,1-1 1,1 1-1,2 0 12,0 0-1,1 0 0,-1 0 0,0 1 0,0 0 1,1 0-1,-1 0 0,0 0 0,0 1 0,0 0 1,0 0-1,-1 0 0,9 6 0,-3 1-258,0-1-1,-1 2 0,0-1 1,-1 1-1,0 0 1,-1 1-1,0 0 0,-1 0 1,8 18-1,-1 2-20,-2 1 1,10 46-1,0 17-1655,-5 0 1,-4 2-1,0 134 1,-14-156-636,-3 0 0,-3 0 0,-3-1 0,-41 140 0,21-130-9425</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42.843"/>
    </inkml:context>
    <inkml:brush xml:id="br0">
      <inkml:brushProperty name="width" value="0.025" units="cm"/>
      <inkml:brushProperty name="height" value="0.025" units="cm"/>
    </inkml:brush>
  </inkml:definitions>
  <inkml:trace contextRef="#ctx0" brushRef="#br0">213 0 7289,'-29'34'700,"14"-16"-19,1 0 1,1 0-1,-15 27 0,10-10 369,2 2-1,1 0 0,2 1 0,2 0 0,-10 58 0,12-32-164,2 0-1,4 103 0,4-123-588,2 1-1,2-1 0,2-1 0,1 1 1,3-1-1,29 74 0,-32-99-255,0 1 0,2-2 0,0 0 0,2 0 0,-1 0 0,2-2-1,0 1 1,1-2 0,0 0 0,2 0 0,-1-2 0,1 0 0,1 0 0,0-2 0,1 0 0,0-1-1,23 8 1,-19-10-207,1-2 0,0 0 0,0-1-1,1-1 1,-1-1 0,1-2 0,44-3-1,51-16-2766,-5-12-3419,-15-4-2485</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43.360"/>
    </inkml:context>
    <inkml:brush xml:id="br0">
      <inkml:brushProperty name="width" value="0.025" units="cm"/>
      <inkml:brushProperty name="height" value="0.025" units="cm"/>
    </inkml:brush>
  </inkml:definitions>
  <inkml:trace contextRef="#ctx0" brushRef="#br0">141 0 15005,'-32'70'1997,"21"-24"-305,-3 3-196,1-3-64,-1 2-232,3 6-280,1 11-256,4 2-556,4 6-368,4-5-388,-2-4-680,-5-12-892,-9-7-692,9-23-2157,0-3-4024</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43.692"/>
    </inkml:context>
    <inkml:brush xml:id="br0">
      <inkml:brushProperty name="width" value="0.025" units="cm"/>
      <inkml:brushProperty name="height" value="0.025" units="cm"/>
    </inkml:brush>
  </inkml:definitions>
  <inkml:trace contextRef="#ctx0" brushRef="#br0">5 1 15517,'-1'0'388,"1"1"0,-1-1 0,1 1 0,-1 0 0,1-1 0,0 1 0,0 0-1,-1-1 1,1 1 0,0 0 0,0-1 0,0 1 0,-1 0 0,1 0-1,0-1 1,0 1 0,0 0 0,0-1 0,1 1 0,-1 0 0,0 0 0,0-1-1,0 1 1,0 0 0,1-1 0,-1 1 0,0 0 0,1 0 0,3 6 1896,-2 4-3647,8 101 2576,-6-47-832,5 204-751,-9-260 49,0-1 0,1 1 0,0 0 0,1-1 0,2 10-1,11 18-4199,-14-45-1517,1-3 2714,-2-22-6793</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43.911"/>
    </inkml:context>
    <inkml:brush xml:id="br0">
      <inkml:brushProperty name="width" value="0.025" units="cm"/>
      <inkml:brushProperty name="height" value="0.025" units="cm"/>
    </inkml:brush>
  </inkml:definitions>
  <inkml:trace contextRef="#ctx0" brushRef="#br0">1 185 18362,'42'-22'2141,"-17"8"731,1 1 0,48-16 0,-4 6-855,22-5-386,-65 21-1631,115-31 0,-135 36-236,1-1 0,-1 2 0,1-1 1,0 1-1,-1 0 0,1 1 0,0-1 0,-1 2 0,1-1 0,0 1 1,13 3-1,-21-4 188,0 0 0,0 0 1,0 0-1,0 0 0,0 0 1,0 0-1,0 0 0,0 0 1,-1 0-1,1 1 1,0-1-1,0 0 0,0 0 1,0 0-1,0 0 0,0 0 1,0 0-1,0 0 0,0 0 1,0 0-1,0 0 0,0 0 1,0 1-1,0-1 0,0 0 1,0 0-1,0 0 0,0 0 1,0 0-1,0 0 0,0 0 1,0 0-1,0 1 0,0-1 1,0 0-1,0 0 0,0 0 1,0 0-1,0 0 0,0 0 1,0 0-1,0 0 0,0 0 1,0 1-1,0-1 1,0 0-1,0 0 0,0 0 1,0 0-1,0 0 0,0 0 1,0 0-1,0 0 0,1 0 1,-1 0-1,0 0 0,0 0 1,0 0-1,0 0 0,0 0 1,0 1-1,0-1 0,0 0 1,0 0-1,1 0 0,-1 0 1,-48 58-11391,18-20-884</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44.085"/>
    </inkml:context>
    <inkml:brush xml:id="br0">
      <inkml:brushProperty name="width" value="0.025" units="cm"/>
      <inkml:brushProperty name="height" value="0.025" units="cm"/>
    </inkml:brush>
  </inkml:definitions>
  <inkml:trace contextRef="#ctx0" brushRef="#br0">1 173 20498,'67'-29'3208,"-18"10"-336,-12 0-475,1 3-433,0 2-424,-6 1-1252,9 2-288,-1 0 0,-10 0 0,-11 9 0,2-4-188,6 1-2132,-11-3-877,1 0-371,-12 21-3348,0-2-6678</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44.352"/>
    </inkml:context>
    <inkml:brush xml:id="br0">
      <inkml:brushProperty name="width" value="0.025" units="cm"/>
      <inkml:brushProperty name="height" value="0.025" units="cm"/>
    </inkml:brush>
  </inkml:definitions>
  <inkml:trace contextRef="#ctx0" brushRef="#br0">30 1 16970,'-11'8'2584,"-3"0"1212,23 8-2344,-1 3-272,-8 8-292,5 22-179,-5-9-185,-3 6-308,3-3-812,0 3-485,-5-8-927,0-6-1028,-4-5-3353,4-13-5836</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45.046"/>
    </inkml:context>
    <inkml:brush xml:id="br0">
      <inkml:brushProperty name="width" value="0.025" units="cm"/>
      <inkml:brushProperty name="height" value="0.025" units="cm"/>
    </inkml:brush>
  </inkml:definitions>
  <inkml:trace contextRef="#ctx0" brushRef="#br0">33 346 15629,'-1'0'257,"-1"0"-1,1 1 1,-1-1-1,1 0 1,-1 0-1,1 0 0,-1 0 1,1 0-1,-1 0 1,1-1-1,-1 1 1,1 0-1,0-1 0,-1 1 1,1-1-1,0 0 1,-1 1-1,1-1 0,-4-3 6196,6 4-6373,0 0-1,0 0 1,0 0-1,0 1 1,0-1 0,0 0-1,0 1 1,0-1-1,0 1 1,0-1 0,0 1-1,0-1 1,0 1-1,0 0 1,-1-1-1,1 1 1,0 0 0,0 0-1,-1 0 1,1 0-1,0-1 1,-1 1-1,1 0 1,-1 0 0,1 2-1,1 1-1,-1 0-1,0 1 1,0-1-1,0 0 1,0 7-1,24 322 931,-23-275-1077,-1-26 66,1 1-1,1-1 0,9 37 0,-11-66 34,1-5 0,2-5-35,-1-1 0,1 0 1,-1 0-1,-1 0 0,1 0 0,-2-1 1,1 1-1,-1 0 0,1-10 0,-2-13-313,-4-37-1,0-5-623,-4-93-1674,3 112 2545,2 0-1,3 0 0,11-96 1,-7 133 472,1 0 1,1 1-1,0-1 1,1 1-1,1 1 1,0-1-1,1 1 1,1 1-1,0 0 1,1 0-1,19-18 0,-28 31-230,-3 24-772,-1 0 0,-1 0 0,-10 41 0,-29 66-2971,8-28 896,29-85 2709,0 0 0,-1-1 1,-1 0-1,-14 25 0,19-39 1470,3-3-1348,-1-1 0,0 1 0,1-1 0,-1 1 0,1-1 0,-1 1 1,1-1-1,0 1 0,-1 0 0,1-1 0,1-1 0,3-4 213,-1 1-73,1 0 0,0 0-1,0 0 1,0 1 0,1-1 0,-1 1 0,1 1 0,0-1 0,1 1 0,12-6 0,5-2 944,47-15 0,-41 18-1057,0 1-1,0 1 1,62-5-1,-79 11-158,0 1-1,1 0 0,-1 1 1,0 1-1,0 0 0,0 0 1,0 2-1,0-1 0,0 2 0,-1-1 1,22 13-1,-28-13-189,0 1-1,-1-1 1,1 1-1,-1 1 1,0-1-1,0 1 1,-1 0-1,0 0 1,0 0 0,0 0-1,-1 1 1,0 0-1,3 7 1,-5-8-885,1 1 0,-1-1 0,-1 1 0,0-1 0,1 1-1,-2 0 1,1-1 0,-1 1 0,0-1 0,0 1 0,-1-1 0,0 0 0,-4 9 0,5-12-759,-1 0 1,1 0-1,-1 0 0,0 0 1,0 0-1,-5 5 0</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45.346"/>
    </inkml:context>
    <inkml:brush xml:id="br0">
      <inkml:brushProperty name="width" value="0.025" units="cm"/>
      <inkml:brushProperty name="height" value="0.025" units="cm"/>
    </inkml:brush>
  </inkml:definitions>
  <inkml:trace contextRef="#ctx0" brushRef="#br0">0 15 17026,'54'-7'3582,"-42"4"-2486,0 1 0,0 1 0,0 0 0,0 1 0,22 1 0,-19 2-903,0 1-1,0 1 1,-1 0-1,0 0 1,0 1-1,0 1 1,-1 1-1,0 0 1,0 0-1,-1 1 1,0 1-1,-1 0 0,0 1 1,0 0-1,-1 0 1,9 15-1,0 2 138,-1 1 0,-1 1 1,-2 1-1,-1 0 0,-2 1 0,10 38 0,-10-21-459,-2 0-1,-2 0 1,-3 0-1,-1 54 1,-5-17-867,-19 129-1,12-166-984,-3-1 1,-21 61-1,-20 20-6559,2-30-4121</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45.725"/>
    </inkml:context>
    <inkml:brush xml:id="br0">
      <inkml:brushProperty name="width" value="0.025" units="cm"/>
      <inkml:brushProperty name="height" value="0.025" units="cm"/>
    </inkml:brush>
  </inkml:definitions>
  <inkml:trace contextRef="#ctx0" brushRef="#br0">266 1 10441,'0'0'4951,"-1"1"-3808,-14 23-385,0 0 1,-13 31-1,14-25-492,-14 32 22,3 0 0,2 1 0,-19 94 0,-19 203 1055,54-301-1095,2 0-1,3 0 0,3 1 0,11 80 1,-8-112-157,1-1 0,2 0 0,0 0 1,2-1-1,1 1 0,1-2 0,1 0 0,1 0 1,2-1-1,0-1 0,27 31 0,-31-42-93,1 0 0,0-1 0,1-1 1,0 0-1,1-1 0,0 0 0,0-1 0,1-1 0,0 0 0,23 7 0,-17-9-339,0 0 1,1-2-1,-1 0 0,1-1 1,0-1-1,-1-1 1,32-5-1,146-28-8433,-94 3-624</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46.097"/>
    </inkml:context>
    <inkml:brush xml:id="br0">
      <inkml:brushProperty name="width" value="0.025" units="cm"/>
      <inkml:brushProperty name="height" value="0.025" units="cm"/>
    </inkml:brush>
  </inkml:definitions>
  <inkml:trace contextRef="#ctx0" brushRef="#br0">147 0 12297,'-27'119'1620,"16"-73"-200,-5-3-207,5 3-205,0-3-288,0 3-332,1 5-296,-1 3-436,3-11-600,-6-5-441,3-11-615,6-14-2064</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46.410"/>
    </inkml:context>
    <inkml:brush xml:id="br0">
      <inkml:brushProperty name="width" value="0.025" units="cm"/>
      <inkml:brushProperty name="height" value="0.025" units="cm"/>
    </inkml:brush>
  </inkml:definitions>
  <inkml:trace contextRef="#ctx0" brushRef="#br0">73 1 14137,'-27'11'2720,"22"-9"-316,3 27 2364,-4 14-2805,1-3-1321,-20 293 1327,23-312-2424,1 0-1,2 0 0,0-1 0,0 1 1,6 23-1,6 14-2946,-4-24-5889</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46.602"/>
    </inkml:context>
    <inkml:brush xml:id="br0">
      <inkml:brushProperty name="width" value="0.025" units="cm"/>
      <inkml:brushProperty name="height" value="0.025" units="cm"/>
    </inkml:brush>
  </inkml:definitions>
  <inkml:trace contextRef="#ctx0" brushRef="#br0">0 170 21426,'81'-32'3052,"-22"18"-288,-5 1-403,-3-1-397,1 1-764,4-1-1200,4 1 0,-1-1 0,0 1 0,-10 2 0,-9 0 0,-21 6 0,8 5 0,-2-3-1012,-44 25-6225,-22 16 33,-2-9-7126</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46.776"/>
    </inkml:context>
    <inkml:brush xml:id="br0">
      <inkml:brushProperty name="width" value="0.025" units="cm"/>
      <inkml:brushProperty name="height" value="0.025" units="cm"/>
    </inkml:brush>
  </inkml:definitions>
  <inkml:trace contextRef="#ctx0" brushRef="#br0">1 184 22878,'124'-46'3228,"-65"27"-463,-2-3-245,0 3-1144,-6 6-1376,-3-1 0,9 1 0,-8 2 0,-14 3 0,-3-3-40,-16 9-3064,3-1-1549,0 0-2679</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47.092"/>
    </inkml:context>
    <inkml:brush xml:id="br0">
      <inkml:brushProperty name="width" value="0.025" units="cm"/>
      <inkml:brushProperty name="height" value="0.025" units="cm"/>
    </inkml:brush>
  </inkml:definitions>
  <inkml:trace contextRef="#ctx0" brushRef="#br0">246 0 15969,'0'0'4485,"-6"22"-2777,-2 13-264,-3-6-268,-2 12-240,-9 5-284,-2 8-216,3 2-552,-1-2-492,0-2-416,-5-1-876,6-3-860,-3-2-3289,-1-8-5316</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47.419"/>
    </inkml:context>
    <inkml:brush xml:id="br0">
      <inkml:brushProperty name="width" value="0.025" units="cm"/>
      <inkml:brushProperty name="height" value="0.025" units="cm"/>
    </inkml:brush>
  </inkml:definitions>
  <inkml:trace contextRef="#ctx0" brushRef="#br0">119 0 14493,'0'1'815,"-12"36"5126,1-7-5016,2 0 0,1 0 0,-7 55 0,6-30-453,-24 176-327,15-81-2577,16-129-1892,1-13-3484,3-36-210</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47.668"/>
    </inkml:context>
    <inkml:brush xml:id="br0">
      <inkml:brushProperty name="width" value="0.025" units="cm"/>
      <inkml:brushProperty name="height" value="0.025" units="cm"/>
    </inkml:brush>
  </inkml:definitions>
  <inkml:trace contextRef="#ctx0" brushRef="#br0">1 1 11225,'0'3'616,"0"0"-1,-1 0 1,1 0-1,1 0 1,-1 0 0,0 0-1,1 0 1,-1 0-1,2 3 1,-1-3-360,0 0-1,-1 0 1,1 0 0,-1 0 0,0 0-1,0 0 1,0 0 0,0 5-1,-3 15 952,1 41-1,2-19-592,1 35-470,3 0 0,16 81-1,-14-103-3733,-5-26-3910</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47.838"/>
    </inkml:context>
    <inkml:brush xml:id="br0">
      <inkml:brushProperty name="width" value="0.025" units="cm"/>
      <inkml:brushProperty name="height" value="0.025" units="cm"/>
    </inkml:brush>
  </inkml:definitions>
  <inkml:trace contextRef="#ctx0" brushRef="#br0">1 31 15629,'0'0'2529,"8"-11"-405,6 3-280,7 8-336,-2-3-308,13 3-264,22 3-644,-8-3-844,-3 2-580,-13-7-1148,0 0-372,-11 7-3133,5-7-4892</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48.105"/>
    </inkml:context>
    <inkml:brush xml:id="br0">
      <inkml:brushProperty name="width" value="0.025" units="cm"/>
      <inkml:brushProperty name="height" value="0.025" units="cm"/>
    </inkml:brush>
  </inkml:definitions>
  <inkml:trace contextRef="#ctx0" brushRef="#br0">47 1 14861,'-16'2'667,"-14"1"3263,38 14-2195,2 7-743,-2 0-1,11 49 0,-12-41-107,12 31-1,9 13 269,4 6 99,-4 0 0,25 122 0,-41-110-1106,-3 0 0,-4 1 0,-5 0 0,-22 180 0,20-265-265,-3 36-1065,-2 0-1,-1 0 1,-3 0-1,-20 51 1,-14 4-3579,13-38-1271,-11 3-5699</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48.467"/>
    </inkml:context>
    <inkml:brush xml:id="br0">
      <inkml:brushProperty name="width" value="0.025" units="cm"/>
      <inkml:brushProperty name="height" value="0.025" units="cm"/>
    </inkml:brush>
  </inkml:definitions>
  <inkml:trace contextRef="#ctx0" brushRef="#br0">271 1 13421,'0'0'5692,"-4"1"-4370,-2 1-1092,0 1 0,1-1 0,-1 1 0,1 1 0,-1-1 1,1 1-1,0 0 0,1 0 0,-6 6 0,2 0-11,0 0-1,1 0 1,0 1 0,-6 13 0,-17 38 427,3 1 1,2 1-1,-28 117 1,43-130-420,1 1 0,3 0 0,2 0 0,2 0 0,8 84 0,-1-102-189,0-1 0,3-1 0,0 1 0,2-2 0,1 1 0,2-1 0,1-1 0,2 0 0,36 52 0,-38-63-320,1-1 0,0 0-1,2-1 1,0-1-1,0-1 1,2-1-1,0 0 1,0-1-1,1-1 1,1-1-1,0-1 1,1-1-1,0 0 1,43 9 0,-35-13-2223,1-1 1,0-1 0,52-3 0,8-7-8417</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49.066"/>
    </inkml:context>
    <inkml:brush xml:id="br0">
      <inkml:brushProperty name="width" value="0.025" units="cm"/>
      <inkml:brushProperty name="height" value="0.025" units="cm"/>
    </inkml:brush>
  </inkml:definitions>
  <inkml:trace contextRef="#ctx0" brushRef="#br0">11 22 15161,'-11'-11'1845,"27"11"2599,-5-5-6196,3-1-804</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49.207"/>
    </inkml:context>
    <inkml:brush xml:id="br0">
      <inkml:brushProperty name="width" value="0.025" units="cm"/>
      <inkml:brushProperty name="height" value="0.025" units="cm"/>
    </inkml:brush>
  </inkml:definitions>
  <inkml:trace contextRef="#ctx0" brushRef="#br0">0 0 20002,'8'11'6860</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49.362"/>
    </inkml:context>
    <inkml:brush xml:id="br0">
      <inkml:brushProperty name="width" value="0.025" units="cm"/>
      <inkml:brushProperty name="height" value="0.025" units="cm"/>
    </inkml:brush>
  </inkml:definitions>
  <inkml:trace contextRef="#ctx0" brushRef="#br0">111 0 20450,'0'0'5032,"-16"11"-5792,-20 0-1452,9-6-552,17 3-3109,-12-2-5016</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49.738"/>
    </inkml:context>
    <inkml:brush xml:id="br0">
      <inkml:brushProperty name="width" value="0.025" units="cm"/>
      <inkml:brushProperty name="height" value="0.025" units="cm"/>
    </inkml:brush>
  </inkml:definitions>
  <inkml:trace contextRef="#ctx0" brushRef="#br0">72 0 9121,'0'0'3837,"-1"2"-2710,-1 3-643,0 0-1,0 0 1,1 0 0,0 0 0,0 1 0,0-1 0,0 0 0,1 0 0,1 10 0,-1-6-128,0 1 0,-1-1-1,-1 10 1,-16 63 2689,-15 91 1986,31-157-4821,1-12-300,0 0-1,0 1 0,0 0 0,1-1 1,0 1-1,0-1 0,0 1 0,1-1 1,0 1-1,-1-1 0,1 1 1,1-1-1,1 5 0,-1-5-924,3 5 1430,-4-6-4597</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49.946"/>
    </inkml:context>
    <inkml:brush xml:id="br0">
      <inkml:brushProperty name="width" value="0.025" units="cm"/>
      <inkml:brushProperty name="height" value="0.025" units="cm"/>
    </inkml:brush>
  </inkml:definitions>
  <inkml:trace contextRef="#ctx0" brushRef="#br0">1 74 17574,'75'-38'2636,"-18"24"-276,2 6-104,-10 6-380,-6-1-319,-3-2-317,9 2-188,2 3-268,-2 0-220,-9 0-540,-5 0-460,3 0-632,-22 0-624,-24 11-11658,-16 10 957</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50.099"/>
    </inkml:context>
    <inkml:brush xml:id="br0">
      <inkml:brushProperty name="width" value="0.025" units="cm"/>
      <inkml:brushProperty name="height" value="0.025" units="cm"/>
    </inkml:brush>
  </inkml:definitions>
  <inkml:trace contextRef="#ctx0" brushRef="#br0">1 219 17310,'156'-41'2820,"-88"14"-212,-3 8-128,-1 8-387,1 1-461,-3-1-336,3 3-364,0 0-748,-9 0-684,-7-3-1064,-14-8-1149,-8-3-655,-14 20-3469,-10-20-6552</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50.303"/>
    </inkml:context>
    <inkml:brush xml:id="br0">
      <inkml:brushProperty name="width" value="0.025" units="cm"/>
      <inkml:brushProperty name="height" value="0.025" units="cm"/>
    </inkml:brush>
  </inkml:definitions>
  <inkml:trace contextRef="#ctx0" brushRef="#br0">559 0 14153,'-70'81'1108,"54"-35"-356,-9 0 21,-4 3 59,-4 2-124,-5 6-200,-5 5-96,3 5-188,2-2 80,0-3-72,-2-3-152,7-2-244,4-9-212,2-7-572,0-12-536,5-10-897,11-11-1867</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50.727"/>
    </inkml:context>
    <inkml:brush xml:id="br0">
      <inkml:brushProperty name="width" value="0.025" units="cm"/>
      <inkml:brushProperty name="height" value="0.025" units="cm"/>
    </inkml:brush>
  </inkml:definitions>
  <inkml:trace contextRef="#ctx0" brushRef="#br0">30 830 12229,'0'0'8540,"-3"1"-6801,-7 1-1235,-4 1 2981,14-3-3441,0 0-1,0 0 1,-1 0-1,1-1 1,0 1-1,0 0 1,0 0 0,-1 0-1,1-1 1,0 1-1,0 0 1,0 0-1,0-1 1,0 1 0,-1 0-1,1 0 1,0-1-1,0 1 1,0 0-1,0-1 1,0 1 0,0 0-1,0 0 1,0-1-1,0 1 1,0 0-1,0-1 1,0 1 0,0 0-1,0 0 1,0-1-1,1 1 1,-1 0-1,0-1 1,0 1 0,0 0-1,0 0 1,0 0-1,1-1 1,-1 1-1,0 0 1,0 0 0,0-1-1,1 1 1,-1 0-1,7-17-5,-1 0 0,0-1-1,-2 0 1,0 0-1,2-20 1,-4 22-82,49-254-1136,-18 96 959,10-38 1600,-43 210-1340,1 1 0,-1-1-1,1 1 1,0-1 0,0 1 0,0 0-1,-1-1 1,1 1 0,1 0 0,-1 0-1,0 0 1,0-1 0,0 1 0,1 1-1,-1-1 1,0 0 0,1 0-1,-1 0 1,1 1 0,-1-1 0,1 1-1,-1-1 1,1 1 0,-1-1 0,1 1-1,-1 0 1,1 0 0,-1 0 0,1 0-1,0 0 1,-1 0 0,1 0-1,-1 1 1,1-1 0,-1 1 0,1-1-1,-1 1 1,1-1 0,-1 1 0,1 0-1,-1 0 1,0 0 0,3 1-1,4 4 69,0 1-1,-1 0 0,1 1 0,-1-1 1,-1 1-1,0 1 0,0-1 0,0 1 0,-1 0 1,0 0-1,5 15 0,3 15 161,14 66 0,-12-44-181,16 94-924,-3-14-2938,-27-138 3408,2 9-816,-1-1 0,2 20 0,-3-28 135,-1 0 0,0 1 0,-1-1-1,1 0 1,-1 1 0,1-1 0,-1 0 0,-2 5-1,-7 4-10249</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50.885"/>
    </inkml:context>
    <inkml:brush xml:id="br0">
      <inkml:brushProperty name="width" value="0.025" units="cm"/>
      <inkml:brushProperty name="height" value="0.025" units="cm"/>
    </inkml:brush>
  </inkml:definitions>
  <inkml:trace contextRef="#ctx0" brushRef="#br0">0 19 16125,'0'0'2317,"11"-8"-257,2 3-268,12 8-332,4-3-284,4 2-564,18 4-972,-11-6-540,-10-8-1208,-16 0-544,10 13-3157,-3-2-4920</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51.152"/>
    </inkml:context>
    <inkml:brush xml:id="br0">
      <inkml:brushProperty name="width" value="0.025" units="cm"/>
      <inkml:brushProperty name="height" value="0.025" units="cm"/>
    </inkml:brush>
  </inkml:definitions>
  <inkml:trace contextRef="#ctx0" brushRef="#br0">202 1 16309,'-2'6'248,"-2"2"242,1-1-1,0 1 1,-3 14 0,6-19-315,-1 0 0,1 0 0,0 0 0,0 0 0,0 0 1,1 0-1,-1 0 0,1 0 0,-1 0 0,1 0 1,0 0-1,0 0 0,0 0 0,2 2 0,19 34 3658,33 82-1,-20-13-1853,35 190 1,-60-232-1980,-2 0 0,-4 1 0,-2 0 0,-4 0 0,-2-1 0,-3 1 0,-3-1 0,-3 0 0,-42 122 0,35-132-1841,-3-1 0,-33 55 0,37-77-352,-2-2 0,-1 0 0,-1-1 0,-38 36 0,-1-8-11102</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51.516"/>
    </inkml:context>
    <inkml:brush xml:id="br0">
      <inkml:brushProperty name="width" value="0.025" units="cm"/>
      <inkml:brushProperty name="height" value="0.025" units="cm"/>
    </inkml:brush>
  </inkml:definitions>
  <inkml:trace contextRef="#ctx0" brushRef="#br0">608 0 10969,'-27'7'1184,"-1"2"0,2 0-1,-1 2 1,2 1 0,-1 1 0,2 0-1,-43 33 1,37-21-731,2 0 0,0 2 0,2 2 0,1 0 0,-28 43 0,30-36-62,1 1-1,1 1 1,3 1 0,1 0 0,1 1-1,3 1 1,-12 61 0,20-74-205,1 0 0,1 0 0,2 0 0,1 0 0,1 0 0,2 0 0,0 0 0,2-1 1,1 1-1,1-1 0,1 0 0,18 38 0,-11-37-106,1-1 1,1 0-1,1-2 0,2 0 1,0-1-1,1-1 0,2-1 0,0-1 1,1-1-1,1-1 0,1-1 1,1-1-1,0-1 0,38 15 1,-36-20-1178,1 0 1,0-2-1,46 7 1,-48-11-1738,1-3 0,0 0 1,56-5-1,-15-6-8368</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52.900"/>
    </inkml:context>
    <inkml:brush xml:id="br0">
      <inkml:brushProperty name="width" value="0.025" units="cm"/>
      <inkml:brushProperty name="height" value="0.025" units="cm"/>
    </inkml:brush>
  </inkml:definitions>
  <inkml:trace contextRef="#ctx0" brushRef="#br0">133 1 10617,'0'0'6386,"0"3"-5316,1 12-733,-2 1 1,0-1-1,0 1 1,-2-1-1,0 0 1,-9 29-1,-4 15 51,0 18-25,-16 81 326,27-133-499,-1 1 1,-12 30 0,2-8 1057,15-47-1148,1 1 1,-1-1-1,1 1 0,0-1 1,-1 1-1,1 0 1,0-1-1,0 1 0,0 0 1,0-1-1,0 1 1,0-1-1,1 1 0,-1-1 1,1 1-1,0 2 1,0-3-17,-1 0 1,1 0 0,0 0 0,0-1 0,-1 1-1,1 0 1,0 0 0,0-1 0,0 1-1,0 0 1,0-1 0,0 1 0,0-1 0,0 1-1,0-1 1,1 0 0,1 1 0,4 0 248,0-1 1,1 0 0,-1 0-1,0 0 1,13-3-1,-11 2-172,15-4 627,-1 0-1,29-10 1,1-1 6,-31 10-551,2-1-168,37-4-1,-42 9-819,-15 1-833,-3 10-1778,-1-7 2703,0 0 1,0-1-1,0 1 0,0 0 1,0-1-1,0 1 0,-1 0 0,1 0 1,0-1-1,-1 1 0,0 0 1,1-1-1,-1 1 0,-1 2 1,-17 13-13534</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53.635"/>
    </inkml:context>
    <inkml:brush xml:id="br0">
      <inkml:brushProperty name="width" value="0.025" units="cm"/>
      <inkml:brushProperty name="height" value="0.025" units="cm"/>
    </inkml:brush>
  </inkml:definitions>
  <inkml:trace contextRef="#ctx0" brushRef="#br0">68 1 13277,'-14'6'791,"0"0"311,1 1 3450,24 4-1111,-10-9-3323,1 0-1,-1 0 1,0 0-1,0 0 1,0 0 0,0 0-1,0 0 1,0 1-1,-1-1 1,1 0-1,-1 1 1,0-1-1,1 0 1,-1 1-1,0-1 1,0 1-1,-1 2 1,1 4 107,-2 56 869,-18 109 1,12-110-2489,3 1 1,4 68-1,1-95-339,-4 5-1802,-1-16-2057,1-9-4076</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54.049"/>
    </inkml:context>
    <inkml:brush xml:id="br0">
      <inkml:brushProperty name="width" value="0.025" units="cm"/>
      <inkml:brushProperty name="height" value="0.025" units="cm"/>
    </inkml:brush>
  </inkml:definitions>
  <inkml:trace contextRef="#ctx0" brushRef="#br0">92 1 13701,'-29'6'2120,"23"-4"4114,4 47-5006,-3 0 0,-12 54 0,-4 35-835,16-100-278,3-24 122,0 1 1,0-1-1,2 0 0,0 1 1,0-1-1,5 25 1,-4-37-147,-1 0 1,1 0 0,0 0 0,0 0 0,0-1 0,0 1-1,0 0 1,0 0 0,0-1 0,0 1 0,1-1 0,-1 1-1,0-1 1,1 0 0,0 0 0,-1 1 0,1-1-1,0 0 1,-1 0 0,1-1 0,0 1 0,0 0 0,0 0-1,0-1 1,0 0 0,0 1 0,0-1 0,0 0 0,0 0-1,3 0 1,5 0 309,1-1 0,0 0 0,0-1 0,14-5 0,-12 4-455,9-3 79,-1-1 1,33-16-1,-35 14-30,0 1 0,39-10 0,-26 16-1604,-28 2-1276,-7 6-2727,-1 0 2460,0 1-442,-4 9-9337</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54.388"/>
    </inkml:context>
    <inkml:brush xml:id="br0">
      <inkml:brushProperty name="width" value="0.025" units="cm"/>
      <inkml:brushProperty name="height" value="0.025" units="cm"/>
    </inkml:brush>
  </inkml:definitions>
  <inkml:trace contextRef="#ctx0" brushRef="#br0">26 9 13089,'-24'-8'2333,"23"7"-413,3 3 85,10 5 480,-2 0-1661,-1 1 0,0 0 0,0 0-1,-1 0 1,0 1 0,12 16 0,-10-9-305,-1 1 1,0-1-1,11 30 0,-7-5-270,-1 0 0,-3 0-1,5 45 1,18 367-2209,-31-382-315,-12 110 0,-19-16-7489,7-83-1649</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54.876"/>
    </inkml:context>
    <inkml:brush xml:id="br0">
      <inkml:brushProperty name="width" value="0.025" units="cm"/>
      <inkml:brushProperty name="height" value="0.025" units="cm"/>
    </inkml:brush>
  </inkml:definitions>
  <inkml:trace contextRef="#ctx0" brushRef="#br0">217 29 6633,'0'0'1204,"1"-2"-194,10-21 517,-10 21 597,2 1-1213,13 0 1476,-29 9-71,-13 8-1667,13-4-369,1 1 0,0 0 0,0 1 0,2 0 0,0 0 0,0 1 0,-8 19 1,-2 9 248,-19 64 0,25-57 188,3 2-1,-9 91 1,18-128-573,-2 26 338,2 0 0,1 1 1,3-1-1,10 65 0,-6-74-247,2 0 0,1-1 0,1 0 0,2 0 0,1-1-1,22 37 1,-18-39-103,2-1 0,0-1-1,2-1 1,1 0 0,1-2-1,1 0 1,0-2 0,2-1-1,38 24 1,-42-32-668,0 0-1,1-2 1,0-1-1,1 0 1,32 6 0,-35-10-1228,0-2 0,1-1 0,-1 0 0,0-2 0,1 0 0,36-7 0,9-5-9412</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55.460"/>
    </inkml:context>
    <inkml:brush xml:id="br0">
      <inkml:brushProperty name="width" value="0.025" units="cm"/>
      <inkml:brushProperty name="height" value="0.025" units="cm"/>
    </inkml:brush>
  </inkml:definitions>
  <inkml:trace contextRef="#ctx0" brushRef="#br0">408 16 8673,'-5'18'2633,"4"-15"1725,-3-19-917,3 15-3303,0-1 0,0 1 1,1 0-1,-1 0 0,0-1 0,0 1 1,0 0-1,0 0 0,-1 0 0,1 0 0,0 0 1,0 0-1,-1 0 0,1 1 0,0-1 0,-1 0 1,1 1-1,-1-1 0,1 1 0,-1-1 0,1 1 1,-1 0-1,1 0 0,-1-1 0,1 1 0,-1 0 1,1 0-1,-1 1 0,1-1 0,-3 1 0,-3-1 3,1 1 0,0 0 0,0 1-1,0 0 1,0 0 0,0 0-1,-8 4 1,1 3 19,-1 0 1,1 1-1,1 1 1,-1 0 0,2 1-1,0 0 1,0 1-1,-14 23 1,5-4 111,1 2 0,-22 57 0,21-35 102,2 0 0,3 1 0,-14 107 0,20-71 183,5 157-1,7-188-324,3 0-1,16 72 1,-14-100-178,1 0 0,2 0 0,2-2 0,1 1 1,22 38-1,-28-59-152,0-1 0,0 0 0,1 0 0,0-1 0,1 0 0,1 0 0,13 10 0,-19-17-115,0 1 1,0-1-1,1 0 0,-1 0 1,1 0-1,-1-1 0,1 0 1,0 0-1,0 0 0,0-1 1,0 0-1,0 0 0,0 0 1,0-1-1,0 0 0,0 0 1,1-1-1,8-1 0,-8 0-517,0-1 1,-1 0-1,1 0 0,-1-1 0,12-7 0,13-14-5606,6-7-5545</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55.855"/>
    </inkml:context>
    <inkml:brush xml:id="br0">
      <inkml:brushProperty name="width" value="0.025" units="cm"/>
      <inkml:brushProperty name="height" value="0.025" units="cm"/>
    </inkml:brush>
  </inkml:definitions>
  <inkml:trace contextRef="#ctx0" brushRef="#br0">114 51 5000,'0'1'-4,"0"-1"0,0 0 0,-1 0-1,1 0 1,0 0 0,0 0-1,0 0 1,-1 0 0,1 0-1,0 0 1,0 0 0,-1 0-1,1 0 1,0 0 0,0 0 0,-1 0-1,1 0 1,0 0 0,0 0-1,0 0 1,-1 0 0,1 0-1,0 0 1,0 0 0,0 0-1,-1 0 1,1 0 0,0 0 0,0-1-1,0 1 1,-1 0 0,1 0-1,0 0 1,0 0 0,0-1-1,0 1 1,0 0 0,-1 0 0,1-1-1,4-9 5878,7-5 2105,-4 9-6098,-5 4 912,-2 2-2717,0-1 1,0 0 0,-1 0-1,1 0 1,0 1 0,0-1-1,-1 0 1,1 1-1,-1-1 1,1 0 0,-1 1-1,1-1 1,-1 0 0,1 1-1,-1-1 1,0 1-1,1-1 1,-1 1 0,0-1-1,1 1 1,-1 0 0,0-1-1,1 1 1,-1 0-1,0 0 1,0-1 0,0 1-1,1 0 1,-1 0 0,0 0-1,0 0 1,0 0-1,1 0 1,-1 0 0,0 0-1,0 0 1,0 0 0,1 1-1,-1-1 1,0 0-1,0 1 1,1-1 0,-1 0-1,0 1 1,1-1 0,-1 1-1,0-1 1,1 1 0,-1-1-1,1 1 1,-1-1-1,0 1 1,1 0 0,0-1-1,-1 1 1,0 1 0,-3 3-70,1 1 1,-1 0-1,1-1 1,0 1-1,-4 12 1,-12 49 320,2 1 0,4 0 0,-8 96 0,21-158-238,0 0 0,0 0 0,0 1 0,1-1-1,0 0 1,0 0 0,0 0 0,1 0 0,4 11 0,-4-14-31,-1 0 0,1-1 0,0 1 0,0-1 0,0 1 0,0-1 1,0 0-1,0 0 0,0 0 0,1 0 0,-1 0 0,1 0 0,0-1 1,-1 1-1,1-1 0,0 0 0,0 0 0,0 0 0,0 0 1,0 0-1,5 0 0,8-1 108,1 0 0,-1-1 0,0-1 0,-1 0 0,1-1 0,27-10 0,-12 5 93,80-22-2985,-108 29 2456,0 1 0,0-1 1,-1 0-1,1 0 0,0 0 0,0 0 0,-1 0 1,1 0-1,4-3 0,0-4-3112,1-3-3423</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56.156"/>
    </inkml:context>
    <inkml:brush xml:id="br0">
      <inkml:brushProperty name="width" value="0.025" units="cm"/>
      <inkml:brushProperty name="height" value="0.025" units="cm"/>
    </inkml:brush>
  </inkml:definitions>
  <inkml:trace contextRef="#ctx0" brushRef="#br0">61 7 14901,'-15'-6'2960,"12"7"173,0 12-1859,3-13-973,-1 9 441,1-1 1,0 0-1,0 1 1,0-1-1,4 13 1,-2-10-369,-1 0 1,0 0-1,-1 11 0,-14 238 2448,7-86-4570,6-161 977,0 0 1,-1 0-1,-4 17 0,-1-9-3422,-2-1-4241</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56.806"/>
    </inkml:context>
    <inkml:brush xml:id="br0">
      <inkml:brushProperty name="width" value="0.025" units="cm"/>
      <inkml:brushProperty name="height" value="0.025" units="cm"/>
    </inkml:brush>
  </inkml:definitions>
  <inkml:trace contextRef="#ctx0" brushRef="#br0">89 122 14561,'-18'-9'2138,"18"9"-2012,-1 0 0,1 0 0,-1 0 0,1 1-1,-1-1 1,1 0 0,0 0 0,-1 0 0,1 0 0,-1 0 0,1 0 0,-1 1 0,1-1 0,0 0 0,-1 0-1,1 0 1,0 1 0,-1-1 0,1 0 0,0 1 0,-1-1 0,1 0 0,0 1 0,-1-1 0,1 0 0,0 1-1,0-1 1,0 1 0,-1-1 0,1 1 0,0-1 0,0 0 0,0 1 0,-5 14 1316,-1 16 37,3 0 0,-1 51 0,3-28-775,-5 150 756,-13 173-1282,14-311-900,5-62 429,1-8-345,5-16 405,-1-1 1,-1 1 0,-1 0-1,1-33 1,-7-87-827,-1 35 505,-1-128-331,7 196 1100,10-69 0,-7 78 273,-4 21-271,0 0-1,1 0 0,0 1 1,1-1-1,-1 1 0,1 0 1,0-1-1,1 1 0,-1 0 1,6-6-1,4-3 425,1 1 0,17-15 0,14-15 1031,-24 24-1144,-22 20-527,1 0 0,0 0 1,0 1-1,0-1 0,0 0 1,0 0-1,0 0 0,0 0 0,0 0 1,0 0-1,0 0 0,0 0 0,0 0 1,0 0-1,0 1 0,0-1 1,0 0-1,0 0 0,0 0 0,0 0 1,0 0-1,1 0 0,-1 0 0,0 0 1,0 0-1,0 0 0,0 0 1,0 1-1,0-1 0,0 0 0,0 0 1,0 0-1,0 0 0,0 0 1,0 0-1,0 0 0,0 0 0,1 0 1,-1 0-1,0 0 0,0 0 0,0 0 1,0 0-1,0 0 0,0 0 1,0 0-1,0 0 0,0 0 0,0 0 1,1 0-1,-1 0 0,0 0 0,0 0 1,0 0-1,0 0 0,0 0 1,0 14-306,-1 0-1,0 1 1,-1-1 0,0 0 0,-10 27 0,2-3-491,-19 65-4881,-71 168 0,89-245 5385,-14 33 867,23-53 580,1-1-1,0 1 0,0 0 1,-1 10-1,7-17 395,81-23 2343,-57 14-2385,43-8-1,-38 13-1298,103-13 291,-122 17-484,-1 1 0,1 1 0,-1 0 0,1 0 0,-1 2 0,1 0 0,18 7 0,-29-8-266,1 0-1,-1 0 1,1 1 0,-1 0 0,0 0-1,0 0 1,0 0 0,-1 1 0,1-1-1,-1 1 1,0 0 0,0 0 0,0 0-1,0 1 1,-1-1 0,1 1 0,-1-1-1,-1 1 1,1 0 0,1 7 0,-1-4-654,-1 0 0,1 1 0,-2-1 0,1 0 0,-1 0 0,-1 1 0,1-1 0,-1 0 1,-1 0-1,0 0 0,-3 10 0,-1-3-12777</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57.135"/>
    </inkml:context>
    <inkml:brush xml:id="br0">
      <inkml:brushProperty name="width" value="0.025" units="cm"/>
      <inkml:brushProperty name="height" value="0.025" units="cm"/>
    </inkml:brush>
  </inkml:definitions>
  <inkml:trace contextRef="#ctx0" brushRef="#br0">5 13 15193,'0'0'83,"0"0"-1,0 0 0,-1 0 1,1 0-1,0 0 0,0 0 0,0 0 1,0 0-1,-1 0 0,1 0 1,0 0-1,0 0 0,0 0 0,0 0 1,0 0-1,0 0 0,-1 0 1,1 0-1,0 0 0,0 0 0,0-1 1,0 1-1,0 0 0,0 0 1,0 0-1,-1 0 0,1 0 0,0 0 1,0-1-1,0 1 0,0 0 0,0 0 1,0 0-1,0 0 0,0 0 1,0 0-1,0-1 0,0 1 0,0 0 1,0 0-1,0 0 0,7-6 1753,-1 5-1383,-1 0 0,1 0 0,0 1 0,0 0 0,0 0 0,0 0-1,10 3 1,46 12 2551,-39-7-2672,0 1 0,-1 1-1,0 1 1,-1 1-1,0 1 1,-1 1-1,0 1 1,-1 0-1,17 20 1,-14-12 6,-1 1 0,-2 0 0,0 2 0,-1 0 0,-2 1 0,21 47 0,-19-25-341,-1 1-1,-3 0 1,-2 2 0,-2-1 0,-2 1 0,-3 0-1,-1 56 1,-7 2-265,-4-1 1,-29 145-1,20-184-2892,-25 75 0,-8-8-7385,25-74-1529</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57.720"/>
    </inkml:context>
    <inkml:brush xml:id="br0">
      <inkml:brushProperty name="width" value="0.025" units="cm"/>
      <inkml:brushProperty name="height" value="0.025" units="cm"/>
    </inkml:brush>
  </inkml:definitions>
  <inkml:trace contextRef="#ctx0" brushRef="#br0">525 0 8365,'-7'0'5137,"-18"0"646,8 1-5177,-1 0 0,-23 4 0,24-1-292,1 1 1,-1 1-1,1 0 1,0 1-1,1 1 1,0 0-1,0 1 1,0 1 0,1 0-1,-19 19 1,16-11 29,0 1 0,1 0 1,1 2-1,0 0 0,2 0 1,-17 37-1,10-7 60,2 1 0,2 0 0,2 2 0,3-1 0,2 1 0,-2 59 0,7-46-76,3 1 1,3-1-1,3 0 0,2 0 0,22 83 0,-20-115-402,1 0 0,2 0 0,2-1 0,1 0 0,1-2 0,2 0 0,2 0 0,0-2 0,2 0 0,1-2 0,35 33 0,-48-52-268,0 0 1,1-1 0,0-1-1,1 0 1,0 0 0,0-1 0,25 9-1,-28-12-340,0-1-1,0 0 0,1-1 0,-1 0 1,11 0-1,-12-1-647,0-1-1,0 0 1,-1 0 0,1-1-1,0 0 1,12-5 0,28-17-10429</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58.112"/>
    </inkml:context>
    <inkml:brush xml:id="br0">
      <inkml:brushProperty name="width" value="0.025" units="cm"/>
      <inkml:brushProperty name="height" value="0.025" units="cm"/>
    </inkml:brush>
  </inkml:definitions>
  <inkml:trace contextRef="#ctx0" brushRef="#br0">146 0 10549,'-1'19'1670,"2"-16"-260,2-9 3605,-19 4-2160,15 2-2750,1 0 1,-1 0-1,0 0 1,0 0 0,1 0-1,-1 0 1,0 0-1,0 0 1,1 0-1,-1 0 1,0 1 0,0-1-1,1 0 1,-1 1-1,0-1 1,1 1-1,-1-1 1,1 0 0,-1 1-1,0-1 1,1 1-1,-1 0 1,-11 20 1233,-3 33-412,12-41-707,-26 90 773,-19 87 194,44-165-986,1 0 1,1 0 0,1 0 0,2 0 0,5 44 0,-6-64-155,1-1 0,0 0 1,0 0-1,0 0 0,1 0 0,-1 0 0,1 0 1,0 0-1,0 0 0,0 0 0,1-1 0,-1 1 1,1-1-1,0 0 0,0 0 0,0 0 0,0 0 1,1 0-1,-1-1 0,1 0 0,-1 1 0,1-1 1,0 0-1,0-1 0,0 1 0,0-1 0,0 0 1,0 0-1,1 0 0,-1 0 0,0-1 0,6 0 1,7 0 127,-1-1 1,1-1 0,-1 0-1,0-1 1,1-1 0,-2-1-1,18-6 1,178-81-490,-209 91 104,-1 0 1,1 0-1,-1 0 1,1 0-1,-1 0 0,1-1 1,-1 1-1,0 0 1,0-1-1,0 1 0,0-1 1,0 0-1,0 1 1,0-1-1,0 0 0,0 0 1,-1 1-1,1-1 1,-1 0-1,1-2 0,-3-15-3756,2 18 3483,0 0 0,-1 0 0,1 1 1,0-1-1,-1 0 0,1 0 0,-1 1 1,1-1-1,-1 0 0,0 1 0,1-1 0,-1 0 1,0 1-1,1-1 0,-1 1 0,-1-1 0,-12-5-12410</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58.409"/>
    </inkml:context>
    <inkml:brush xml:id="br0">
      <inkml:brushProperty name="width" value="0.025" units="cm"/>
      <inkml:brushProperty name="height" value="0.025" units="cm"/>
    </inkml:brush>
  </inkml:definitions>
  <inkml:trace contextRef="#ctx0" brushRef="#br0">203 0 16910,'19'14'2352,"-22"10"-180,1 16-232,2-7-192,-3 5-316,-2 10-311,-4 9-333,-1 5-36,-4 5-220,-13 1-428,3-1-524,-3-7-848,3-7-801,2-7-1075,-8-8-3621,9-11-6436</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58.759"/>
    </inkml:context>
    <inkml:brush xml:id="br0">
      <inkml:brushProperty name="width" value="0.025" units="cm"/>
      <inkml:brushProperty name="height" value="0.025" units="cm"/>
    </inkml:brush>
  </inkml:definitions>
  <inkml:trace contextRef="#ctx0" brushRef="#br0">176 1 11949,'-6'2'643,"1"1"-1,-1 0 1,1 0-1,0 0 1,0 0-1,0 1 1,0 0-1,0 0 1,1 1-1,0-1 1,0 1-1,-7 10 1,2-1 437,1 0 1,0 0 0,-10 31 0,3-1-469,2 1 0,2 1 0,2 0 0,3 1 0,-2 70 0,8-109-1008,0 0 0,1 1 1,1-1-1,-1 0 0,1-1 0,1 1 0,-1 0 0,1-1 0,0 1 0,8 11 0,-11-19 363,0 0 1,0 0-1,0 1 0,0-1 0,0 0 0,0 0 0,0 0 0,0 0 1,0 0-1,0 0 0,0 0 0,0 0 0,1 0 0,-1 0 0,0 0 1,0 1-1,0-1 0,0 0 0,0 0 0,0 0 0,0 0 1,0 0-1,0 0 0,0 0 0,0 0 0,1 0 0,-1 0 0,0 0 1,0 0-1,0 0 0,0 0 0,0 0 0,0 0 0,0 0 1,0 0-1,0 0 0,0 0 0,1 0 0,-1 0 0,0 0 0,0 0 1,0 0-1,0 0 0,0 0 0,0 0 0,0 0 0,0 0 1,0-1-1,0 1 0,0 0 0,1 0 0,-1 0 0,0 0 0,0 0 1,0 0-1,0 0 0,0 0 0,0 0 0,0 0 0,0 0 1,0 0-1,0-1 0,0 1 0,5-4-1472,0-1 0,-1 0 0,1-1 0,-1 1 0,4-8 0,7-17-8321</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58.949"/>
    </inkml:context>
    <inkml:brush xml:id="br0">
      <inkml:brushProperty name="width" value="0.025" units="cm"/>
      <inkml:brushProperty name="height" value="0.025" units="cm"/>
    </inkml:brush>
  </inkml:definitions>
  <inkml:trace contextRef="#ctx0" brushRef="#br0">91 1 12957,'-9'9'1062,"1"1"1,0 1-1,1-1 0,0 1 0,1 0 0,0 1 0,-7 20 1,5-2 349,2 0 0,-3 34-1,6-7-295,5 76 0,1-110-1527,1-1-1,1 1 1,0-1-1,2 0 1,19 41 0,-11-27-2295,-14-33-339</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59.090"/>
    </inkml:context>
    <inkml:brush xml:id="br0">
      <inkml:brushProperty name="width" value="0.025" units="cm"/>
      <inkml:brushProperty name="height" value="0.025" units="cm"/>
    </inkml:brush>
  </inkml:definitions>
  <inkml:trace contextRef="#ctx0" brushRef="#br0">1 71 16005,'24'-11'2361,"-13"3"-385,11 2-324,2 1-404,0 2-164,22-2-364,-5 5-932,4-5-388,-1-1-1120,-23 3-1364,6-5-2697,14-2-4884</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59.328"/>
    </inkml:context>
    <inkml:brush xml:id="br0">
      <inkml:brushProperty name="width" value="0.025" units="cm"/>
      <inkml:brushProperty name="height" value="0.025" units="cm"/>
    </inkml:brush>
  </inkml:definitions>
  <inkml:trace contextRef="#ctx0" brushRef="#br0">184 0 19146,'6'6'575,"1"1"0,-1 0 1,0 0-1,0 0 1,-1 0-1,0 1 0,0 0 1,-1 0-1,0 0 0,0 1 1,-1 0-1,0-1 0,-1 1 1,3 17-1,0 13 511,-1 1 0,-1 43 0,-3-59-896,-1 64 125,-13 91 1,-26 87-1398,22-155 40,-33 167-2413,35-207-199,-48 128 0,31-122-2454,3-12-3768</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59.576"/>
    </inkml:context>
    <inkml:brush xml:id="br0">
      <inkml:brushProperty name="width" value="0.025" units="cm"/>
      <inkml:brushProperty name="height" value="0.025" units="cm"/>
    </inkml:brush>
  </inkml:definitions>
  <inkml:trace contextRef="#ctx0" brushRef="#br0">19 41 19142,'0'0'8457,"3"-13"-10554,2-3-303,-18 10-6549,-1 1-2220</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59.704"/>
    </inkml:context>
    <inkml:brush xml:id="br0">
      <inkml:brushProperty name="width" value="0.025" units="cm"/>
      <inkml:brushProperty name="height" value="0.025" units="cm"/>
    </inkml:brush>
  </inkml:definitions>
  <inkml:trace contextRef="#ctx0" brushRef="#br0">23 6 20810,'8'-6'2036,"-6"20"304,-18-4-13369,0 1-144</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5:59.881"/>
    </inkml:context>
    <inkml:brush xml:id="br0">
      <inkml:brushProperty name="width" value="0.025" units="cm"/>
      <inkml:brushProperty name="height" value="0.025" units="cm"/>
    </inkml:brush>
  </inkml:definitions>
  <inkml:trace contextRef="#ctx0" brushRef="#br0">30 6 18138,'22'3'704,"-36"-6"-2844,1-2-2777,-11 7-3884</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6:00.651"/>
    </inkml:context>
    <inkml:brush xml:id="br0">
      <inkml:brushProperty name="width" value="0.025" units="cm"/>
      <inkml:brushProperty name="height" value="0.025" units="cm"/>
    </inkml:brush>
  </inkml:definitions>
  <inkml:trace contextRef="#ctx0" brushRef="#br0">238 1 12601,'-4'1'539,"0"0"0,1-1 1,-1 1-1,1-1 0,-1 1 0,0-1 0,1-1 0,-1 1 0,0 0 1,-3-2-1,0 1 345,7 1-771,-1 0-1,1 1 1,-1-1 0,0 0 0,1 0-1,-1 0 1,1 0 0,-1 1 0,1-1-1,-1 0 1,1 1 0,-1-1 0,1 0 0,0 1-1,-1-1 1,1 0 0,-1 1 0,1-1-1,0 1 1,-1-1 0,1 1 0,0-1-1,0 1 1,-1-1 0,1 1 0,0 0-1,-1 1 337,-23 33 483,1 0 0,2 2 0,2 0 0,2 1 0,-15 46 0,22-54-580,2 0-1,1 1 0,2 0 0,1 0 0,1 0 0,2 0 1,3 50-1,-1-76-284,-1 0 0,1 1 0,1-1 0,-1 0 1,1 0-1,-1 0 0,2 0 0,-1 0 0,0 0 0,1 0 1,0-1-1,7 9 0,-7-10-31,0 0 1,1 0-1,0 0 1,0 0-1,0-1 1,0 0-1,0 1 0,0-2 1,0 1-1,1 0 1,-1-1-1,1 0 1,-1 0-1,1 0 1,7 0-1,7-1-36,0 0 0,0-2 0,0 0 0,34-8 0,77-29 0,-71 20 0,-55 18-160,1-1-1,-1 0 1,1 1 0,-1-1-1,0-1 1,1 1 0,-1-1-1,0 0 1,-1 1 0,7-7-1,-9 8 14,0-1-1,0 1 0,0-1 0,0 1 0,-1-1 0,1 1 1,0-1-1,-1 0 0,1 1 0,-1-1 0,1 0 0,-1 0 1,0 1-1,0-1 0,0 0 0,0 0 0,0 1 0,0-1 1,0 0-1,-1 0 0,1 1 0,-1-1 0,1 0 0,-1 1 1,0-1-1,1 1 0,-1-1 0,0 1 0,-1-3 0,1 4-386,1-1 0,-1 0 0,1 0 0,-1 0 0,0 1 0,1-1 0,-1 0 0,0 1 0,1-1 0,-1 1 0,0-1 0,0 1 0,0-1 0,0 1 0,-1-1 0,-18-3-14506</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6:00.967"/>
    </inkml:context>
    <inkml:brush xml:id="br0">
      <inkml:brushProperty name="width" value="0.025" units="cm"/>
      <inkml:brushProperty name="height" value="0.025" units="cm"/>
    </inkml:brush>
  </inkml:definitions>
  <inkml:trace contextRef="#ctx0" brushRef="#br0">243 1 18030,'-29'45'2760,"15"-7"-192,1 24-144,2-11-323,0 1-337,-2 2-332,-6 5-300,5 6-576,-2 2-556,3-5 0,-3-5-92,2-6-940,3-5-664,0-16-404,6-17-873,-8 3-95,-1 0-3377,9-26-5932</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6:01.360"/>
    </inkml:context>
    <inkml:brush xml:id="br0">
      <inkml:brushProperty name="width" value="0.025" units="cm"/>
      <inkml:brushProperty name="height" value="0.025" units="cm"/>
    </inkml:brush>
  </inkml:definitions>
  <inkml:trace contextRef="#ctx0" brushRef="#br0">7 710 9005,'0'1'195,"1"0"1,0 0-1,-1 0 1,1 1-1,-1-1 0,1 0 1,-1 0-1,1 1 1,-1-1-1,0 0 1,0 1-1,0-1 0,0 1 1,0-1-1,0 0 1,0 1-1,0-1 1,0 0-1,-1 1 0,1-1 1,-1 0-1,1 1 1,-1-1-1,1 0 1,-1 0-1,0 0 0,-1 2 1,0 3 442,1-4-321,1 0-1,-1 0 1,1 0 0,0 0 0,0 0 0,0 0 0,0 1 0,0-1-1,0 0 1,1 0 0,0 2 0,0 1 459,-1-2 2076,3-4-1518,2 0-1029,1-1 1,0 0-1,-1 0 0,1 0 1,-1-1-1,0 1 1,1-1-1,-1-1 1,-1 1-1,1-1 0,5-5 1,6-7 204,23-30 0,-28 32-231,3-4-206,-2-1 0,0 0 0,-1-1 0,-1 0 0,-1 0 1,-1-1-1,9-36 0,22-158-2543,-36 191 2038,18-213-3087,-20 233 3808,0 5 197,1 1-332,0 0 0,0 0 0,0 0 0,0 0 0,0 0 0,0 0 0,-1 1 0,0-1 0,1 1 0,-1-1 0,2 5 0,9 36 704,-3-12-264,54 168 1595,-59-188-2112,24 67 31,19 89 1,-34-126-1156,-8-28-580,-1 0 0,4 18 0,-8-27 554,0-1 0,1 1 0,-1-1 0,0 1-1,-1-1 1,1 1 0,0-1 0,-2 5 0,-7 7-9922</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6:01.516"/>
    </inkml:context>
    <inkml:brush xml:id="br0">
      <inkml:brushProperty name="width" value="0.025" units="cm"/>
      <inkml:brushProperty name="height" value="0.025" units="cm"/>
    </inkml:brush>
  </inkml:definitions>
  <inkml:trace contextRef="#ctx0" brushRef="#br0">0 39 17254,'30'-8'2100,"13"-3"-396,-13 8-488,5 3-128,-3 3-932,3-9-712,-21 4-1304,7-4-704,1 1-2965,-3 5-4496</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6:01.738"/>
    </inkml:context>
    <inkml:brush xml:id="br0">
      <inkml:brushProperty name="width" value="0.025" units="cm"/>
      <inkml:brushProperty name="height" value="0.025" units="cm"/>
    </inkml:brush>
  </inkml:definitions>
  <inkml:trace contextRef="#ctx0" brushRef="#br0">456 0 22150,'1'1'172,"0"-1"0,1 1 1,-1-1-1,0 1 0,0 0 0,0-1 0,0 1 1,0 0-1,0 0 0,0 0 0,0 0 0,-1 0 1,1 0-1,0 0 0,-1 0 0,1 0 0,0 0 1,-1 1-1,1-1 0,-1 0 0,0 0 0,1 0 1,-1 1-1,0 0 0,3 8 698,1 0-242,1 0-68,0 1 0,-1 0-1,0 0 1,-1 0-1,-1 1 1,1-1 0,0 24-1,-6 15-469,-3 1-1,-2-1 0,-16 60 0,5-27-109,5-18-76,-63 275-2539,49-236 987,-51 122 0,64-191 274,-2-1 0,-1-1 0,-29 39 0,-36 30-6255,10-25-3002</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6:02.089"/>
    </inkml:context>
    <inkml:brush xml:id="br0">
      <inkml:brushProperty name="width" value="0.025" units="cm"/>
      <inkml:brushProperty name="height" value="0.025" units="cm"/>
    </inkml:brush>
  </inkml:definitions>
  <inkml:trace contextRef="#ctx0" brushRef="#br0">775 0 13337,'-1'0'6,"-27"0"828,0 2 0,0 1 0,-49 11 0,42-6 20,0 2 0,1 1 0,0 2 1,-54 28-1,62-24-487,1 0 1,1 2-1,0 1 1,2 1-1,0 0 1,1 2 0,-31 45-1,30-34 94,2 1 1,1 0-1,2 2 0,1 0 0,-16 60 1,19-48-39,2 1 1,2 0 0,2 1-1,2-1 1,5 103 0,3-121-316,1-1 0,1 1 1,2-1-1,1 0 1,2-1-1,0 0 0,2 0 1,2-1-1,0-1 1,32 46-1,-33-57-238,0 0 0,1-1-1,1-1 1,0 0 0,1-1 0,1 0 0,24 14-1,-33-22-195,1-2-1,0 1 0,0-1 0,1-1 0,-1 1 0,1-2 0,0 1 0,0-2 1,0 1-1,0-1 0,0 0 0,0-1 0,0-1 0,0 1 0,0-1 1,0-1-1,16-4 0,-19 3-1158,0 1 0,-1-1 0,1 0 1,11-8-1,24-25-11574</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8:39.324"/>
    </inkml:context>
    <inkml:brush xml:id="br0">
      <inkml:brushProperty name="width" value="0.025" units="cm"/>
      <inkml:brushProperty name="height" value="0.025" units="cm"/>
    </inkml:brush>
  </inkml:definitions>
  <inkml:trace contextRef="#ctx0" brushRef="#br0">170 375 7129,'-4'-15'142,"-4"-11"10726,4 15-9171,3 9 731,-13 15-1802,9-3-521,-1 0-1,1 0 0,0 0 1,1 1-1,0-1 1,1 1-1,-3 21 1,-4 5-37,-29 130 203,0-5-191,30-127-87,5-19-6,8-33-18,26-118-10,111-418-9,-101 438-31,-39 113 87,0-1 1,-1 1-1,1 0 0,1 0 0,-1-1 0,0 1 1,1 0-1,-1 0 0,1 0 0,-1 1 0,1-1 1,0 0-1,0 0 0,0 1 0,3-3 0,-4 4-4,0 0-1,1 0 0,-1-1 1,0 1-1,0 0 0,0 0 0,0 0 1,1 0-1,-1 1 0,0-1 1,0 0-1,0 0 0,0 1 1,0-1-1,1 1 0,-1-1 0,0 1 1,0-1-1,0 1 0,0 0 1,-1 0-1,1-1 0,0 1 0,0 0 1,0 0-1,0 0 0,-1 0 1,1 0-1,-1 0 0,2 2 1,7 11 14,-1 0 1,-1 1 0,0 0-1,-1 0 1,6 24 0,16 88 145,-22-96-152,17 95-53,50 228-71,-55-259-849,-11-52-496,-6-39 798,-1 0-1,1 0 0,-1 0 0,0 0 0,0 0 1,-1 0-1,1 0 0,-1 0 0,0-1 1,0 1-1,0 0 0,0 0 0,-1-1 1,0 1-1,-2 4 0,-8 0-7521</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8:39.483"/>
    </inkml:context>
    <inkml:brush xml:id="br0">
      <inkml:brushProperty name="width" value="0.025" units="cm"/>
      <inkml:brushProperty name="height" value="0.025" units="cm"/>
    </inkml:brush>
  </inkml:definitions>
  <inkml:trace contextRef="#ctx0" brushRef="#br0">0 0 19486,'11'6'2156,"-19"2"3160,32-8-4615,0 2-277,-2-2-584,2 0-837,6 0-983,-3 6-1348,-6-1-3065,-2 3-5848</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8:39.795"/>
    </inkml:context>
    <inkml:brush xml:id="br0">
      <inkml:brushProperty name="width" value="0.025" units="cm"/>
      <inkml:brushProperty name="height" value="0.025" units="cm"/>
    </inkml:brush>
  </inkml:definitions>
  <inkml:trace contextRef="#ctx0" brushRef="#br0">149 1 16478,'0'0'4704,"-2"18"-2912,2 1-348,-3 6-296,0 15-252,-2 3-204,-6 0-159,0 9-421,-2 2-721,2 2-295,-8-7-668,-5-9-960,-1-2-16,9-3-3289,11-22-4976</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8:40.301"/>
    </inkml:context>
    <inkml:brush xml:id="br0">
      <inkml:brushProperty name="width" value="0.025" units="cm"/>
      <inkml:brushProperty name="height" value="0.025" units="cm"/>
    </inkml:brush>
  </inkml:definitions>
  <inkml:trace contextRef="#ctx0" brushRef="#br0">8 7 4992,'2'21'11886,"-2"-17"-10808,-9 140 3658,8-136-4525,1 0-1,0 0 1,1 0-1,0-1 1,0 1 0,0 0-1,1 0 1,1-1 0,-1 1-1,1-1 1,0 0-1,1 0 1,-1 0 0,1 0-1,1 0 1,0-1-1,-1 0 1,2 0 0,-1 0-1,1-1 1,0 1-1,0-1 1,13 7 0,-2-3 37,0-1 0,1-1 0,0-1 1,1-1-1,-1 0 0,1-1 1,0-1-1,0-1 0,0-1 1,20-1-1,-31 0-163,0 0-1,0-1 1,0-1 0,0 1 0,0-1 0,0-1-1,0 1 1,-1-1 0,1-1 0,-1 1-1,0-1 1,0-1 0,0 1 0,-1-1 0,0 0-1,0-1 1,0 1 0,0-1 0,-1-1-1,0 1 1,0 0 0,-1-1 0,1 0 0,-2 0-1,1-1 1,2-8 0,-3 7-312,0-1-1,-1 1 1,0-1-1,-1 0 1,0 0-1,0 0 1,-1 0-1,-1 1 1,0-1-1,0 0 1,0 0-1,-2 0 1,1 1-1,-1-1 1,0 1-1,-1 0 1,0 0-1,-1 0 1,0 1 0,0-1-1,0 1 1,-1 0-1,-1 1 1,1-1-1,-1 1 1,-1 1-1,-14-12 1,19 16-124,0 1 0,-1-1 0,1 1 0,0-1 0,0 1 0,-1 1 0,1-1 0,-1 0 0,1 1 0,-1-1 0,1 1 0,0 0 0,-1 0 0,1 1 0,-8 0 0,2 2-1649,0-1 1,0 2 0,1-1-1,-10 6 1,4-1-5802</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8:40.521"/>
    </inkml:context>
    <inkml:brush xml:id="br0">
      <inkml:brushProperty name="width" value="0.025" units="cm"/>
      <inkml:brushProperty name="height" value="0.025" units="cm"/>
    </inkml:brush>
  </inkml:definitions>
  <inkml:trace contextRef="#ctx0" brushRef="#br0">146 0 12857,'-19'51'2288,"-3"-21"-327,3 3-261,6-4-268,2 4-152,0 4-320,1 9-92,1 5-344,4 3-468,2-2-264,-2-7-480,0-4-828,5-20-680,-9 4-3557,4-1-4828</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8:40.863"/>
    </inkml:context>
    <inkml:brush xml:id="br0">
      <inkml:brushProperty name="width" value="0.025" units="cm"/>
      <inkml:brushProperty name="height" value="0.025" units="cm"/>
    </inkml:brush>
  </inkml:definitions>
  <inkml:trace contextRef="#ctx0" brushRef="#br0">58 0 12993,'-16'23'2176,"13"-19"2269,2-1-3558,-4 10-541,2 1 1,0 1 0,0-1-1,1 0 1,0 20 0,-1 6-41,-6 165 368,7-140-861,-4 20-1519,9-21-3335,-2-60-169</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8:41.132"/>
    </inkml:context>
    <inkml:brush xml:id="br0">
      <inkml:brushProperty name="width" value="0.025" units="cm"/>
      <inkml:brushProperty name="height" value="0.025" units="cm"/>
    </inkml:brush>
  </inkml:definitions>
  <inkml:trace contextRef="#ctx0" brushRef="#br0">49 49 14005,'-40'-9'2112,"31"8"-164,13 0 53,137-16 6748,79-1-5922,-117 16-8417,-98 4 484,-4 10 709,-1-11 2863,-2 22-10497</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8:41.315"/>
    </inkml:context>
    <inkml:brush xml:id="br0">
      <inkml:brushProperty name="width" value="0.025" units="cm"/>
      <inkml:brushProperty name="height" value="0.025" units="cm"/>
    </inkml:brush>
  </inkml:definitions>
  <inkml:trace contextRef="#ctx0" brushRef="#br0">1 332 18482,'86'-38'2952,"-51"22"-160,6 3-332,10-6-419,0 0-385,9 0-336,10 0-348,-3-2-880,-2 2-92,-6 0 0,-7 3 0,-9 2-1180,-6-5-1084,-18-19-1149,-16 17 161,8 10-3433,0 0-6304</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8:41.914"/>
    </inkml:context>
    <inkml:brush xml:id="br0">
      <inkml:brushProperty name="width" value="0.025" units="cm"/>
      <inkml:brushProperty name="height" value="0.025" units="cm"/>
    </inkml:brush>
  </inkml:definitions>
  <inkml:trace contextRef="#ctx0" brushRef="#br0">13 1 7213,'0'0'12455,"-2"1"-11481,1 2-763,-1-1 0,1 0 0,0 1 0,0-1 0,0 1 0,0-1 0,0 1 0,1 0 0,-1-1 0,1 1 0,0 0 0,0-1 0,0 1 0,0 3 0,8 40 838,-4-26-591,-3-20-455,93 529 4565,-19 2-4823,-51-381-1599,-13-89-1837,4 78 0,-15-111-2887,-5-5-4254</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8:42.521"/>
    </inkml:context>
    <inkml:brush xml:id="br0">
      <inkml:brushProperty name="width" value="0.025" units="cm"/>
      <inkml:brushProperty name="height" value="0.025" units="cm"/>
    </inkml:brush>
  </inkml:definitions>
  <inkml:trace contextRef="#ctx0" brushRef="#br0">82 11 7873,'-8'-3'713,"-1"-1"392,2 0 5120,-1 21-3921,5-8-1997,1 1 0,0-1 0,0 1 0,1 0 0,0 0 0,1 20 0,-1 0 38,-28 289 2017,21-129-1738,8 0-1,29 232 1,-24-395-873,1 1 0,10 26 0,1 4-2799,-17-56 345</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8:42.991"/>
    </inkml:context>
    <inkml:brush xml:id="br0">
      <inkml:brushProperty name="width" value="0.025" units="cm"/>
      <inkml:brushProperty name="height" value="0.025" units="cm"/>
    </inkml:brush>
  </inkml:definitions>
  <inkml:trace contextRef="#ctx0" brushRef="#br0">128 220 5777,'-8'1'513,"1"0"0,0 1 0,-1-1 1,1 1-1,0 1 0,0 0 1,1 0-1,-1 0 0,1 0 1,-13 10 4621,17-11-3614,-5 10-854,0-6 3290,-13 3-3000,18-8 1674,4-2-1915,14-4-275,-1 1 0,1 1 0,0 1 1,0 0-1,0 1 0,28 1 0,27-2 163,280-14 1428,-91 6-1517,1291-34-481,-463 32-34,-3-37 0,-480-7 0,-354 31 0,-225 23-2,0-2 0,0-1-1,39-12 1,-60 15 363,6-2-1914,-11 3 1469,-1 1-1,1-1 1,0 1-1,0 0 1,0-1 0,0 1-1,0 0 1,0-1 0,-1 1-1,1-1 1,0 1 0,0 0-1,0 0 1,-1-1 0,1 1-1,0 0 1,0-1 0,-1 1-1,1 0 1,0 0-1,-1-1 1,1 1 0,0 0-1,-1 0 1,1 0 0,-1 0-1,1-1 1,0 1 0,-1 0-1,-3-2-352,0 1 1,0-1-1,0 1 0,0 0 0,0 0 0,0 1 0,0-1 0,0 1 0,0-1 0,-8 2 1,-46 7-4894,32-4 1758,-54 9-8772</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8:43.961"/>
    </inkml:context>
    <inkml:brush xml:id="br0">
      <inkml:brushProperty name="width" value="0.025" units="cm"/>
      <inkml:brushProperty name="height" value="0.025" units="cm"/>
    </inkml:brush>
  </inkml:definitions>
  <inkml:trace contextRef="#ctx0" brushRef="#br0">0 19 9945,'16'-19'5536,"-15"37"-2897,-2-14-2183,9 230 5831,19 114-2723,-3-63-2213,-17-145-1441,6 68-2352,0-45-5387,-9-141 1599,3-12-3973</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8:44.335"/>
    </inkml:context>
    <inkml:brush xml:id="br0">
      <inkml:brushProperty name="width" value="0.025" units="cm"/>
      <inkml:brushProperty name="height" value="0.025" units="cm"/>
    </inkml:brush>
  </inkml:definitions>
  <inkml:trace contextRef="#ctx0" brushRef="#br0">133 0 11853,'-14'4'5503,"12"-4"-5346,0 1 0,0-1 0,0 0 0,1 1 0,-1 0 0,0-1 0,0 1 0,1 0 0,-1 0 0,0 0 0,1 0 0,-1 0 0,1 0 0,-1 0 0,1 1 0,0-1 0,0 1 0,-1-1 0,1 1 0,0-1 0,0 1 1,0-1-1,1 1 0,-1 0 0,-1 2 0,-18 63 654,2 1 1,-13 104 0,25-135-737,3 0 1,1 66-1,6-78-666,-4-25 561,0 0 0,0 0 1,0 0-1,0 0 0,0 0 1,0 0-1,0 0 0,1 0 1,-1 0-1,0 0 0,0 0 1,0 0-1,0 1 0,0-1 1,0 0-1,0 0 0,1 0 1,-1 0-1,0 0 0,0 0 1,0 0-1,0 0 0,0 0 1,0 0-1,1 0 0,-1 0 1,0 0-1,0-1 0,0 1 1,0 0-1,0 0 0,0 0 1,1 0-1,-1 0 0,0 0 1,0 0-1,0 0 0,0 0 1,0 0-1,0 0 0,0-1 1,0 1-1,0 0 0,0 0 1,1 0-1,-1 0 0,0 0 1,0 0-1,0 0 0,0-1 1,0 1-1,0 0 0,0 0 1,0 0-1,0 0 0,0 0 1,0 0-1,0-1 0,0 1 1,0 0-1,0 0 0,0 0 1,0 0-1,0 0 0,0 0 1,0-1-1,1-6-1061,1 0-1,-1 0 1,1-14 0,-1-20-4416,-1-9-3158</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8:44.541"/>
    </inkml:context>
    <inkml:brush xml:id="br0">
      <inkml:brushProperty name="width" value="0.025" units="cm"/>
      <inkml:brushProperty name="height" value="0.025" units="cm"/>
    </inkml:brush>
  </inkml:definitions>
  <inkml:trace contextRef="#ctx0" brushRef="#br0">1 224 19290,'8'-9'521,"-4"3"-119,0 1-1,0 0 1,1 0-1,0 1 1,0-1 0,0 1-1,1 0 1,-1 1 0,1-1-1,0 1 1,0 0 0,9-3-1,433-130 7334,-343 115-8778,-104 21 901,-1 0 0,1 0 0,-1 0 1,1 1-1,0-1 0,-1 0 0,1 0 0,-1 1 1,1-1-1,-1 0 0,0 0 0,1 1 1,-1-1-1,1 1 0,-1-1 0,0 0 1,1 1-1,-1-1 0,0 1 0,1-1 1,-1 1-1,0-1 0,0 1 0,1-1 1,-1 1-1,0-1 0,0 1 0,0-1 0,0 1 1,0 0-1,0-1 0,0 1 0,0 0 1,1 1-591,-1 0-30,0 0 1,0 0-1,0 0 1,0 1-1,0-1 1,0 0-1,0 0 1,-1 0 0,1 0-1,-2 3 1,-16 23-14051</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8:44.695"/>
    </inkml:context>
    <inkml:brush xml:id="br0">
      <inkml:brushProperty name="width" value="0.025" units="cm"/>
      <inkml:brushProperty name="height" value="0.025" units="cm"/>
    </inkml:brush>
  </inkml:definitions>
  <inkml:trace contextRef="#ctx0" brushRef="#br0">0 249 19134,'57'-19'3472,"-3"-5"-404,-6 5-559,-2 3-437,-3-3-396,0 0-840,1 0-836,1 3 0,-4 0 0,-6-1 0,-5 7 0,-1-1-116,-4 0-2192,-9-8-1021,-11 6-231</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8:44.991"/>
    </inkml:context>
    <inkml:brush xml:id="br0">
      <inkml:brushProperty name="width" value="0.025" units="cm"/>
      <inkml:brushProperty name="height" value="0.025" units="cm"/>
    </inkml:brush>
  </inkml:definitions>
  <inkml:trace contextRef="#ctx0" brushRef="#br0">73 0 16986,'21'14'10164,"-23"13"-9447,2 19-149,-3-6-156,-5 9-184,0-1-440,0 3-776,0-2-249,-3-3-755,-5-8-768,2-6 328,3-2-3357,6-17-4892</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8:45.372"/>
    </inkml:context>
    <inkml:brush xml:id="br0">
      <inkml:brushProperty name="width" value="0.025" units="cm"/>
      <inkml:brushProperty name="height" value="0.025" units="cm"/>
    </inkml:brush>
  </inkml:definitions>
  <inkml:trace contextRef="#ctx0" brushRef="#br0">243 7 12957,'13'-6'3946,"-29"11"-1160,14-4-910,0 1-1253,-33 47 309,-48 90 1,26-40-748,44-79 108,2 0 0,0 1 1,-11 33-1,22-53-220,-1 0 1,0 1-1,1-1 1,-1 0-1,1 1 1,0-1-1,-1 1 1,1-1-1,0 1 0,0-1 1,0 1-1,0-1 1,0 1-1,1-1 1,-1 0-1,0 1 0,1-1 1,-1 1-1,0-1 1,1 0-1,0 1 1,-1-1-1,1 0 1,0 0-1,0 1 0,0-1 1,0 0-1,0 0 1,0 0-1,1 1 1,2 0 80,0-1 0,0 1 0,0-1 1,0-1-1,0 1 0,0 0 1,0-1-1,0 0 0,1 0 0,4 0 1,55-1 1066,96-7 889,16-5-3090,-168 1-3289,-6 9 2901,-3 6-2213,-10 19-3741,-4 3-4890</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8:45.702"/>
    </inkml:context>
    <inkml:brush xml:id="br0">
      <inkml:brushProperty name="width" value="0.025" units="cm"/>
      <inkml:brushProperty name="height" value="0.025" units="cm"/>
    </inkml:brush>
  </inkml:definitions>
  <inkml:trace contextRef="#ctx0" brushRef="#br0">278 3 15081,'-14'-3'4825,"9"22"-3021,-8 14-356,-4 2-264,1 5-316,0 9-132,-8 7-192,-1 4-580,7 4-492,1 1-260,-1 0-652,-7-6-852,-2-5-736,3-3-2461,5-16-4416</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8:46.111"/>
    </inkml:context>
    <inkml:brush xml:id="br0">
      <inkml:brushProperty name="width" value="0.025" units="cm"/>
      <inkml:brushProperty name="height" value="0.025" units="cm"/>
    </inkml:brush>
  </inkml:definitions>
  <inkml:trace contextRef="#ctx0" brushRef="#br0">429 3 15085,'-10'-1'858,"0"0"367,0 0 4642,8 4-5425,0 1 1,-1-1-1,1 0 1,1 1-1,-1-1 1,-1 7-1,-6 25 99,2 0 0,1 1-1,-1 47 1,3-31-249,-4 20-4,2-28 145,3 0 0,1 55 0,7-33 495,-5-65-919,-1-1 0,0 1 0,1 0 0,-1-1 0,0 1 0,0-1 0,1 1 0,-1-1 0,0 1 0,0-1 0,0 1 0,0-1 1,0 0-1,0 0 0,1 1 0,-1-1 0,0 0 0,0 0 0,-2 0 0,3 0 2,-9 2-187,0-1 0,0 0 0,-1 0 0,1-1 0,0 0 0,0-1 0,0 0 0,0-1 0,0 1 0,0-2 0,0 1 0,0-1 0,1-1 0,-1 1 0,1-2 0,-11-6 0,-5-6-2481,-1-1-1,2-2 1,-30-31 0,52 50 2484,-18-20-5516,7-3-3138</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8:46.346"/>
    </inkml:context>
    <inkml:brush xml:id="br0">
      <inkml:brushProperty name="width" value="0.025" units="cm"/>
      <inkml:brushProperty name="height" value="0.025" units="cm"/>
    </inkml:brush>
  </inkml:definitions>
  <inkml:trace contextRef="#ctx0" brushRef="#br0">1 251 18282,'44'-42'2929,"-39"37"-2304,1 0-1,0 1 0,0 0 1,0 0-1,0 0 0,0 1 1,1-1-1,0 2 0,0-1 1,12-2-1,-3 0 178,262-70 2854,-215 60-3426,136-31-230,-187 43-144,21-5-1281,-32 8 1284,0 0 0,-1 0 0,1 0 1,0-1-1,0 1 0,0 0 0,0-1 0,0 1 1,-1-1-1,1 1 0,0-1 0,0 1 0,-1-1 1,1 0-1,0 1 0,-1-1 0,1 0 0,-1 1 1,1-1-1,-1 0 0,1 0 0,-1 1 0,1-2 1,-9 8-8840,-10 9-6875</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8:46.615"/>
    </inkml:context>
    <inkml:brush xml:id="br0">
      <inkml:brushProperty name="width" value="0.025" units="cm"/>
      <inkml:brushProperty name="height" value="0.025" units="cm"/>
    </inkml:brush>
  </inkml:definitions>
  <inkml:trace contextRef="#ctx0" brushRef="#br0">90 0 6681,'8'46'2596,"-6"-30"-48,-7-2-252,-17 8-248,9-14 45,5 8-189,-3 0-200,0 0-268,-2 0-280,5 1-216,0 1-56,10-1-1280,-2 1-456,8-39-21202</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8:47.229"/>
    </inkml:context>
    <inkml:brush xml:id="br0">
      <inkml:brushProperty name="width" value="0.025" units="cm"/>
      <inkml:brushProperty name="height" value="0.025" units="cm"/>
    </inkml:brush>
  </inkml:definitions>
  <inkml:trace contextRef="#ctx0" brushRef="#br0">1 829 10345,'-1'1'6648,"3"-4"-3406,1-1-3045,0 1 0,0-1 0,-1 0-1,0 0 1,0 0 0,0 0 0,3-8-1,14-62 2388,49-118-1,48-67 48,-48 112-706,-19 46-690,-48 100-1235,-1 0 0,1 0 0,-1 0 0,1 0 0,-1 0 0,1 0 0,-1 1 0,1-1 0,0 0 0,-1 0 0,1 0 0,0 1 0,0-1 0,0 0 0,1 0 0,0 1 0,-1 0 0,0 0 0,1 0 0,-1 1 0,0-1 0,1 0 0,-1 1 0,0-1 0,0 1 0,1 0 0,-1-1 0,0 1 0,0 0 0,0-1 0,0 1 0,0 0 0,0 0 0,0 0 0,1 2 0,18 21 0,-12-8 0,0 0 0,-1 0 0,0 1 0,-2 0 0,5 21 0,-4-16 0,60 316-2828,-61-295-151,0 45 0,-9-4-6761,-3-44-1517</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8:47.385"/>
    </inkml:context>
    <inkml:brush xml:id="br0">
      <inkml:brushProperty name="width" value="0.025" units="cm"/>
      <inkml:brushProperty name="height" value="0.025" units="cm"/>
    </inkml:brush>
  </inkml:definitions>
  <inkml:trace contextRef="#ctx0" brushRef="#br0">17 89 17710,'-17'-2'4384,"31"-9"-2760,5 3-324,5-3-284,14-3-304,-9 9-836,7-6-864,-9-5-1408,0 5-516,-11 14-3117,3 0-5284</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8:47.639"/>
    </inkml:context>
    <inkml:brush xml:id="br0">
      <inkml:brushProperty name="width" value="0.025" units="cm"/>
      <inkml:brushProperty name="height" value="0.025" units="cm"/>
    </inkml:brush>
  </inkml:definitions>
  <inkml:trace contextRef="#ctx0" brushRef="#br0">98 1 11845,'-17'45'2424,"1"-26"-235,0 3-113,11-3-376,-1 0-264,-2 0-460,-3 2-68,6 1-468,0-1-512,-1-5-320,4 1-696</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8:48.083"/>
    </inkml:context>
    <inkml:brush xml:id="br0">
      <inkml:brushProperty name="width" value="0.025" units="cm"/>
      <inkml:brushProperty name="height" value="0.025" units="cm"/>
    </inkml:brush>
  </inkml:definitions>
  <inkml:trace contextRef="#ctx0" brushRef="#br0">35 87 10689,'-8'17'7375,"5"14"-5646,-1 2-1116,-2-6-55,1 0-1,1 0 1,1 0 0,1 0-1,3 37 1,0-56-351,0 0 1,0 0-1,1-1 1,0 1-1,1-1 1,0 1-1,0-1 1,0 0-1,1 0 1,5 7-1,-5-9-47,0-1 0,1 1 0,-1-1 0,1 0 0,0 0 0,0 0-1,0-1 1,0 1 0,1-1 0,0-1 0,-1 1 0,1-1 0,0 0 0,9 2 0,-4-2-48,1 0 0,-1-1 0,1 0 1,-1 0-1,1-1 0,-1-1 1,0 0-1,1-1 0,-1 0 0,0-1 1,0 0-1,0 0 0,0-1 0,-1-1 1,1 0-1,-1 0 0,0-1 0,-1 0 1,1-1-1,8-8 0,-9 7-8,0-1 0,-1 0 0,0-1 0,0 0 1,-1 0-1,0-1 0,-1 0 0,0 0 0,-1 0 0,0-1 0,-1 0 0,0 0 0,-1 0 0,-1 0 0,1 0 0,-2-1 0,0 1 0,-1-17 0,-2 17-488,0-1 0,-1 1 1,-1 0-1,0 0 0,-1 0 0,0 0 1,0 1-1,-2 0 0,1 0 0,-1 0 1,-15-16-1,15 20-464,0 1-1,-1-1 1,0 1 0,0 0-1,0 1 1,-1 0 0,1 0-1,-1 1 1,-1 0 0,-11-3-1,-14 4-7317</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8:48.386"/>
    </inkml:context>
    <inkml:brush xml:id="br0">
      <inkml:brushProperty name="width" value="0.025" units="cm"/>
      <inkml:brushProperty name="height" value="0.025" units="cm"/>
    </inkml:brush>
  </inkml:definitions>
  <inkml:trace contextRef="#ctx0" brushRef="#br0">198 0 12469,'-5'5'416,"1"-3"43,1 1 0,0-1 0,0 1 0,1 0 0,-1 0 0,0 0 0,1 0 0,0 1 0,0-1 1,0 1-1,0-1 0,1 1 0,-3 6 0,-4 29 1769,2 1 1,-1 64 0,-1 3-502,-11 45-37,-12 114 265,20-143-1676,-14 228-2313,24-319 978,-3 72-891,-6-54-2188,6-40 1066,1 0 0,-10 18 0,7-15-7217</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8:48.949"/>
    </inkml:context>
    <inkml:brush xml:id="br0">
      <inkml:brushProperty name="width" value="0.025" units="cm"/>
      <inkml:brushProperty name="height" value="0.025" units="cm"/>
    </inkml:brush>
  </inkml:definitions>
  <inkml:trace contextRef="#ctx0" brushRef="#br0">5 222 7861,'-5'7'674,"7"-5"1312,15-10 3817,19-7-422,359-47 3118,463-7-6901,6 55-633,-799 15-2046,44-1-3538,-93-1 3861,0-1-1,1 0 1,-1-1 0,25-9-1,-38 10 201,0 1 0,0-1-1,0 1 1,0-1-1,-1 0 1,1 0-1,2-3 1,17-11-6336,1 6-2036</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8:49.203"/>
    </inkml:context>
    <inkml:brush xml:id="br0">
      <inkml:brushProperty name="width" value="0.025" units="cm"/>
      <inkml:brushProperty name="height" value="0.025" units="cm"/>
    </inkml:brush>
  </inkml:definitions>
  <inkml:trace contextRef="#ctx0" brushRef="#br0">1 16 16105,'3'1'393,"0"-1"0,0 0 0,0 1-1,0-1 1,0 0 0,0-1 0,0 1-1,0 0 1,0-1 0,-1 0 0,1 0-1,0 1 1,4-3 0,15-3 1382,12 3 799,-1 2-1,56 4 1,-71-1-2169,6 1 94,10 1-4218,-35-4 3265,-1 1 0,1-1 1,-1 0-1,1 1 0,-1-1 0,1 1 1,0 0-1,-1-1 0,1 1 1,-3 1-1,-6 4-1071,-34 13-5533,-2-2-4669</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8:49.354"/>
    </inkml:context>
    <inkml:brush xml:id="br0">
      <inkml:brushProperty name="width" value="0.025" units="cm"/>
      <inkml:brushProperty name="height" value="0.025" units="cm"/>
    </inkml:brush>
  </inkml:definitions>
  <inkml:trace contextRef="#ctx0" brushRef="#br0">0 22 17938,'103'3'2604,"-60"-11"-304,6 5-160,-3 0-304,-6 1-367,-2 2-245,8-3-280,-6 6-320,-2-1-492,-3 1-576,-19-6-992,8-2-677,-2 0 217</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8:49.954"/>
    </inkml:context>
    <inkml:brush xml:id="br0">
      <inkml:brushProperty name="width" value="0.025" units="cm"/>
      <inkml:brushProperty name="height" value="0.025" units="cm"/>
    </inkml:brush>
  </inkml:definitions>
  <inkml:trace contextRef="#ctx0" brushRef="#br0">12 136 6645,'-11'-1'2649,"10"-5"3025,7-7 376,1 4-5177,-4 5-2000,1 0 1474,0 0 1,0 1-1,0-1 1,1 1-1,0 0 0,-1 0 1,1 0-1,1 1 1,-1 0-1,0 0 1,11-3-1,15-6 854,-7 2-288,0 0 0,1 2 0,50-8 0,79 2 1430,-147 13-2276,52 0 333,-54 0-381,1 0 0,-1 1 0,0 0 0,0 0 0,0 0 0,0 1 0,0 0 0,8 4 0,-12-6-30,0 1 0,0 0 0,0 0 0,0-1 0,0 1 0,-1 0 0,1 0 0,0 0 0,0 0 0,-1 0 0,1 0 0,-1 1 1,1-1-1,-1 0 0,1 0 0,-1 0 0,0 0 0,0 0 0,1 1 0,-1-1 0,0 2 0,0 1-75,-1 0 1,1 0-1,-1 0 1,0 0-1,0-1 1,-2 8-1,-4 4-421,0-1 0,-12 20-1,-11 12-1094,-1-1 0,-2-2 0,-56 57-1,83-95 1576,0-1-1,0 0 1,0 0 0,-12 6-1,12-7 281,1-1-1,0 1 0,1 0 0,-1 0 1,0 1-1,1-1 0,0 1 0,-4 4 1,8-7-170,0 0 1,0-1 0,1 1-1,-1-1 1,0 1 0,1 0-1,-1-1 1,1 1 0,-1-1-1,1 1 1,-1-1 0,1 0-1,-1 1 1,1-1 0,-1 1-1,1-1 1,-1 0-1,1 1 1,0-1 0,0 0 71,6 4 185,0-1 0,0-1 0,1 1 0,-1-1 0,1-1 0,0 1 0,-1-1 1,14 0-1,9 2 473,188 38 122,-198-36-935,-19-5-2,-1 0 0,1 1-1,0-1 1,-1 0 0,1 0 0,-1 0-1,1 1 1,0-1 0,-1 0 0,1 1-1,-1-1 1,1 0 0,-1 1 0,1-1 0,-1 1-1,1-1 1,-1 1 0,1-1 0,-1 1-1,0-1 1,1 1 0,-1-1 0,0 1 0,1 0-1,-1-1 1,0 1 0,0-1 0,0 1-1,0 0 1,1-1 0,-1 1 0,0 0-1,0-1 1,0 1 0,0 0 0,0-1 0,-1 1-1,1 0 1,0-1 0,0 1 0,0 0-1,0-1 1,-1 2 0,-1 0-93,0 0 0,0 1 0,1-1 0,-1 0 1,0-1-1,-1 1 0,1 0 0,-5 2 0,-5 2-906,0 0 1,-1-1-1,0-1 0,0 0 1,-19 3-1,-16 5-2403,-10 8-3873,-3 0-4869</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8:50.162"/>
    </inkml:context>
    <inkml:brush xml:id="br0">
      <inkml:brushProperty name="width" value="0.025" units="cm"/>
      <inkml:brushProperty name="height" value="0.025" units="cm"/>
    </inkml:brush>
  </inkml:definitions>
  <inkml:trace contextRef="#ctx0" brushRef="#br0">1 65 16666,'6'-3'790,"1"1"0,-1 0 0,1 0 0,0 1 0,0 0 0,0 0 0,11 1 0,62 3 7344,-38 0-6487,277-5-1647,-192-1 0,169-8 0,-292 11-284,0 0-1,-1-1 1,1 1-1,-1-1 1,1 1-1,-1-1 1,1 0-1,-1 0 1,5-2 0,-7 1-67,1 1 0,0 0 0,-1-1 1,1 1-1,-1-1 0,0 1 0,1-1 1,-1 0-1,0 0 0,0 0 1,0 1-1,0-1 0,0 0 0,0 0 1,0-3-1,-1 5 231,0 0-1,0 0 1,0 0 0,0 0 0,0 0 0,0 0-1,0 0 1,0 0 0,0 0 0,0-1 0,0 1-1,0 0 1,0 0 0,0 0 0,0 0-1,0 0 1,0 0 0,0 0 0,0 0 0,0 0-1,0-1 1,0 1 0,0 0 0,0 0 0,0 0-1,0 0 1,0 0 0,0 0 0,0 0-1,0 0 1,0 0 0,0 0 0,0-1 0,0 1-1,-1 0 1,1 0 0,0 0 0,0 0 0,0 0-1,0 0 1,0 0 0,0 0 0,0 0 0,0 0-1,0 0 1,0 0 0,-1 0 0,1 0-1,0 0 1,0 0 0,0 0 0,0 0 0,0 0-1,0 0 1,0 0 0,0 0 0,-1 0 0,1 0-1,0 0 1,0 0 0,0 0 0,0 0-1,0 0 1,0 0 0,0 0 0,-21-2-13273</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8:50.856"/>
    </inkml:context>
    <inkml:brush xml:id="br0">
      <inkml:brushProperty name="width" value="0.025" units="cm"/>
      <inkml:brushProperty name="height" value="0.025" units="cm"/>
    </inkml:brush>
  </inkml:definitions>
  <inkml:trace contextRef="#ctx0" brushRef="#br0">0 57 11381,'3'19'10186,"-1"-20"-8095,3-1-1617,0 0 1,0 0-1,0 1 1,0 0-1,0 0 1,1 0-1,-1 0 1,0 1-1,0 0 1,1 0-1,5 1 1,22 0 536,24-3 12,69-3-273,-122 5-1075,0-1 0,0 0 0,-1 1 0,1-1 0,0-1 0,-1 1 0,1 0 1,-1-1-1,1 0 0,5-3 0,-8 4 5,0 0 1,0-1 0,0 1-1,1 0 1,-1 0 0,0 0-1,-1-1 1,1 1 0,0-1-1,0 1 1,0 0 0,-1-1-1,1 1 1,-1-1-1,1 0 1,-1 1 0,0-1-1,0 1 1,0-1 0,1 0-1,-1 1 1,-1-1 0,1-2-1,0 4 170,0 0 0,0 0-1,0-1 1,0 1 0,0 0 0,0 0-1,0 0 1,0 0 0,0 0 0,0 0-1,0-1 1,0 1 0,0 0 0,-1 0-1,1 0 1,0 0 0,0 0-1,0 0 1,0 0 0,0-1 0,0 1-1,0 0 1,0 0 0,0 0 0,-1 0-1,1 0 1,0 0 0,0 0 0,0 0-1,0 0 1,0 0 0,0 0-1,-1 0 1,1 0 0,0 0 0,0 0-1,0 0 1,0 0 0,0 0 0,0 0-1,-1 0 1,1 0 0,0 0 0,0 0-1,-18-2-11000</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8:51.131"/>
    </inkml:context>
    <inkml:brush xml:id="br0">
      <inkml:brushProperty name="width" value="0.025" units="cm"/>
      <inkml:brushProperty name="height" value="0.025" units="cm"/>
    </inkml:brush>
  </inkml:definitions>
  <inkml:trace contextRef="#ctx0" brushRef="#br0">34 33 17286,'-15'-27'2270,"11"22"4166,2 10-6420,0-1 0,0 1-1,0 0 1,0 1 0,1-1 0,0 0 0,0 0 0,0 1 0,1-1 0,0 0 0,0 1 0,0-1 0,0 0 0,1 1-1,2 8 1,1 7 28,1-1-1,9 24 0,-11-37 85,0 0 0,0 0-1,1 0 1,0-1-1,1 0 1,-1 1-1,1-2 1,0 1-1,9 7 1,19 12 459,1-2-1,1-1 1,54 24 0,-35-19-75,-46-23-437,-1 1 0,1-1-1,0 1 1,-1 1 0,0-1-1,6 8 1,-11-12-97,-1 0 0,0 1 1,0-1-1,0 0 0,0 1 0,0-1 1,0 1-1,-1 0 0,1-1 0,0 1 1,-1 0-1,1-1 0,-1 1 0,0 0 1,0 0-1,1-1 0,-1 1 0,0 0 1,0 0-1,-1-1 0,1 1 0,0 0 1,-1-1-1,1 1 0,-1 0 0,1-1 1,-1 1-1,0 0 0,1-1 0,-1 1 1,0-1-1,0 1 0,0-1 0,-1 0 1,1 1-1,0-1 0,-3 2 0,-1 1-269,0 1-1,0-1 0,0-1 0,-1 1 0,0-1 0,0 0 0,0 0 1,0-1-1,-11 4 0,-6-1-1488,-33 4 1,2 0-1215,-10 5-3703,-1-2-4358</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3:12.794"/>
    </inkml:context>
    <inkml:brush xml:id="br0">
      <inkml:brushProperty name="width" value="0.025" units="cm"/>
      <inkml:brushProperty name="height" value="0.025" units="cm"/>
    </inkml:brush>
  </inkml:definitions>
  <inkml:trace contextRef="#ctx0" brushRef="#br0">366 77 5116,'21'-17'4878,"19"-21"-1,-39 36-2824,4-9-1035,-5 11-959,1 0-1,-1 0 1,0 0 0,0-1-1,0 1 1,0 0-1,1 0 1,-1 0 0,0-1-1,0 1 1,0 0-1,0 0 1,0 0-1,0-1 1,1 1 0,-1 0-1,0 0 1,0-1-1,0 1 1,0 0 0,0 0-1,0-1 1,0 1-1,0 0 1,0 0 0,0-1-1,0 1 1,0 0-1,-1 0 1,1-1 0,0 1-1,0 0 1,0 0-1,0-1 1,0 1-1,0 0 1,-1 0 0,1 0-1,0-1 1,-16 10 65,1 0 1,0 1 0,1 1-1,-18 16 1,-50 58 159,43-43-218,18-19-6,1 2 0,1 1 0,1 0 0,2 1-1,1 1 1,1 1 0,1 0 0,-16 55 0,12-22 81,4 0 0,2 0 0,-4 93 1,21 184 217,29-1-48,-19-239-177,3-1 1,5 0-1,4-2 1,4-1 0,64 128-1,-83-196-123,0 0 1,2-2-1,2 0 0,0-1 0,26 29 1,-40-49-8,1-1 1,0 0 0,-1 0 0,1 0-1,1 0 1,-1-1 0,0 1 0,0-1 0,1 0-1,-1 0 1,1-1 0,0 1 0,0-1-1,-1 0 1,1 0 0,0-1 0,0 0 0,0 1-1,9-2 1,-8-1-7,1 1 1,0-1-1,-1 0 0,1-1 1,-1 0-1,0 0 0,0 0 1,0-1-1,0 1 0,-1-1 1,0-1-1,1 1 0,7-10 1,4-8 15,-2 0 0,0-1 0,-1-1 0,-2 0 0,13-33 0,-10 24-62,31-76 37,-4-2 1,-5-1-1,-5-2 0,32-226 0,-58 279 107,-3 0-1,-7-84 0,-27-121 279,24 210-235,-37-200 699,36 224-728,-2 0 0,0 0 0,-2 1 1,-2 1-1,-30-51 0,39 74-170,0-1-1,0 1 1,-1 1 0,0-1-1,-1 1 1,1 0-1,-1 0 1,0 1-1,-1-1 1,1 2-1,-1-1 1,0 1-1,0 0 1,0 1-1,-1 0 1,1 0-1,-1 1 1,0 0-1,1 1 1,-1 0 0,0 0-1,-13 1 1,-37 3-1213,23 0-2393,-53-2-1,77-3 1889</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3:13.394"/>
    </inkml:context>
    <inkml:brush xml:id="br0">
      <inkml:brushProperty name="width" value="0.025" units="cm"/>
      <inkml:brushProperty name="height" value="0.025" units="cm"/>
    </inkml:brush>
  </inkml:definitions>
  <inkml:trace contextRef="#ctx0" brushRef="#br0">494 1 5685,'-28'10'3798,"-2"0"594,15-1-4512,-1 5 778,-5 3 88,2 1 1,-29 34 0,16-8-226,1 3 1,2 0 0,3 1-1,1 2 1,-20 62-1,13-14 185,-37 189 0,57-203-501,3 0 0,4 1-1,4-1 1,3 1 0,15 91 0,-9-125-102,2 0 1,3 0-1,1-1 1,3-1-1,36 73 0,-46-107-68,2-2-1,-1 1 1,2-1-1,0-1 1,0 0 0,1 0-1,1-1 1,0 0-1,0-1 1,1 0-1,18 10 1,-20-14-17,1-1 0,-1 1 0,1-2 1,0 0-1,0 0 0,0-1 0,1-1 1,-1 0-1,1 0 0,0-1 0,-1-1 1,1 0-1,0-1 0,21-4 0,-19 1-11,0 0-1,0-1 1,0 0-1,-1-2 1,1 1-1,-2-2 1,1 0-1,-1-1 0,21-17 1,-18 11-5,-1 0-1,-1-2 1,0 1 0,-1-2 0,-1 1 0,14-29-1,-6 4-25,-3-2 0,-1 0 1,-2 0-1,-3-2 0,12-89 0,-14 47 14,-5-142 0,-29-88 109,17 255-78,-2 1-1,-3 0 1,-26-72-1,32 113-26,-9-24 43,-1 1 1,-36-65-1,47 98-63,-1 1 0,0 0 0,0 0 0,-1 0 0,0 1 0,-1 0 0,0 0 0,0 1 1,-1 1-1,0-1 0,0 2 0,-1-1 0,0 1 0,-23-8 0,16 9-322,-1 1 0,0 0 0,0 2 0,0 0 0,-23 1 0,-25 5-2816,0 3-3978,66-7 6917,-16 1-7715</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3:14.050"/>
    </inkml:context>
    <inkml:brush xml:id="br0">
      <inkml:brushProperty name="width" value="0.025" units="cm"/>
      <inkml:brushProperty name="height" value="0.025" units="cm"/>
    </inkml:brush>
  </inkml:definitions>
  <inkml:trace contextRef="#ctx0" brushRef="#br0">1 105 12413,'2'-2'209,"-1"1"-121,-1 0 1,1 1 0,-1-1 0,1 0 0,0 0 0,-1 1 0,1-1 0,0 0 0,-1 1 0,1-1-1,0 1 1,0-1 0,0 1 0,-1-1 0,1 1 0,0 0 0,0-1 0,0 1 0,0 0 0,0 0 0,0 0-1,0 0 1,0-1 0,0 1 0,-1 0 0,1 1 0,0-1 0,0 0 0,0 0 0,0 0 0,0 0 0,0 1-1,0-1 1,0 1 0,1 0 0,-1-1 65,1 1 1,-1 0-1,1-1 0,-1 1 1,1-1-1,-1 1 0,1-1 1,-1 0-1,1 0 0,0 0 1,-1 0-1,1 0 0,0 0 0,-1 0 1,1 0-1,-1-1 0,1 1 1,0-1-1,-1 1 0,1-1 1,1-1-1,20-5 1626,120-8 2604,-53 8-2617,488-44 3852,-497 43-6242,-163 20-1592,-146 3-1,203-17 706,-35-5 0,-14-1-4377,36 4-209,1-8-3630</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4:04.044"/>
    </inkml:context>
    <inkml:brush xml:id="br0">
      <inkml:brushProperty name="width" value="0.025" units="cm"/>
      <inkml:brushProperty name="height" value="0.025" units="cm"/>
    </inkml:brush>
  </inkml:definitions>
  <inkml:trace contextRef="#ctx0" brushRef="#br0">391 1 8345,'0'0'8197,"-2"1"-7847,0 0-180,0 0 1,-1 0 0,1-1 0,0 1 0,0 0 0,-1-1 0,1 0 0,0 1 0,-1-1 0,1 0 0,0 0 0,-1 0 0,1-1 0,0 1 0,-1 0-1,-2-2 1,0 1-324,2 1 634,1 0-271,-5 1-284,4-1 180,1 0 0,-1 1 0,0-1 0,1 1 1,-1 0-1,0 0 0,1 0 0,-1 0 0,1 0 0,0 0 0,-4 3 1,0 2 20,0 2 1,0-1-1,1 1 1,-8 15 0,4-8-65,-64 94 196,50-76-156,18-26-69,-1 1 1,1-1-1,-7 16 0,-9 24 124,6-13-56,0 0 0,-10 44 0,8 1 40,3 1 1,-6 154-1,31 160 50,39 2-98,-30-270-42,17 66-1,-17-99-135,-12-58 48,1-1 0,2 0 0,1-1 0,2 0 0,1-1 0,2-1 0,21 31 0,-11-34-12,-13-16 20,6-1-7,-14-8 34,-5-3 1,0 0 0,0 0-1,-1 1 1,1-1 0,0 0 0,0 0 0,0 0 0,0 0 0,0 0 0,-1 0-1,1 0 1,0 0 0,0 0 0,0 0 0,0 0 0,0 0 0,-1-1 0,2 1 0,2-1-5,2-1-3,1 1 0,-1-1-1,0 0 1,1 0 0,-1-1 0,0 0-1,8-5 1,-1 0-9,-1 0 0,14-13 0,-11 6 4,-12 12 14,0 0 0,0 0-1,0 0 1,1 1-1,5-4 1,19-13 18,-1-1-1,-1-2 1,44-44-1,-66 62-19,-1 0 0,0 0 0,0-1 1,0 1-1,0-1 0,0 1 0,-1-1 0,0 0 0,2-8 0,7-45 44,-4 10-100,-5 37 76,-1 1 0,-1-1 0,0 0 0,0 0 0,-4-21 0,0-19-19,-4-117 351,8 157-364,4-113 302,-2 82-66,-2 1 0,-2 0 0,-1 0 1,-2 0-1,-16-60 0,12 74-64,-1-1 0,-15-28 0,-3-11 217,-38-86 815,31 65-720,4-2 0,-35-165 1,62 232-420,1 11 28,1-1-1,0 1 1,1-1 0,1-13 0,-1 15-18,0 1-1,0 0 1,-1 0-1,0 1 1,-1-1-1,0 0 1,-7-14-1,3 4 13,-31-61 232,25 56-166,10 21-159,0-1 0,-1 1 0,0 0 0,1 0 0,-1 1 0,-1-1 0,1 1 0,0 0 0,-1 0 0,-7-3 0,-8-8-441,17 13-15,1-4-7223,2 5 7518,-1-1 1,1 0-1,-1 1 0,1-1 0,-1 1 1,1 0-1,-1-1 0,0 1 0,0-1 0,-7-6-2460,6 2-3440</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4:04.660"/>
    </inkml:context>
    <inkml:brush xml:id="br0">
      <inkml:brushProperty name="width" value="0.025" units="cm"/>
      <inkml:brushProperty name="height" value="0.025" units="cm"/>
    </inkml:brush>
  </inkml:definitions>
  <inkml:trace contextRef="#ctx0" brushRef="#br0">44 135 6221,'-2'-1'159,"0"0"0,0 0 1,0 1-1,0-1 1,0 0-1,0 1 1,0-1-1,0 1 1,0 0-1,-1 0 1,1 0-1,0 0 1,0 0-1,0 0 0,0 0 1,0 1-1,-6 1 7605,32-21-4973,59-33 665,-77 49-3359,21-11 1290,1 1 1,49-15-1,-76 27-1400,0 1-1,0 0 0,0-1 1,0 1-1,0 0 0,0 0 1,0 0-1,-1 0 0,1 0 1,0 0-1,0 0 1,0 0-1,0 0 0,0 1 1,0-1-1,0 0 0,0 1 1,-1-1-1,1 0 1,0 1-1,0-1 0,0 1 1,-1-1-1,1 1 0,1 0 1,-1 1-52,0-1 1,-1 1 0,1 0 0,0-1-1,0 1 1,-1 0 0,1-1 0,-1 1-1,1 0 1,-1 0 0,0 0 0,0 1-1,1 7-284,-2-1-1,1 0 1,-2 0 0,-1 11-1,-4 5-1082,-18 43 1,1-4-372,-13 50 1271,37-111 2477,-1-2-1826,1-1-1,0 1 1,0 0-1,0 0 1,0 0-1,0 0 0,1-1 1,-1 1-1,0 0 1,0 0-1,0-1 1,1 1-1,-1 0 1,0 0-1,1-1 0,-1 1 1,1 0-1,-1 0 1,1-1-1,-1 1 1,1-1-1,-1 1 1,1 0-1,0-1 1,-1 1-1,1-1 0,0 0 1,-1 1-1,1-1 1,0 1-1,0-1 1,-1 0-1,1 0 1,0 1-1,0-1 1,0 0-1,-1 0 0,1 0 1,0 0-1,0 0 1,1 0-1,3-1 105,0 0-1,0 0 1,0 0 0,0 0-1,6-4 1,-2 2 383,14-2 447,-1 1 0,31-2 0,18-4 627,-66 8-1680,1-1 0,14 6 0,-19-3 1,-1 0 0,1 0 0,0 1 0,0-1 0,0 0 0,0 1 0,0-1 0,-1 0 0,1 1 0,0-1 0,0 1 0,-1-1 0,1 1 0,0 0 0,-1-1 0,1 1 0,-1 0 0,1-1 0,-1 1 0,1 0 0,-1 0 0,1 0 0,-1-1 0,0 1 0,1 0 0,-1 0 0,0 0 0,0 0 0,0 0 0,0-1 0,1 1 0,-1 0 0,0 0 0,-1 0 0,1 0 0,0 0 0,0 0 0,0 0 0,0-1 0,-1 1 0,1 0 0,0 0 1,-1 0-1,0 0 0,-2 7-33,-1 0 1,0-1 0,-8 13-1,7-13-77,-12 20-1452,-1-1 1,-29 33-1,37-48 499,0-2 0,0 1 0,-1-1 1,0-1-1,-1 0 0,0 0 0,-23 10 0,-5-2-5238,4-2-3817</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4:05.005"/>
    </inkml:context>
    <inkml:brush xml:id="br0">
      <inkml:brushProperty name="width" value="0.025" units="cm"/>
      <inkml:brushProperty name="height" value="0.025" units="cm"/>
    </inkml:brush>
  </inkml:definitions>
  <inkml:trace contextRef="#ctx0" brushRef="#br0">1 146 18958,'18'15'2557,"-13"-14"546,4-12-1719,-9 11-1099,5-6 31,0 0 1,0 0-1,0 0 0,1 1 0,0 0 0,0 1 1,0-1-1,1 1 0,-1 0 0,1 1 0,8-4 1,11-3 1025,46-12 1,14 2-1343,1 5 0,163-8 0,-218 24-2290,0 0 0,38 7-1,-67-7-1562</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4:05.334"/>
    </inkml:context>
    <inkml:brush xml:id="br0">
      <inkml:brushProperty name="width" value="0.025" units="cm"/>
      <inkml:brushProperty name="height" value="0.025" units="cm"/>
    </inkml:brush>
  </inkml:definitions>
  <inkml:trace contextRef="#ctx0" brushRef="#br0">1 92 15389,'0'0'8506,"1"-2"-6987,3-2-1010,0 0-1,0 1 1,0-1-1,0 1 1,1 0-1,0 0 1,-1 0-1,1 0 1,0 1-1,7-3 1,5 0 169,176-42 331,-190 46-1540,0 1-773,22 0-1065,-13 0-1458,-16 3-1744,-3 7 2775,5-7 542,-12 11-8805</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4:05.649"/>
    </inkml:context>
    <inkml:brush xml:id="br0">
      <inkml:brushProperty name="width" value="0.025" units="cm"/>
      <inkml:brushProperty name="height" value="0.025" units="cm"/>
    </inkml:brush>
  </inkml:definitions>
  <inkml:trace contextRef="#ctx0" brushRef="#br0">176 1 8593,'-26'12'1690,"23"-11"-1706,0 0-1,-1 1 0,1-1 0,0 1 1,0 0-1,0 0 0,0 0 1,1 0-1,-1 0 0,1 1 1,-1-1-1,1 1 0,-3 3 1,-40 68-3631,27-43 6313,17-29-2253,0 0 0,0 0 0,0 0 0,1 1 0,-1-1 0,1 0 0,-1 0 1,1 0-1,0 3 0,-1 1 715,1-4 538,-1 0-170,-7 13 389,7-15-1832,1 0 0,0 0 1,0 0-1,0 0 0,0 1 1,0-1-1,0 0 1,0 0-1,0 0 0,1 0 1,-1 1-1,0-1 0,0 0 1,0 0-1,0 0 0,0 0 1,0 0-1,0 1 0,0-1 1,0 0-1,0 0 0,0 0 1,1 0-1,-1 0 1,0 0-1,0 0 0,0 1 1,0-1-1,0 0 0,0 0 1,1 0-1,-1 0 0,0 0 1,0 0-1,0 0 0,0 0 1,0 0-1,1 0 1,-1 0-1,0 0 0,0 0 1,0 0-1,0 0 0,1 0 1,29-8 4380,1-2-3440,75-6 2804,-105 16-3772,0-1 0,0 1 1,0 0-1,-1 0 1,1 0-1,0 0 1,0 0-1,0 0 1,0 0-1,0 0 1,-1 1-1,1-1 0,0 0 1,0 0-1,0 1 1,0-1-1,-1 1 1,1-1-1,0 0 1,-1 1-1,1-1 1,0 1-1,-1 0 1,1-1-1,0 1 0,-1 0 1,1-1-1,-1 1 1,1 0-1,-1-1 1,0 1-1,1 0 1,-1 0-1,0 0 1,1-1-1,-1 1 1,0 0-1,0 0 0,0 0 1,0 1-1,1 5 0,-1 0 0,0 0 0,0 0 0,-2 9 0,-8 31-1100,-2 0-1,-23 56 1,29-85 568,-2 5-801,-1-1-1,-22 41 0,25-53 290,-1-1 0,0 0 0,-9 9 0,10-12-591,-1 0 1,1 0-1,-1-1 0,-14 8 0,-9 2-7855</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9:09.762"/>
    </inkml:context>
    <inkml:brush xml:id="br0">
      <inkml:brushProperty name="width" value="0.025" units="cm"/>
      <inkml:brushProperty name="height" value="0.025" units="cm"/>
    </inkml:brush>
  </inkml:definitions>
  <inkml:trace contextRef="#ctx0" brushRef="#br0">28 17 8477,'-14'1'-150,"1"-3"5911,13 1-5536,0 0-1,0 0 1,1 0 0,-1 0 0,1 1 0,-1-1 0,1 0 0,-1 0-1,1 0 1,-1 0 0,1 1 0,0-1 0,-1 0 0,1 0-1,0 1 1,0-1 0,0 0 1207,16 4-934,145 7 924,-121-9-1175,943 25 812,-431-12-901,554 10-17,-388-24 802,-629-5-11,-86 5-656,-1 1-123,15 4-74,-18-5-98,0 0 1,0 0-1,0-1 0,0 1 0,0 0 1,0 0-1,0 0 0,0 0 0,0 0 0,0 0 1,0 0-1,0 0 0,0 0 0,0 0 1,0 0-1,0 0 0,0 0 0,0 0 1,0 0-1,0-1 0,0 1 0,0 0 0,0 0 1,0 0-1,0 0 0,0 0 0,0 0 1,0 0-1,0 0 0,0 0 0,0 0 1,0 0-1,0 0 0,0 0 0,0 0 1,1 0-1,-1 0 0,0 0 0,0 0 0,0 0 1,0 0-1,0 0 0,0 0 0,0 0 1,0 0-1,0 0 0,0 0 0,0 0 1,0 0-1,0 0 0,0 0 0,1 0 0,-1 0 1,0 0-1,-25-16-4669,-4-3-2161,1-4-2848</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9:55.537"/>
    </inkml:context>
    <inkml:brush xml:id="br0">
      <inkml:brushProperty name="width" value="0.025" units="cm"/>
      <inkml:brushProperty name="height" value="0.025" units="cm"/>
    </inkml:brush>
  </inkml:definitions>
  <inkml:trace contextRef="#ctx0" brushRef="#br0">28 238 7393,'-9'3'481,"-1"1"793,2-1 11928,15 2-12945,-6-5-243,0 1 0,-1 0 0,1 0-1,0-1 1,0 1 0,0 0 0,0-1 0,-1 1-1,1-1 1,0 1 0,0-1 0,0 0-1,0 1 1,0-1 0,0 0 0,0 0 0,3 1-1,120-4 393,7 0-82,-111 1-329,348-22 255,-157 10-288,-90 4 36,256-26 1,-187 16-9,135-9 50,237 13-35,-399 13-36,-38-2 19,292-9 97,-306 9-8,-15-1-125,194-1 95,-4 21 214,68 1 68,245-12-203,-212-25-21,-65 1-63,-117 8-119,49-1 82,-91 8 146,59-1 193,-36 4-153,65 0-47,486 9 1213,-390 3 358,-171-2-1202,28-1-215,295 4 542,-339-2-231,-122-6-423,-29-1-88,0-1 1,0 1 0,0-2-1,0 1 1,1-1 0,-1-1 0,10-2-1,-16 3 753,6 7-805,-1 0-87,-6-5-185,-77-46-17881,45 28 6698</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9:57.119"/>
    </inkml:context>
    <inkml:brush xml:id="br0">
      <inkml:brushProperty name="width" value="0.025" units="cm"/>
      <inkml:brushProperty name="height" value="0.025" units="cm"/>
    </inkml:brush>
  </inkml:definitions>
  <inkml:trace contextRef="#ctx0" brushRef="#br0">89 346 6737,'-11'2'898,"1"0"1,-1 1 0,-21 9 5139,14-6-4427,12-4 3978,235 13-3624,-85-3-1391,-67-7-385,434 17 512,-449-22-650,323-8 350,505-61 269,-198 14-421,-58 2-226,21-2 233,205 18 65,-545 38 271,37 0 372,-37-15-106,-177 3-353,40-5 496,-83 3-716,-14 5-183,-78 8-60,0 0 1,26-2 187,-26 1-179,11 4-28,32 4-23,0-2 0,56-1 0,-35-2 0,105 0 0,-58-3 0,-100 1-140,-12 0-697,-2-2 598,-1 1 0,0 0 0,1-1 0,-1 1 0,0 0-1,0 0 1,0 0 0,0-1 0,0 1 0,0 0 0,0 0 0,-2-1-1,-1-2-346,-9-5-1166,-1-1-1,0 1 1,-1 1-1,0 1 0,0 0 1,-1 1-1,-22-6 1,-23-7-9339</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19:58.947"/>
    </inkml:context>
    <inkml:brush xml:id="br0">
      <inkml:brushProperty name="width" value="0.025" units="cm"/>
      <inkml:brushProperty name="height" value="0.025" units="cm"/>
    </inkml:brush>
  </inkml:definitions>
  <inkml:trace contextRef="#ctx0" brushRef="#br0">0 496 8797,'0'0'14532,"2"-2"-14147,1 0-283,-1-1-1,1 1 1,0 0 0,0 0-1,0 0 1,0 0-1,0 0 1,0 1 0,0-1-1,1 1 1,-1 0 0,6-1-1,47-7 676,-33 7-651,173-27 876,337-34-451,-485 60-538,263-5 32,-119 6 69,-52-1-68,377-3 594,-63-1 72,-390 5-689,402-3 121,40 11 158,-241-9-249,85 6 46,-198-1 15,71 4-45,44-4-66,-68-1 26,454-22 11,-111-41 14,-152 30-25,-235 24 20,188 14 11,-105 3 92,-89-8-46,421-10 137,251-24 83,-764 30-331,329-13 76,-53 9 239,-68 5 108,288 4 240,-104 20-299,-320-16-359,45 1 0,-119-10 0,-37 4 0,-18-1-7,1 0-1,-1 0 1,0 0 0,1 0-1,-1 1 1,1-1 0,-1 0-1,1 0 1,-1 0 0,1 0-1,-1 0 1,0 0 0,1 0-1,-1 0 1,1 0 0,-1 0 0,1-1-1,-1 1 1,1 0 0,-1 0-1,0 0 1,1 0 0,-1-1-1,1 1 1,-1 0 0,0 0-1,1-1 1,-1 1 0,0 0-1,1-1 1,-1 1 0,0 0-1,0-1 1,1 1 0,-1-1-1,-6-10-1069,3 7 210,-7-13-893,1 0 1,-8-22-1,0-23-7871,8 11-3034</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1:28.187"/>
    </inkml:context>
    <inkml:brush xml:id="br0">
      <inkml:brushProperty name="width" value="0.025" units="cm"/>
      <inkml:brushProperty name="height" value="0.025" units="cm"/>
    </inkml:brush>
  </inkml:definitions>
  <inkml:trace contextRef="#ctx0" brushRef="#br0">49 14 5368,'3'19'3597,"-11"-30"-2805,-3 1 480,-5 4-5980,0 1 1371</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1:28.593"/>
    </inkml:context>
    <inkml:brush xml:id="br0">
      <inkml:brushProperty name="width" value="0.025" units="cm"/>
      <inkml:brushProperty name="height" value="0.025" units="cm"/>
    </inkml:brush>
  </inkml:definitions>
  <inkml:trace contextRef="#ctx0" brushRef="#br0">55 14 9333,'0'-11'1826,"-4"9"352,-11 16 2397,4-1-2282,9-11-2214,-1 1 1,1 0 0,0 0-1,0 0 1,0 1 0,1-1 0,-1 0-1,1 1 1,0-1 0,0 1 0,0-1-1,0 5 1,-2 45 379,2-35-332,8 242 1653,-2-181-1133,3 28 441,5 0 0,29 107 1,-40-200-978,2 0 1,0-1 0,1 0 0,0 0-1,1 0 1,11 18 0,-15-28-90,0 1 0,1-1 0,-1 0-1,1 0 1,0 0 0,0-1 0,0 1 0,0-1 0,0 0 0,0 0 0,1 0-1,-1 0 1,1 0 0,0-1 0,-1 1 0,1-1 0,0 0 0,0 0-1,0-1 1,0 1 0,0-1 0,-1 0 0,1 0 0,0 0 0,0 0 0,0-1-1,6-1 1,24-9 25,-1-2-1,0 0 0,-1-3 0,40-25 1,-30 17-44,448-205 669,-396 189-593,135-45 96,-206 71-904,-20 12 26,-6 2-1597,-8 0-533,0 0 1,1 1 0,-17 3 0,22-4-1930,-4-5-2505</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1:28.941"/>
    </inkml:context>
    <inkml:brush xml:id="br0">
      <inkml:brushProperty name="width" value="0.025" units="cm"/>
      <inkml:brushProperty name="height" value="0.025" units="cm"/>
    </inkml:brush>
  </inkml:definitions>
  <inkml:trace contextRef="#ctx0" brushRef="#br0">31 6 11341,'-6'0'-76,"-18"0"2965,40-5 1056,-13 5-1055,0 1-1908,53 12 2458,87 8-1,-1 0-861,-121-17-2414,-8-2-11,1 1 0,-1 0 0,0 1 0,18 8 0,-28-11-136,0 1 1,0 0 0,0 0 0,0 0 0,0 0 0,0 0-1,-1 0 1,1 1 0,-1 0 0,1-1 0,-1 1 0,0 0 0,0 0-1,-1 0 1,1 0 0,0 0 0,-1 1 0,0-1 0,0 0-1,0 1 1,0-1 0,0 5 0,-1 1-74,0 1 0,0-1-1,-1 1 1,0-1 0,-1 0 0,0 0 0,-1 0 0,0 0-1,-6 15 1,-7 9-703,-22 33 0,36-61 665,-23 31-2611,-2 0 1,-44 46-1,10-12-5653,19-16-2779</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1:35.498"/>
    </inkml:context>
    <inkml:brush xml:id="br0">
      <inkml:brushProperty name="width" value="0.025" units="cm"/>
      <inkml:brushProperty name="height" value="0.025" units="cm"/>
    </inkml:brush>
  </inkml:definitions>
  <inkml:trace contextRef="#ctx0" brushRef="#br0">7116 321 8185,'-10'3'452,"0"-1"751,6 0 3080,-1-1 3315,-134-29-6738,77 17-547,-65-20 0,20 2-225,-1 4 0,-194-18 0,16 20 41,-191-22 937,213 5-392,115 16-555,-213-6 0,132 31 162,-232 32 0,195-16 71,78-7-139,31-3-168,-348 48-59,406-43 89,-41 6-55,-72 13 37,157-25-43,8-2 35,-69-3-1,5-2-39,-19 10-29,-314 37 48,295-25-40,-88 16 36,-47 25-74,162-32 29,-56 20 44,141-38-34,1 1-1,-57 28 1,-26 30 65,10 2-40,89-58-3,1 1 1,0 1-1,-30 33 0,22-21-3,26-27-1,0 0-1,1 1 0,-1-1 1,1 1-1,0 0 0,-1-1 1,1 1-1,1 0 1,-1 0-1,0 0 0,1 0 1,-1-1-1,1 1 0,0 0 1,0 0-1,0 0 1,0 0-1,0 0 0,1 0 1,-1 0-1,1 0 0,2 4 1,-1 0-4,1 0 1,-1-1-1,1 1 1,1-1 0,-1 0-1,1 0 1,0 0-1,8 8 1,16 15-41,-5-5 56,49 40 1,34 10-30,29 22-5,-87-61 42,2-1 0,99 50-1,-85-57-27,1-4 0,80 19 1,-115-34-5,153 29 37,-66-15 33,610 82-148,-491-78 168,102 4 55,206 12-226,178-4 106,-611-35-17,199-3-44,40-23 216,-2-28-164,-250 36-31,1-3 50,82-10-78,-118 20 67,88-22 1,-42 6 35,10-8-88,-16 3 105,345-75-76,-233 45 41,-122 31-12,109-51 0,-153 57 310,86-53 0,-73 31-23,78-72 0,-140 116-312,10-10 17,0-1 0,10-13-1,8-10 171,-21 26-141,0 0 0,-1 0 0,-1-1 1,1 0-1,3-9 0,13-19 48,-17 31-60,-1-1-1,0 0 1,-1 0 0,1-1-1,2-8 1,2-5 134,-1-18 138,-6 27-240,-1 10-50,0-1 0,-1 1 0,1-1 0,-1 0 0,1 1 0,-1-1 0,0 1 0,0 0 0,0-1 0,-2-3 0,-1-3 30,-5-10 14,0 0 0,-1 0 0,-1 1 0,-1 0 0,0 1 0,-25-26 0,27 35-27,1 0 0,-1 1 1,0 0-1,0 1 0,-1 0 0,0 1 1,0 0-1,-23-6 0,25 7-40,-47-12 23,-1 2 1,-1 2-1,-62-3 1,92 11-66,-20-1-127,9 1-589,1-1 1,0-2-1,-50-16 0,12-7-1423,-41-13-2148,28 23-2668,1-5-4639</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2:51.877"/>
    </inkml:context>
    <inkml:brush xml:id="br0">
      <inkml:brushProperty name="width" value="0.025" units="cm"/>
      <inkml:brushProperty name="height" value="0.025" units="cm"/>
    </inkml:brush>
  </inkml:definitions>
  <inkml:trace contextRef="#ctx0" brushRef="#br0">0 84 10493,'0'0'14001,"3"0"-13593,113 0 861,362-8 156,-19-6-1104,-342 12-333,201 20 55,-101-1 8,-88-17 287,0-5 1,168-30-1,-195 20 13,152-22 203,-143 35-472,-108 1-390,-5 3-2729,-1-1 2530,0 1 0,1 0 1,-1-1-1,0 0 0,0 0 0,0 0 1,0 0-1,0 0 0,0-1 1,0 1-1,0-1 0,0 0 1,0 0-1,0 0 0,-4-1 0,-20-3-5532,4 1-3486</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2:52.492"/>
    </inkml:context>
    <inkml:brush xml:id="br0">
      <inkml:brushProperty name="width" value="0.025" units="cm"/>
      <inkml:brushProperty name="height" value="0.025" units="cm"/>
    </inkml:brush>
  </inkml:definitions>
  <inkml:trace contextRef="#ctx0" brushRef="#br0">49 127 7229,'-13'-2'10639,"10"1"-9475,-26-3 747,26 3 1473,6 0-2485,35-7 441,73-6 0,-54 8-869,829-40 2474,-544 63-2044,-78-1-357,-75-6-544,-156-8 3,128 9-55,-157-11-439,-2-1-1093,-1 0 1424,0 1 0,0-1-1,0 0 1,0 0-1,0 1 1,0-1-1,-1 0 1,1 0 0,0 0-1,0 0 1,-1 0-1,1-1 1,-1 1 0,1 0-1,-1 0 1,1 0-1,-1 0 1,0-1-1,0 1 1,1 0 0,-1 0-1,0-1 1,0 1-1,0 0 1,0 0-1,0-1 1,-1 1 0,1 0-1,0 0 1,-1-2-1,-9-17-3351,-7 1-4055,-11-5-4040</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0:09.589"/>
    </inkml:context>
    <inkml:brush xml:id="br0">
      <inkml:brushProperty name="width" value="0.025" units="cm"/>
      <inkml:brushProperty name="height" value="0.025" units="cm"/>
    </inkml:brush>
  </inkml:definitions>
  <inkml:trace contextRef="#ctx0" brushRef="#br0">130 367 13737,'0'0'1872,"-1"3"-323,-6 12-748,2-1 0,0 1 0,0 0 1,-2 21-1,-7 67 90,12-89-726,-17 239 853,9-92-550,8-148-69,-4-27-74,5 9-391,-7-21 92,2 0 0,1-1-1,-2-38 1,5-84 3,4 91 200,2 0 0,4 1-1,1-1 1,3 2 0,3 0-1,2 0 1,38-85 0,-41 113 130,21-42 400,-31 63-654,0 1 1,1-1-1,0 1 0,0 0 1,0 0-1,1 0 0,9-6 1,-15 12-101,1-1 0,-1 1 1,0 0-1,1-1 1,-1 1-1,1 0 1,-1 0-1,0 0 1,1 0-1,-1-1 0,1 1 1,-1 0-1,1 0 1,-1 0-1,0 0 1,1 0-1,-1 0 1,1 0-1,-1 0 0,1 0 1,-1 0-1,1 0 1,-1 0-1,0 1 1,1-1-1,-1 0 1,1 0-1,-1 0 0,0 1 1,1-1-1,-1 0 1,0 0-1,1 1 1,-1-1-1,0 0 1,1 1-1,-1-1 0,0 0 1,1 1-1,0 2 9,1-1 0,-1 1 0,0-1 0,0 1 0,-1 0 0,1-1 0,0 6 0,1 2-9,-1 0 0,-1 1-1,0-1 1,-1 12 0,-9 33-1324,-2 0-1,-3-1 1,-2-1 0,-45 97-1,58-142 871,0 1-1,0-1 0,-1-1 0,0 1 1,0-1-1,-1 1 0,0-2 0,0 1 1,-1-1-1,1 0 0,-2 0 0,1 0 1,-15 7-1,21-12 260,0-1 1,0 1-1,0-1 1,0 0 0,0 0-1,0 1 1,0-1-1,0 0 1,0 0-1,0 0 1,-1 0 0,1 0-1,0 0 1,0 0-1,0 0 1,0-1-1,0 1 1,0 0 0,0-1-1,0 1 1,0-1-1,0 1 1,0-1-1,0 1 1,0-1 0,0 0-1,0 1 1,0-1-1,1 0 1,-1 0-1,0 1 1,0-3 0,-18-19-6323</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0:09.951"/>
    </inkml:context>
    <inkml:brush xml:id="br0">
      <inkml:brushProperty name="width" value="0.025" units="cm"/>
      <inkml:brushProperty name="height" value="0.025" units="cm"/>
    </inkml:brush>
  </inkml:definitions>
  <inkml:trace contextRef="#ctx0" brushRef="#br0">619 0 10061,'-2'1'287,"0"0"0,0 0 0,0-1 0,0 1 1,-1-1-1,1 1 0,0-1 0,0 0 0,0 0 0,0 0 0,0 0 0,-1 0 1,1 0-1,0 0 0,0-1 0,-2 0 0,2 1-128,0-1 0,0 1 0,-1 0 1,1 0-1,0 0 0,0 0 0,0 1 0,0-1 0,0 0 1,0 1-1,0 0 0,0-1 0,0 1 0,0 0 0,0 0 0,0 0 1,0 0-1,-2 2 0,-35 31 1112,31-27-1066,-36 37 585,2 1 0,2 2-1,2 2 1,-41 69 0,40-51-1,4 2 1,2 1-1,-25 80 1,37-79-453,2 1 1,4 1-1,3 1 0,3 0 0,3 0 0,3 0 0,8 81 1,-2-127-321,1 0-1,1-1 1,1 1 0,2-2 0,0 1 0,2-1 0,17 33 0,-17-41-243,1 0 1,0-1-1,2 0 1,0-1-1,0 0 1,2-1 0,0 0-1,0-2 1,2 0-1,24 16 1,-31-23-248,1 0 1,0-1 0,0-1-1,1 0 1,-1 0 0,1-1 0,-1 0-1,22 1 1,-17-3-1531,0-1-1,1 0 1,21-5 0,33-9-9651</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0:10.595"/>
    </inkml:context>
    <inkml:brush xml:id="br0">
      <inkml:brushProperty name="width" value="0.025" units="cm"/>
      <inkml:brushProperty name="height" value="0.025" units="cm"/>
    </inkml:brush>
  </inkml:definitions>
  <inkml:trace contextRef="#ctx0" brushRef="#br0">166 377 10945,'0'0'75,"1"-1"1,0 1-1,0 0 0,-1 0 1,1 0-1,0 0 1,0 0-1,-1 0 0,1 0 1,0 0-1,0 0 0,0 0 1,-1 1-1,1-1 0,0 0 1,-1 0-1,1 1 0,0-1 1,-1 0-1,1 1 1,0-1-1,-1 1 0,2 0 1,-12 12 1602,-5 4-653,9-7-531,0 0 0,1 0-1,1 0 1,0 1-1,-4 15 1,-4 9 283,-51 159 1736,51-156-1974,-11 7 356,22-42-505,0-2-315,1 0-1,-1 0 1,1 0-1,-1 0 1,1-1-1,-1 1 0,0 0 1,1 0-1,-1 0 1,0-1-1,0 1 0,1 0 1,-1-1-1,0 1 1,0 0-1,0-1 1,-2 1-1,3-5-15,0 0 0,0 0 0,1 0 0,-1 0 0,1-1 0,0 1 1,0 0-1,2-5 0,0-1 15,30-127 322,90-320-164,-70 313-259,-53 142 49,1 0 1,0 0 0,-1 1-1,1-1 1,0 0 0,0 1-1,0-1 1,0 1 0,1-1-1,-1 1 1,0 0 0,0-1-1,1 1 1,2-2 0,-3 3-2,0-1 0,-1 1 1,1 0-1,0 0 1,0 0-1,0 0 0,0 0 1,0 0-1,-1 0 1,1 0-1,0 0 0,0 0 1,0 0-1,0 0 0,-1 0 1,1 1-1,0-1 1,0 0-1,0 1 0,-1-1 1,1 1-1,1 0 0,1 2 48,0 0 0,1 0 0,-1 0-1,0 1 1,0 0 0,-1-1-1,1 1 1,-1 0 0,3 6 0,3 11 131,0 1 1,-1 0-1,7 35 1,4 72 220,-15-103-346,10 71 105,18 188 5,-27-241-894,11 51 1,-10-72-1760,16 40 0,-21-61-615</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0:10.799"/>
    </inkml:context>
    <inkml:brush xml:id="br0">
      <inkml:brushProperty name="width" value="0.025" units="cm"/>
      <inkml:brushProperty name="height" value="0.025" units="cm"/>
    </inkml:brush>
  </inkml:definitions>
  <inkml:trace contextRef="#ctx0" brushRef="#br0">0 114 15489,'3'0'2885,"27"-8"-481,-3-3-284,2 3-136,-4 0-568,4 0-347,-4 0-209,4 0-188,-15 2-160,7 4-348,1-4-584,-3 1-716,-3 0-529,-11-12-1187,4 4-28</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0:11.647"/>
    </inkml:context>
    <inkml:brush xml:id="br0">
      <inkml:brushProperty name="width" value="0.025" units="cm"/>
      <inkml:brushProperty name="height" value="0.025" units="cm"/>
    </inkml:brush>
  </inkml:definitions>
  <inkml:trace contextRef="#ctx0" brushRef="#br0">44 0 6257,'0'3'11700,"-6"10"-9521,0 2-2428,1 57 1189,0-28-395,0 49 0,0 12 373,5-102-819,-1-7-2832,1-1 2129,-5-32-6954,0 16-1497</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0:12.195"/>
    </inkml:context>
    <inkml:brush xml:id="br0">
      <inkml:brushProperty name="width" value="0.025" units="cm"/>
      <inkml:brushProperty name="height" value="0.025" units="cm"/>
    </inkml:brush>
  </inkml:definitions>
  <inkml:trace contextRef="#ctx0" brushRef="#br0">1 79 4956,'0'0'993,"1"2"-141,2-1-278,0 1 1,0-1 0,-1 1 0,1-1-1,0 0 1,0 0 0,0 0 0,1-1 0,-1 1-1,0-1 1,0 1 0,0-1 0,0 0-1,1 0 1,-1-1 0,3 0 0,9-1 867,0-2 1,18-6 0,-1 0 1063,141-42 1880,-123 41-7794,-47 10-30</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0:17.724"/>
    </inkml:context>
    <inkml:brush xml:id="br0">
      <inkml:brushProperty name="width" value="0.025" units="cm"/>
      <inkml:brushProperty name="height" value="0.025" units="cm"/>
    </inkml:brush>
  </inkml:definitions>
  <inkml:trace contextRef="#ctx0" brushRef="#br0">94 59 10029,'0'0'11058,"-1"2"-10769,-12 24-122,2 1 0,1 0 0,1 0 0,2 1 0,0 0 0,2 1-1,-3 42 1,5-34 143,1-22-147,1 0 0,1 0 1,0 0-1,3 23 1,-1-29-97,-1 0 0,-1 1 0,0 11 0,0 5-26,1-22-44,0 0 1,-1 0-1,0 0 1,0 0-1,0 0 1,0 0-1,0 0 1,-1 0-1,0 0 1,0 0-1,0 0 1,0 0-1,-3 4 1,4-6-66,2 23-57,-1-25 159,-4-14-26,-3-9 97,2-1 1,1-1 0,1 1-1,1-39 1,15-100 1298,-4 75-544,-6 55-526,13-44 0,-11 50-178,-4 21-128,0 1-1,0-1 1,1 1-1,0 0 1,0 0-1,0 0 1,0 0-1,1 1 1,7-8 0,-10 10 37,13 8 73,-11-5-138,0 1 0,0 0 0,-1 0-1,1 1 1,0-1 0,-1 0 0,1 1 0,-1 0 0,0-1 0,0 1-1,0 0 1,0 0 0,1 5 0,18 45 139,45 198 8,-58-226-769,20 44 0,-9-27-747,1-3-2216,-14-29 2126,-4-7-1410,17-14-11961</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0:18.908"/>
    </inkml:context>
    <inkml:brush xml:id="br0">
      <inkml:brushProperty name="width" value="0.025" units="cm"/>
      <inkml:brushProperty name="height" value="0.025" units="cm"/>
    </inkml:brush>
  </inkml:definitions>
  <inkml:trace contextRef="#ctx0" brushRef="#br0">90 0 7861,'2'19'10729,"-5"13"-9185,1-5-685,-5 115 2398,7-125-2913,0 33 1358,7 59 1,2-81-756,-5-18-690,-3-7 72,9-19 157,-8 11-465,0-1 1,0 1-1,-1-1 0,1 0 1,-1 0-1,-1 0 0,1 1 0,-1-1 1,0 0-1,0 0 0,-2-11 1,0 4-19,0-6-175,-1 0-1,0 1 0,-2-1 0,-8-22 1,-8-31-3217,20 69 3013,0 0 1,0 0-1,0 0 0,0-1 0,0 1 1,-1 0-1,1 0 0,-1 1 0,0-1 1,-2-3-1,3 5-43,0 0 1,0 0-1,-1 0 0,1 0 1,0 1-1,0-1 1,-1 0-1,1 0 1,0 1-1,-1-1 0,1 1 1,-1-1-1,1 1 1,-1 0-1,1-1 1,-1 1-1,1 0 0,-1 0 1,1 0-1,-1 0 1,1 0-1,-3 1 0,-15 2-8861</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0:19.652"/>
    </inkml:context>
    <inkml:brush xml:id="br0">
      <inkml:brushProperty name="width" value="0.025" units="cm"/>
      <inkml:brushProperty name="height" value="0.025" units="cm"/>
    </inkml:brush>
  </inkml:definitions>
  <inkml:trace contextRef="#ctx0" brushRef="#br0">22 481 7573,'-3'26'2072,"-16"212"11088,22-287-12744,16-82 0,-3 29-283,0-5-9,9-119 1498,-15 99 1146,-10 127-2763,0 0 1,0 0-1,0 0 0,0 0 0,0 0 1,0 0-1,0-1 0,0 1 1,0 0-1,0 0 0,0 0 0,0 0 1,0 0-1,0 0 0,0 0 1,0 0-1,0 0 0,0 0 1,0 0-1,0-1 0,0 1 0,0 0 1,0 0-1,0 0 0,1 0 1,-1 0-1,0 0 0,0 0 0,0 0 1,0 0-1,0 0 0,0 0 1,0 0-1,0 0 0,0 0 1,0 0-1,0 0 0,0 0 0,1 0 1,-1 0-1,0 0 0,0 0 1,0 0-1,0 0 0,0 0 0,0 0 1,0 0-1,0 0 0,0 0 1,0 0-1,1 0 0,-1 0 1,0 0-1,0 0 0,0 0 0,0 0 1,0 0-1,0 0 0,0 0 1,0 0-1,0 0 0,0 0 0,0 0 1,0 0-1,0 1 0,0-1 1,1 0-1,3 2 54,0 1 1,1 0-1,-1 0 0,0 0 1,0 1-1,-1-1 0,1 1 1,-1 0-1,0 0 0,0 0 1,0 1-1,0-1 0,2 7 1,6 14 112,12 34 0,-9-20-77,56 167-290,-34-105-1357,-5-18-1851,-16-24-2696,-12-34 32,-3 2-3547</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0:19.810"/>
    </inkml:context>
    <inkml:brush xml:id="br0">
      <inkml:brushProperty name="width" value="0.025" units="cm"/>
      <inkml:brushProperty name="height" value="0.025" units="cm"/>
    </inkml:brush>
  </inkml:definitions>
  <inkml:trace contextRef="#ctx0" brushRef="#br0">14 90 18430,'-13'-6'4420,"26"1"-2716,3 5-284,9-8-360,13-6-167,-6 6-289,0 0-364,-5 0-708,6 2-677,-6-2-1031,-11 6-1428,8-6-2721,0-1-5744</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0:20.279"/>
    </inkml:context>
    <inkml:brush xml:id="br0">
      <inkml:brushProperty name="width" value="0.025" units="cm"/>
      <inkml:brushProperty name="height" value="0.025" units="cm"/>
    </inkml:brush>
  </inkml:definitions>
  <inkml:trace contextRef="#ctx0" brushRef="#br0">43 117 12469,'-27'-16'2224,"26"15"-1957,0 0 1,0 1-1,0-1 1,0-1 0,0 1-1,0 0 1,0 0-1,0 0 1,0 0 0,0-1-1,1 1 1,-1 0-1,1-1 1,-1 1-1,1 0 1,-1-1 0,1 1-1,0-3 1,-1 1 570,2 2-605,-1 0 0,1 0-1,0 0 1,0 0 0,0 0 0,0 0 0,0 0 0,0 0 0,1 0 0,-1 0 0,0 1 0,0-1 0,0 0 0,1 1 0,-1-1 0,0 1 0,3-1 0,-2 0 229,24-10 1325,-13 6-1043,-1-1 1,1 0 0,11-8-1,-21 12-650,0 0-1,1 1 0,-1-1 1,0 1-1,0-1 0,1 1 1,-1 0-1,1 1 0,-1-1 1,1 1-1,-1-1 0,5 1 1,-7 0-96,0 0 1,1 0 0,-1 0 0,1 0 0,-1 1-1,0-1 1,1 0 0,-1 1 0,0-1 0,0 1-1,1-1 1,-1 1 0,0-1 0,0 1 0,0 0-1,0 0 1,0 0 0,0 0 0,0 0 0,0 0-1,0 0 1,0 0 0,0 0 0,0 0 0,-1 0-1,1 0 1,0 1 0,-1-1 0,1 0 0,-1 0-1,1 3 1,-1 10-253,0 0 0,0 0 0,-1 0 0,-1 0-1,0 0 1,-8 24 0,-1 10-456,10-42 626,-4 17-60,2 0-1,0 1 1,1 28-1,2-50 193,1-1-1,-1 1 0,0-1 0,1 1 1,-1-1-1,1 0 0,-1 1 1,1-1-1,0 0 0,-1 1 1,1-1-1,0 0 0,0 0 1,0 1-1,0-1 0,0 0 0,0 0 1,0 0-1,1 0 0,-1-1 1,0 1-1,0 0 0,1 0 1,-1-1-1,1 1 0,-1-1 1,0 1-1,1-1 0,-1 0 1,1 1-1,-1-1 0,1 0 0,-1 0 1,1 0-1,1 0 0,8 0 267,-1-1 1,0 0-1,20-5 0,-24 5-273,31-10 393,0-1 0,-1-2 0,57-30 0,24-9-543,-111 50-299,0 0 0,1 0 0,-1 0 0,-1-1 0,12-8 0,-17 11 212,1 0 0,-1 1-1,1-1 1,-1 0 0,1 0-1,-1 1 1,1-1 0,-1 0-1,0 0 1,0 0-1,1 1 1,-1-1 0,0 0-1,0 0 1,0 0 0,0 0-1,0 0 1,0 0 0,0 0-1,0 1 1,0-1-1,0 0 1,-1 0 0,1 0-1,0 0 1,-1 1 0,1-1-1,0 0 1,-1 0 0,1 0-1,-1 1 1,0-2-1,-20-21-7720,-2 8-4941</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0:20.876"/>
    </inkml:context>
    <inkml:brush xml:id="br0">
      <inkml:brushProperty name="width" value="0.025" units="cm"/>
      <inkml:brushProperty name="height" value="0.025" units="cm"/>
    </inkml:brush>
  </inkml:definitions>
  <inkml:trace contextRef="#ctx0" brushRef="#br0">3 528 8745,'1'-7'1455,"0"14"934,0 17 916,-4 7-1136,1 33 1,2-61-2046,0 0 1,1 0 0,-1 0 0,1 0 0,0 0-1,0 0 1,2 4 0,0-1 95,-2-3 2723,-2-6-2429,-1-20-209,1 1 1,1-1 0,5-32 0,16-71 410,-11 67-373,-3 25 49,0 0 0,2 0 0,2 1 0,1 0 1,1 1-1,2 1 0,2 0 0,0 1 0,24-31 1,-40 61-371,0-2 35,0 0 0,0 0 1,1 0-1,-1 0 0,1 1 0,0-1 1,-1 1-1,1-1 0,4-1 0,-6 3-43,1 0-1,0 0 1,0 0-1,0 0 0,0 0 1,0 1-1,0-1 1,-1 0-1,1 0 0,0 1 1,0-1-1,0 1 1,-1-1-1,1 1 0,0-1 1,0 1-1,-1-1 1,1 1-1,-1-1 0,1 1 1,0 0-1,-1 0 1,1-1-1,-1 1 0,1 0 1,-1 0-1,0-1 0,1 1 1,-1 1-1,6 9 73,0 1-1,-1 0 0,0 0 1,5 21-1,9 57 93,-14-60-140,18 121-312,6 27-1429,-21-138 333,2-1-1,21 52 0,-24-75-117,1-1 0,15 23-1,-22-36 1056,0 0 0,1-1 0,-1 1-1,0-1 1,1 1 0,-1-1 0,0 0 0,1 1-1,0-1 1,-1 0 0,1 0 0,0 0-1,-1 0 1,1 0 0,0-1 0,0 1 0,0 0-1,0-1 1,0 1 0,0-1 0,3 0-1,33 2-9248</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0:21.299"/>
    </inkml:context>
    <inkml:brush xml:id="br0">
      <inkml:brushProperty name="width" value="0.025" units="cm"/>
      <inkml:brushProperty name="height" value="0.025" units="cm"/>
    </inkml:brush>
  </inkml:definitions>
  <inkml:trace contextRef="#ctx0" brushRef="#br0">4 931 10557,'14'7'5788,"-22"-16"-457,3 5-6150,4 3 877,1 0-1,0 0 0,-1 0 0,1 0 1,0 0-1,-1 0 0,1 0 0,0-1 1,0 1-1,0 0 0,0 0 0,0 0 1,0 0-1,0 0 0,0 0 1,1-2-1,0 0 89,-5-341 1551,7 250-1578,17-112-1,-10 122-4,6-29 582,-13 105-352,-1-1 0,1 0 0,5-9 0,-3 5 210,-5 13-540,0 0-1,0 0 1,0 0 0,0 0-1,0 0 1,0-1 0,0 1-1,0 0 1,0 0 0,0 0-1,0 0 1,0 0 0,0-1-1,0 1 1,0 0 0,1 0-1,-1 0 1,0 0 0,0 0-1,0 0 1,0 0 0,0 0-1,0-1 1,0 1 0,1 0-1,-1 0 1,0 0 0,0 0-1,0 0 1,0 0 0,0 0-1,1 0 1,-1 0 0,0 0-1,0 0 1,0 0 0,0 0-1,0 0 1,1 0 0,-1 0-1,0 0 1,0 0 0,0 0-1,0 0 1,0 0 0,1 0-1,-1 0 1,0 0 0,0 1-1,0-1 1,0 0 0,0 0-1,1 0 1,4 2 107,1 1 0,0 0 1,-1 0-1,1 0 0,-1 0 0,0 1 0,0 0 0,0 0 0,-1 0 1,1 1-1,-1 0 0,0-1 0,0 2 0,-1-1 0,6 10 0,3 9 173,-1 1-1,11 37 0,-13-36-157,45 169 492,-41-141-539,41 181-2383,-25-116-4832,-26-99 135,-5 1-4674</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0:21.460"/>
    </inkml:context>
    <inkml:brush xml:id="br0">
      <inkml:brushProperty name="width" value="0.025" units="cm"/>
      <inkml:brushProperty name="height" value="0.025" units="cm"/>
    </inkml:brush>
  </inkml:definitions>
  <inkml:trace contextRef="#ctx0" brushRef="#br0">1 55 18398,'5'27'4716,"9"-38"-2876,-3 0-360,13 3-431,-5 3-113,10-1-208,-2 3-256,0 1-392,0-4-628,-2 4-696,-1-1-885,-5-8-1143,0 0-3369,-6 9-6240</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0:22.345"/>
    </inkml:context>
    <inkml:brush xml:id="br0">
      <inkml:brushProperty name="width" value="0.025" units="cm"/>
      <inkml:brushProperty name="height" value="0.025" units="cm"/>
    </inkml:brush>
  </inkml:definitions>
  <inkml:trace contextRef="#ctx0" brushRef="#br0">8 56 12105,'1'0'272,"-1"0"-1,1 0 1,-1-1-1,0 1 1,1 0-1,-1-1 1,1 1-1,-1 0 1,0-1-1,1 1 1,-1-1-1,0 1 1,0 0-1,1-1 1,-1 1-1,0-1 1,0 1-1,0-1 1,0 1-1,0-1 1,1 1-1,-1-1 1,0 1-1,0-1 1,0 1-1,0-1 1,0 1-1,0-1 1,-1 1-1,1-1 1,0 1-1,0-1 1,0 1-1,0-1 1,-1 1-1,1 0 1,0-1-1,0 1 1,-1-1-1,1 1 1,0 0-1,-1-1 1,1 1-1,0 0 1,-1-1-1,1 1 1,0 0-1,-1-1 1,1 1-1,-1 0 1,1 0-1,-1-1 1,0 1 0,-3-4-1671,2 2 2135,29-11 1142,0 7-1409,-13 3-294,1 0 1,0 1-1,27 0 1,-41 2-167,12 1-23,0 0 1,-1 1 0,18 4-1,-27-5-37,0 0 0,0 0-1,-1 0 1,1 0-1,0 0 1,-1 1-1,1-1 1,-1 1-1,0 0 1,1-1-1,-1 1 1,0 1-1,0-1 1,0 0 0,0 0-1,0 1 1,-1-1-1,1 1 1,2 5-1,2 8-223,-4-11 243,-1 0-1,1 0 1,-1-1 0,0 1-1,0 0 1,-1 0-1,0 0 1,0 0 0,0 0-1,-1 6 1,1-10 56,0 1 1,-1 0-1,1 0 1,-1 0-1,1-1 0,-1 1 1,0 0-1,1-1 1,-3 4-1,0 2 187,2-5 1161,16 24-35,-13-24-1293,0 0 1,0 0-1,0 0 0,-1 0 1,1 0-1,-1 1 0,1-1 1,-1 0-1,0 1 0,0-1 1,0 1-1,0 0 0,0-1 1,0 1-1,-1 0 0,0-1 1,1 1-1,-1 0 0,0 0 1,0-1-1,-1 1 0,0 4 1,0-3-77,-1 1 0,1-1 0,-1 0 1,-1 0-1,1 0 0,-1 0 1,1 0-1,-1 0 0,0-1 0,0 1 1,-1-1-1,1 0 0,-5 3 1,-30 27-666,22-18-4,-1-2-1,-25 18 1,-24 6 589,64-36 820,1-1-705,0-1 0,0 1 0,1 0 0,-1 0 0,0 1 0,0-1 0,0 0-1,0 0 1,0 0 0,1 1 0,-1-1 0,0 0 0,0 1 0,0-1 0,1 0 0,-1 1 0,0-1 0,0 1 0,1-1 0,-2 2 0,2-2-49,0 1-1,0-1 0,0 1 1,0-1-1,0 0 0,0 1 1,0-1-1,0 1 0,0-1 1,0 1-1,0-1 0,0 0 1,0 1-1,0-1 0,0 1 1,1-1-1,-1 0 0,0 1 1,0-1-1,0 0 0,1 1 1,-1-1-1,0 0 0,0 1 1,1-1-1,-1 0 0,0 0 1,1 1-1,-1-1 0,0 0 1,1 0-1,-1 0 0,0 1 1,1-1-1,0 0 0,0 1 53,0-1 0,1 0 1,-1 1-1,0-1 0,1 0 0,-1 0 0,0 0 0,1 0 0,-1 0 0,0 0 0,1 0 1,-1-1-1,0 1 0,0 0 0,1-1 0,-1 1 0,0-1 0,3 0 0,26-17 1417,-8 5-1012,-5 6 61,0 1 1,1 1-1,0 1 0,0 1 1,1 0-1,27 0 1,-42 3-468,0 0 1,-1 1 0,1-1-1,0 1 1,-1 0 0,1 0-1,-1 0 1,1 0 0,-1 1-1,0-1 1,1 1 0,-1 0-1,0 0 1,0 0 0,0 1-1,-1-1 1,1 1 0,0-1-1,-1 1 1,0 0 0,1 0 0,-1 0-1,0 0 1,-1 0 0,1 1-1,-1-1 1,1 1 0,-1-1-1,0 1 1,1 5 0,0 2-58,0 0 0,-1 0 0,0 0 1,0 0-1,-1 0 0,-1 0 0,0 0 1,-1 0-1,-2 12 0,-7 11-396,-2-1 0,-1 0-1,-1-1 1,-2-1 0,-1 0 0,-1-1-1,-29 33 1,7-18-1170,38-43 1457,1-1 1,-1 1 0,1-1-1,-1 0 1,1 1-1,-1-1 1,0 0-1,1-1 1,-1 1 0,0-1-1,0 1 1,1-1-1,-1 0 1,0 0 0,0 0-1,0 0 1,0 0-1,1-1 1,-1 1 0,0-1-1,0 0 1,1 0-1,-1 0 1,0 0-1,1 0 1,-1-1 0,1 1-1,0-1 1,-3-1-1,1-1-253,0 1 0,1-1-1,0 0 1,0 0 0,0 0-1,0-1 1,0 1 0,1-1-1,-3-5 1,3 4-802,1 0-1,-1 0 1,1 0 0,-1-10-1,1-22-7837</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0:22.721"/>
    </inkml:context>
    <inkml:brush xml:id="br0">
      <inkml:brushProperty name="width" value="0.025" units="cm"/>
      <inkml:brushProperty name="height" value="0.025" units="cm"/>
    </inkml:brush>
  </inkml:definitions>
  <inkml:trace contextRef="#ctx0" brushRef="#br0">0 1 12401,'20'0'2552,"-13"2"933,-2 6-2532,-2-4-168,29 23 2613,-23-21-2413,0 1 0,12 13 0,0 5 78,-2 0 0,0 1 0,22 45 0,35 90 640,-41-73-1647,-5 2 1,-3 1 0,-5 1-1,18 153 1,-25-81-847,-7 0 1,-7 0-1,-28 234 1,17-332-1869,-23 81-1,-8-9-6208,8-40-3574</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0:37.823"/>
    </inkml:context>
    <inkml:brush xml:id="br0">
      <inkml:brushProperty name="width" value="0.025" units="cm"/>
      <inkml:brushProperty name="height" value="0.025" units="cm"/>
    </inkml:brush>
  </inkml:definitions>
  <inkml:trace contextRef="#ctx0" brushRef="#br0">5 140 9329,'-5'13'2219,"11"-17"802,16-13 2429,2 9-1726,42-10 0,8-2-852,102-29-880,-82 26-1556,-49 14-414,-6 4-195,-38 5 136,-1 0 1,0 0 0,0 0 0,0 0 0,0 0 0,0 0 0,0 0-1,0 0 1,1 0 0,-1 0 0,0 1 0,0-1 0,0 0-1,0 0 1,0 0 0,0 0 0,0 0 0,0 0 0,0 0-1,0 0 1,1 0 0,-1 0 0,0 1 0,0-1 0,0 0 0,0 0-1,0 0 1,0 0 0,0 0 0,0 0 0,0 0 0,0 0-1,0 1 1,0-1 0,0 0 0,0 0 0,0 0 0,0 0-1,0 0 1,0 0 0,0 0 0,0 1 0,0-1 0,0 0-1,0 0 1,0 0 0,0 0 0,-1 0 0,1 0 0,0 0 0,0 0-1,0 1 1,0-1 0,0 0 0,0 0 0,0 0 0,0 0-1,0 0 1,-1 0 0,-3 6-1251,-21 1-2074,21-7 2880,0 1-1,0 0 1,0 0 0,0 0 0,0 1 0,1-1 0,-5 3 0,-29 27-6643,-2 0-4717</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0:37.980"/>
    </inkml:context>
    <inkml:brush xml:id="br0">
      <inkml:brushProperty name="width" value="0.025" units="cm"/>
      <inkml:brushProperty name="height" value="0.025" units="cm"/>
    </inkml:brush>
  </inkml:definitions>
  <inkml:trace contextRef="#ctx0" brushRef="#br0">1 111 21482,'46'-10'2960,"8"-12"-304,-17 11-431,-4 0-469,2 1-352,-3-1-1120,6 3-284,-3 0 0,-5 2 0,-14 6 0,8-5 0,-2 2-228,-3 1-1812,0-1-724,-30 19-21987</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0:38.676"/>
    </inkml:context>
    <inkml:brush xml:id="br0">
      <inkml:brushProperty name="width" value="0.025" units="cm"/>
      <inkml:brushProperty name="height" value="0.025" units="cm"/>
    </inkml:brush>
  </inkml:definitions>
  <inkml:trace contextRef="#ctx0" brushRef="#br0">133 214 12997,'-54'22'2732,"43"-17"5136,12-3-6719,-1 10-833,0 0 0,-1 0 0,0 0 1,0-1-1,-2 1 0,-6 21 1,-1 10 84,-8 58-64,5 0 0,4 1 0,5 102 0,5-149-328,9 125 625,-9-177-507,0-3-116,0-1 1,0 0 0,0 1 0,0-1-1,0 0 1,0 0 0,0 0-1,0 1 1,0-1 0,0 0 0,0 0-1,1-2 1,1 0 6,-1-1-30,1 1 0,-1 0 0,0-1 0,0 1 0,0-1 0,-1 0 0,1 0 1,-1 1-1,0-1 0,0 0 0,0 0 0,-1 0 0,1 0 0,-1-5 0,0-10-264,-5-35-1,2 19-119,-5-71-778,-8-213-1703,17 268 2932,2 0 1,3 0-1,1 0 1,19-61-1,-21 99 236,0-1 0,1 1-1,1 0 1,0 0 0,1 1 0,1 0 0,0 0 0,0 1 0,1 0-1,0 1 1,1 0 0,0 1 0,1 0 0,0 0 0,0 1-1,1 1 1,25-11 0,-36 17-230,0 0 1,0 0-1,0 0 0,0 0 0,1 1 1,-1-1-1,0 1 0,0-1 0,0 1 1,1 0-1,-1 0 0,0 0 0,0 0 0,1 0 1,-1 1-1,0-1 0,0 1 0,3 0 1,-4 0-34,1 0 1,-1 0 0,0 0 0,0 0 0,1 0-1,-1 1 1,0-1 0,0 0 0,0 1-1,0-1 1,-1 1 0,1-1 0,0 0-1,-1 1 1,1 0 0,-1-1 0,1 1 0,0 2-1,-1 4-33,1 0-1,-1 0 0,0 0 0,-1 0 1,0 0-1,0 0 0,-1 0 1,-4 11-1,-6 14-955,-1 0 1,-2-1 0,-27 44-1,29-57-799,0-1 0,0-1 0,-29 27 0,8-13-4974,3-5-4307</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0:39.026"/>
    </inkml:context>
    <inkml:brush xml:id="br0">
      <inkml:brushProperty name="width" value="0.025" units="cm"/>
      <inkml:brushProperty name="height" value="0.025" units="cm"/>
    </inkml:brush>
  </inkml:definitions>
  <inkml:trace contextRef="#ctx0" brushRef="#br0">566 8 13493,'-3'0'88,"-15"-3"1695,0 1 0,-23 0 0,35 2-1399,0 0 0,0 1 0,0 0 1,0 0-1,1 0 0,-1 1 0,0 0 0,0 0 0,1 1 0,0-1 0,-6 5 0,-9 7 54,2 1 0,0 0 0,1 2 0,1 0 0,0 1 0,1 0 0,1 2 0,1-1-1,-17 36 1,-3 16 297,-37 117-1,67-180-666,-31 100 643,-36 203 0,58-230-614,4 0-1,3 0 0,9 110 1,5-121-278,2 0 0,24 74 1,-30-123-52,2 0-1,0-1 1,1 1 0,1-2 0,1 1-1,25 35 1,-30-48-63,1 0-1,0 0 1,0-1-1,1 1 1,0-1 0,0 0-1,0-1 1,1 0-1,0 0 1,0-1 0,0 0-1,0 0 1,1-1-1,0 0 1,-1 0-1,1-1 1,0-1 0,0 1-1,11-1 1,4 0-2286,0-2 0,0-1 1,33-7-1,6-11-7299</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0:39.448"/>
    </inkml:context>
    <inkml:brush xml:id="br0">
      <inkml:brushProperty name="width" value="0.025" units="cm"/>
      <inkml:brushProperty name="height" value="0.025" units="cm"/>
    </inkml:brush>
  </inkml:definitions>
  <inkml:trace contextRef="#ctx0" brushRef="#br0">19 867 10373,'-4'4'610,"3"-3"-373,0 0 0,0 0 0,0 0 0,0-1-1,0 1 1,0 0 0,0 0 0,0-1 0,0 1 0,0-1 0,0 1 0,-2 0 0,3 17 2872,1-9 1654,0-8-1919,5-15-1117,3-31-1590,9-48 349,3-26-158,-2-14 28,65-233 1,-75 326-102,-7 30-106,0 0 1,0-1 0,1 1 0,1 1-1,0-1 1,0 0 0,6-10 0,-9 20-131,-1-1 0,1 1 1,-1-1-1,0 0 1,1 1-1,-1-1 0,1 1 1,0-1-1,-1 1 1,1-1-1,-1 1 0,1 0 1,0-1-1,-1 1 0,1 0 1,0-1-1,0 1 1,-1 0-1,1 0 0,0 0 1,-1-1-1,1 1 1,0 0-1,0 0 0,-1 0 1,1 0-1,1 1 0,0-1 12,0 1 0,-1 0-1,1 0 1,-1-1-1,1 1 1,0 1-1,-1-1 1,1 0 0,-1 0-1,0 0 1,2 3-1,2 1 36,-1 1-1,0 0 1,0 0-1,-1 0 1,6 13-1,13 54 17,22 136 0,-10-35-2012,-5-28-1830,-25-114 854,-1 35 1,-1-16-3478,0-7-3838</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0:39.621"/>
    </inkml:context>
    <inkml:brush xml:id="br0">
      <inkml:brushProperty name="width" value="0.025" units="cm"/>
      <inkml:brushProperty name="height" value="0.025" units="cm"/>
    </inkml:brush>
  </inkml:definitions>
  <inkml:trace contextRef="#ctx0" brushRef="#br0">0 79 18686,'5'-13'2332,"20"4"-392,-4 1-372,1-2-308,16-7-296,-6 15-379,0-6-533,9 5-829,-6-2-551,-19 2-1128,3 3-256,5 0-3261,-10 3-5184</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0:39.950"/>
    </inkml:context>
    <inkml:brush xml:id="br0">
      <inkml:brushProperty name="width" value="0.025" units="cm"/>
      <inkml:brushProperty name="height" value="0.025" units="cm"/>
    </inkml:brush>
  </inkml:definitions>
  <inkml:trace contextRef="#ctx0" brushRef="#br0">16 1 18002,'2'2'511,"0"1"0,0-1 1,0 1-1,0-1 0,0 1 1,-1 0-1,1 0 0,-1-1 0,0 1 1,0 0-1,0 0 0,0 1 1,0 4-1,4 10 767,-2-10-949,-1-1 0,-1 1 0,0 0 0,0 0 0,0-1 0,-1 1 0,0 0 0,-1 11 1,0 4 76,1 22 260,1 5-340,-7 58 0,4-91-1467,0 30 1,2-35 389,1-11 570,-1 0 1,0 0-1,-1 0 1,1 0-1,0-1 1,0 1-1,0 0 1,0 0-1,-1 0 1,1-1-1,0 1 1,-1 0-1,1-1 0,-1 1 1,1 0-1,-1 0 1,1-1-1,-1 1 1,1-1-1,-1 1 1,1-1-1,-1 1 1,0-1-1,1 1 1,-1-1-1,0 1 1,0-1-1,1 0 0,-1 1 1,0-1-1,0 0 1,1 0-1,-1 0 1,0 1-1,0-1 1,0 0-1,0 0 1,1 0-1,-1 0 1,0 0-1,0-1 1,-1 1-1,2 0-194,-1 0 0,0-1 0,1 1-1,-1 0 1,0-1 0,1 1 0,-1 0 0,1-1 0,-1 1 0,1-1-1,-1 1 1,1-1 0,-1 1 0,1-1 0,-1 1 0,1-1 0,0 0-1,-1 0 1,-5-21-9842</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0:40.248"/>
    </inkml:context>
    <inkml:brush xml:id="br0">
      <inkml:brushProperty name="width" value="0.025" units="cm"/>
      <inkml:brushProperty name="height" value="0.025" units="cm"/>
    </inkml:brush>
  </inkml:definitions>
  <inkml:trace contextRef="#ctx0" brushRef="#br0">0 0 17086,'15'2'328,"-1"1"1,1 1-1,-1 0 1,0 1-1,0 1 1,-1 0-1,0 0 1,0 1-1,22 17 1,-20-12 427,0 2 1,0 0 0,-2 1 0,0 0 0,0 1 0,15 26-1,-7-2 427,-1 1 1,-2 0-1,-2 2 0,-2 0 0,15 77 0,-12-21-1183,-4 2 0,-5-1 0,-6 142 0,-57 300 0,40-445-2668,-5-1 1,-4 0-1,-68 170 1,43-155-4644,6-16-4491</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0:40.787"/>
    </inkml:context>
    <inkml:brush xml:id="br0">
      <inkml:brushProperty name="width" value="0.025" units="cm"/>
      <inkml:brushProperty name="height" value="0.025" units="cm"/>
    </inkml:brush>
  </inkml:definitions>
  <inkml:trace contextRef="#ctx0" brushRef="#br0">25 344 15701,'25'2'2347,"-40"23"2896,11-11-4777,0 0 0,1 1 0,1-1-1,0 18 1,-1 1 30,-10 113 1163,9 273 0,5-398-1640,-1-11 52,1 0 0,-1-1-1,2 1 1,2 12 0,-3-20 27,12-18 72,-9 9-175,0 0 0,-1 0 0,0 0 1,0-1-1,0 1 0,-1-1 0,0 1 1,1-11-1,4-70-334,-6 72 254,3-278-2265,4-84-482,-6 353 3097,1 0-1,1 1 0,1 0 1,13-40-1,-14 55 14,0 0-1,0 0 1,1 0 0,0 1 0,0 0-1,10-11 1,-11 15-112,0 0-1,0 0 0,0 1 1,1-1-1,-1 1 0,1 0 1,0 0-1,0 1 1,0-1-1,0 1 0,1 0 1,5-1-1,-10 3-132,1 0 0,-1-1 0,0 1 0,1 0 0,-1 0-1,0 1 1,0-1 0,1 0 0,-1 0 0,0 1 0,1-1 0,-1 1 0,0-1 0,0 1 0,0-1-1,1 1 1,-1 0 0,0-1 0,0 1 0,0 0 0,0 0 0,0 0 0,0 0 0,-1 0 0,2 1-1,0 1 19,0 0 0,0 0 0,0 0 0,-1 1 0,1-1 0,-1 0 1,2 7-1,-1 2-40,-1-1 0,0 1 0,-1 0 0,0-1 0,-1 1 0,0 0 0,-1-1 0,0 1 0,-6 17 0,-7 11-870,-23 50-1,16-41-405,9-21-349,0 0 1,-20 28-1,19-37-3276,-24 28 0,11-19-5737</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0:41.132"/>
    </inkml:context>
    <inkml:brush xml:id="br0">
      <inkml:brushProperty name="width" value="0.025" units="cm"/>
      <inkml:brushProperty name="height" value="0.025" units="cm"/>
    </inkml:brush>
  </inkml:definitions>
  <inkml:trace contextRef="#ctx0" brushRef="#br0">538 27 13361,'-50'-25'4487,"46"24"-2477,0 1-243,-3 1-1409,1 0 0,-1 1 0,0 0 0,1 0 0,-1 1 0,1 0 0,0 0 0,0 0 0,-11 8 0,8-3 10,-1 0-1,1 1 0,1 0 1,-15 19-1,2 4 247,2 0 0,-25 59 0,-10 38 163,5 1-1,5 3 1,7 2-1,-25 169 1,54-242-777,3 0 0,2 0 0,3 0 0,3 0 0,3 0 0,22 100 0,-22-139-140,1 0 0,1 0 0,1 0 0,1-1 0,0-1 0,2 0 0,18 24 0,-22-34-13,1 0-1,0-1 1,1 0-1,1 0 0,-1-1 1,1 0-1,1-1 1,-1-1-1,1 0 1,1 0-1,-1-1 0,1-1 1,24 7-1,-20-8-931,1-1-1,0 0 1,1-2-1,26-1 1,-29 0-1779,0-2 1,31-7-1,17-15-9631</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0:41.539"/>
    </inkml:context>
    <inkml:brush xml:id="br0">
      <inkml:brushProperty name="width" value="0.025" units="cm"/>
      <inkml:brushProperty name="height" value="0.025" units="cm"/>
    </inkml:brush>
  </inkml:definitions>
  <inkml:trace contextRef="#ctx0" brushRef="#br0">28 927 7877,'7'-10'3594,"-14"17"641,1-1 1262,4-7-3919,-14-4-17,15 4-1503,1 1 1,0 0 0,0 0 0,-1-1 0,1 1-1,0 0 1,0-1 0,-1 1 0,1 0 0,0-1-1,0 1 1,0 0 0,0-1 0,0 1 0,-1-1-1,1 1 1,0 0 0,0-1 0,0 1 0,0-1-1,0 1 1,0 0 0,0-1 0,2-2 205,-1 0 1,0 0-1,1 0 1,0 0-1,-1 1 1,1-1-1,4-3 1,8-14 392,-1-1-219,-2-1 0,-1 0 0,0-1 0,8-30 0,18-97 85,-30 118-424,43-248-40,-25 136-430,-20 96 188,-4 36 92,1 1 0,0-1 1,5-17-1,-6 28 90,0 1 0,0-1 0,0 1-1,0 0 1,0-1 0,0 1 0,0-1 0,0 1 0,1 0 0,-1-1-1,0 1 1,0 0 0,0-1 0,1 1 0,-1 0 0,0-1-1,0 1 1,1 0 0,-1-1 0,0 1 0,1 0 0,-1 0-1,0 0 1,1-1 0,-1 1 0,0 0 0,1 0 0,-1 0-1,1 0 1,-1-1 0,11 9-3,7 23 41,25 74 341,34 130 1,-56-164-297,45 187-1148,-44-160-2203,-20-92 2230,-1 0 0,0 1 0,-1-1 0,1 0 0,-1 0 0,-1 0 1,1 0-1,-1 1 0,-2 7 0,1-3-2122,-3 8-7286</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0:41.694"/>
    </inkml:context>
    <inkml:brush xml:id="br0">
      <inkml:brushProperty name="width" value="0.025" units="cm"/>
      <inkml:brushProperty name="height" value="0.025" units="cm"/>
    </inkml:brush>
  </inkml:definitions>
  <inkml:trace contextRef="#ctx0" brushRef="#br0">1 138 18250,'21'-30'2360,"9"9"-396,2 10-380,6 3-312,-3 0-428,0 0-548,6 0-872,2-3-644,-16-11-1320,0 11-56,-8 14-3241,2-3-4980</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0:42.122"/>
    </inkml:context>
    <inkml:brush xml:id="br0">
      <inkml:brushProperty name="width" value="0.025" units="cm"/>
      <inkml:brushProperty name="height" value="0.025" units="cm"/>
    </inkml:brush>
  </inkml:definitions>
  <inkml:trace contextRef="#ctx0" brushRef="#br0">2 164 12233,'0'-22'1419,"0"20"-1193,-1 0 1,1-1-1,-1 1 0,1 0 0,0 0 0,0 0 0,0 0 0,1 0 0,-1 0 1,0 0-1,1 0 0,-1 0 0,1 0 0,0 0 0,0 0 0,0 0 0,0 0 1,0 0-1,0 0 0,0 1 0,0-1 0,1 0 0,-1 1 0,1-1 0,-1 1 1,1 0-1,0-1 0,2 0 0,50-24 5455,96-32 0,-149 57-5656,-1 1 0,1-1 1,0 1-1,0 0 1,0 0-1,0-1 1,0 1-1,0 0 1,-1 0-1,1 0 0,0 0 1,0 0-1,0 0 1,0 0-1,0 0 1,0 1-1,0-1 1,0 0-1,-1 0 0,1 1 1,0-1-1,0 1 1,0-1-1,-1 1 1,1-1-1,0 1 1,0-1-1,-1 1 0,1 0 1,-1-1-1,1 1 1,0 0-1,-1-1 1,1 1-1,-1 0 1,1 1-1,0 1-63,0 1 0,0-1 0,0 0 0,0 1 0,-1-1 0,1 1 0,-1-1 0,0 1 0,0-1 0,0 1 0,-1-1 0,1 1 0,-1-1 0,0 1 0,0-1 0,0 0 0,0 1 0,-1-1 0,-1 3 0,-7 15-442,-23 35 0,18-32 140,1-2 36,2 1 0,0 0 0,2 1 0,-8 25 0,17-47 325,0 1 0,0-1 0,1 1-1,-1-1 1,1 1 0,0 0 0,0-1 0,0 1 0,0 0 0,0-1 0,1 1 0,-1-1 0,1 1 0,-1-1 0,1 1 0,0-1 0,1 3 0,0-3 6,-1 0 1,1 0 0,-1-1-1,1 1 1,0-1 0,-1 1-1,1-1 1,0 0-1,0 0 1,0 0 0,0 0-1,0 0 1,0 0 0,0 0-1,0-1 1,1 1 0,-1-1-1,0 1 1,0-1-1,5 0 1,15-1 36,0-1 0,0-1 0,0-1 0,0-1 1,35-12-1,-56 16-66,27-8-709,42-19-1,-63 24 25,1 0 0,-1 0 0,0 0 0,0-1 0,-1 0 0,1 0 0,-1-1 1,0 0-1,9-11 0,-6-3-6448,-8-3-4727</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0:42.469"/>
    </inkml:context>
    <inkml:brush xml:id="br0">
      <inkml:brushProperty name="width" value="0.025" units="cm"/>
      <inkml:brushProperty name="height" value="0.025" units="cm"/>
    </inkml:brush>
  </inkml:definitions>
  <inkml:trace contextRef="#ctx0" brushRef="#br0">0 1 5725,'16'40'2474,"-13"-32"7191,-1-7-9076,0-1 0,1 0 0,-1 1 0,0-1 1,0 1-1,0 0 0,0 0 0,4 1 0,28 22 2212,-29-20-2266,22 18 63,-1 1 0,0 1 0,-2 2 0,-1 0 0,34 51 0,-33-39-63,-2 1 1,-2 2-1,-1 0 1,14 47-1,-16-33-535,-1 1 0,-3 1 0,-3 0 0,-2 1 0,-3-1 0,-2 79 0,-11-13-269,-28 136 0,-48 117-1603,35-232-3708,12-53-2236,30-76 5974,-18 47-10293</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0:42.988"/>
    </inkml:context>
    <inkml:brush xml:id="br0">
      <inkml:brushProperty name="width" value="0.025" units="cm"/>
      <inkml:brushProperty name="height" value="0.025" units="cm"/>
    </inkml:brush>
  </inkml:definitions>
  <inkml:trace contextRef="#ctx0" brushRef="#br0">3 371 15389,'0'0'3745,"1"3"-2279,0-1-1135,0 1-88,1 0 0,-1 0 0,0 1-1,0-1 1,-1 0 0,1 0 0,-1 0 0,1 1 0,-1-1 0,0 0 0,0 1 0,0-1 0,-2 5 0,-4 43 1267,1 85 0,13 56 33,-4-125-1070,-2-41-175,1-1 0,9 33 0,-11-53-237,20 51-63,-28-290-3417,-1-9 1081,2 186 1935,3-63 0,4 89 540,1-1 1,2 1-1,13-51 1,-9 55 899,18-44 0,-22 62-802,0 1 0,1-1 1,1 1-1,-1 0 0,1 0 1,0 0-1,1 1 1,11-10-1,-13 13-78,-1 0 0,1 1 0,0 0 0,0 0 0,0 0 0,1 0 0,-1 1 0,1 0 0,8-2 0,-12 3-128,0 1 0,0 0-1,0 0 1,-1 0 0,1 0-1,0 0 1,0 1-1,0-1 1,0 0 0,0 1-1,0 0 1,-1-1 0,1 1-1,0 0 1,0 0 0,-1 0-1,1 0 1,-1 0-1,1 0 1,-1 0 0,1 1-1,-1-1 1,0 1 0,1-1-1,-1 1 1,0-1 0,0 1-1,0-1 1,0 1 0,1 4-1,-1-3-21,0 1 0,0 0 0,0 0 0,0-1 0,-1 1 0,1 0 0,-1 0 0,0 0 0,0 0-1,-1 0 1,1 0 0,-2 6 0,-17 47-324,14-44 163,-15 34-1900,-38 68 0,-7-12-4795,34-58 413,8-6-3764</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0:43.301"/>
    </inkml:context>
    <inkml:brush xml:id="br0">
      <inkml:brushProperty name="width" value="0.025" units="cm"/>
      <inkml:brushProperty name="height" value="0.025" units="cm"/>
    </inkml:brush>
  </inkml:definitions>
  <inkml:trace contextRef="#ctx0" brushRef="#br0">544 0 9929,'-31'18'2666,"20"-11"-802,-1-1 1,1 0 0,-20 7-1,22-10-1357,0 1 0,1 0 0,0 1 0,0 0 0,0 0 0,1 1 0,-1 0 0,-10 11 0,-1 4 685,-28 39 0,11-8-406,3 3-1,2 0 0,-46 119 0,48-91 91,3 1-1,-19 117 0,36-149-875,3 1 0,2 0 0,2 0 0,2 0 0,3 0 0,13 74 0,-12-108-209,1 0 1,1 0-1,1 0 1,0-1-1,2 0 0,0-1 1,14 22-1,-17-31 10,0 0 0,1 0 0,0 0 0,0-1 0,0 0 0,1-1 0,0 1 0,0-2 0,1 1 0,0-1 0,0 0 0,0-1 0,0 0 0,1 0 0,15 3 0,-13-5-1098,0-1 1,-1 0-1,19 0 1,13-6-5332,14-10-6488</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0:43.678"/>
    </inkml:context>
    <inkml:brush xml:id="br0">
      <inkml:brushProperty name="width" value="0.025" units="cm"/>
      <inkml:brushProperty name="height" value="0.025" units="cm"/>
    </inkml:brush>
  </inkml:definitions>
  <inkml:trace contextRef="#ctx0" brushRef="#br0">8 1002 9101,'-8'27'9809,"18"-46"-7722,2-8-1064,-1-1 1,-2 0-1,8-35 1,3-9 63,153-486 2938,-150 482-3510,-11 31-112,22-51 0,-27 82-321,-6 12-20,1 5-2,3 12-43,0 0 0,-1 0 1,0 1-1,-1 0 0,-1 0 0,0 24 0,1 1 2,43 486-867,-45-518 775,22 138-2140,-13-94-1892,-1 3-6194,-6-35-1046</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0:43.850"/>
    </inkml:context>
    <inkml:brush xml:id="br0">
      <inkml:brushProperty name="width" value="0.025" units="cm"/>
      <inkml:brushProperty name="height" value="0.025" units="cm"/>
    </inkml:brush>
  </inkml:definitions>
  <inkml:trace contextRef="#ctx0" brushRef="#br0">0 0 16522,'17'30'4724,"-9"-41"-2860,0 3-308,11 8-324,2 0-284,3 0-203,3 6-317,3-4-332,16 1-880,-30-3-457,8-5-1099,17-1-1472,-20 9-2113,1-9-5104</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0:44.341"/>
    </inkml:context>
    <inkml:brush xml:id="br0">
      <inkml:brushProperty name="width" value="0.025" units="cm"/>
      <inkml:brushProperty name="height" value="0.025" units="cm"/>
    </inkml:brush>
  </inkml:definitions>
  <inkml:trace contextRef="#ctx0" brushRef="#br0">0 79 12341,'1'2'179,"-1"-1"-1,1 1 1,0 0 0,0 0-1,0-1 1,0 1-1,0 0 1,0-1 0,0 0-1,1 1 1,-1-1 0,1 1-1,-1-1 1,1 0-1,-1 0 1,1 0 0,2 1-1,-3-1-48,0-1-1,1 0 1,-1 0-1,0 0 1,0 0 0,1 0-1,-1 0 1,0 0-1,0 0 1,1 0-1,-1 0 1,0-1-1,0 1 1,0-1-1,1 1 1,-1-1 0,0 1-1,0-1 1,0 1-1,0-1 1,0 0-1,0 0 1,0 0-1,0 1 1,0-1-1,-1 0 1,1 0 0,1-2-1,5-4 813,1 1 0,0 0 0,0 0 0,0 1 0,1 0 0,0 0 0,12-4 0,68-22 2671,-52 20-2919,-34 10-722,6 34-847,-10-19 358,-1 0 1,0 0 0,-1 0-1,-1-1 1,0 0 0,-8 17-1,-12 40-1370,22-61 2006,0-1 1,-1 0-1,0 1 1,0-1-1,-1 0 0,0-1 1,-8 12-1,12-17 48,1-1 0,0 1 0,-1-1 0,1 0 0,0 1 0,0-1 0,0 0 0,0 1-1,0-1 1,0 0 0,0 0 0,0 0 0,0 0 0,3 1 0,1 1 99,1-1 0,0 0 0,0 0 0,0 0-1,12 1 1,12 3 634,13 5-364,-18-6-28,27 10-1,-46-13-456,0 1 0,0-1 0,0 1 0,-1 0 0,1 0 1,-1 1-1,0 0 0,0 0 0,8 8 0,-12-10-51,0-1 0,0 1 0,0-1 0,0 1 0,0 0 0,0-1 0,0 1 0,-1 0 0,1 0 0,-1 0 0,1-1 0,-1 1 0,0 0 0,1 0 0,-1 0 0,0 0 0,0 0 0,-1-1 0,1 4 0,-1-2 0,-1 1 0,1 0 0,0 0 0,-1-1 0,0 1 0,0-1 0,0 1 0,-5 5 0,-1 0 0,-1 0 0,0 0 0,-1-1 0,-20 14 0,13-11-1332,1-1 0,-2-1 0,1-1-1,-28 9 1,36-14 377,1-1-1,-1 0 0,0-1 0,0 0 1,0 0-1,0-1 0,0 0 1,0-1-1,0 0 0,0 0 1,-17-5-1,-12-11-10698</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0:44.640"/>
    </inkml:context>
    <inkml:brush xml:id="br0">
      <inkml:brushProperty name="width" value="0.025" units="cm"/>
      <inkml:brushProperty name="height" value="0.025" units="cm"/>
    </inkml:brush>
  </inkml:definitions>
  <inkml:trace contextRef="#ctx0" brushRef="#br0">3 0 16678,'-1'8'541,"1"-6"-411,-1-1 0,1 0 0,0 0-1,0 1 1,-1-1 0,1 0 0,0 1 0,0-1 0,1 0 0,-1 1 0,0-1 0,0 0-1,1 1 1,-1-1 0,0 0 0,1 0 0,-1 1 0,1-1 0,0 0 0,-1 0 0,1 0-1,0 0 1,0 0 0,0 0 0,0 0 0,0 0 0,0 0 0,0 0 0,0 0-1,0-1 1,0 1 0,0 0 0,0-1 0,0 1 0,1-1 0,1 1 0,14 7 845,-2 0 0,1 1 1,-1 1-1,0 0 0,-1 1 0,-1 1 1,17 17-1,-7-3-80,0 0 1,35 58-1,-24-24-879,-2 3 0,-2 0 0,-4 2-1,-2 1 1,-3 1 0,-3 0 0,-4 2 0,-2 0 0,-3 0 0,-3 1 0,-3 0-1,-4 0 1,-2 0 0,-3 0 0,-27 116 0,-35 77-1804,51-212 893,-3 0 0,-1-1 0,-29 49 1,-6 2-3023,-3 7-3871,-2-16-4923</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2:35.409"/>
    </inkml:context>
    <inkml:brush xml:id="br0">
      <inkml:brushProperty name="width" value="0.025" units="cm"/>
      <inkml:brushProperty name="height" value="0.025" units="cm"/>
    </inkml:brush>
  </inkml:definitions>
  <inkml:trace contextRef="#ctx0" brushRef="#br0">179 74 14181,'-6'5'140,"-4"3"268,0 0 0,0 1 0,0 1 0,1 0 0,1 0 1,-11 16-1,8-8 24,0 0 0,1 2 1,0-1-1,2 1 1,0 0-1,2 1 1,0 0-1,1 0 1,-2 30-1,5-32-268,2 0 1,0 0-1,2 0 0,0 0 0,1 0 1,0 0-1,2-1 0,0 0 1,12 26-1,-15-39-29,0-1 1,1 0 0,0 1-1,-1-1 1,1 0-1,1-1 1,-1 1 0,1-1-1,-1 1 1,1-1-1,0 0 1,0 0-1,0-1 1,0 1 0,1-1-1,-1 0 1,1 0-1,-1-1 1,1 1 0,0-1-1,0 0 1,0 0-1,0 0 1,-1-1 0,1 0-1,10-1 1,-4 1 89,0-2 0,0 0 1,1 0-1,-1-1 0,-1 0 1,1-1-1,-1 0 0,1-1 0,-1 0 1,0 0-1,9-8 0,-9 6-108,0-2 0,-1 1-1,0-1 1,0-1-1,-1 1 1,-1-1 0,1-1-1,-1 0 1,-1 0-1,0 0 1,-1 0 0,8-25-1,-9 21-119,0-1 0,-1 0-1,-1 0 1,-1 0 0,0-1 0,-1 1-1,-1 0 1,0 0 0,-6-27 0,3 27-247,-1 0 0,0 0 0,-1 0 0,-1 1 0,-1-1 1,0 2-1,0-1 0,-2 1 0,-13-16 0,14 20-202,0 0 0,0 1-1,-1 0 1,-1 1-1,0 0 1,0 1 0,0 0-1,-1 1 1,1 0 0,-2 1-1,1 0 1,-17-4-1,10 5-983,0 0 0,-23 0-1,-10 5-4954,11 4-2538</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2:35.600"/>
    </inkml:context>
    <inkml:brush xml:id="br0">
      <inkml:brushProperty name="width" value="0.025" units="cm"/>
      <inkml:brushProperty name="height" value="0.025" units="cm"/>
    </inkml:brush>
  </inkml:definitions>
  <inkml:trace contextRef="#ctx0" brushRef="#br0">31 17 16313,'13'5'11394,"-26"-13"-18039,-4 0 408,4 2-5604</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2:36.088"/>
    </inkml:context>
    <inkml:brush xml:id="br0">
      <inkml:brushProperty name="width" value="0.025" units="cm"/>
      <inkml:brushProperty name="height" value="0.025" units="cm"/>
    </inkml:brush>
  </inkml:definitions>
  <inkml:trace contextRef="#ctx0" brushRef="#br0">310 63 5056,'0'0'16687,"-3"1"-15391,-13 5 15,4-2-1001,0 1 1,1 0-1,-1 1 0,1 0 0,0 1 0,1 0 0,-14 11 0,1 4-145,1 0 1,1 2-1,1 0 1,1 2-1,-30 52 0,16-8 85,33-68-233,0 0 1,0 0 0,0-1 0,0 1 0,1 0 0,-1 0 0,1-1 0,-1 1 0,1 0 0,-1-1-1,1 1 1,0-1 0,0 1 0,0-1 0,0 1 0,0-1 0,0 1 0,3 1 0,-2-3-7,1 1 0,-1-1 0,1 1 0,0-1 0,-1 0 0,1 0 0,0 0 0,-1-1 0,1 1 0,-1-1 0,1 1 0,-1-1 0,1 0 0,-1 0 0,1 0 0,4-2 0,-4 1 1,10-4 9,0-1 0,-1 0 1,0-1-1,0 0 0,-1-1 0,0-1 1,16-16-1,-2-3-3,34-51 0,-4-8 10,37-49 441,-91 135-395,7 21 88,-4-1-82,-1 1 0,0-1 0,-2 1-1,0-1 1,-4 33 0,2-15 138,-39 485 290,37-450-1647,3-48-1649,-5 33 1,5-54-1337</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2:36.481"/>
    </inkml:context>
    <inkml:brush xml:id="br0">
      <inkml:brushProperty name="width" value="0.025" units="cm"/>
      <inkml:brushProperty name="height" value="0.025" units="cm"/>
    </inkml:brush>
  </inkml:definitions>
  <inkml:trace contextRef="#ctx0" brushRef="#br0">115 0 10473,'-7'4'1144,"0"-1"1,1 1-1,0 1 1,0-1-1,-8 9 1,8-7-576,1 1 0,-1 0 0,1 0 1,-5 10-1,3-4-212,1 0 0,1 1 0,0-1 0,1 1 0,-5 26 0,9-37-263,0-1 1,0 0-1,0 0 1,0 0-1,0 1 0,0-1 1,0 0-1,1 0 1,-1 1-1,1-1 0,0 0 1,-1 0-1,1 0 1,0 0-1,0 0 0,0 0 1,1 0-1,-1 0 0,3 3 1,1-1 172,-1 0-1,1 0 1,0-1 0,0 1 0,9 3-1,-12-6-190,0 0 1,1 0-1,-1 0 0,0 0 0,0-1 0,1 1 0,-1-1 0,1 1 0,-1-1 0,0 0 0,1 0 1,-1 0-1,0 0 0,1-1 0,3 0 0,10-1 210,16-1 392,0-1 0,51-14 0,66-28 1280,-140 43-1950,2-1-266,-11 4 239,0-1 0,0 1 0,0 0-1,0-1 1,0 1 0,-1-1 0,1 1-1,0 0 1,0-1 0,-1 1 0,1-1 0,0 1-1,0 0 1,-1-1 0,1 1 0,0 0-1,-1 0 1,1-1 0,0 1 0,-1 0 0,1 0-1,-1 0 1,1-1 0,0 1 0,-1 0-1,1 0 1,-1 0 0,1 0 0,-1 0-1,-11-5-557,1 1-1,-1 1 0,0 0 0,0 1 1,-21-2-1,6 0-341,-26-3-1537,-59-9-1663,35 1-4644,55 10 985</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2:36.859"/>
    </inkml:context>
    <inkml:brush xml:id="br0">
      <inkml:brushProperty name="width" value="0.025" units="cm"/>
      <inkml:brushProperty name="height" value="0.025" units="cm"/>
    </inkml:brush>
  </inkml:definitions>
  <inkml:trace contextRef="#ctx0" brushRef="#br0">0 162 12561,'14'-3'9238,"-13"1"-7731,0-1-1228,0 1 1,1-1-1,-1 1 0,1 0 1,0-1-1,-1 1 0,1 0 0,0 0 1,0 0-1,1 0 0,-1 1 0,3-3 1,35-16 1097,-17 10-540,25-12 47,1 3-1,1 2 1,72-15-1,-114 30-872,1 0 0,0 1 1,-1 0-1,1 0 0,0 1 0,17 2 1,-23-2-12,0 1 0,0 0 0,0 0 0,0 0 0,0 0 0,-1 0 1,1 0-1,0 1 0,-1 0 0,1-1 0,-1 1 0,0 0 0,1 0 1,-1 0-1,0 0 0,0 1 0,0-1 0,-1 0 0,1 1 1,-1 0-1,1-1 0,1 6 0,0 2 0,0 0 0,0 1 0,-1-1 0,-1 1 0,1 15 0,-4 56 0,1-71 0,-20 207-62,13-149-530,4-43-381,2 0 1,0 0 0,3 35-1,-1-12-6064</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2:37.048"/>
    </inkml:context>
    <inkml:brush xml:id="br0">
      <inkml:brushProperty name="width" value="0.025" units="cm"/>
      <inkml:brushProperty name="height" value="0.025" units="cm"/>
    </inkml:brush>
  </inkml:definitions>
  <inkml:trace contextRef="#ctx0" brushRef="#br0">0 62 19118,'71'-43'2820,"-23"35"-232,1 3-408,-4-1-367,4 6-409,5 0-308,8 0-208,5 0-192,-2 9-532,-11-7-164,-5-2-580,-6 0-1268,-3 6-836,-24-4-1369,-2 9-2891,-1 0-6730</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2:37.266"/>
    </inkml:context>
    <inkml:brush xml:id="br0">
      <inkml:brushProperty name="width" value="0.025" units="cm"/>
      <inkml:brushProperty name="height" value="0.025" units="cm"/>
    </inkml:brush>
  </inkml:definitions>
  <inkml:trace contextRef="#ctx0" brushRef="#br0">316 0 21098,'0'0'3852,"1"4"-2394,44 190 2656,-28-108-3354,8 126 0,-22-87-691,-4 0 0,-26 177 0,1-139-1974,-64 213 1,65-298-731,-53 116 0,-9-24-5695,14-44-3526</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2:37.801"/>
    </inkml:context>
    <inkml:brush xml:id="br0">
      <inkml:brushProperty name="width" value="0.025" units="cm"/>
      <inkml:brushProperty name="height" value="0.025" units="cm"/>
    </inkml:brush>
  </inkml:definitions>
  <inkml:trace contextRef="#ctx0" brushRef="#br0">605 1 12529,'0'0'3801,"-5"0"-2287,-11 0-954,0 1 0,-1 1 0,1 1 0,0 0 0,0 1 0,1 1 0,-1 0 0,-14 8 0,9-2-154,0 0 1,1 2-1,1 0 1,0 1-1,-18 18 1,8-4-62,2 2 1,1 0-1,2 2 1,1 1 0,1 0-1,-25 55 1,27-43-119,2 2 0,2 0 1,2 1-1,2 0 0,2 1 0,3 0 0,1 0 1,3 1-1,6 99 0,1-103-197,2-1-1,2 1 1,3-1 0,1-1-1,2 0 1,2-1 0,2 0-1,1-2 1,3 0-1,51 73 1,-58-95-222,1 0 0,0-2 0,2 0 0,0-1 0,1 0 0,28 16 0,-32-22-163,2-1 1,-1-1-1,1-1 0,0 0 0,1-1 0,-1-1 1,1 0-1,34 3 0,-13-7-1153,1-2-1,49-6 1,-39 2-62,82-9-4778,9-10-4028</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2:38.431"/>
    </inkml:context>
    <inkml:brush xml:id="br0">
      <inkml:brushProperty name="width" value="0.025" units="cm"/>
      <inkml:brushProperty name="height" value="0.025" units="cm"/>
    </inkml:brush>
  </inkml:definitions>
  <inkml:trace contextRef="#ctx0" brushRef="#br0">5 44 8673,'-5'6'1765,"8"-15"5834,-2 7-6536,2-2-903,0 0 470,0 1-1,0-1 0,0 1 1,-1-1-1,1 0 1,-1 0-1,2-5 1,-10 182-1691,6-170 1748,16-10 1363,28-8-351,1 2 0,0 1-1,72-8 1,-112 20-1699,1-1 0,0 1 0,0 1 0,0-1 0,-1 1 0,1 0 0,8 2 0,-12-2 0,0-1 0,0 1 0,-1 0 0,1 0 0,0 0 0,0 0 0,0 0 0,-1 0 0,1 0 0,0 1 0,-1-1 0,1 1 0,-1-1 0,0 1 0,1-1 0,-1 1 0,0 0 0,0 0 0,0-1 0,0 1 0,-1 0 0,1 0 0,0 0 0,0 3 0,-1 4 0,0 0 0,-1 0 0,0 0 0,-1 0 0,1-1 0,-5 11 0,3-7 0,-5 14-399,-1-1 0,-1 0-1,-2-1 1,0 0 0,-1-1 0,-2-1-1,0 0 1,-1-1 0,-34 34 0,40-46-499,1 0 0,-1-1 0,-1-1 0,0 1 0,-18 8 0,27-15 470,0 0 0,0 0 0,-1-1 0,1 1-1,0-1 1,0 0 0,0 1 0,0-1-1,-1 0 1,1 0 0,0 0 0,0-1 0,0 1-1,-1 0 1,1-1 0,0 0 0,0 1-1,-4-3 1,0 1-2711</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2:39.200"/>
    </inkml:context>
    <inkml:brush xml:id="br0">
      <inkml:brushProperty name="width" value="0.025" units="cm"/>
      <inkml:brushProperty name="height" value="0.025" units="cm"/>
    </inkml:brush>
  </inkml:definitions>
  <inkml:trace contextRef="#ctx0" brushRef="#br0">0 263 6817,'29'22'1917,"-23"-17"4646,-7-6-6416,0 1 1,0 0 0,0 0 0,0 0-1,0-1 1,0 1 0,0 0-1,0-1 1,0 1 0,0-1 0,0 1-1,0-1 1,0 0 0,1 1-1,-1-1 1,0 0 0,0 1-1,1-1 1,-1 0 0,0 0 0,1 0-1,-1 0 1,1 0 0,-1 0-1,1 0 1,-1 0 0,1 0 0,0 0-1,-1 0 1,1 0 0,0 0-1,0 0 1,0 0 0,0 0 0,0 0-1,0 0 1,0 0 0,1-2-1,-1-2 154,0 0 0,1 0 0,0 0-1,0 0 1,1 0 0,-1 0 0,4-6-1,-1 4 50,1-1-1,0 1 0,0 1 0,1-1 0,0 1 0,0 0 0,0 0 0,10-7 0,64-38 1504,-30 21-1097,-19 11-647,33-14 1,-40 21-2276,-21 11-327,-6 4-1120,-12 16-3243,-11 13-4465</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04.046"/>
    </inkml:context>
    <inkml:brush xml:id="br0">
      <inkml:brushProperty name="width" value="0.025" units="cm"/>
      <inkml:brushProperty name="height" value="0.025" units="cm"/>
    </inkml:brush>
  </inkml:definitions>
  <inkml:trace contextRef="#ctx0" brushRef="#br0">454 74 4724,'0'0'6694,"-3"0"-6582,-15 3 205,-1 0-1,1 1 1,0 1 0,1 1 0,-1 0-1,1 1 1,-22 13 0,27-14 178,0-1 0,-1 0 1,1-1-1,-1-1 0,-21 4 0,22-5 129,0 0 0,0 1 1,0 0-1,0 1 0,-19 10 0,29-13-489,-1 0-1,0-1 1,1 1-1,-1 0 1,0-1 0,1 0-1,-1 1 1,0-1-1,-5-1 1,0 1 538,-19 0 426,25 0-561,-14 1 476,4 2-617,10-2 382,6-2-323,29-3 70,0 0-1,61 3 1,-16 0-84,229-10 429,560-20-218,-81-11-232,-471 14 292,90-5 295,-265 24-1008,-71 2 0,-55 7-9,-11 0-51,5-9-456,-8 9 375,0 0-1,1 0 1,-1 0 0,0-1-1,0 1 1,1 0-1,-1 0 1,0 0 0,0-1-1,0 1 1,1 0-1,-1 0 1,0 0 0,0-1-1,0 1 1,0 0-1,0-1 1,1 1-1,-1 0 1,0 0 0,0-1-1,0 1 1,0 0-1,0-1 1,0 1 0,0 0-1,0 0 1,0-1-1,0 1 1,0 0 0,0-1-1,0 1 1,0 0-1,0 0 1,-1-1-1,1 1 1,0 0 0,0 0-1,0-1 1,0 1-1,0 0 1,-1 0 0,1-1-1,0 1 1,0 0-1,0 0 1,-1 0 0,1-1-1,0 1 1,0 0-1,-1 0 1,1 0-1,0 0 1,0 0 0,-1-1-1,1 1 1,0 0-1,-1 0 1,1 0 0,0 0-1,-1 0 1,-22 0-4580,17 0 845</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05.730"/>
    </inkml:context>
    <inkml:brush xml:id="br0">
      <inkml:brushProperty name="width" value="0.025" units="cm"/>
      <inkml:brushProperty name="height" value="0.025" units="cm"/>
    </inkml:brush>
  </inkml:definitions>
  <inkml:trace contextRef="#ctx0" brushRef="#br0">281 155 10461,'0'0'4984,"-2"-2"-3920,-1 0-8,0 0 0,0 0 1,-1 0-1,1 0 0,0 0 1,-1 1-1,-4-2 0,-5 2-1445,10 1 1667,-16 3-1114,-40 7 215,39-8-253,0 1-1,0 1 0,0 1 1,-30 13-1,48-18 654,1 1-729,-1-1 1,1 1-1,0-1 1,0 1 0,-1-1-1,1 1 1,0 0 0,0-1-1,0 1 1,0 0 0,0 0-1,-1 1 1,-3 2 469,216-20 268,-170 14-710,320 10 122,-264-3-175,953-1 314,-342-52 561,-493 22-241,-199 24-488,1 0 0,26 1 0,35-2 119,-43 5-290,-19-1 0,0-1 0,-13-4 0,-1-1 0,14-2 0,-2 5 0,1 0 0,-1 2 0,19 0 0,-2 0 0,143-5 0,-83 7 0,-59 0 0,-1-2 0,42-4 0,-64 2 0,1 1 0,-1 1 0,1 0 0,0 0 0,10 2 0,-18-2 0,19 1 0,-16-2 0,-1-1 0,4 0 0,-30 7 0,18-2 6,3-3-8,0 1-1,0 0 1,-1-1-1,1 1 0,0-1 1,-1 1-1,1-1 1,-1 0-1,1 1 0,0-1 1,-1 0-1,1 0 0,-1 0 1,1 0-1,-3-1 1,-30 2-1080,32-1-133,-1-1-141,-19-11-1365,21 11 2400,0-1 0,0 1 0,1-1 0,-1 0 0,1 1 0,-1-1 0,1 0 0,0 0 0,-1 1 0,1-1 0,0 0 0,0 0 0,0 0 0,0 1 0,1-4 0,-1 5 165,6-23-3575,2 7-2382,-1 1-2125</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07.213"/>
    </inkml:context>
    <inkml:brush xml:id="br0">
      <inkml:brushProperty name="width" value="0.025" units="cm"/>
      <inkml:brushProperty name="height" value="0.025" units="cm"/>
    </inkml:brush>
  </inkml:definitions>
  <inkml:trace contextRef="#ctx0" brushRef="#br0">0 253 26595,'2638'-253'0</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08.697"/>
    </inkml:context>
    <inkml:brush xml:id="br0">
      <inkml:brushProperty name="width" value="0.025" units="cm"/>
      <inkml:brushProperty name="height" value="0.025" units="cm"/>
    </inkml:brush>
  </inkml:definitions>
  <inkml:trace contextRef="#ctx0" brushRef="#br0">1 0 22105,'2179'0'0</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23.773"/>
    </inkml:context>
    <inkml:brush xml:id="br0">
      <inkml:brushProperty name="width" value="0.025" units="cm"/>
      <inkml:brushProperty name="height" value="0.025" units="cm"/>
    </inkml:brush>
  </inkml:definitions>
  <inkml:trace contextRef="#ctx0" brushRef="#br0">39 160 12057,'-32'-5'2111,"26"4"5953,22-11-5880,-10 8-1871,1 0 0,0 1 0,0 0 0,0 0 1,1 0-1,-1 1 0,11-1 0,3-2 119,326-74 2893,-308 73-3169,145-20 652,-180 26-787,1 0 0,0 0 0,-1 0 0,1 1 1,0 0-1,-1-1 0,1 2 0,-1-1 0,1 0 1,-1 1-1,0 0 0,0 0 0,1 0 1,-1 1-1,4 3 0,-3-1 1,0-1-1,0 2 1,0-1-1,-1 0 1,0 1 0,0 0-1,0 0 1,-1 0-1,3 8 1,2 10 29,0 1-1,-2 0 1,0 0-1,2 32 1,-8-57-51,41 474 182,13 93-47,3-263-135,20 161 0,-73-414 0,-2 1 0,-3 0 0,-2-1 0,-2 1 0,-2-1 0,-23 81 0,19-96 0,-1-1 0,-2 0 0,-2-1 0,-1 0 0,-1-1 0,-2-1 0,-2-1 0,0-1 0,-47 48 0,57-67-272,0-1 1,0 1-1,-1-2 1,0 0-1,-1 0 1,0-1-1,0-1 1,-1 0-1,-20 6 1,29-11 130,-1-1 0,1 0 1,-1 0-1,1 0 0,-1 0 1,0-1-1,1 0 0,-1-1 1,0 0-1,1 0 0,-1 0 0,1-1 1,-1 1-1,1-2 0,0 1 1,0-1-1,0 0 0,0 0 1,0 0-1,1-1 0,0 0 1,-1 0-1,1 0 0,-8-11 0,0-1-401,1 0-1,1-1 0,0 0 0,2-1 0,0 0 0,-9-27 0,3 0-1297,-15-75 0,24 86-148,1 1 0,1-1-1,2-58 1,13-3-6129</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24.336"/>
    </inkml:context>
    <inkml:brush xml:id="br0">
      <inkml:brushProperty name="width" value="0.025" units="cm"/>
      <inkml:brushProperty name="height" value="0.025" units="cm"/>
    </inkml:brush>
  </inkml:definitions>
  <inkml:trace contextRef="#ctx0" brushRef="#br0">294 60 7977,'0'0'12976,"-2"2"-12573,-17 17 91,-26 19 0,-125 106 815,162-137-1220,2-1 143,0 1 0,0 0 0,1 0 0,0 1 0,0-1 0,1 1 0,0 0 0,-3 10 0,6-17-197,1 0 1,0-1-1,0 1 1,0 0-1,0 0 0,0 0 1,0 0-1,0 0 1,0 0-1,1 0 1,-1 0-1,0 0 1,0-1-1,1 1 1,-1 0-1,1 0 1,-1 0-1,1 0 0,-1-1 1,2 2-1,-1 1 77,1 0-62,0 0 0,0 0 0,0 0 0,0-1 0,1 1 0,-1-1 1,1 1-1,-1-1 0,1 0 0,0 0 0,0 0 0,0 0 0,0 0 0,0-1 0,1 0 1,-1 1-1,0-1 0,1 0 0,-1 0 0,0-1 0,1 1 0,-1-1 0,1 0 0,-1 0 1,1 0-1,3-1 0,0 1-13,1-1 1,-1 1-1,0-2 1,0 1-1,0-1 1,0 0 0,-1-1-1,1 1 1,0-1-1,-1-1 1,11-6-1,-12 5-52,0 1 0,-1-1 0,1 0 0,-1 0 0,0 0-1,0 0 1,-1-1 0,0 1 0,0-1 0,0 0 0,0 0 0,-1 0-1,0-1 1,0 1 0,-1 0 0,0-1 0,1-9 0,-2-4-73,-1-1 1,-1 1 0,-1-1-1,-5-20 1,4 18 127,0 7 91,0 1 1,-9-19-1,5 10 112,-3-5-55,10 26-92,3 5-62,82 94 25,-59-65-1016,1-2-1,1 0 0,43 34 1,-26-29-2104,11 9-5615,-27-27-1607</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24.725"/>
    </inkml:context>
    <inkml:brush xml:id="br0">
      <inkml:brushProperty name="width" value="0.025" units="cm"/>
      <inkml:brushProperty name="height" value="0.025" units="cm"/>
    </inkml:brush>
  </inkml:definitions>
  <inkml:trace contextRef="#ctx0" brushRef="#br0">154 16 11893,'-51'12'9996,"40"-11"-9985,9 0-578,0-2 807,1 1 0,-1-1 1,0 1-1,1-1 1,-1 1-1,0-1 0,1 0 1,-1 0-1,1 0 1,-1 0-1,1 0 0,0 0 1,-2-1-1,0-1 1968,-15-10-1191,16 11 174,-7 9-1033,7-6-149,1-1-1,0 1 1,-1-1 0,1 1-1,0 0 1,0 0-1,-1 0 1,1 0 0,0 0-1,0 0 1,0 0-1,-1 1 1,0 2 7,-1 0 0,1 1 0,0-1 0,0 0 0,1 1 0,-1 0 0,1-1 0,0 1 0,1 0 0,-1-1 0,1 1 1,-1 0-1,1 0 0,1-1 0,-1 1 0,1 0 0,2 8 0,3 0 101,0 0 0,1-1-1,0 1 1,18 20 0,44 44 597,-53-59-575,-3-5-68,-4-4-11,-1 0 0,0 0 0,0 1 0,8 14 0,-14-20-97,0-1 0,-1 1-1,1 0 1,-1 0 0,0 0 0,0 0 0,0 1 0,-1-1 0,1 0 0,-1 0 0,0 0 0,0 1 0,-1-1-1,1 0 1,-1 0 0,-2 8 0,-1-1-396,0-1 0,0 1 0,-1-1 0,0 0 0,0-1 0,-12 15 0,12-18-197,0 0 0,-1-1-1,1 0 1,-1 0 0,0 0 0,0 0 0,-1-1-1,1 0 1,-1-1 0,0 0 0,-8 3 0,-21 4-5955,1-6-4103</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25.166"/>
    </inkml:context>
    <inkml:brush xml:id="br0">
      <inkml:brushProperty name="width" value="0.025" units="cm"/>
      <inkml:brushProperty name="height" value="0.025" units="cm"/>
    </inkml:brush>
  </inkml:definitions>
  <inkml:trace contextRef="#ctx0" brushRef="#br0">273 18 11573,'-2'-1'1832,"1"-1"-1635,-1 1-1,1-1 1,-1 1-1,1 0 0,-1 0 1,1-1-1,-1 1 1,0 0-1,0 1 1,0-1-1,1 0 0,-1 0 1,0 1-1,0-1 1,-3 1-1,2 0 11,-1 0-1,1 1 1,0-1-1,0 1 0,0 0 1,0 0-1,0 0 1,0 0-1,0 1 1,-4 2-1,-41 26-2,28-17 63,-1 0 0,0-2-1,-1 0 1,-29 10 0,49-21-31,0 1 0,1-1 1,-1 1-1,1-1 0,-1 1 0,0 0 0,1-1 0,0 1 0,-1 0 0,1 0 0,-2 2 1,5 0 2905,8-2-1756,-1-1-1122,0 1-1,0-1 1,1 1 0,-1 1-1,0 0 1,0 0 0,0 1-1,-1 0 1,1 0-1,14 9 1,-19-9-225,0 0 0,0 0-1,0 0 1,0 1 0,-1-1-1,1 1 1,-1 0 0,0 0 0,0 0-1,0 1 1,-1-1 0,0 1-1,0-1 1,0 1 0,0 0 0,-1 0-1,1 0 1,-1 0 0,0 0-1,-1 0 1,1 6 0,-1 4-441,-1-1 0,0 0 1,0 1-1,-2-1 0,0 0 0,0 0 0,-1 0 1,-7 14-1,6-17-959,0 0-1,-1-1 1,-1 0 0,0 0 0,-15 18 0,0-5-5122,11-10-3738</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26.596"/>
    </inkml:context>
    <inkml:brush xml:id="br0">
      <inkml:brushProperty name="width" value="0.025" units="cm"/>
      <inkml:brushProperty name="height" value="0.025" units="cm"/>
    </inkml:brush>
  </inkml:definitions>
  <inkml:trace contextRef="#ctx0" brushRef="#br0">36 760 10753,'22'3'10042,"-22"-4"-10002,0 1 1,0-1-1,0 1 1,0-1-1,0 1 1,0-1-1,0 0 1,0 1-1,0-1 1,0 1 0,0-1-1,0 1 1,-1-1-1,1 0 1,0 1-1,0-1 1,-1 1-1,1-1 1,0 1-1,0 0 1,-1-1 0,1 1-1,-1-1 1,1 1-1,0-1 1,-1 1-1,1 0 1,-1-1-1,1 1 1,-1 0-1,1 0 1,-1-1 0,1 1-1,-1 0 1,0 0-1,1 0 1,-1 0-1,1 0 1,-1-1-1,1 1 1,-1 0-1,0 0 1,1 0 0,-1 1-1,1-1 1,-1 0-1,1 0 1,-1 0-1,0 0 1,1 0-1,-1 1 1,1-1-1,-1 0 1,1 1 0,-1-1-1,1 0 1,0 1-1,-1-1 1,1 0-1,-1 1 1,1-1-1,0 1 1,-1 0-1,-27 44 507,27-43-532,0 1 1,0-1-1,1 1 1,-1-1 0,1 1-1,-1-1 1,1 1 0,0-1-1,0 1 1,1 4 0,-1-2 3,0-3-15,0 0 0,0-1 0,0 1 1,0 0-1,0-1 0,0 1 0,1 0 1,-1-1-1,1 1 0,-1 0 0,1-1 0,0 1 1,0-1-1,0 1 0,-1-1 0,1 0 0,1 1 1,-1-1-1,0 0 0,0 0 0,0 0 0,1 1 1,-1-1-1,0-1 0,1 1 0,1 1 0,1 0 20,0 0-1,0 0 1,1 0-1,-1-1 0,0 0 1,1 1-1,7-1 1,4 1-41,-1-2 1,1 0-1,0-1 1,0-1-1,-1 0 1,1-1-1,-1-1 1,0 0-1,0-1 1,0-1 0,-1 0-1,0-1 1,0-1-1,0 0 1,19-16-1,-33 24-2,1 0 0,-1 0-1,1-1 1,-1 1 0,0 0-1,1-1 1,-1 1 0,0 0-1,1-1 1,-1 1 0,0-1-1,0 1 1,1 0 0,-1-1-1,0 1 1,0-1 0,0 1-1,0-1 1,1 1 0,-1-1-1,0 1 1,0-1 0,0 1-1,0 0 1,0-1 0,0 1 0,0-1-1,0 1 1,0-1 0,-1 0-1,-10-9-460,8 7 588,1 2-163,3 4 164,1 6-63,-1-7-44,-1-1-1,0 0 0,0 0 0,0 0 0,1 1 0,-1-1 1,0 0-1,1 0 0,-1 0 0,1 0 0,0 0 0,-1 0 0,1 0 1,0 0-1,0 0 0,-1 0 0,1 0 0,0 0 0,0 0 1,0 0-1,0-1 0,0 1 0,0 0 0,0-1 0,3 2 0,21 4-1,1-1 0,0-1 0,0-1-1,0-1 1,40-3 0,-39 1-172,-13 0-352,-1-1-1,1-1 0,-1-1 1,1 0-1,13-5 0,-24 7 1178,-2 0-491,1-1-1,-1 0 1,1 0 0,-1 0 0,0 0 0,1 0 0,-1 0 0,1-3 0,-1 3 1604,-17-3-1780,14 1-431,11 0 168,-7 4 258,1-1 1,-1 0-1,0 0 1,0 0-1,0 0 0,0 0 1,0-1-1,0 1 0,0-1 1,-1 1-1,1-1 0,0 1 1,-1-1-1,2-2 0,20-33-21,-11 16 27,1 4 159,0 0-1,1 1 1,19-18 0,-16 18 104,-15 15-96,0 3-136,0 0 0,1 0 0,-1 1 0,0-1-1,0 1 1,-1-1 0,1 1 0,1 4 0,-1 4-169,-1 1 0,0-1-1,-1 1 1,0 0 0,-1-1 0,-5 23 0,6-31-357,12-18-1194,24-25 2178,2 2 1,73-56-1,-91 81-10,30-15 0,-49 27-450,0 1 1,0 0-1,0 0 0,0 0 1,0 0-1,0-1 0,0 1 0,0 1 1,0-1-1,0 0 0,0 0 1,0 0-1,0 0 0,0 1 1,0-1-1,0 0 0,0 1 0,1 0 1,2 1 34,-1-2-46,-1 1 0,1 0 0,-1-1 0,1 1 0,-1 0 0,0 0 1,0 0-1,0 1 0,1-1 0,-1 1 0,0-1 0,0 1 0,-1-1 0,1 1 0,0 0 0,-1 0 1,1 0-1,-1 0 0,1 0 0,-1 0 0,0 1 0,0-1 0,0 0 0,0 1 0,0-1 1,-1 0-1,1 1 0,-1-1 0,0 1 0,1-1 0,-1 5 0,0 13-94,-1 20-2536,7 44 1,-7-83 2566,1 0 0,0 0 0,0 0 0,0-1-1,0 1 1,1 0 0,-1 0 0,0 0 0,0 0-1,0-1 1,1 1 0,-1 0 0,0 0 0,1-1-1,-1 1 1,1 0 0,-1-1 0,1 1 0,-1 0 0,1-1-1,-1 1 1,1-1 0,-1 1 0,1-1 0,0 1-1,-1-1 1,1 1 0,0-1 0,0 0 0,-1 1-1,1-1 1,0 0 0,0 0 0,0 1 0,-1-1-1,1 0 1,0 0 0,0 0 0,0 0 0,0 0-1,-1 0 1,1 0 0,0 0 0,0-1 0,0 1 0,-1 0-1,1 0 1,0-1 0,1 0 0,5-2 49,0-1 1,-1 0-1,1-1 1,8-7-1,-3 2-152,201-158 1448,-180 137-414,0-1 0,-2-2 0,50-72 0,-74 95-675,-1 1 0,0-2-1,0 1 1,-2-1 0,1 0 0,-2 0 0,1 0 0,-2 0-1,3-17 1,-5 22-130,1-1 0,-1 1 0,-1 0 0,1 0 0,-1-1 0,0 1 0,-1 0 0,0 0-1,0 0 1,0 0 0,-1 1 0,0-1 0,-1 1 0,1-1 0,-1 1 0,-9-10 0,-40-29 641,52 43-682,-21-18 395,22 20-412,0 0 1,-1 0-1,1 0 1,0-1-1,-1 1 1,1 0-1,-1 0 1,1 0-1,0 0 1,-1 0-1,1 0 1,0 0 0,-1 0-1,1 0 1,-1 0-1,1 0 1,0 0-1,-1 0 1,1 0-1,0 0 1,-1 0-1,1 0 1,-1 1-1,1-1 1,-1 1 5,0-1 0,1 1 0,-1 0 0,1 0 0,0-1 0,-1 1 0,1 0 0,-1 0 0,1-1 0,0 1 0,0 0 0,0 0 0,-1 0 0,1 0 0,0 1 0,-4 82 1145,9 122-1,-2-133-871,35 569 772,-13-358-1578,0 6-1844,-27-194 329,2-85 1277,0-10 411,0-2 39,3-44-277,12-175 1159,45-223 0,-41 347-265,19-106 241,-38 182-759,0 19 175,0 1 0,0-1 0,0 1-1,-1 0 1,1-1 0,0 1 0,0 0 0,0-1-1,0 1 1,-1 0 0,1 0 0,0-1-1,-1 1 1,1 0 0,0-1 0,0 1 0,-1 0-1,1 0 1,0 0 0,-1-1 0,1 1 0,0 0-1,-1 0 1,1 0 0,0 0 0,-1 0-1,-2 0-229,0 0-1,-1 1 0,2 0 1,-1 0-1,0 0 1,0 0-1,0 0 0,-4 3 1,-3 0-217,3 1-522,-1-1 1,1 1-1,0 0 0,0 0 0,1 1 1,0 0-1,-7 8 0,-13 16-7643</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26.892"/>
    </inkml:context>
    <inkml:brush xml:id="br0">
      <inkml:brushProperty name="width" value="0.025" units="cm"/>
      <inkml:brushProperty name="height" value="0.025" units="cm"/>
    </inkml:brush>
  </inkml:definitions>
  <inkml:trace contextRef="#ctx0" brushRef="#br0">42 1 14561,'-39'6'2001,"39"-6"-1939,0 0 1,0 0 0,0 1 0,0-1 0,-1 0 0,1 0 0,0 0 0,0 0 0,0 0-1,0 0 1,0 0 0,0 0 0,-1 0 0,1 0 0,0 1 0,0-1 0,0 0 0,0 0-1,0 0 1,0 0 0,0 0 0,0 0 0,0 1 0,0-1 0,0 0 0,-1 0 0,1 0 0,0 0-1,0 1 1,0-1 0,0 0 0,0 0 0,0 0 0,0 0 0,0 0 0,0 1 0,1-1-1,-1 0 1,0 0 0,0 0 0,0 0 0,0 0 0,0 1 0,0-1 0,0 0 0,0 0-1,0 0 1,0 0 0,0 0 0,1 0 0,-1 1 0,0-1 0,0 0 0,0 0 0,9 10 1082,-4-4 2,2 9-166,0 1-1,-2 0 0,7 30 0,-4-13-205,12 53 157,13 133 1,-17-14-4695,-15-190 2395,-2 0 0,-3 25 0,-4 2-4214,6-30 3137,-2 8-7558</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27.083"/>
    </inkml:context>
    <inkml:brush xml:id="br0">
      <inkml:brushProperty name="width" value="0.025" units="cm"/>
      <inkml:brushProperty name="height" value="0.025" units="cm"/>
    </inkml:brush>
  </inkml:definitions>
  <inkml:trace contextRef="#ctx0" brushRef="#br0">1 0 17458,'14'7'8672,"-1"-4"-6092,-10-2-2540,0-1-1,-1 1 1,1 0 0,0 0 0,0 0 0,-1 0 0,1 0 0,-1 1-1,1-1 1,-1 1 0,3 2 0,11 10 441,-1 0 0,24 30 0,-33-37-550,-1 0 0,-1 0 0,0 1 0,0 0 1,0 0-1,-1 0 0,0 0 0,0 0 0,-1 1 0,2 9 0,1 13-3600,12 42-1,-17-65-1036,-5-2 1962,4-5 923,-5 10-8458</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27.176"/>
    </inkml:context>
    <inkml:brush xml:id="br0">
      <inkml:brushProperty name="width" value="0.025" units="cm"/>
      <inkml:brushProperty name="height" value="0.025" units="cm"/>
    </inkml:brush>
  </inkml:definitions>
  <inkml:trace contextRef="#ctx0" brushRef="#br0">73 30 10113,'-27'-8'400,"9"-3"-2168,1 0-780,7 17-665</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27.792"/>
    </inkml:context>
    <inkml:brush xml:id="br0">
      <inkml:brushProperty name="width" value="0.025" units="cm"/>
      <inkml:brushProperty name="height" value="0.025" units="cm"/>
    </inkml:brush>
  </inkml:definitions>
  <inkml:trace contextRef="#ctx0" brushRef="#br0">144 24 5641,'-94'44'2658,"45"-21"5153,49-4-5403,0-16-2226,-1-1 0,1 1 0,0 0 0,0-1 0,0 1 0,1 0 0,-1-1 0,1 1 1,-1-1-1,1 1 0,0 0 0,0-1 0,0 0 0,0 1 0,1-1 0,-1 0 0,1 1 0,-1-1 1,1 0-1,0 0 0,-1 0 0,1 0 0,0-1 0,0 1 0,1 0 0,3 1 0,-1 1 158,25 24 1643,-22-19-1461,0-1 0,17 11 0,-20-16-300,15 11-901,0 0-1,19 18 0,-37-30-209,-21-7-723,12 3 1514,1-1-1,-1 0 0,0 0 0,1 0 0,0-1 0,0 0 0,0 0 0,0-1 1,-6-5-1,-6-5 752,18 14-626,-1 0 0,1 0 0,-1 0-1,1 0 1,0 0 0,-1 0 0,1 0 0,0 0-1,0 0 1,0 0 0,0 0 0,0 0 0,0-1-1,0 1 1,0 0 0,0 0 0,1-1 0,-1-1 65,1-1 65,0-1-1,0 0 0,0 1 0,1-1 0,-1 1 1,1 0-1,0-1 0,0 1 0,1 0 0,-1 0 1,1 0-1,0 1 0,0-1 0,0 1 0,0-1 1,1 1-1,4-3 0,3-3 288,0 1 0,0 1 0,1 0 0,22-10 0,14-1 691,23-9 174,-68 25-1283,0 1-1,0 0 0,0 0 0,0 1 0,0-1 0,0 1 0,0-1 0,6 1 0,-10 4-207,-7 75-2913,6-46 1192,2-30 1601,11-14 629,23-27 791,-27 29-789,1 0 1,13-13 0,-10 12 66,1 1 0,0 1 0,0-1 0,1 2 0,0 0 0,16-6 0,-21 10-232,1 0 0,0 1 1,0 0-1,0 0 0,0 1 0,0 0 1,0 1-1,0 0 0,0 0 0,0 1 0,12 2 1,-17-1-227,0 0 1,1-1-1,-1 2 1,0-1 0,0 0-1,0 1 1,-1 0 0,1 0-1,-1 0 1,1 0-1,-1 0 1,0 1 0,0-1-1,-1 1 1,1 0-1,-1 0 1,1 0 0,-1 0-1,-1 1 1,3 5-1,-2-3-738,1 0-1,-2 0 1,1 0-1,-1 1 1,1 10-1,-2-14-350,0 0 0,-1 1 1,1-1-1,-1 0 0,1 1 0,-1-1 0,-1 0 0,1 0 1,-2 4-1,-9 3-10906</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28.530"/>
    </inkml:context>
    <inkml:brush xml:id="br0">
      <inkml:brushProperty name="width" value="0.025" units="cm"/>
      <inkml:brushProperty name="height" value="0.025" units="cm"/>
    </inkml:brush>
  </inkml:definitions>
  <inkml:trace contextRef="#ctx0" brushRef="#br0">57 424 10465,'0'2'122,"-5"10"830,1 0 0,1 0 0,0 1 0,1-1 0,0 1 0,1 0 0,0-1 0,1 1 0,3 22 0,-2-27-722,1 0 1,0 1 0,1-1 0,0-1-1,0 1 1,1 0 0,5 8 0,-7-12-120,0-1 0,1 1 0,0-1 0,-1 0 0,1 0 0,1 0 0,-1 0 0,0 0 0,1-1 0,-1 0 0,1 1 0,0-1 0,-1-1 0,1 1 0,7 2 1,-6-3-62,0-1 1,0 1-1,0-1 1,-1 0 0,1 0-1,0 0 1,0-1 0,0 0-1,0 0 1,0 0 0,-1 0-1,1-1 1,-1 0 0,1 0-1,-1 0 1,1 0 0,-1-1-1,0 0 1,0 0 0,-1 0-1,1 0 1,0-1 0,-1 1-1,0-1 1,0 0-1,0 0 1,0 0 0,-1 0-1,1 0 1,-1-1 0,0 1-1,-1-1 1,1 0 0,-1 1-1,0-1 1,0 0 0,1-9-1,-2 7-216,0 1 0,-1 0 0,1-1-1,-1 1 1,-1 0 0,1 0-1,-1-1 1,0 1 0,0 0 0,-1 1-1,0-1 1,0 0 0,0 1-1,-5-6 1,4 7-68,0 1-1,0-1 0,0 1 1,0 0-1,-1 0 1,0 1-1,1-1 0,-1 1 1,0 0-1,0 0 0,0 1 1,0-1-1,0 1 1,0 0-1,-10 0 0,-4 0-277,0 1 0,0 0-1,-20 4 1,36-3 549,0-1 0,0 0-1,0 0 1,0 0 0,0-1 0,0 1 0,0-1 0,0 1 0,0-1 0,0 0-1,0 0 1,0 0 0,-4-3 0,4 2 2799,17-8-948,20-12 540,70-34 0,-26 17-1148,-14 1-537,0-3 1,84-72-1,-146 111-783,0 0-1,1 0 1,-1-1 0,0 1 0,0-1-1,-1 0 1,1 1 0,0-1 0,-1 0 0,0 0-1,0 0 1,0 0 0,0 0 0,1-5-1,-1-1-259,-1 1 0,1-1 0,-3-15 0,0-4-292,-14 30 639,15-2-39,0 1 0,0-1 0,0 0 0,0 1 0,1-1-1,-1 1 1,0-1 0,0 1 0,0-1 0,1 1 0,-1 0 0,0-1 0,1 1 0,-1 0 0,0-1 0,1 1 0,-1 0 0,1 0-1,-1 0 1,1 0 0,0-1 0,-1 1 0,1 0 0,0 0 0,-1 0 0,1 0 0,0 0 0,0 0 0,0 0 0,0 0-1,0 0 1,0 0 0,0 0 0,1 1 0,5 41 234,-4-33-172,5 30 286,21 159 1415,-17 300-233,-18-365-1612,-40 229 0,36-305-179,-27 115-1870,31-150 1124,0 0 0,-2-1 0,-1-1 0,0 0 0,-18 27 0,11-23-1055,-11 16-6221,17-27-2762</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28.810"/>
    </inkml:context>
    <inkml:brush xml:id="br0">
      <inkml:brushProperty name="width" value="0.025" units="cm"/>
      <inkml:brushProperty name="height" value="0.025" units="cm"/>
    </inkml:brush>
  </inkml:definitions>
  <inkml:trace contextRef="#ctx0" brushRef="#br0">92 1 18010,'0'13'4728,"-2"4"-2836,2 1-384,-3 1-348,0-5-247,-5 5-289,-8 13-364,11-21-472,-1 13-736,1 0-353,-9-13-931,3 0-1024,-7-16-14906</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28.938"/>
    </inkml:context>
    <inkml:brush xml:id="br0">
      <inkml:brushProperty name="width" value="0.025" units="cm"/>
      <inkml:brushProperty name="height" value="0.025" units="cm"/>
    </inkml:brush>
  </inkml:definitions>
  <inkml:trace contextRef="#ctx0" brushRef="#br0">217 20 15773,'-46'-16'2025,"24"13"-641,3 3 188,-2 8-1588,2 0-1292,-8 3-600,-8 16-3289,8-3-4144</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29.503"/>
    </inkml:context>
    <inkml:brush xml:id="br0">
      <inkml:brushProperty name="width" value="0.025" units="cm"/>
      <inkml:brushProperty name="height" value="0.025" units="cm"/>
    </inkml:brush>
  </inkml:definitions>
  <inkml:trace contextRef="#ctx0" brushRef="#br0">1 76 10057,'0'0'11116,"1"4"-10650,4 21 22,0 2 0,1 43 0,1 7-28,5-96-155,1-3 33,13-31 0,13-23 954,34-29 1372,-71 102-2482,4 11-105,-3-4-227,-1 1 0,1-1 0,-1 1-1,0-1 1,0 1 0,0 0 0,-1 0 0,0 0 0,0 0 0,0 0 0,0 10 0,1 0-310,6 37-1885,4 29-8757,-2-34 1035</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30.571"/>
    </inkml:context>
    <inkml:brush xml:id="br0">
      <inkml:brushProperty name="width" value="0.025" units="cm"/>
      <inkml:brushProperty name="height" value="0.025" units="cm"/>
    </inkml:brush>
  </inkml:definitions>
  <inkml:trace contextRef="#ctx0" brushRef="#br0">107 733 11349,'-27'5'5655,"25"-3"-5216,1 1 1,-1-1 0,0 0 0,0 0 0,0 0-1,-5 3 1,6-5-303,-9 7 455,9-7-523,-1 1-1,1 0 0,0 0 1,-1 0-1,1-1 0,0 1 1,0 1-1,0-1 0,0 0 1,0 0-1,0 0 0,0 0 1,-1 2-1,-21 28 878,22-29-749,0 0-23,0-2-155,0 1 0,1 0 0,-1 0 0,0-1-1,1 1 1,-1 0 0,1 0 0,-1 0 0,1 0 0,-1 0 0,1 0 0,0 0 0,-1 0 0,1 0 0,0 0 0,0 0 0,0 0 0,0 0-1,0 0 1,0 0 0,0 2 0,1-1 6,0-1 0,0 0 0,0 0-1,1 1 1,-1-1 0,0 0 0,0 0 0,1 0-1,-1 0 1,1 0 0,2 1 0,-3-2-4,1 0 1,0-1 0,0 1-1,0 0 1,0-1-1,-1 0 1,1 1-1,0-1 1,-1 0-1,1 0 1,0 0-1,-1 0 1,1 0 0,1-1-1,-1 0 17,11-7-49,-2 0 1,1-1-1,-1-1 0,0 0 0,-1 0 1,-1-1-1,0 0 0,0-1 0,-1 0 1,-1 0-1,0-1 0,7-20 0,-11 24-42,0 0 0,-1-1 1,-1 1-1,0 0 0,0-1 0,0 1 0,-2 0 0,1-1 0,-1 1 0,-1 0 0,-4-18 1,0-4 13,3 17 173,-1-1 1,0 1-1,-2 0 0,1 0 0,-2 0 0,0 1 0,-17-26 0,1 2 717,22 35-608,0 6-257,-2 12 16,0 1 0,0-1 1,2 0-1,0 1 0,1-1 1,3 24-1,-1 18 13,-1-50-13,0 1 0,1 0 0,0-1 0,1 1 0,0-1 0,0 1 0,0-1-1,7 9 1,1 5-72,-8-16 39,0-1 0,0 0 1,0 0-1,1 0 0,-1 0 1,1-1-1,0 1 0,0-1 1,0 0-1,1 0 0,-1-1 1,1 1-1,-1-1 0,1 0 0,0 0 1,0-1-1,10 3 0,-3-2-32,1 0 0,-1 0 0,1-1-1,0-1 1,-1 0 0,20-3-1,-8 0-200,29 1 0,17-1-300,-67 2 456,-28-3-1026,32 9 1108,0-1 0,0-1 1,0 1-1,1-1 0,-1 0 0,1-1 1,0 0-1,0 0 0,0 0 0,0-1 0,0 0 1,0-1-1,0 0 0,0 0 0,1-1 1,-1 0-1,0 0 0,0-1 0,-1 0 0,13-5 1,-12 4-41,7-2-237,0-1 0,0-1 0,17-9 0,-27 12 203,0 0 0,0 0 1,0 0-1,0 0 0,-1-1 1,0 0-1,0 0 0,0 0 1,0 0-1,-1-1 0,5-10 0,-1-3 25,0 0 0,-1 0 0,-2-1 0,0 1 0,3-28 0,-4-103 1235,-3 109-510,-2 3 1294,-3 1-1,-14-62 1,16 89-1387,2-24 1622,1 30-1630,-3 15-174,1 0-257,-10 44 108,2 1 1,3 1 0,2-1 0,5 101-1,7-56-149,37 181-1,63 93-937,-75-275 214,-31-97 584,0 0 0,-1-1 0,1 1 0,1-1-1,-1 1 1,0-1 0,1 1 0,-1-1 0,3 3 0,-4-5 35,0 1 1,1-1 0,-1 0-1,0 0 1,1 0 0,-1 0-1,0 1 1,0-1 0,1 0 0,-1 0-1,0 0 1,1 0 0,-1 0-1,0 0 1,1 0 0,-1 0-1,0 0 1,1 0 0,-1 0 0,0 0-1,0 0 1,1 0 0,-1 0-1,0 0 1,1 0 0,-1 0-1,0-1 1,1 1 0,-1 0 0,0 0-1,0 0 1,1 0 0,-1-1-1,0 1 1,0 0 0,1 0-1,-1 0 1,0-1 0,0 1-1,0 0 1,1-1 0,1-3-153,0-1 0,0 1 0,-1-1 0,1 0 0,-1 1 0,0-1 1,-1 0-1,1-9 0,-1-57-858,-3 0 1,-17-97 0,8 85 677,-1-97 1,7 77 1199,6 100-538,0 7-551,0 5-488,-1 0-1,0 0 0,-4 14 1,-11 26-6964,4-25-2208</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31.234"/>
    </inkml:context>
    <inkml:brush xml:id="br0">
      <inkml:brushProperty name="width" value="0.025" units="cm"/>
      <inkml:brushProperty name="height" value="0.025" units="cm"/>
    </inkml:brush>
  </inkml:definitions>
  <inkml:trace contextRef="#ctx0" brushRef="#br0">65 208 7861,'-36'7'1190,"35"-7"-1061,-1 0-1,0 1 0,1-1 0,-1 1 0,1-1 0,-1 1 1,1-1-1,0 1 0,-1 0 0,1 0 0,0 0 0,-1 0 0,1 0 1,0 0-1,-2 2 0,0 0 244,1-2 2271,4 1-1435,18 15 2755,7-33 74,47-14 49,89-49-157,-148 68-3751,-15 11-196,1 0 0,-1 0 0,0-1 0,0 1 1,0 0-1,0 0 0,1-1 0,-1 1 0,0 0 1,0-1-1,0 1 0,0 0 0,0 0 1,0-1-1,0 1 0,1 0 0,-1-1 0,0 1 1,0 0-1,0 0 0,0-1 0,0 1 0,-1 0 1,1-1-1,0 1 0,0 0 0,0-1 0,-1 0-84,-1 0 0,1-1 0,-1 1 0,0 1 0,1-1 0,-1 0 0,0 0 0,0 0 0,1 1 0,-1-1 0,0 1 0,0 0 0,-2-1 0,-4 0-299,0 0 0,-1 0 0,1 0 0,-1 1 0,1 1 0,0-1 0,-1 1 0,-14 4 0,-5 4-460,-47 21 0,74-30 890,0 1-1,0-1 1,0 1-1,0 0 1,0-1-1,0 1 1,0 0-1,0-1 1,0 1 0,0 0-1,0 0 1,1 0-1,-1 0 1,-1 1-1,2-2 8,0 1 0,0-1-1,0 1 1,0-1 0,0 1 0,0-1-1,0 1 1,0-1 0,0 1-1,0-1 1,0 1 0,0-1 0,0 1-1,0-1 1,0 1 0,0-1 0,0 0-1,1 1 1,-1-1 0,0 1-1,0-1 1,1 1 0,-1-1 0,1 1-1,1 1 134,1 1 1,0-1-1,0 0 0,1 0 0,-1 0 0,0 0 0,7 2 0,1 1 86,1-1-1,0-1 1,1 0-1,-1-1 1,0 0-1,17 0 1,76-6 837,-50 1-632,80 0-1308,-132 3-155,-3-3-2734,-3-26 3047,3 28 683,0 0 0,-1 1-1,1-1 1,0 0 0,-1 1-1,1-1 1,-1 1 0,1-1 0,-1 1-1,1-1 1,-1 1 0,1-1-1,-1 1 1,1-1 0,-1 1 0,0 0-1,1-1 1,-1 1 0,-1-1-1,0 0 7,-34-26 1606,34 25-405,4 0-633,2 0-415,0-1 1,-1 1-1,1-1 0,0 1 1,0 0-1,0 1 0,1-1 1,-1 1-1,0 0 0,1 0 1,-1 0-1,0 0 0,1 1 0,-1 0 1,7 0-1,0 0 78,6-1 55,0 2 1,1 0-1,-1 0 0,25 7 0,-40-7-471,0-1 1,0 1-1,-1 0 1,1 0-1,0 0 1,-1 0 0,1 0-1,-1 0 1,1 0-1,-1 0 1,0 1 0,1-1-1,-1 0 1,0 1-1,0-1 1,0 1 0,0 0-1,1 1 1,-2-2 213,1 0-98,-1-1 1,1 1 0,0-1-1,-1 1 1,1-1 0,-1 1-1,1-1 1,0 0 0,-1 1-1,1-1 1,0 0 0,0 0 0,-1 0-1,1 1 1,0-1 0,0 0-1,-1 0 1,1 0 0,1 0-1,1 0-144,-2 0 132,1 0 0,-1 1 0,0-1-1,1 0 1,-1 0 0,1 0 0,-1 0 0,0 0 0,1-1 0,-1 1 0,1 0 0,-1-1 0,0 1 0,1-1 0,-1 1 0,0-1 0,0 1-1,1-1 1,-1 0 0,0 0 0,0 0 0,0 0 0,0 0 0,2-1 0,3-4 138,19-13-405,39-32-701,-21 19-2751,-40 30 2994,-1 0 0,1 1 0,0-1 0,0 1 0,0 0 0,0-1 0,0 1 0,0 1 0,4-2 0,9-1-7155</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31.738"/>
    </inkml:context>
    <inkml:brush xml:id="br0">
      <inkml:brushProperty name="width" value="0.025" units="cm"/>
      <inkml:brushProperty name="height" value="0.025" units="cm"/>
    </inkml:brush>
  </inkml:definitions>
  <inkml:trace contextRef="#ctx0" brushRef="#br0">234 502 12589,'-38'-11'1778,"38"11"-1718,-1 0-1,1-1 0,0 1 1,-1 0-1,1 0 0,-1 0 1,1-1-1,0 1 0,-1 0 1,1 0-1,-1 0 0,1 0 1,-1 0-1,1 0 0,0 0 1,-1 0-1,1 0 0,-1 0 1,1 0-1,-1 1 0,1-1 1,0 0-1,-1 0 0,0 1 1,-19 10 1333,9-6-1055,0 1-1,0 1 1,1-1 0,0 2 0,0-1-1,0 1 1,-15 18 0,1 2-305,18-23 48,2 0-1,-1 0 1,0 1 0,1-1-1,0 1 1,1 0 0,-7 12 0,10-17-49,0 0 0,-1-1-1,1 1 1,0 0 0,0 0 0,0-1 0,-1 1 0,1 0 0,0 0 0,0 0 0,0-1 0,0 1 0,0 0 0,1 0 0,-1 0 0,0-1 0,0 1 0,0 0 0,1 0 0,-1-1 0,0 1 0,1 0 0,-1-1 0,1 1 0,-1 0 0,1-1 0,-1 1 0,1 0 0,-1-1 0,1 1 0,-1-1 0,1 1 0,0-1 0,0 1 0,-1-1 0,1 0 0,0 1 0,-1-1 0,1 0 0,0 0 0,0 1 0,0-1 0,-1 0-1,1 0 1,0 0 0,0 0 0,0 0 0,-1 0 0,2 0 0,3-1 22,0 0-1,-1 0 0,1-1 1,-1 1-1,1-1 1,-1 0-1,1 0 0,4-4 1,-1 2 21,7-5 229,0 0 0,0-1 0,-1-1-1,0-1 1,-1 0 0,0 0-1,20-27 1,-24 26-198,-1 0 0,0 0 1,-1-1-1,0 0 0,-1-1 0,-1 1 1,0-1-1,-1 0 0,-1 0 0,0-1 0,-1 1 1,-1-1-1,0 1 0,-2-26 0,-2 15-412,-1-1-1,-2 1 1,0 0 0,-2 1-1,0-1 1,-2 1-1,-20-38 1,-6 3-524,35 59 736,-4 10 328,4-8-222,1-1 1,-1 1 0,0 0-1,1 0 1,-1 0-1,1 0 1,-1-1-1,1 1 1,-1 0-1,1 0 1,0 0-1,-1 0 1,1 0-1,0 1 1,0 14 193,1 0-1,1-1 1,0 1 0,6 17 0,0 4 394,-2-10-302,1-1 0,2 0 1,1-1-1,0 1 0,2-2 0,1 0 1,1 0-1,1-1 0,1-1 1,1-1-1,37 36 0,-44-48-989,1-1 1,0 0-1,0-1 0,17 7 0,-27-13 48,2 0-157,19 5-1219,-20-5 660,1-1-232,24 3-2999,-24-3 28</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33.476"/>
    </inkml:context>
    <inkml:brush xml:id="br0">
      <inkml:brushProperty name="width" value="0.025" units="cm"/>
      <inkml:brushProperty name="height" value="0.025" units="cm"/>
    </inkml:brush>
  </inkml:definitions>
  <inkml:trace contextRef="#ctx0" brushRef="#br0">20 3 11373,'1'-1'238,"-1"1"-1,0 0 1,1-1 0,-1 1-1,1 0 1,-1 0 0,1 0-1,-1 0 1,1-1 0,-1 1-1,1 0 1,-1 0 0,1 0-1,-1 0 1,0 0 0,1 0-1,-1 0 1,1 0 0,-1 0-1,1 1 1,-1-1 0,1 0-1,-1 0 1,1 0 0,0 1-1,-4 10 6809,-1 0-8465,-2 8 1861,2 1 0,0 0 0,-2 27 1,2 65 390,4-80-614,-1 25 5,3 0 1,2 0-1,2 0 1,3-1 0,19 64-1,-21-95-179,-6-17-1,1 1-1,1-1 1,0 1 0,0-1 0,6 10 0,-9-18-42,0 0 1,0 1-1,0-1 1,0 0 0,0 0-1,0 0 1,0 0-1,0 0 1,0 0 0,1 1-1,-1-1 1,0 0-1,0 0 1,0 0 0,0 0-1,0 0 1,0 0-1,0 0 1,1 0 0,-1 0-1,0 0 1,0 1-1,0-1 1,0 0 0,0 0-1,1 0 1,-1 0-1,0 0 1,0 0 0,0 0-1,0 0 1,1 0 0,-1 0-1,0 0 1,0 0-1,0 0 1,0-1 0,0 1-1,1 0 1,-1 0-1,0 0 1,0 0 0,5-2 11,1 0 1,-1 0 0,0 0 0,0-1-1,-1 1 1,1-1 0,0-1-1,-1 1 1,0 0 0,0-1 0,0 0-1,0 0 1,-1 0 0,1-1 0,-1 1-1,4-8 1,4-9 8,-1-1-1,12-38 1,-1 4 56,7-26-1573,-32 83 751,-5 3 252,0 0 0,1 1 0,-1 0 0,1 0 0,0 1 1,-14 12-1,-44 50-6547,49-50 3230,-4 5-4853</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33.873"/>
    </inkml:context>
    <inkml:brush xml:id="br0">
      <inkml:brushProperty name="width" value="0.025" units="cm"/>
      <inkml:brushProperty name="height" value="0.025" units="cm"/>
    </inkml:brush>
  </inkml:definitions>
  <inkml:trace contextRef="#ctx0" brushRef="#br0">42 170 14625,'-40'-13'2749,"38"10"716,9 0-1870,10-2-317,-15 4-662,21-8 754,0-1 0,-1 0 0,35-24 0,-27 16 109,38-17 1,-8 7-1480,-72 28-342,0-1 1,0 2-1,-19 2 0,-3 4-614,1 3 0,0 0 0,-32 17 1,59-25 992,-1 1 0,2 0 1,-1 0-1,0 1 0,1 0 1,-10 8-1,14-11-8,1-1-1,-1 1 1,0 0 0,1 0 0,-1 0 0,0 0-1,1 0 1,-1 0 0,1 0 0,0 0 0,-1 1-1,1-1 1,0 0 0,0 0 0,0 0 0,-1 0 0,1 0-1,1 3 1,-1-3-3,1 1 0,-1 0 0,1-1 0,0 1 0,0 0-1,0-1 1,0 1 0,0-1 0,0 1 0,1-1 0,-1 1 0,0-1 0,1 0 0,-1 0-1,3 2 1,3 1-12,1 0 0,-1 0-1,1-1 1,0 0 0,0 0-1,0-1 1,1 0-1,-1-1 1,0 0 0,1 0-1,11 0 1,10-2-960,57-7 1,-47 1-1396,39-12 0,2-7-7092,-36 9-540</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34.096"/>
    </inkml:context>
    <inkml:brush xml:id="br0">
      <inkml:brushProperty name="width" value="0.025" units="cm"/>
      <inkml:brushProperty name="height" value="0.025" units="cm"/>
    </inkml:brush>
  </inkml:definitions>
  <inkml:trace contextRef="#ctx0" brushRef="#br0">147 0 19538,'-3'1'29,"-11"2"858,-1 1-1,1 0 0,-15 7 1,25-9-647,0 0 1,0 0 0,0 1 0,0-1 0,1 1 0,-1 0-1,1 0 1,0 0 0,0 0 0,0 0 0,0 1 0,0-1-1,1 1 1,0 0 0,-3 6 0,1-2-221,1 0 1,1 1 0,-1-1 0,1 0-1,1 1 1,0 0 0,0-1-1,0 1 1,2 15 0,0-21-66,0 1 1,-1-1-1,1 0 0,0 0 1,1 0-1,-1 0 1,0 0-1,1 0 0,0-1 1,0 1-1,0 0 1,0-1-1,0 0 0,0 1 1,0-1-1,1 0 1,0 0-1,-1 0 0,1 0 1,0-1-1,0 1 1,-1-1-1,1 0 1,0 1-1,1-1 0,-1-1 1,0 1-1,0 0 1,0-1-1,6 1 0,5-1-128,-1 1-1,1-2 1,-1 0 0,0 0-1,1-2 1,-1 1-1,15-6 1,93-38-4090,-103 38 3121,33-16-4917,-2-2-3896</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34.949"/>
    </inkml:context>
    <inkml:brush xml:id="br0">
      <inkml:brushProperty name="width" value="0.025" units="cm"/>
      <inkml:brushProperty name="height" value="0.025" units="cm"/>
    </inkml:brush>
  </inkml:definitions>
  <inkml:trace contextRef="#ctx0" brushRef="#br0">80 371 13633,'-6'1'438,"0"0"0,-1 0 1,1 1-1,1 0 0,-1 1 0,0-1 0,0 1 0,1 0 0,0 1 0,-10 7 0,12-9 251,1 14 297,1-14-924,1 0 1,0 0-1,0 0 1,-1 0-1,1 0 1,1 0-1,-1 0 1,0 0-1,0-1 1,1 1-1,-1 0 1,1 0-1,0 0 1,-1 0-1,1-1 1,0 1-1,1 2 1,1-1 63,0 0 0,0 0 0,0-1 0,0 0 0,1 1 0,4 2 0,-6-4-87,-1-1-7,0 1 0,0-1 0,1 0 1,-1 1-1,0-1 0,0 0 1,0 0-1,0 0 0,0 0 0,1 0 1,-1 0-1,0 0 0,0 0 0,0-1 1,0 1-1,0 0 0,2-1 0,1-1 82,7 1 59,-1-1 0,0-1 1,0 0-1,0-1 0,0 0 1,15-9-1,-5 2 14,35-28-1,-15-3-881,-39 40 638,-1 0-1,0 1 0,0-1 0,0 0 1,0 0-1,0 0 0,0 0 1,0 0-1,-1 0 0,1 0 1,-1 0-1,1 1 0,-2-3 1,2 3-48,0 0 75,-1 1 0,0-1 1,1 0-1,-1 1 0,0-1 0,1 1 0,-1-1 0,0 1 0,1 0 1,-1-1-1,0 1 0,0 0 0,0-1 0,1 1 0,-1 0 1,0 0-1,-2-1 0,1 1-54,-4-2-31,0 0 1,0 1-1,-1 0 0,1 0 1,-13 0-1,16 1 130,2 2 29,0 0-1,0 0 1,0 0-1,0 0 1,-1 0-1,1-1 1,0 1-1,-1 0 1,1-1-1,-3 3 1,2-3 21,1 1 182,2 0 31,1 1-146,0 0 1,0 1 0,0-1 0,0 0 0,1 0-1,0 0 1,-1-1 0,1 1 0,0-1-1,0 1 1,0-1 0,1 0 0,-1 0-1,0-1 1,1 1 0,-1-1 0,8 3-1,-4-2 63,29 9 358,0-1 0,0-1 0,1-2-1,61 3 1,-25-10-3029,-72-1 2391,-1 0 0,1 1-1,-1-1 1,0 0 0,1 0 0,-1 1-1,0-1 1,1 0 0,-1 0 0,0 0-1,0 1 1,0-1 0,0 0 0,0 0-1,0 0 1,0 0 0,0 1 0,0-2 0,0-3-67,-1 1 0,1-1 0,-1 0 0,0 1 0,0-1 1,-1 1-1,1-1 0,-1 1 0,0 0 0,0-1 1,-3-3-1,-1-3 27,5 9 290,-12-21 1223,0 11 1766,21 20-2526,64 61 373,-37-38-1171,-29-25-286,1-1-1,0 0 0,0 0 1,0 0-1,0-1 0,1 0 1,14 6-1,-19-9 259,-1-1 0,1 1 0,-1 0 0,1-1-1,0 0 1,-1 1 0,1-1 0,0 0 0,-1-1 0,1 1 0,0 0 0,-1-1 0,1 1 0,-1-1-1,1 0 1,-1 0 0,1 0 0,-1 0 0,1 0 0,-1-1 0,0 1 0,0-1 0,0 1 0,0-1 0,0 0-1,0 0 1,0 0 0,0 0 0,1-3 0,10-16-206,0-2 0,-1 0 0,12-36 1,-15 35 1286,0 0-1,2 1 1,26-39 0,-3 13 1479,-27 80-1988,-1-12-638,0 0-1,10 19 0,-12-31-167,0 0-1,1 0 0,0 0 0,6 5 1,-2-2-300,-4-8 54,0-2 523,1-1 44,0 1 0,-1-1 1,1 0-1,-1 0 0,0-1 0,1 0 1,-1 0-1,0 0 0,10-6 1,159-133 2900,-89 69-1032,-54 43-830,-6 7 398,-19 17-725,-8 9-164,-8 11-689,0 1 1,-10 24-1,-2 2-346,7-16-549,-19 48 0,18-20-2124,14-43 520,1 0 0,-2 21 1,3-13-4456</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35.262"/>
    </inkml:context>
    <inkml:brush xml:id="br0">
      <inkml:brushProperty name="width" value="0.025" units="cm"/>
      <inkml:brushProperty name="height" value="0.025" units="cm"/>
    </inkml:brush>
  </inkml:definitions>
  <inkml:trace contextRef="#ctx0" brushRef="#br0">165 0 13797,'-3'0'2835,"-11"0"3559,-23 0 987,27 1-7477,-1-1 0,1 1 0,-1 1 0,1 0 0,0 1 0,-12 3 0,20-4 99,0-1 1,0 0-1,0 1 0,0-1 1,0 1-1,1-1 1,-1 1-1,0 0 1,-2 3-1,0 0 15,4-4-12,0 0 0,-1-1 0,1 1 0,0 0 0,0 0 0,0 0 0,-1 0 0,1 0 0,0 0 0,0 0 0,0 0 0,1-1 0,-1 1 0,0 0 0,0 0 0,0 0 0,1 0 0,0 1 0,-1 1 18,1 0-13,0-1-1,0 1 0,0 0 0,1-1 1,-1 1-1,1-1 0,-1 1 0,1-1 0,0 0 1,0 0-1,0 0 0,0 0 0,0 0 0,0 0 1,1 0-1,-1-1 0,1 1 0,-1-1 1,1 0-1,-1 1 0,1-1 0,4 1 0,2 0-55,-1 1 0,0-1 0,1-1 0,-1 1-1,1-1 1,17-1 0,-8-2-529,0 0 1,1-2-1,-1 0 0,-1-1 0,1 0 0,23-12 1,4-6-3526,0-5-3699,-29 16-3149</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23.830"/>
    </inkml:context>
    <inkml:brush xml:id="br0">
      <inkml:brushProperty name="width" value="0.025" units="cm"/>
      <inkml:brushProperty name="height" value="0.025" units="cm"/>
    </inkml:brush>
  </inkml:definitions>
  <inkml:trace contextRef="#ctx0" brushRef="#br0">292 218 11569,'0'0'1665,"2"-1"-62,0 0-1309,0 1 0,1-2 0,-1 1 0,0 0 0,0 0 0,0-1 0,0 1 0,-1-1 0,1 1 0,0-1 0,-1 0 0,1 0 0,-1 0 0,1 0 0,-1 0 0,0 0 0,0 0 0,1-3 0,3-7 363,1 1-287,-1 0-1,-1 0 1,0-1 0,-1 1-1,3-15 1,-6 23-380,1 0 1,-1 0-1,0 0 1,0-1-1,-1 1 1,1 0-1,-1 0 1,1 0-1,-1 0 1,0 0-1,0 0 1,-1 0-1,1 0 1,0 0-1,-1 0 1,0 1-1,0-1 1,1 1-1,-2-1 1,1 1-1,0 0 1,0-1-1,-1 1 1,1 0-1,-4-1 1,2 0-12,0 1 0,0 0 0,0 0 0,0 1 0,-1-1 0,1 1 0,-1 0 0,1 0 0,-1 0 0,0 1 0,1-1 0,-1 1 0,1 0 0,-1 1 0,0-1 0,1 1 0,-1 0 0,1 0 0,-1 0 0,1 1 0,-1-1 0,1 1 0,0 0 0,0 0 0,-4 4 0,-6 3 45,0 1 1,1 0 0,1 1-1,0 1 1,-19 22-1,17-17 220,0 1 0,2 1 0,0 0 0,1 0-1,0 1 1,-7 23 0,14-31 28,0 1-1,1-1 1,0 1-1,1 0 1,0 0-1,1 0 1,1 0-1,0 1 1,1-1-1,0 0 1,6 24-1,29 77 894,-22-73-1146,-1 1-1,10 61 0,-20-73-881,-1 0-1,-1 0 0,-2 1 0,-1-1 0,-6 31 1,0-24-4051,-20 62 0,4-35-5929</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24.001"/>
    </inkml:context>
    <inkml:brush xml:id="br0">
      <inkml:brushProperty name="width" value="0.025" units="cm"/>
      <inkml:brushProperty name="height" value="0.025" units="cm"/>
    </inkml:brush>
  </inkml:definitions>
  <inkml:trace contextRef="#ctx0" brushRef="#br0">1 186 20162,'92'-48'2868,"-55"32"-260,4-3-427,-3 0-425,-3 5-360,0 4-296,5-7-404,3 7-696,-8-1 0,0 3 0,-16 5 0,6-2-1028,-1-1-784,0 9-496,0 0-1065,-13 13-3755,3-5-7006</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24.301"/>
    </inkml:context>
    <inkml:brush xml:id="br0">
      <inkml:brushProperty name="width" value="0.025" units="cm"/>
      <inkml:brushProperty name="height" value="0.025" units="cm"/>
    </inkml:brush>
  </inkml:definitions>
  <inkml:trace contextRef="#ctx0" brushRef="#br0">3 0 16422,'0'0'8448,"-3"25"-7772,6 18-252,-3-3-712,0-2-264,8 0-460,-5-1-740,-3-18-524,-3 0-888,-3 0-1829</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24.412"/>
    </inkml:context>
    <inkml:brush xml:id="br0">
      <inkml:brushProperty name="width" value="0.025" units="cm"/>
      <inkml:brushProperty name="height" value="0.025" units="cm"/>
    </inkml:brush>
  </inkml:definitions>
  <inkml:trace contextRef="#ctx0" brushRef="#br0">127 11 12801,'-32'-3'1656,"16"-5"196,5 22-2060,0-3-956,-5 10 16,-9 17-2836,9-8-2837</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24.838"/>
    </inkml:context>
    <inkml:brush xml:id="br0">
      <inkml:brushProperty name="width" value="0.025" units="cm"/>
      <inkml:brushProperty name="height" value="0.025" units="cm"/>
    </inkml:brush>
  </inkml:definitions>
  <inkml:trace contextRef="#ctx0" brushRef="#br0">6 87 11541,'-6'17'7070,"9"14"-6078,0-3-728,0 78-368,-1-33 179,-2-71 19,1 0-1,-1-1 1,0 1 0,1 0 0,-1 0-1,1-1 1,0 1 0,0-1 0,-1 1-1,1 0 1,2 2 0,-1-2 152,11-35 764,-3 6-257,0 1 0,2 1 0,1 0 0,32-46 0,-15 30-237,-24 30-538,2 1 1,-1 0-1,1 0 0,1 0 0,0 1 1,0 0-1,1 1 0,16-11 0,-6 6-1423,-6 4-833,-16 16-7709,-4 4 377</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25.236"/>
    </inkml:context>
    <inkml:brush xml:id="br0">
      <inkml:brushProperty name="width" value="0.025" units="cm"/>
      <inkml:brushProperty name="height" value="0.025" units="cm"/>
    </inkml:brush>
  </inkml:definitions>
  <inkml:trace contextRef="#ctx0" brushRef="#br0">173 6 13993,'-12'1'1704,"21"-2"4099,-11 1-5056,-28-5 613,19 20-1247,-22 17-170,28-27 68,-1-1 1,1 1 0,0 0-1,1 1 1,-1-1 0,-4 9-1,-2 4 14,-25 32 0,35-48 77,1 0-1,0 0 1,0 0 0,0 0-1,0 0 1,0 0 0,0 0-1,1 0 1,-1 0-1,0 0 1,1 0 0,0 0-1,1 3 1,-2-5-42,3 6 183,0 0 0,0-1 0,1 0 0,0 1 0,0-1 0,0-1 0,0 1 0,1 0 0,0-1 0,0 0 0,9 5 0,-5-2 44,0 0 1,14 14-1,-20-16-321,1 0 0,-1 0 0,-1 0 0,1 0 1,0 1-1,-1-1 0,0 1 0,-1-1 0,1 1 0,-1 0 1,0 0-1,0-1 0,-1 1 0,0 0 0,0 10 0,-1-7-432,0 1-1,-1-1 0,0 0 1,0 1-1,-1-1 0,0 0 1,0 0-1,-1-1 1,-6 11-1,-12 12-4838,-28 30 1,15-24-4950</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25.456"/>
    </inkml:context>
    <inkml:brush xml:id="br0">
      <inkml:brushProperty name="width" value="0.025" units="cm"/>
      <inkml:brushProperty name="height" value="0.025" units="cm"/>
    </inkml:brush>
  </inkml:definitions>
  <inkml:trace contextRef="#ctx0" brushRef="#br0">2 0 19650,'-1'12'1299,"0"-1"0,1 1 0,2 17 1,16 69 843,-8-54-1498,28 267 710,-9-58-2988,-29-248 1577,11 57-1508,-2 1-1,-4 1 1,-2 65-1,-8-91-1440,-2-16-2533,1-7-3978</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25.596"/>
    </inkml:context>
    <inkml:brush xml:id="br0">
      <inkml:brushProperty name="width" value="0.025" units="cm"/>
      <inkml:brushProperty name="height" value="0.025" units="cm"/>
    </inkml:brush>
  </inkml:definitions>
  <inkml:trace contextRef="#ctx0" brushRef="#br0">1 41 17102,'16'8'8252,"8"-16"-6880,14 0-303,-3 8-209,6-2-180,2 4-236,-8-2-464,5 0-972,1-5-665,-17-14-1351,0 11 0,-7 11-3237,1-1-5620</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40.310"/>
    </inkml:context>
    <inkml:brush xml:id="br0">
      <inkml:brushProperty name="width" value="0.025" units="cm"/>
      <inkml:brushProperty name="height" value="0.025" units="cm"/>
    </inkml:brush>
  </inkml:definitions>
  <inkml:trace contextRef="#ctx0" brushRef="#br0">230 124 7681,'4'-3'1731,"19"-10"11514,-28 10-13268,0 0 0,1-1 0,-1 0 0,1 1 0,0-2 0,0 1 0,0 0 0,-6-10 0,-16-17-273,-7 9 139,17 12 317,11 11-21,-1 2-92,1 1 1,-1 0-1,1 0 0,0 1 0,0-1 1,0 1-1,1 0 0,0 1 1,0-1-1,0 1 0,0 0 0,1-1 1,0 2-1,1-1 0,-4 11 1,-1 5 238,1 1 1,2-1 0,-3 36 0,3 26 489,5 0 0,11 84 1,-6-94-508,3 13-231,3 38-1145,-12-107 347,0 1 0,-2 0 0,0 0 0,-8 31 0,-25 64-8380,12-66-665</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40.451"/>
    </inkml:context>
    <inkml:brush xml:id="br0">
      <inkml:brushProperty name="width" value="0.025" units="cm"/>
      <inkml:brushProperty name="height" value="0.025" units="cm"/>
    </inkml:brush>
  </inkml:definitions>
  <inkml:trace contextRef="#ctx0" brushRef="#br0">0 146 18542,'16'-21'2380,"22"-9"-204,5 11-188,-2 6-288,-3 2-367,2-2-301,6 2-204,-3 3-100,0 2-588,-8 1-452,0-3-972,-18 8-404,10 5-905,13 14-4739,-18 8-7322</inkml:trace>
</inkml:ink>
</file>

<file path=ppt/ink/ink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40.766"/>
    </inkml:context>
    <inkml:brush xml:id="br0">
      <inkml:brushProperty name="width" value="0.025" units="cm"/>
      <inkml:brushProperty name="height" value="0.025" units="cm"/>
    </inkml:brush>
  </inkml:definitions>
  <inkml:trace contextRef="#ctx0" brushRef="#br0">8 25 14457,'-5'-24'6113,"5"45"-5045,-3 1-212,6 5-120,0-6-112,-6 9-188,3 18-360,5-12-324,-2-23-376,0 14-544,-1-3-700,-10-37-15606</inkml:trace>
</inkml:ink>
</file>

<file path=ppt/ink/ink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40.861"/>
    </inkml:context>
    <inkml:brush xml:id="br0">
      <inkml:brushProperty name="width" value="0.025" units="cm"/>
      <inkml:brushProperty name="height" value="0.025" units="cm"/>
    </inkml:brush>
  </inkml:definitions>
  <inkml:trace contextRef="#ctx0" brushRef="#br0">71 1 13621,'-16'19'1996,"2"-14"1949,1-2-6921,-3-1-1901,5 12-3848</inkml:trace>
</inkml:ink>
</file>

<file path=ppt/ink/ink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41.243"/>
    </inkml:context>
    <inkml:brush xml:id="br0">
      <inkml:brushProperty name="width" value="0.025" units="cm"/>
      <inkml:brushProperty name="height" value="0.025" units="cm"/>
    </inkml:brush>
  </inkml:definitions>
  <inkml:trace contextRef="#ctx0" brushRef="#br0">1 335 11669,'0'0'6057,"1"-2"-4481,1-7-772,3-1 1789,-5 9-2532,0 1 0,1 0 0,-1 0 0,0 0 0,1 0 0,-1 0-1,0 0 1,1 0 0,-1 0 0,1 0 0,-1 0 0,0 0 0,1 0-1,-1 0 1,0 0 0,1 0 0,-1 0 0,1 0 0,-1 0 0,0 0-1,1 0 1,-1 1 0,0-1 0,1 0 0,-1 0 0,0 0 0,0 1-1,1-1 1,-1 0 0,0 0 0,1 1 0,91 84 4058,-80-73-3920,-4-5-7,-7-7-188,0-1 0,0 1 0,-1-1 0,1 1 0,0-1 1,0 1-1,-1-1 0,1 0 0,0 1 0,-1-1 0,1 0 1,-1 0-1,1 0 0,-1 1 0,1-1 0,0-2 0,6-13 7,0 0 0,-1-1 0,-1 0 0,5-22 0,3-14-50,-6 29-48,-4 12-111,1 0-1,-1 1 0,2 0 1,0 0-1,7-13 1,22-29-1483,-4 4-2544,-10 20-3763,-10 17-3099</inkml:trace>
</inkml:ink>
</file>

<file path=ppt/ink/ink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41.478"/>
    </inkml:context>
    <inkml:brush xml:id="br0">
      <inkml:brushProperty name="width" value="0.025" units="cm"/>
      <inkml:brushProperty name="height" value="0.025" units="cm"/>
    </inkml:brush>
  </inkml:definitions>
  <inkml:trace contextRef="#ctx0" brushRef="#br0">88 0 15493,'18'21'1893,"-14"-17"832,-11 9-1305,3-6-1192,-3 10 29,0 0 0,1 0 0,-5 31 0,6-26-245,-1 1 1,-10 24 0,6-23-52,-12 42 1,19-54 41,1 0 0,0 0 0,1 0 0,0 0 0,1 0 0,2 14 0,-1-13 41,0-1-1,1 0 0,1 0 1,0-1-1,0 1 0,1 0 1,1-1-1,7 14 0,2-2-32,19 45 0,-33-66-181,1 1-1,-1 0 1,0-1 0,0 1-1,0 0 1,0-1 0,0 1 0,0-1-1,-1 1 1,1 0 0,-1-1-1,0 1 1,0-1 0,0 1 0,0-1-1,0 0 1,-2 3 0,-31 44-5725,27-40 3782,-19 22-7011</inkml:trace>
</inkml:ink>
</file>

<file path=ppt/ink/ink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41.667"/>
    </inkml:context>
    <inkml:brush xml:id="br0">
      <inkml:brushProperty name="width" value="0.025" units="cm"/>
      <inkml:brushProperty name="height" value="0.025" units="cm"/>
    </inkml:brush>
  </inkml:definitions>
  <inkml:trace contextRef="#ctx0" brushRef="#br0">0 1 19954,'30'97'2084,"-22"-49"-404,3 6-316,5 3-292,-5 8-220,-3 7-279,0 12-429,3 10-729,5 4-195,0-1-400,-10 0-552,-6-8-696,-6-8-1024,1-3-1761,-6-13-4156</inkml:trace>
</inkml:ink>
</file>

<file path=ppt/ink/ink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41.809"/>
    </inkml:context>
    <inkml:brush xml:id="br0">
      <inkml:brushProperty name="width" value="0.025" units="cm"/>
      <inkml:brushProperty name="height" value="0.025" units="cm"/>
    </inkml:brush>
  </inkml:definitions>
  <inkml:trace contextRef="#ctx0" brushRef="#br0">0 16 19314,'0'0'4740,"11"-8"-2916,-3 0 641,8 11-1625,0-3-512,1 0-3537,-1-3 165,-3 8-5845,1 1-2496</inkml:trace>
</inkml:ink>
</file>

<file path=ppt/ink/ink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36.151"/>
    </inkml:context>
    <inkml:brush xml:id="br0">
      <inkml:brushProperty name="width" value="0.025" units="cm"/>
      <inkml:brushProperty name="height" value="0.025" units="cm"/>
    </inkml:brush>
  </inkml:definitions>
  <inkml:trace contextRef="#ctx0" brushRef="#br0">38 202 10669,'-1'2'302,"-2"9"1058,3-11-1324,0 0 0,0 0-1,-1 0 1,1 0-1,0 0 1,0 0-1,0 0 1,0 1 0,0-1-1,0 0 1,0 0-1,0 0 1,0 0-1,-1 0 1,1 0 0,0 0-1,0 0 1,0 0-1,0 0 1,0 0-1,0 0 1,-1 0 0,1 0-1,0 0 1,0 0-1,0 0 1,0 0-1,0 0 1,0 0 0,-1 0-1,1 0 1,0 0-1,0 0 1,0 0-1,0 0 1,0 0 0,0 0-1,0 0 1,-1 0-1,1 0 1,0 0-1,0 0 1,0-1 0,0 1-1,0 0 1,0 0-1,0 0 1,0 0-1,-2-3 4525,-8 33-2235,5-13-1775,1 1 0,1 0 0,-2 32 0,9-51-440,4-2-89,-1 0 0,0-1 0,1 0 0,-1 0-1,-1 0 1,1-1 0,-1 0 0,1 0 0,-2-1-1,1 1 1,0-1 0,-1-1 0,6-8 0,9-15 24,27-54 1,-38 65 320,-1-1 0,-1 0 1,-1-1-1,6-28 0,-12 47-197,0 0-1,0-1 1,1 1-1,0 0 1,-1 0-1,1 0 1,0 0-1,0 0 1,0 0 0,1-2-1,3 8 1317,0 15-1003,-3 16-275,0-1 0,-2 1 0,-8 62 1,2-34-74,0 19-21,-38 354-412,28-335 79,-42 262-1398,17-146-691,31-234 1453,7 6 765,1-1 0,0 0 0,1 0 0,1 0 0,0 0 0,0 0 0,4-19 0,-1 0 15,10-107 225,60-257 0,-52 313-57,4 2 0,67-150 0,-84 216-172,0-1 1,10-14-1,-16 26 45,1 0 0,-1 0 0,1 0 1,0 0-1,0 0 0,0 1 0,0-1 0,0 1 1,0 0-1,1 0 0,-1 0 0,1 0 0,-1 0 1,6-1-1,-6 3 20,-1 1 0,0-1 0,1 1 0,-1-1 0,0 1 1,0 0-1,1 0 0,-1 0 0,0 0 0,0 0 0,0 0 0,0 0 0,0 1 1,0-1-1,1 3 0,7 3-8,14 8-20,-10-7 7,0 0 0,19 17 0,-30-22 69,2 0 0,-1-1 0,0 1 1,0-1-1,1 0 0,0 0 0,-1 0 1,1 0-1,0-1 0,0 0 0,0 0 0,0 0 1,0-1-1,-1 0 0,8 0 0,-4 0 128,0-1-1,-1 0 0,1 0 1,-1-1-1,1 0 0,-1 0 1,1-1-1,-1 0 0,7-4 1,-8 4-44,-1-1 0,1-1 0,-1 1 0,0-1 0,0 0 0,-1 0 0,0 0 0,0-1 0,0 1 0,0-1 0,-1 0 0,0 0 0,0 0 1,-1-1-1,0 1 0,0-1 0,0 1 0,-1-1 0,0 0 0,1-7 0,-2 12-216,-1-1 0,1 1 0,-1-1 0,1 0 0,-1 1 0,0-1 0,1 1 0,-1-1 0,-1 1 0,1 0 0,0 0 0,-1-1 0,1 1 0,-1 0 0,1 0 0,-1 0 0,0 0 0,0 1 0,0-1 0,0 0 0,0 1 0,0-1 0,-1 1 0,1 0 0,0 0 0,-1 0 0,-2-1 1,-6-2-821,-1 0 1,1 1 0,-1 0 0,-22-2-1,-53-1-7922,46 3-239</inkml:trace>
</inkml:ink>
</file>

<file path=ppt/ink/ink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36.625"/>
    </inkml:context>
    <inkml:brush xml:id="br0">
      <inkml:brushProperty name="width" value="0.025" units="cm"/>
      <inkml:brushProperty name="height" value="0.025" units="cm"/>
    </inkml:brush>
  </inkml:definitions>
  <inkml:trace contextRef="#ctx0" brushRef="#br0">35 112 11637,'2'-9'820,"1"-1"345,-3 2 5646,0 8-6715,0 1 0,0-1 1,-1 0-1,1 1 0,0-1 1,-1 1-1,1-1 0,0 0 1,-1 1-1,1-1 0,0 1 1,-1-1-1,1 0 1,-1 0-1,1 1 0,-1-1 1,1 0-1,0 0 0,-1 1 1,1-1-1,-2 0 0,2 0-15,-1 1-1,0-1 0,0 0 0,0 1 0,0-1 1,0 1-1,0 0 0,1-1 0,-1 1 0,0 0 0,0-1 1,1 1-1,-1 0 0,0 0 0,1 0 0,-1 0 1,-3 12 151,0 1 1,1-1 0,1 0 0,0 1 0,0 0-1,2-1 1,0 17 0,1-24-212,0 0 0,-1 1-1,2-1 1,-1 0 0,1 0 0,0 0 0,0 0 0,1-1-1,-1 1 1,1-1 0,1 1 0,-1-1 0,1 0 0,0 0-1,0 0 1,0-1 0,1 0 0,6 6 0,-8-9 0,-1 1 0,1-1 0,0 0 1,0 0-1,-1 0 0,1 0 0,0-1 0,0 1 1,0-1-1,0 1 0,0-1 0,0 0 1,0-1-1,0 1 0,0 0 0,0-1 0,0 1 1,0-1-1,-1 0 0,1 0 0,0 0 0,4-3 1,3-1 80,1-2 0,-1 1 0,16-13 0,-17 11-54,-1 0-1,0 0 1,0-1 0,-1 0 0,0 0-1,-1 0 1,0-1 0,0 0-1,-1-1 1,5-12 0,0-10-338,14-65 0,-23 93 216,-1 1-29,1 1 0,-1-1 0,0 1-1,0 0 1,0-1 0,-1 1 0,1 0 0,-3-7 0,2 3-72,0 3-153,0 5 297,-1 1 0,0-1 0,0 0 0,1 1 0,-1 0 0,1-1 0,-1 1 0,1 0 0,0 0 0,-1 0 0,1 0 0,0 0 0,0 0 0,1 0 0,-1 0-1,0 0 1,1 0 0,-1 0 0,1 1 0,0-1 0,-1 3 0,1 4-16,0 0 1,0 0-1,1 0 0,2 11 1,0-9-1,0 0 0,1 0 1,0 0-1,1 0 1,0-1-1,1 0 0,0 0 1,1 0-1,0-1 1,0 0-1,1 0 0,0 0 1,0-1-1,1-1 1,0 1-1,1-2 0,15 10 1,-22-15-41,-1 1 0,1-1 0,-1 0 0,1 0 0,-1-1 1,1 1-1,0-1 0,0 1 0,-1-1 0,1 0 0,0 0 0,0 0 0,3 0 1,8-1-292,5 1-390,1-1 0,-1 0-1,1-2 1,-1 0 0,0-2-1,21-7 1,16-9-4517,0-3-3229</inkml:trace>
</inkml:ink>
</file>

<file path=ppt/ink/ink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37.319"/>
    </inkml:context>
    <inkml:brush xml:id="br0">
      <inkml:brushProperty name="width" value="0.025" units="cm"/>
      <inkml:brushProperty name="height" value="0.025" units="cm"/>
    </inkml:brush>
  </inkml:definitions>
  <inkml:trace contextRef="#ctx0" brushRef="#br0">200 125 11053,'-4'0'275,"-1"0"1,1 0-1,0 1 1,-1-1-1,1 1 0,0 0 1,-1 0-1,1 1 1,0-1-1,0 1 0,0 0 1,0 0-1,1 1 1,-1-1-1,0 1 0,1-1 1,0 1-1,-5 6 0,-9 7 771,2 1 0,-16 22 0,25-30-699,0 1 0,0-1 1,2 1-1,-1 0 0,1 0 1,-5 20-1,-7 15 1264,16-42-865,5 13 704,-5-15-1408,0-1-1,0 1 1,0 0 0,1-1-1,-1 1 1,0 0 0,0-1-1,1 1 1,-1 0 0,0-1-1,1 1 1,-1 0 0,1-1-1,-1 1 1,1-1 0,-1 1-1,1-1 1,-1 1 0,1-1-1,-1 1 1,1-1 0,0 0-1,-1 1 1,1-1-1,0 0 1,-1 0 0,1 1-1,0-1 1,-1 0 0,1 0-1,0 0 1,0 0 0,-1 0-1,1 0 1,0 0 0,-1 0-1,1 0 1,0 0 0,0 0-1,0-1 1,4 1-61,6-1 158,0-1-1,0 0 1,0-1 0,0 0-1,-1-1 1,1 0 0,-1 0-1,12-8 1,8-6-67,33-27-1,-61 44-79,3-3-174,0 0 0,0 0 1,0 0-1,-1-1 1,0 1-1,0-1 0,0 0 1,0-1-1,-1 1 1,0-1-1,4-9 1,-6 12 56,0-1 1,0 0-1,0 1 1,-1-1-1,1 0 1,-1 0-1,0 0 1,0 1-1,-1-1 1,1 0 0,-1 0-1,0 1 1,0-1-1,0 0 1,0 1-1,-1-1 1,1 1-1,-4-6 1,-23-41-1156,27 49 1585,20 1 399,-6 3-213,0-1 1,0 1-1,-1 1 1,19 8 0,10 2 431,154 51 261,-171-57-2009,-19-6 512,0 0 0,0 0 0,0 0 0,0 0 0,0-1 0,1 0 0,-1 0 0,0-1 0,1 1 0,-1-1 1,1 0-1,-1-1 0,0 1 0,1-1 0,-1 0 0,8-3 0,15-9-201,-1-1-1,46-34 1,-55 35 670,5 0 258,1 0 1,0 2 0,45-15 0,-4 1 739,-37 17-574,-27 8-568,-1 0 0,1 0 0,0 0 0,0 0 0,-1 1 1,1-1-1,0 0 0,-1 1 0,1-1 0,-1 1 1,1-1-1,0 0 0,-1 1 0,1-1 0,-1 1 0,1 0 1,-1-1-1,1 1 0,-1 0 0,1 0 9,2 2-62,-1-1-1,0 0 1,0 1-1,0-1 1,-1 1-1,1 0 1,-1 0-1,1-1 1,-1 1-1,0 0 0,0 0 1,0 0-1,0 0 1,0 5-1,0 4-204,-1-1 0,-1 19 0,0-5 106,1-22 281,2-19 379,-1 10-286,1-1 0,-1 1 0,1 0 0,0 0 0,1 0 0,-1 1 0,1-1 0,0 0 0,1 1-1,-1 0 1,1 0 0,0 0 0,7-6 0,-4 3-4,0 2 0,0-1 0,1 1 0,0 0 0,0 0 0,0 1 0,1 1 0,0-1 0,0 1 0,0 1 0,11-4 0,19 1-167,-30 5-4551,0 1-4635</inkml:trace>
</inkml:ink>
</file>

<file path=ppt/ink/ink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38.563"/>
    </inkml:context>
    <inkml:brush xml:id="br0">
      <inkml:brushProperty name="width" value="0.025" units="cm"/>
      <inkml:brushProperty name="height" value="0.025" units="cm"/>
    </inkml:brush>
  </inkml:definitions>
  <inkml:trace contextRef="#ctx0" brushRef="#br0">408 8 11541,'0'0'6846,"-3"0"-5670,-7-2-334,3 0-641,0 1 0,1 0 0,-1 0 0,0 1 0,0 0 0,0 0 0,0 0-1,0 1 1,0 0 0,-8 3 0,-21 9-300,0 1 0,1 2 0,1 2 0,-47 32 0,67-41 143,1 1 0,1 0 0,0 0 0,0 1 0,-11 15 0,21-23 283,15 5 1044,-3-4-1082,0 0 0,0-1 1,1 0-1,-1 0 1,1-1-1,-1-1 1,1 1-1,0-2 1,17 0-1,-7 0 75,27 1 296,0 0 328,61 8 0,-107-9-979,-1 0 0,1 1 0,0-1 1,-1 0-1,1 1 0,-1 0 0,1-1 0,-1 1 0,1 0 0,-1 0 1,1 0-1,-1 0 0,1 0 0,-1 0 0,0 0 0,0 0 0,0 0 1,0 1-1,0-1 0,0 1 0,2 2 0,-2-1-72,0 0 1,0 0-1,-1 1 0,1-1 0,-1 0 1,0 0-1,1 1 0,-1-1 0,-1 0 1,0 7-1,-1 1-513,-1 1 0,-1-1-1,0 0 1,0 0 0,-11 17 0,-20 24-3988,7-19-1793,-9 3-5768</inkml:trace>
</inkml:ink>
</file>

<file path=ppt/ink/ink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39.873"/>
    </inkml:context>
    <inkml:brush xml:id="br0">
      <inkml:brushProperty name="width" value="0.025" units="cm"/>
      <inkml:brushProperty name="height" value="0.025" units="cm"/>
    </inkml:brush>
  </inkml:definitions>
  <inkml:trace contextRef="#ctx0" brushRef="#br0">136 753 11845,'-25'16'2757,"19"-12"-2416,0 0 0,0 0 0,0 0 0,0 0 0,1 1 0,0 0 0,-5 7 0,-1 3-134,2-4 11,1 0 0,0 1 0,1-1 1,-10 24-1,17-33-161,0 0 1,-1 0-1,1-1 0,0 1 1,0 0-1,0 0 1,1 0-1,-1-1 1,0 1-1,1 0 0,-1 0 1,1-1-1,-1 1 1,1 0-1,0-1 1,0 1-1,0-1 0,0 1 1,0-1-1,0 1 1,0-1-1,1 0 1,-1 0-1,0 1 0,1-1 1,-1 0-1,4 2 1,-1 0 36,1 0 0,1 0 1,-1 0-1,0-1 0,1 1 0,-1-1 1,10 2-1,31 13 266,-43-16-280,0-1-110,20 0-105,-12 0-3518,-25-27 5977,13 26-2299,0 0 0,0-1 0,1 1 0,-1-1 0,1 0 0,-1 1 0,1-1 0,-1 1 0,1-1 0,0 0 1,0 1-1,0-1 0,0 0 0,0 1 0,0-1 0,0 0 0,1 1 0,-1-1 0,1 0 0,-1 1 0,1-1 0,-1 1 0,1-1 0,0 1 0,0-1 0,1-1 1,0 1 40,13-8-68,-12 8-27,0 0-1,0 1 0,1 0 1,-1-1-1,0 1 1,1 0-1,-1 1 0,0-1 1,1 1-1,-1-1 0,1 1 1,3 0-1,43 8-690,-42-6 337,0 0 0,1 0-1,-1-1 1,0 0 0,1-1-1,11-1 1,-11 0 103,-1-1-1,-1 0 1,1 0 0,0-1 0,0 0-1,-1 0 1,0-1 0,0 0 0,0 0-1,0 0 1,6-7 0,-1 0 457,-1 0-1,-1-1 1,0-1 0,-1 1-1,9-17 1,29-55 6025,-46 82-5253,-3 5-751,-2 5-154,-1 0 1,1 0-1,1 1 1,0 0-1,0-1 1,0 1-1,1 0 0,1 0 1,-2 16-1,-4 42 105,7-63-86,1-4-48,1 1 0,0 0-1,0-1 1,0 1 0,1-1 0,-1 1 0,0-1 0,0 0 0,0 0 0,0 0 0,0 0 0,0 0 0,0-1-1,0 1 1,0-1 0,0 1 0,0-1 0,0 0 0,0 0 0,0 0 0,0 0 0,0 0 0,-1 0 0,1 0-1,0 0 1,-1-1 0,1 1 0,-1-1 0,1 1 0,-1-1 0,0 0 0,2-3 0,18-24 62,-15 22-60,0-1-1,-1 1 0,0-1 0,-1 0 0,0 0 0,6-16 0,-10 23-26,6-19-19,-5 19 2,-1 0 1,0 0-1,0 0 0,1 1 0,-1-1 1,0 0-1,1 0 0,-1 0 0,1 1 1,-1-1-1,1 0 0,-1 1 1,1-1-1,0 0 0,-1 1 0,1-1 1,0 1-1,-1-1 0,2 0 0,-2-15-538,0 14 463,0 0 0,0 1 1,1-1-1,-1 0 0,0 0 0,1 0 0,-1 1 1,1-1-1,0 0 0,0 1 0,0-1 0,0 1 1,0-1-1,0 1 0,0-1 0,0 1 0,0 0 0,1-1 1,1 0-1,-3 1 157,2 0-267,21-20 223,-18 17 48,2-3 49,0 0 0,-1-1-1,6-8 1,-10 15-130,0-1 0,0 0 1,0 1-1,1 0 0,-1-1 1,0 1-1,0 0 0,1 0 0,-1 0 1,1 0-1,3 0 0,7 0-263,-12 1 148,1 0 1,0-1 0,0 1-1,0 0 1,0 0 0,0 0-1,0 0 1,0 0-1,-1 1 1,1-1 0,0 1-1,0-1 1,0 1 0,-1 0-1,1-1 1,0 1 0,0 0-1,-1 0 1,1 0 0,-1 0-1,1 1 1,-1-1 0,0 0-1,1 1 1,-1-1 0,2 4-1,4 4-556,-6-8 19,2-1 82,5-1 480,0 0 0,1 0 0,-1-1 0,0-1 0,0 1 0,-1-1 0,1-1 0,-1 1 0,1-1 0,-1-1-1,12-8 1,27-16 152,-10 11 34,-3 2-514,0-2 0,-1-1 0,41-32 0,-71 49 342,-1 1 0,0 0 0,1-1 0,-1 1 0,0 0 0,0-1-1,0 0 1,0 1 0,0-1 0,0 0 0,-1 1 0,1-1 0,0 0 0,-1 0-1,1 1 1,-1-1 0,0 0 0,0 0 0,0 0 0,0 0 0,0 0 0,0 1-1,0-1 1,0 0 0,-2-3 0,-1-3 48,0 0 0,-1 0 1,1 0-1,-9-11 0,6 11 556,2 0-1,-1-1 1,-3-8 0,2-6 1253,-6-37-1,10 42-578,-1 0 0,-1 0 0,-1 1-1,-12-31 1,13 37-315,0 0 0,1-1 0,0 0 0,-2-18 0,5 26-344,1 11-102,45 183 531,-27-125-808,74 249-1057,13-4 1,168 340-1,-265-632 796,1 1-1,18 25 0,-26-44 115,-1-1-1,0 1 1,0 0-1,0-1 1,0 1-1,0-1 1,0 1-1,-1-1 1,1 1-1,0-1 1,0 0-1,0 1 1,0-1-1,-1 0 1,1 0-1,0 0 1,-1 1-1,2-3 1,1-2 3,0 0-1,-1 0 1,0 0 0,0 0 0,0 0-1,0-1 1,-1 1 0,2-10 0,1-50 16,-4 42-6,2-86 5,-5-1-1,-5 1 0,-5 0 0,-43-172 0,51 258-198,-2 1 1,0 0-1,-21-41 1,25 58-76,0 0 1,0-1 0,-1 1-1,0 0 1,0 1 0,0-1-1,-1 1 1,1 0 0,-1 0-1,0 0 1,0 1 0,0-1-1,-1 1 1,1 1 0,-1-1-1,0 1 1,1 0 0,-1 0-1,-10-1 1,10 2-831,-1 0 1,0 1-1,0 0 1,-9 1-1,-27 8-7639</inkml:trace>
</inkml:ink>
</file>

<file path=ppt/ink/ink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40.456"/>
    </inkml:context>
    <inkml:brush xml:id="br0">
      <inkml:brushProperty name="width" value="0.025" units="cm"/>
      <inkml:brushProperty name="height" value="0.025" units="cm"/>
    </inkml:brush>
  </inkml:definitions>
  <inkml:trace contextRef="#ctx0" brushRef="#br0">299 669 11509,'0'-9'661,"1"0"-1,0 0 1,0 0-1,1 0 1,4-12-1,-6 15-77,-1 0-1,0 0 1,0 0 0,0 0 0,0 0-1,-1 0 1,-3-7 0,2 3 49,-27-105 1295,17 60-1550,-29-75 0,33 108-370,-43-91-131,47 103 83,-1 0 1,0 1-1,-1 0 1,0 0-1,0 0 0,-1 1 1,0 1-1,-15-12 1,21 17 24,0 1-1,0 0 1,0-1 0,0 1 0,0 0-1,0 0 1,-1 1 0,1-1 0,0 0-1,0 1 1,0-1 0,-1 1 0,1 0 0,0-1-1,-1 1 1,-2 1 0,4-1 11,-1 1 0,1-1 0,0 1-1,-1-1 1,1 1 0,0 0 0,0 0 0,0-1 0,0 1 0,0 0 0,0 0 0,0 0-1,0 0 1,0 0 0,0 1 0,0-1 0,0 0 0,1 0 0,-2 2 0,0 4-2,0-1 0,1 0 0,-1 1 1,1-1-1,0 1 0,1 0 1,0-1-1,1 13 0,1 0-12,2 0 1,0-1-1,1 1 0,8 18 0,34 69 112,-45-102-89,18 33 101,2-1-1,1-1 1,2-2 0,51 55-1,-64-76-59,-1-1-1,1-1 1,17 13-1,-24-19-54,1-1-1,0 1 1,0-1-1,1 0 1,-1 0-1,1-1 1,-1 1-1,1-2 1,12 3-1,-16-4-39,-1 0-1,1 0 0,-1-1 0,0 1 0,1-1 1,-1 0-1,0 1 0,0-1 0,1 0 1,-1 0-1,0-1 0,0 1 0,0 0 0,0-1 1,0 1-1,0-1 0,-1 1 0,4-5 0,1-1-249,0-1 0,9-18 1,-14 25 287,4-8-193,-1-1 0,0-1-1,0 1 1,-1-1 0,-1 1 0,3-19 0,0-65 425,-5 92 239,7-13 153,-6 14-598,-1 1 0,0-1 0,0 1-1,0 0 1,0-1 0,1 1 0,-1 0 0,0 0 0,0-1-1,0 1 1,1 0 0,-1-1 0,0 1 0,1 0 0,-1 0 0,0 0-1,0-1 1,1 1 0,-1 0 0,1 0 0,-1 0 0,0 0 0,1 0-1,-1 0 1,0-1 0,1 1 0,-1 0 0,0 0 0,1 0 0,-1 0-1,1 0 1,-1 1 0,13 8 263,10 25 174,-19-27-252,102 153 869,-96-147-1389,-8-10-494,-21-22-18621</inkml:trace>
</inkml:ink>
</file>

<file path=ppt/ink/ink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40.566"/>
    </inkml:context>
    <inkml:brush xml:id="br0">
      <inkml:brushProperty name="width" value="0.025" units="cm"/>
      <inkml:brushProperty name="height" value="0.025" units="cm"/>
    </inkml:brush>
  </inkml:definitions>
  <inkml:trace contextRef="#ctx0" brushRef="#br0">6 14 10713,'-5'-14'1400,"5"30"-10529</inkml:trace>
</inkml:ink>
</file>

<file path=ppt/ink/ink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41.008"/>
    </inkml:context>
    <inkml:brush xml:id="br0">
      <inkml:brushProperty name="width" value="0.025" units="cm"/>
      <inkml:brushProperty name="height" value="0.025" units="cm"/>
    </inkml:brush>
  </inkml:definitions>
  <inkml:trace contextRef="#ctx0" brushRef="#br0">32 291 11585,'-29'39'1132,"29"-38"-1070,-1 0-1,1 0 0,-1 0 1,1 1-1,0-1 1,-1 0-1,1 0 0,0 1 1,0-1-1,0 0 1,0 1-1,0-1 0,0 0 1,0 0-1,1 1 1,-1-1-1,0 0 0,1 0 1,0 2-1,2 9 377,-2 15-35,-1-21-618,-1 1 0,1 0 0,1-1 1,-1 1-1,1-1 0,1 1 0,-1-1 0,1 1 0,0-1 0,1 0 0,-1 0 1,1 0-1,6 10 0,-8-14 255,1-1 1,-1 1 0,0 0-1,1-1 1,-1 1 0,1-1-1,-1 0 1,1 1 0,0-1-1,0 0 1,-1 0-1,1 0 1,0 0 0,0 0-1,0-1 1,0 1 0,0-1-1,0 1 1,1-1 0,-1 0-1,0 0 1,0 1-1,0-2 1,0 1 0,0 0-1,0 0 1,0-1 0,4 0-1,1-3 375,1 1-1,-1-2 1,0 1-1,0-1 1,0 0-1,6-7 1,14-9 958,5-4 464,31-31 1,-47 41-1329,-7 8-216,0 0 0,0 1 0,14-7 0,21-16 350,-40 26-747,0 1 0,0 0-1,0 0 1,0 0 0,1 0-1,-1 1 1,0-1 0,1 1-1,-1 0 1,6 0 0,-6 1-333,-1 0 0,1-1 0,0 1 0,-1-1 0,1 0 1,-1 0-1,1 0 0,-1-1 0,0 1 0,1-1 0,-1 0 0,0 0 1,0 0-1,0 0 0,0 0 0,-1-1 0,5-4 0,65-95 571,8 6 4785,-41 47-1909,-39 49-2994,0 0 0,0 0 0,0 0 1,0 0-1,0 0 0,1 0 0,-1 0 0,0 0 0,0 0 0,0 0 0,0 0 1,0 0-1,0-1 0,0 1 0,0 0 0,0 0 0,0 0 0,1 0 0,-1 0 0,0 0 1,0 0-1,0 0 0,0 0 0,0 0 0,0 0 0,0 0 0,0 0 0,0 1 1,0-1-1,1 0 0,-1 0 0,0 0 0,0 0 0,0 0 0,0 0 0,0 0 1,0 0-1,0 0 0,0 0 0,0 0 0,0 0 0,0 0 0,0 0 0,0 0 1,1 0-1,-1 1 0,0-1 0,0 0 0,0 0 0,0 0 0,0 0 0,0 0 1,0 0-1,0 0 0,0 0 0,0 0 0,0 1 0,0-1 0,0 0 0,0 0 0,14 22 704,0 1 0,-2 1-1,-1-1 1,12 36 0,23 109 461,-32-86-1239,5 112 0,-18-174-192,1 10-727,-2 1 1,0 0-1,-9 51 1,6-64-899,-2 0 0,0 0 0,-1 0-1,-10 21 1,-18 23-9538</inkml:trace>
</inkml:ink>
</file>

<file path=ppt/ink/ink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41.573"/>
    </inkml:context>
    <inkml:brush xml:id="br0">
      <inkml:brushProperty name="width" value="0.025" units="cm"/>
      <inkml:brushProperty name="height" value="0.025" units="cm"/>
    </inkml:brush>
  </inkml:definitions>
  <inkml:trace contextRef="#ctx0" brushRef="#br0">35 160 8225,'-2'1'188,"1"1"0,0-1 1,-1 1-1,1-1 0,0 1 1,0-1-1,0 1 0,0 0 1,0 0-1,1-1 0,-1 1 1,0 0-1,1 0 0,-1 0 1,1 0-1,0 0 0,0 0 0,-1 0 1,2 3-1,-2-1 182,1 0-1,-1-1 1,0 1 0,0 0-1,0 0 1,0 0 0,-3 3-1,2-2 18,1 0-1,-1-1 0,1 1 1,-1 0-1,0 8 0,2-1 42,1 1 1,0-1-1,0 0 0,1 0 0,1 0 0,7 22 0,-7-24-259,1-1-1,0 0 0,0 0 1,1-1-1,0 1 0,1-1 1,0 0-1,0 0 0,8 7 1,-9-11-107,-1 0 1,1-1 0,0 0-1,-1 0 1,2 0 0,-1-1-1,0 1 1,0-1 0,1-1-1,-1 1 1,1-1-1,-1 0 1,1 0 0,0 0-1,0-1 1,-1 0 0,1 0-1,0 0 1,0-1 0,-1 0-1,1 0 1,-1 0 0,1-1-1,8-3 1,0-2-7,0 0 0,-1-1 0,0 0 1,0-1-1,-1 0 0,-1-1 0,21-21 0,-18 16-151,-5 6-378,0 0 1,-1 0-1,0-1 1,10-17-1,-17 25-322,2 2-465,2 1 1152,-1 1 1,0-1-1,0 1 0,0-1 1,0 1-1,0 1 0,0-1 1,4 4-1,-3-3 152,0 0 0,0 0 1,0 0-1,0 0 0,0-1 0,11 3 1,-8-3 117,1-1-1,-1 0 1,0 0 0,1-1 0,-1 0-1,0-1 1,1 0 0,-1 0 0,0-1 0,0 0-1,1 0 1,-2-1 0,1 0 0,0 0 0,-1-1-1,1 0 1,-1 0 0,0-1 0,0 0-1,7-7 1,5-7 680,-1 0 0,-1-2 1,0 0-1,-2 0 0,14-26 0,-20 33-446,-6 10-235,0 0-1,0 0 0,-1-1 1,0 1-1,0-1 0,2-6 1,-3 9-151,-1 0 0,0 1 0,0-1 0,0 0 0,0 0 0,0 1 0,0-1 0,0 0 0,-1 0 0,1 1 0,-1-1 0,1 0 0,-1 1 0,0-1 0,0 0 1,0 1-1,1-1 0,-2 1 0,1-1 0,0 1 0,0 0 0,-2-2 0,-4-3-312,0 0 1,0 1-1,0 1 1,-1-1-1,1 1 1,-1 0-1,-16-5 1,-63-15-5367,75 22 4506,-23-4-5169,-1 3-4102</inkml:trace>
</inkml:ink>
</file>

<file path=ppt/ink/ink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41.822"/>
    </inkml:context>
    <inkml:brush xml:id="br0">
      <inkml:brushProperty name="width" value="0.025" units="cm"/>
      <inkml:brushProperty name="height" value="0.025" units="cm"/>
    </inkml:brush>
  </inkml:definitions>
  <inkml:trace contextRef="#ctx0" brushRef="#br0">1 1 16021,'32'0'3325,"-43"13"-2061,1 1-376,12 2-168,1-3-148,5 14-320,0-5-272,-2-1-580,-4 4-804,1-12-956,0 3-3205</inkml:trace>
</inkml:ink>
</file>

<file path=ppt/ink/ink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41.996"/>
    </inkml:context>
    <inkml:brush xml:id="br0">
      <inkml:brushProperty name="width" value="0.025" units="cm"/>
      <inkml:brushProperty name="height" value="0.025" units="cm"/>
    </inkml:brush>
  </inkml:definitions>
  <inkml:trace contextRef="#ctx0" brushRef="#br0">11 0 17926,'-1'3'255,"-1"2"91,0 1 1,1-1 0,-1 1-1,1-1 1,1 1-1,-1-1 1,1 1-1,0-1 1,0 1 0,1 0-1,-1-1 1,1 1-1,0-1 1,4 9-1,70 213 3898,-27-73-3572,54 122-2401,-33-92-4354,-68-181 5119,0 1 1,1 0 0,-1 0 0,-1-1 0,1 1 0,0 0 0,-1 0 0,0 5-1,0 10-7866</inkml:trace>
</inkml:ink>
</file>

<file path=ppt/ink/ink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42.405"/>
    </inkml:context>
    <inkml:brush xml:id="br0">
      <inkml:brushProperty name="width" value="0.025" units="cm"/>
      <inkml:brushProperty name="height" value="0.025" units="cm"/>
    </inkml:brush>
  </inkml:definitions>
  <inkml:trace contextRef="#ctx0" brushRef="#br0">0 227 14189,'0'0'261,"0"1"0,0-1-1,1 1 1,-1-1 0,0 1 0,0-1-1,0 1 1,1-1 0,-1 1 0,0-1-1,1 1 1,-1-1 0,0 1-1,1-1 1,-1 0 0,0 1 0,1-1-1,-1 0 1,1 1 0,-1-1 0,1 0-1,-1 0 1,1 1 0,0-1-1,20 6 1054,23-4-1540,-43-2 302,37-2-811,0-1 1,-1-2-1,40-11 0,-70 14 739,-1 0 0,0-1 0,0 0 0,0 0 0,0-1 0,-1 1 0,0-1 0,1-1 0,-1 1 0,-1-1 1,1 1-1,-1-1 0,1-1 0,-1 1 0,-1-1 0,1 1 0,4-13 0,-5 13 289,-1 0-1,1 0 1,-1 0-1,0-1 1,-1 1-1,1-1 1,-1 1-1,0-1 1,-1 1-1,0-1 1,1 0-1,-2 1 0,1-1 1,-1 0-1,1 1 1,-2-1-1,1 1 1,0-1-1,-4-6 1,1-1 454,3 10 325,-3 5-702,1-1-339,0 1 0,0 1 0,0-1 0,1 0-1,-1 1 1,0 0 0,1-1 0,-1 1 0,1 0-1,0 0 1,0 0 0,0 1 0,1-1 0,-1 0-1,1 1 1,0-1 0,0 1 0,0-1 0,0 1-1,0 0 1,1-1 0,0 5 0,-2 8 22,2 1-1,0-1 1,1 0 0,4 17 0,4 9-42,3 0 1,31 76-1,-41-114-9,2 4 13,0 0 1,1 0-1,0-1 1,0 1-1,0-1 1,1-1-1,11 11 1,-14-14 5,0 0 24,0-1 0,0 0 0,0 1 1,0-1-1,1 0 0,-1-1 0,1 1 0,-1-1 1,1 1-1,-1-1 0,1 0 0,0 0 0,-1-1 1,1 1-1,0-1 0,0 0 0,0 0 0,4 0 1,6-2 152,1-1 0,-1 0 1,19-6-1,1-1 173,0 2-32,42-9 509,-69 16-804,0 0 0,1 1 0,-1 0 0,1 0 0,-1 0 0,1 1 0,13 3 0,-19-2-139,1-1 1,-1 1 0,0-1-1,1 1 1,-1 0 0,0-1-1,0 1 1,0 1 0,0-1 0,0 0-1,0 0 1,-1 1 0,1-1-1,-1 1 1,0-1 0,2 6-1,2 1-466,-3-5-209,0 1 1,-1-1-1,1 1 1,-1 0 0,0-1-1,0 1 1,-1 0-1,0 0 1,1-1-1,-2 1 1,1 0-1,0 0 1,-1-1 0,-1 7-1,0 2-2795,-2 17-7939</inkml:trace>
</inkml:ink>
</file>

<file path=ppt/ink/ink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42.547"/>
    </inkml:context>
    <inkml:brush xml:id="br0">
      <inkml:brushProperty name="width" value="0.025" units="cm"/>
      <inkml:brushProperty name="height" value="0.025" units="cm"/>
    </inkml:brush>
  </inkml:definitions>
  <inkml:trace contextRef="#ctx0" brushRef="#br0">71 30 18614,'-54'-29'6432,"37"34"-28494</inkml:trace>
</inkml:ink>
</file>

<file path=ppt/ink/ink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43.082"/>
    </inkml:context>
    <inkml:brush xml:id="br0">
      <inkml:brushProperty name="width" value="0.025" units="cm"/>
      <inkml:brushProperty name="height" value="0.025" units="cm"/>
    </inkml:brush>
  </inkml:definitions>
  <inkml:trace contextRef="#ctx0" brushRef="#br0">1 215 11041,'11'11'10388,"-11"-8"-9547,2 8-562,1 0 1,0 0-1,1-1 0,0 0 1,1 0-1,6 11 1,41 61 597,-43-71-747,89 134 808,-67-113-110,-31-32-823,0 0-1,0 0 1,0 0 0,-1 0-1,1 0 1,0 0 0,0-1-1,0 1 1,0 0 0,0 0-1,0 0 1,0 0 0,0 0-1,0 0 1,0 0 0,1 0-1,-1 0 1,0 0 0,0-1-1,0 1 1,0 0 0,0 0-1,0 0 1,0 0 0,0 0 0,0 0-1,0 0 1,0 0 0,0 0-1,0 0 1,0 0 0,0 0-1,0 0 1,0 0 0,1-1-1,-1 1 1,0 0 0,0 0-1,0 0 1,0 0 0,0 0-1,0 0 1,0 0 0,0 0-1,0 0 1,0 0 0,0 0-1,1 0 1,-1 0 0,0 0-1,0 0 1,0 0 0,0 0-1,0 0 1,0 0 0,0 0-1,0 0 1,0 1 0,0-1-1,1 0 1,-1 0 0,0 0-1,0 0 1,4-15 150,-1 1 0,0-1 0,-1 1 1,0-1-1,-1 0 0,-2-15 0,-11-93 394,3 51-230,-5-29 30,8 61-686,-4-65 0,11 104 260,-1 0 0,0 0-1,1 0 1,-1 0 0,0 1-1,1-1 1,-1 0 0,1 0-1,-1 1 1,1-1-1,0 0 1,-1 1 0,1-1-1,-1 1 1,1-1 0,0 1-1,0-1 1,-1 1 0,1-1-1,0 1 1,1-1 0,14-5-897,-11 5 632,0 1 0,0 0 0,-1 0-1,1 1 1,0-1 0,-1 1 0,1 0-1,-1 0 1,1 0 0,7 4 0,8 2-1505,31 14-4961,-40-16 4675,26 11-6583</inkml:trace>
</inkml:ink>
</file>

<file path=ppt/ink/ink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43.804"/>
    </inkml:context>
    <inkml:brush xml:id="br0">
      <inkml:brushProperty name="width" value="0.025" units="cm"/>
      <inkml:brushProperty name="height" value="0.025" units="cm"/>
    </inkml:brush>
  </inkml:definitions>
  <inkml:trace contextRef="#ctx0" brushRef="#br0">103 575 14605,'-1'1'74,"1"-1"0,0 0 1,0 0-1,-1 0 0,1 0 0,0 0 0,-1 0 0,1 0 0,0 0 0,-1 0 0,1 0 0,0 0 0,-1 0 0,1 0 1,0 0-1,-1 0 0,1 0 0,0 0 0,-1 0 0,1 0 0,0 0 0,-1 0 0,1 0 0,0-1 0,-1 1 0,1 0 0,0 0 1,0 0-1,-1-1 0,1 1 0,0 0 0,0 0 0,-1-1 0,1 1 0,0 0 0,0-1 0,-1 1 0,6-15 2506,-2 9-1784,1 1 1,0 0-1,0-1 0,7-4 1,7-4-152,-5 6-1144,-25 13-274,-40 16-313,42-19 1054,1 2 0,-1-1 0,1 2-1,0-1 1,0 1 0,1 0 0,-15 12 0,21-16 670,4 0-365,4 2-117,0 0 1,-1 0 0,1-1-1,1 0 1,-1 0 0,0-1 0,0 0-1,1 0 1,-1 0 0,0-1-1,1 0 1,-1 0 0,12-2-1,87-17 621,24-4-734,-105 20-553,0-2 0,28-8-1,-44 11 125,0-1-1,0 0 1,0-1-1,0 1 1,-1-2-1,1 1 1,-1-1-1,0 0 1,10-9 0,-16 11 191,1 1 0,0-1 0,-1 0 0,1 0 0,-1 1 1,0-1-1,0 0 0,0 0 0,0 0 0,0 0 0,-1-1 1,1 1-1,-1 0 0,0-4 0,0-2-71,-1 0-1,0-1 1,-4-15-1,-8-28 350,-24-88 2021,30 119-1078,-2 0 0,0 0 1,-1 1-1,-16-24 0,-5-3 1950,25 41-1294,11 24-918,233 596 1186,-129-362-2077,60 124-1643,-157-351 948,1 0 0,2-1-1,18 24 1,-33-47 807,0 0-1,1 0 1,-1-1 0,0 1 0,0 0 0,0 0-1,0 0 1,0 0 0,0 0 0,0 0 0,0 0-1,0 0 1,0 0 0,0 0 0,0 0 0,0 0-1,0-1 1,0 1 0,0 0 0,0 0 0,0 0-1,0 0 1,0 0 0,0 0 0,1 0 0,-1 0-1,0 0 1,0 0 0,0 0 0,0 0-1,0 0 1,0 0 0,0 0 0,0 0 0,0 0-1,0 0 1,0 0 0,1 0 0,-1 0 0,-1-12-226,0 0 0,-1 1 0,0-1 1,-1 1-1,0-1 0,-6-12 0,-35-72-950,27 63 813,14 27 321,-195-453-866,190 430 1169,1 0 1,1-1-1,2 0 0,1 1 0,1-53 0,2 78-57,0 7-259,-1 13-1039,0-1-1,-1 1 1,-1-1 0,0 0 0,-6 17-1,-3 5-4063,5-2-2823</inkml:trace>
</inkml:ink>
</file>

<file path=ppt/ink/ink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44.087"/>
    </inkml:context>
    <inkml:brush xml:id="br0">
      <inkml:brushProperty name="width" value="0.025" units="cm"/>
      <inkml:brushProperty name="height" value="0.025" units="cm"/>
    </inkml:brush>
  </inkml:definitions>
  <inkml:trace contextRef="#ctx0" brushRef="#br0">38 0 10333,'-11'30'2465,"5"-29"1179,-12-7-731,16 6 793,2 4-2083,5 25-887,1 0 0,1 0 1,1-1-1,22 48 1,63 110 3327,-64-133-3727,-4-2-546,23 40-899,-42-81 893,1 0-1,0-1 0,0 1 1,1-1-1,0-1 0,12 10 1,-18-17-201,0 1 1,0-1 0,1 0-1,-1 0 1,0 0 0,1 0-1,-1 0 1,0 0 0,1 0-1,-1-1 1,1 0 0,0 1 0,-1-1-1,6 0 1,-6 0-337,-1-1 1,1 1-1,0 0 1,-1-1-1,1 1 1,0-1-1,-1 0 1,1 1-1,-1-1 1,1 0-1,-1 0 1,3-2-1,9-7-10205</inkml:trace>
</inkml:ink>
</file>

<file path=ppt/ink/ink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44.430"/>
    </inkml:context>
    <inkml:brush xml:id="br0">
      <inkml:brushProperty name="width" value="0.025" units="cm"/>
      <inkml:brushProperty name="height" value="0.025" units="cm"/>
    </inkml:brush>
  </inkml:definitions>
  <inkml:trace contextRef="#ctx0" brushRef="#br0">128 1 12581,'-11'9'381,"2"-2"188,0 1-1,0 0 1,1 1-1,0 0 0,0 0 1,1 0-1,0 1 1,-6 13-1,5-7-276,2 2 0,0-1 0,1 1 0,1-1 0,0 1 0,2 1 0,0-1 0,1 0 0,0 0 0,2 1 0,4 32 0,-4-50-266,-1 1 1,0-1-1,1 0 0,-1 0 1,1 1-1,-1-1 0,1 0 1,-1 0-1,1 0 0,0 1 1,0-1-1,-1 0 0,1 0 1,0 0-1,0 0 0,0 0 1,0-1-1,0 1 0,0 0 1,1 0-1,-1-1 0,0 1 1,0-1-1,0 1 0,1-1 1,-1 1-1,0-1 0,1 0 1,-1 1-1,0-1 0,1 0 1,-1 0-1,0 0 0,1 0 1,2-1-1,-1 1 20,1-1 0,-1 0 0,1 0 0,-1 0 0,0 0 0,1-1-1,-1 1 1,0-1 0,0 0 0,0 1 0,0-2 0,0 1 0,-1 0 0,4-4 0,10-12 406,-1 0-1,0-2 1,-2 0 0,0 0 0,-1-2-1,13-33 1,-16 26 248,0-1-1,5-42 1,-13 68-300,-4 6-389,1 0-1,-1 0 1,1 0-1,0 0 1,0 1 0,0-1-1,0 1 1,0-1-1,1 1 1,-3 3 0,4-2-11,-1 0-1,1 0 1,0 0 0,0 0 0,0 0 0,0 0 0,1 0 0,0-1 0,0 1 0,0 0-1,2 6 1,19 38-5,-18-40-119,1-1 1,0 0-1,0 0 1,1-1-1,-1 1 0,1-1 1,1 0-1,-1-1 1,1 0-1,0 0 1,1 0-1,-1-1 0,15 6 1,-16-7-234,1-1 0,-1 0 0,1 0 0,0-1 0,0 0 0,-1 0 0,1-1 0,0 1 0,0-1 0,0-1-1,7-1 1,2-1-955,-1-1-1,19-8 1,9-9-5498,-11 1-2434</inkml:trace>
</inkml:ink>
</file>

<file path=ppt/ink/ink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44.622"/>
    </inkml:context>
    <inkml:brush xml:id="br0">
      <inkml:brushProperty name="width" value="0.025" units="cm"/>
      <inkml:brushProperty name="height" value="0.025" units="cm"/>
    </inkml:brush>
  </inkml:definitions>
  <inkml:trace contextRef="#ctx0" brushRef="#br0">62 0 13449,'-7'7'777,"1"-1"1,-1 1-1,2 0 0,-1 0 0,1 1 0,0-1 1,0 1-1,1 0 0,-6 16 0,10-21-675,-1-1-1,1 1 1,0 0-1,0-1 1,0 1-1,0-1 1,0 1-1,0-1 1,1 1-1,-1-1 1,1 1-1,0-1 1,0 1-1,0-1 1,0 0-1,0 1 0,0-1 1,0 0-1,1 0 1,0 0-1,2 3 1,4 5 323,0-1-1,1 0 1,12 10-1,-11-13-322,-1 1 0,1-1 0,1-1 0,-1 1 0,1-2 0,0 0 0,0 0 0,0-1 0,0 0 0,1-1 0,17 2 0,-14-3-827,-1-1-1,1 0 1,0-1-1,0-1 1,-1 0 0,1-1-1,-1 0 1,22-9-1,0-3-5649,-1 1-4113</inkml:trace>
</inkml:ink>
</file>

<file path=ppt/ink/ink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45.920"/>
    </inkml:context>
    <inkml:brush xml:id="br0">
      <inkml:brushProperty name="width" value="0.025" units="cm"/>
      <inkml:brushProperty name="height" value="0.025" units="cm"/>
    </inkml:brush>
  </inkml:definitions>
  <inkml:trace contextRef="#ctx0" brushRef="#br0">71 942 16201,'-7'10'2949,"9"-15"1525,-1 4-4202,0 0 0,-1-1-1,1 1 1,0 0 0,0 0 0,0 0 0,0 0 0,1 0-1,-1 0 1,0 0 0,0 0 0,1 0 0,-1 0-1,3 0 1,27-4 370,-28 5-545,2 14-1943,-2-6 1306,-14 0-46,-102 36-1805,111-43 3980,4 0-1502,0-1 1,1 1-1,-1 0 1,0 0-1,1 0 0,-1 0 1,0 0-1,0 0 1,3 3-1,11 5 151,245 85-429,-255-92-30,-1 0 1,1 0-1,-1-1 1,1 1-1,0-1 1,0-1-1,-1 1 1,1-1-1,0 0 0,0-1 1,0 1-1,-1-1 1,1 0-1,0-1 1,0 1-1,8-5 1,-6 2-80,-1 0 1,0 0-1,0-1 1,0 0 0,0 0-1,-1-1 1,0 1 0,0-2-1,-1 1 1,10-14-1,36-70-187,-16 26 3467,-33 62-2137,-24 16-49,20-11-753,-1 1 0,1-1 1,0 0-1,0 1 0,0-1 0,-2 7 0,-6 11 71,5-11-70,0 0 0,1 1-1,1-1 1,0 1 0,-3 15-1,-5 17 26,10-40-47,4-3-12,22 7 16,-25-7-24,0 0 1,0 0-1,0 0 1,0 0-1,1 0 1,-1 0-1,0 0 1,0 0 0,0 0-1,0 0 1,0 0-1,0 0 1,1 0-1,-1 0 1,0 0-1,0 0 1,0 0-1,0 0 1,0 0-1,0 0 1,1 0-1,-1 0 1,0 0-1,0 0 1,0 0-1,0 0 1,0 0-1,0 0 1,0 0-1,0 0 1,1 0-1,-1-1 1,0 1 0,0 0-1,0 0 1,0 0-1,0 0 1,0 0-1,0 0 1,0 0-1,0-1 1,0 1-1,0 0 1,0 0-1,0 0 1,14-21 61,-2 0-1,0 0 1,13-37 0,19-72 89,-41 120-127,22-77 82,-24 85-107,5 18-253,2 9 187,-5-15 57,1 1 1,8 16-1,-10-26 8,-1 1-1,1-1 1,0 0-1,-1 1 1,1-1-1,0 0 1,0 0-1,-1 0 1,1-1 0,4 2-1,-3-1 0,3-1 16,0-2 15,-2 1-15,0 0-1,0-1 1,0 0 0,0 0 0,0 0 0,0 0 0,-1-1-1,1 1 1,-1-1 0,0 0 0,5-4 0,9-18 247,-1-1 0,25-52 0,-28 52-133,-5 8-90,-1 4-113,0 0 0,10-14-1,-15 26-203,16 23-549,-3 7 410,-14-24 378,1 1-1,0-1 0,0 0 1,1 0-1,-1 0 0,1 0 1,0 0-1,0-1 0,0 0 0,1 1 1,4 2-1,-3-2 33,1 0 0,0 0 0,1-1-1,-1 0 1,1-1 0,-1 1 0,1-1 0,0 0-1,0-1 1,-1 0 0,1 0 0,0 0 0,0-1 0,0 0-1,0 0 1,13-3 0,8-1 50,-1-2 1,0-1-1,0-1 1,-1-1-1,0-1 1,-1-2-1,0-1 1,0 0-1,-2-2 1,0-1-1,29-24 0,-46 33-58,1 1-1,-1-1 0,0 1 0,-1-2 0,1 1 0,-2-1 0,1 1 1,6-16-1,-10 21-18,-1 0-1,1 0 1,-1 0 0,1-1 0,-1 1 0,0 0-1,1-1 1,-1 1 0,-1 0 0,1-1 0,0 1-1,0 0 1,-1 0 0,1-1 0,-2-3 0,0 4-24,1 0 1,-1 0-1,1 0 1,-1 0 0,1 1-1,-1-1 1,0 0 0,0 1-1,0-1 1,0 1-1,0 0 1,0-1 0,-1 1-1,1 0 1,0 0-1,-1 1 1,-3-2 0,-4 0-87,1 1 1,-1 0 0,1 1 0,-1 0 0,1 0-1,-12 2 1,-11 1-71,28-3 687,5 0-419,0 1 0,0 0-1,0 0 1,0 0 0,0 0-1,0 0 1,-1 0 0,1 0-1,0 0 1,-1 0 0,1 0 0,-1 0-1,1 2 1,10 12 282,-6-12-266,-1-1-1,1 0 0,0 0 0,0-1 1,0 1-1,0-1 0,0 0 1,0-1-1,5 1 0,49-1 336,-50 0-365,19-2 167,0-2-1,0-1 0,-1-1 1,33-12-1,-25 7-137,59-10 0,-88 20-197,0 0 0,-1-1 0,1 0 0,0 0-1,0 0 1,-1 0 0,1-1 0,-1 0 0,6-4 0,-9 5-545,-10-16-755,6 14 1332,0 0 0,0 0-1,-1 0 1,0 0 0,0 1 0,0-1 0,0 1-1,0 0 1,-5-4 0,1 2 389,1 0 1,-1 1-1,1-1 0,-10-3 1,14 7 633,1-1-503,-6-23 440,7 22 1299,2 2-1675,4-2-312,-5 2-120,-1 1 0,1-1 0,0 0 0,0 1 0,0-1 0,0 1 0,0 0-1,0-1 1,0 1 0,0 0 0,0 0 0,0-1 0,1 1 0,-1 0 0,0 0 0,0 0-1,0 0 1,0 0 0,0 1 0,0-1 0,0 0 0,2 1 0,3 3-475,-1-1 1,0 1-1,0 0 0,0 1 1,7 8-1,-4-5-232,-6-6 19,17-9-576,-12 3 1208,0 1 1,1-1-1,-1 0 1,-1-1-1,9-6 1,-7 5 107,0 0 0,0 1 0,17-9 0,20-5 270,71-20 0,-104 36-652,-1-1 0,0 0 0,19-10 0,-28 13-843,3-18-2306,-4 16 3061,-1 0 0,0-1 0,0 1 0,0 0 0,0 0 0,-1 0 0,1 0-1,-1 0 1,0 0 0,0 0 0,0 1 0,0-1 0,-1 0 0,1 0 0,-1 1 0,1-1 0,-3-2-1,-4-10-1813,-6-12-3538</inkml:trace>
</inkml:ink>
</file>

<file path=ppt/ink/ink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46.060"/>
    </inkml:context>
    <inkml:brush xml:id="br0">
      <inkml:brushProperty name="width" value="0.025" units="cm"/>
      <inkml:brushProperty name="height" value="0.025" units="cm"/>
    </inkml:brush>
  </inkml:definitions>
  <inkml:trace contextRef="#ctx0" brushRef="#br0">43 100 15397,'-4'-14'919,"0"0"0,-1 0-1,-1 1 1,0 0 0,-12-19 6114,19 37-5847,15 38 0,2-1 0,27 47 0,13 30-289,30 96-1082,34 80-3846,-78-199-1465,3 0-3360,-27-60-2257</inkml:trace>
</inkml:ink>
</file>

<file path=ppt/ink/ink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3:46.218"/>
    </inkml:context>
    <inkml:brush xml:id="br0">
      <inkml:brushProperty name="width" value="0.025" units="cm"/>
      <inkml:brushProperty name="height" value="0.025" units="cm"/>
    </inkml:brush>
  </inkml:definitions>
  <inkml:trace contextRef="#ctx0" brushRef="#br0">0 216 17094,'38'-3'2592,"-30"-10"-328,16-9-156,1 3-268,-7 3-267,7 3-501,4-4-216,-2 4-336,-2-1-436,-4-2-688,6 0-828,-5-3-1069,-14 8-1487,5 1-2365,-2-4-5788</inkml:trace>
</inkml:ink>
</file>

<file path=ppt/ink/ink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26.150"/>
    </inkml:context>
    <inkml:brush xml:id="br0">
      <inkml:brushProperty name="width" value="0.025" units="cm"/>
      <inkml:brushProperty name="height" value="0.025" units="cm"/>
    </inkml:brush>
  </inkml:definitions>
  <inkml:trace contextRef="#ctx0" brushRef="#br0">278 36 13809,'7'-3'659,"5"0"261,-10 15 3430,-18-10-2982,10 0-1273,-1 0 0,1 1 0,0-1 1,0 1-1,1 0 0,-1 1 0,1-1 0,-1 1 0,1 0 0,0 1 1,-7 8-1,-11 7 82,-121 116 278,121-112-397,21-22 273,5-3 22,3 0-203,0-1 1,-1 1 0,1-1 0,-1-1 0,0 1 0,0-1 0,0 0 0,0 0 0,0 0 0,0-1 0,6-6 0,9-11 783,21-25 1,-19 21-382,89-104 3805,-99 116-3893,-8 12-384,-5 8-52,-6 18-46,4-19 13,-112 459-465,39 10-267,44-267 588,-26 169-1310,57-375 1398,0 4-239,0 1-1,0-1 0,0 1 0,1-1 0,0 1 1,0-1-1,1 1 0,-1-1 0,1 1 1,1-1-1,3 10 0,-4-19-1802,0-3 1418,9-66-8729,-11 9-1703</inkml:trace>
</inkml:ink>
</file>

<file path=ppt/ink/ink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26.674"/>
    </inkml:context>
    <inkml:brush xml:id="br0">
      <inkml:brushProperty name="width" value="0.025" units="cm"/>
      <inkml:brushProperty name="height" value="0.025" units="cm"/>
    </inkml:brush>
  </inkml:definitions>
  <inkml:trace contextRef="#ctx0" brushRef="#br0">159 1 10661,'-5'2'291,"0"-1"0,1 2-1,0-1 1,-1 0 0,1 1 0,0 0-1,0 0 1,0 0 0,1 0 0,-1 1 0,1-1-1,-1 1 1,1 0 0,-2 4 0,-14 14-210,10-12-293,0 1 0,1 0 1,-8 13-1,-7 10 3091,22-32-1932,-4 4 367,5-6-1254,-1 0 0,1 0-1,-1 1 1,1-1-1,-1 0 1,1 1-1,-1-1 1,1 1 0,0-1-1,-1 0 1,1 1-1,0-1 1,-1 1-1,1-1 1,0 1 0,0-1-1,-1 1 1,1-1-1,0 1 1,0-1-1,0 1 1,0 0 0,0-1-1,0 1 1,0-1-1,0 1 1,0-1-1,0 1 1,0 0 0,3 3 142,0-1 1,0 0-1,0 0 1,1 0 0,-1 0-1,1-1 1,0 1-1,0-1 1,0 0-1,0 0 1,0-1 0,5 2-1,8 2 462,32 4-1,7 3-226,-29-9-1224,-20-3 558,-3 0-171,-2 0-413,3-3 599,3 1 224,0-1-1,-1 0 0,0-1 1,0 0-1,0 0 1,0 0-1,-1-1 1,1 0-1,5-6 0,-8 5 303,1 1 0,0 0-1,0 1 1,1-1-1,-1 1 1,1 0 0,0 0-1,0 1 1,1-1-1,-1 1 1,1 1 0,-1-1-1,1 1 1,0 1-1,0-1 1,12 0 0,-17 2 72,1 1-277,-1 0-95,0 0 0,1 0 0,-1 0 0,0 0 0,0 1 0,0-1 0,0 1 0,0-1 0,2 4 0,-3-3-8,0 0 0,0 0 0,0 1-1,-1-1 1,1 0 0,-1 0 0,0 0 0,0 1 0,0-1-1,0 0 1,0 0 0,-1 4 0,1 29 5,1 0-1,6 45 1,-4-58 3,-2-9-33,1 1-1,1 0 1,5 17 0,-7-27-269,1 0 1,0 0 0,0 0-1,0 0 1,0 0 0,0-1-1,1 1 1,0 0-1,0-1 1,0 0 0,0 0-1,0 0 1,1 0 0,6 4-1,-9-6 5,0-1-1,0 1 0,0-1 0,0 1 0,0-1 1,0 0-1,0 1 0,0-1 0,0 0 1,0 0-1,0 0 0,0 0 0,0 0 1,0 0-1,0 0 0,0 0 0,0 0 0,0 0 1,0 0-1,-1-1 0,1 1 0,0 0 1,0-1-1,0 1 0,0-1 0,0 1 1,0-1-1,0 1 0,-1-1 0,1 0 1,0 1-1,-1-1 0,1 0 0,0 0 0,0-1 1,20-20-11248</inkml:trace>
</inkml:ink>
</file>

<file path=ppt/ink/ink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27.769"/>
    </inkml:context>
    <inkml:brush xml:id="br0">
      <inkml:brushProperty name="width" value="0.025" units="cm"/>
      <inkml:brushProperty name="height" value="0.025" units="cm"/>
    </inkml:brush>
  </inkml:definitions>
  <inkml:trace contextRef="#ctx0" brushRef="#br0">1 87 11781,'29'-7'2122,"-30"8"-1856,0 0 0,0 0 0,0 0 1,0 1-1,0-1 0,0 0 0,0 0 0,0 0 0,1 1 0,-1-1 0,0 0 0,1 1 0,-1-1 0,1 1 0,0-1 0,-1 1 0,1-1 0,0 1 1,0-1-1,0 1 0,0-1 0,0 1 0,1 1 0,-1 4 71,0 1 0,1-1 1,2 14-1,45 141 4515,-47-161-4750,0 0 0,0 0-1,1-1 1,-1 1 0,0 0-1,0-1 1,1 1-1,-1-1 1,0 1 0,1-1-1,-1 0 1,1 0 0,-1 1-1,0-1 1,1 0-1,-1 0 1,1 0 0,1-1-1,2-1 6,1-1 0,-1 0-1,0 0 1,0 0-1,0 0 1,0-1 0,-1 0-1,8-7 1,33-45 450,-24 30-353,7-7-46,37-49-272,-38 46-1050,-5 8-1410,-5 0-3813</inkml:trace>
</inkml:ink>
</file>

<file path=ppt/ink/ink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27.926"/>
    </inkml:context>
    <inkml:brush xml:id="br0">
      <inkml:brushProperty name="width" value="0.025" units="cm"/>
      <inkml:brushProperty name="height" value="0.025" units="cm"/>
    </inkml:brush>
  </inkml:definitions>
  <inkml:trace contextRef="#ctx0" brushRef="#br0">3 0 19306,'-3'17'9205,"17"-9"-8625,-3-3-464,-6 11-704,1 0-781,-4 6-707,1-3-1104,-11-3-3317,2 0-6016</inkml:trace>
</inkml:ink>
</file>

<file path=ppt/ink/ink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28.066"/>
    </inkml:context>
    <inkml:brush xml:id="br0">
      <inkml:brushProperty name="width" value="0.025" units="cm"/>
      <inkml:brushProperty name="height" value="0.025" units="cm"/>
    </inkml:brush>
  </inkml:definitions>
  <inkml:trace contextRef="#ctx0" brushRef="#br0">1 0 20322,'29'3'5500,"-39"16"-17801,2 2 1764</inkml:trace>
</inkml:ink>
</file>

<file path=ppt/ink/ink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28.211"/>
    </inkml:context>
    <inkml:brush xml:id="br0">
      <inkml:brushProperty name="width" value="0.025" units="cm"/>
      <inkml:brushProperty name="height" value="0.025" units="cm"/>
    </inkml:brush>
  </inkml:definitions>
  <inkml:trace contextRef="#ctx0" brushRef="#br0">93 0 5284,'-52'44'-388,"31"-34"-1036,2 1 936</inkml:trace>
</inkml:ink>
</file>

<file path=ppt/ink/ink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28.576"/>
    </inkml:context>
    <inkml:brush xml:id="br0">
      <inkml:brushProperty name="width" value="0.025" units="cm"/>
      <inkml:brushProperty name="height" value="0.025" units="cm"/>
    </inkml:brush>
  </inkml:definitions>
  <inkml:trace contextRef="#ctx0" brushRef="#br0">132 238 10289,'0'0'2187,"2"-2"-127,21-20 5384,-20 11-6049,1 0-724,-3 9 239,-4 4-785,-10 9-306,1 1 1,0 0-1,1 0 1,0 1-1,-9 15 1,-28 33-811,15-22 425,31-38 481,7-1 107,-1-1 4,0 1 0,0-1 0,0 0 0,1-1-1,-1 1 1,0-1 0,-1 1 0,1-1-1,0-1 1,0 1 0,-1 0 0,5-4-1,5-6 172,23-25-1,-26 26-56,80-94 1647,58-57 2350,-130 143-3201,-7 9-475,-21 30-458,-42 73-668,3 1 0,-47 133 0,61-105-508,5 0 1,5 2 0,-15 224 0,39-317-646,2 37 0,-1-66 1413,0 0-1,0 0 1,0 0 0,1 0-1,-1-1 1,0 1 0,1 0-1,0 0 1,-1-1 0,1 1-1,0 0 1,0-1 0,0 1-1,0-1 1,0 1 0,0-1-1,2 2 1,0 0-853,8 10-7454</inkml:trace>
</inkml:ink>
</file>

<file path=ppt/ink/ink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29.096"/>
    </inkml:context>
    <inkml:brush xml:id="br0">
      <inkml:brushProperty name="width" value="0.025" units="cm"/>
      <inkml:brushProperty name="height" value="0.025" units="cm"/>
    </inkml:brush>
  </inkml:definitions>
  <inkml:trace contextRef="#ctx0" brushRef="#br0">160 56 16041,'-25'23'753,"16"-16"-385,0 1 0,1 1 0,0-1 1,0 1-1,1 1 0,-8 12 0,5-4 72,2 0 0,0 1 0,1 0 1,0 0-1,2 1 0,-5 30 0,-5 123 444,15-96-831,2 0 1,4 0-1,3-1 0,38 147 0,-46-221-28,-1 1 0,1 0 0,0-1 0,0 1-1,0-1 1,0 1 0,0-1 0,1 1 0,-1-1 0,1 0 0,0 0-1,-1 0 1,1 0 0,0 0 0,0 0 0,0 0 0,1-1 0,-1 1-1,0-1 1,1 1 0,-1-1 0,3 1 0,-1-1 22,0 0 1,0-1 0,1 1-1,-1-1 1,0 0 0,0 0 0,0-1-1,0 1 1,0-1 0,0 0-1,0 0 1,7-3 0,0-2 67,0 0 0,-1 0-1,0-1 1,0 0 0,-1 0 0,0-1 0,0-1 0,10-12 0,17-16 208,19-14 115,-27 24-573,38-28-1,-66 55 114,1 0-1,0 0 1,0 0-1,-1 0 1,1 0-1,0 0 0,0 0 1,-1 0-1,1 1 1,0-1-1,-1 0 0,1 0 1,0 1-1,-1-1 1,1 1-1,0-1 1,-1 0-1,1 1 0,-1-1 1,1 1-1,-1-1 1,1 1-1,0 0 1,0 0-53,2 2 17,-1 0 0,1 0 0,-1 0 0,0 0 0,1 0 0,-1 1 0,-1-1-1,1 1 1,0-1 0,-1 1 0,0 0 0,0-1 0,0 1 0,0 0 0,-1 0 0,1 4-1,3 12-125,0-3 30,0 1 1,2-1 0,0 0 0,1 0-1,0-1 1,14 22 0,-3-10 18,-13-20 105,0-1 1,0 1-1,1-1 0,10 12 0,-13-17 39,-1 0 0,1 0 0,0-1 0,0 1 0,-1-1-1,1 1 1,0-1 0,0 0 0,1 0 0,-1 0-1,0 0 1,0-1 0,0 1 0,1-1 0,-1 0 0,0 0-1,5 0 1,0-2 76,0 0-1,0 0 0,-1 0 1,1-1-1,-1 0 1,0-1-1,0 0 1,0 0-1,0 0 0,-1-1 1,0 0-1,1 0 1,7-10-1,3-3 296,-1-1-1,0-1 1,14-25-1,-9 8-83,-1 0-1,-2-2 1,-2 0-1,21-80 1,-17 31-120,10-113 0,-25 159-158,-3-1 1,0 0 0,-3 0-1,-2 1 1,-1-1-1,-20-79 1,23 117-45,-1 0 0,0 0 0,0 1 0,0-1 0,-4-5 0,5 9 23,1 1 0,0 0 1,0-1-1,0 1 0,-1 0 0,1 0 0,0-1 0,0 1 1,-1 0-1,1 0 0,0-1 0,-1 1 0,1 0 0,0 0 0,0 0 1,-1 0-1,1-1 0,0 1 0,-1 0 0,1 0 0,-1 0 1,1 0-1,0 0 0,-1 0 0,1 0 0,0 0 0,-1 0 0,1 0 1,-1 0-1,0 1 3,1 0-1,-1-1 1,0 1 0,1 0 0,-1 0 0,1 0 0,-1-1-1,1 1 1,-1 0 0,1 0 0,0 0 0,-1 0 0,1 0-1,0 0 1,0 0 0,-1 1 0,-3 27-8,0-1 0,1 1 0,2 0 0,3 36 0,20 119 84,-17-150-25,8 51-259,4-1 0,51 151-1,-6-63-3520,-60-163 2625,0-1 0,-1 0 0,0 0-1,0 1 1,-1-1 0,0 13-1,-1-7-2725</inkml:trace>
</inkml:ink>
</file>

<file path=ppt/ink/ink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29.220"/>
    </inkml:context>
    <inkml:brush xml:id="br0">
      <inkml:brushProperty name="width" value="0.025" units="cm"/>
      <inkml:brushProperty name="height" value="0.025" units="cm"/>
    </inkml:brush>
  </inkml:definitions>
  <inkml:trace contextRef="#ctx0" brushRef="#br0">6 44 17670,'10'13'2276,"-26"-18"1084,32-3-2096,-2-3-264,5 3-240,21-3-476,-2 9-776,-3-1-548,0-3-1132,-3 4-484,1 10-3357,-17-5-5244</inkml:trace>
</inkml:ink>
</file>

<file path=ppt/ink/ink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29.411"/>
    </inkml:context>
    <inkml:brush xml:id="br0">
      <inkml:brushProperty name="width" value="0.025" units="cm"/>
      <inkml:brushProperty name="height" value="0.025" units="cm"/>
    </inkml:brush>
  </inkml:definitions>
  <inkml:trace contextRef="#ctx0" brushRef="#br0">321 1 20190,'-51'121'2188,"32"-83"-20,-8 5-244,3 5-415,-6-2-341,9 8-548,-4 0-412,1 3-512,8-6-800,0-5-253,-3-6-771,0-5-904,-3-13-3485,14-14-6032</inkml:trace>
</inkml:ink>
</file>

<file path=ppt/ink/ink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29.791"/>
    </inkml:context>
    <inkml:brush xml:id="br0">
      <inkml:brushProperty name="width" value="0.025" units="cm"/>
      <inkml:brushProperty name="height" value="0.025" units="cm"/>
    </inkml:brush>
  </inkml:definitions>
  <inkml:trace contextRef="#ctx0" brushRef="#br0">317 43 13297,'30'-21'4162,"-31"18"-1164,-6-11-1532,-1 10 4566,-9 6-5943,0 1 1,-1 1-1,2 1 1,-1 1-1,0 0 1,-22 13 0,15-6-208,0 1 1,1 1-1,-34 30 1,51-40 148,0 0 0,1 1 0,-1 0-1,1 0 1,1 1 0,-1-1 0,1 1 0,1 0 0,-1 0 0,1 0 0,-4 14 0,6-16 31,0 0 1,0 0-1,1 0 1,0 0 0,0 0-1,0 0 1,0 0 0,1 0-1,0 0 1,0 0 0,0 0-1,0 0 1,1 0 0,0-1-1,0 1 1,0 0-1,1-1 1,0 0 0,5 7-1,19 19 627,1-2 0,2-2 0,42 31 0,-37-30-434,-24-19-228,1 2 1,-2-1-1,1 2 0,-1-1 1,-1 1-1,10 15 1,-17-23-92,0 0 0,-1 0 0,1 0 0,-1 0 0,1 0 0,-1 0 1,0 0-1,-1 1 0,1-1 0,0 0 0,-1 1 0,0-1 0,0 0 0,0 1 0,0-1 1,0 1-1,-1-1 0,1 0 0,-1 0 0,0 1 0,0-1 0,0 0 0,0 0 0,-1 0 1,1 0-1,-1 0 0,0 0 0,0 0 0,0-1 0,0 1 0,-1-1 0,-2 4 1,-1-2-554,1-1 1,-1 0 0,1 0 0,-1 0-1,0 0 1,0-1 0,0 0 0,-1-1-1,1 1 1,0-1 0,-1 0 0,1-1-1,-7 1 1,-8 1-4196,-22 3-9594</inkml:trace>
</inkml:ink>
</file>

<file path=ppt/ink/ink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29.932"/>
    </inkml:context>
    <inkml:brush xml:id="br0">
      <inkml:brushProperty name="width" value="0.025" units="cm"/>
      <inkml:brushProperty name="height" value="0.025" units="cm"/>
    </inkml:brush>
  </inkml:definitions>
  <inkml:trace contextRef="#ctx0" brushRef="#br0">65 0 1072,'-65'30'-368</inkml:trace>
</inkml:ink>
</file>

<file path=ppt/ink/ink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30.184"/>
    </inkml:context>
    <inkml:brush xml:id="br0">
      <inkml:brushProperty name="width" value="0.025" units="cm"/>
      <inkml:brushProperty name="height" value="0.025" units="cm"/>
    </inkml:brush>
  </inkml:definitions>
  <inkml:trace contextRef="#ctx0" brushRef="#br0">85 276 7261,'2'5'2218,"2"-14"667,6-8 409,13-16 944,-16 23-3209,0 0 1,1 0 0,12-12-1,44-30 2949,86-54-1,-149 105-3879,2-1 98,-22-5-664,13 6 343,0 0 1,-1 1-1,1 0 1,0 1-1,0-1 0,0 1 1,0 0-1,0 0 1,0 1-1,0 0 0,0 0 1,1 1-1,-1-1 1,1 1-1,-8 5 1,-12 8-847,-41 35 1,66-51 962,-19 16-317,0 1-1,1 0 1,1 1-1,1 1 1,0 0-1,2 1 1,0 1-1,-18 36 1,31-54 302,0 0 1,0 0 0,0-1-1,0 1 1,1 0-1,-1 0 1,1 0 0,0 0-1,0 0 1,0 0 0,0-1-1,0 1 1,0 0-1,1 0 1,0 0 0,-1 0-1,1 0 1,0-1 0,0 1-1,1 0 1,-1-1 0,0 1-1,3 2 1,-1-2 0,-1 0 1,1 0-1,0-1 1,0 1-1,0-1 0,0 0 1,0 0-1,1 0 1,-1 0-1,1-1 1,-1 1-1,1-1 0,0 0 1,-1 0-1,1 0 1,5 0-1,12 0-282,0 0 1,0-2-1,34-5 0,63-17-1576,-71 12 1067,105-24-2354,-51 7-2460,-15-1-2707</inkml:trace>
</inkml:ink>
</file>

<file path=ppt/ink/ink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30.405"/>
    </inkml:context>
    <inkml:brush xml:id="br0">
      <inkml:brushProperty name="width" value="0.025" units="cm"/>
      <inkml:brushProperty name="height" value="0.025" units="cm"/>
    </inkml:brush>
  </inkml:definitions>
  <inkml:trace contextRef="#ctx0" brushRef="#br0">122 0 16934,'-10'4'925,"0"1"0,1 0 0,0 0 1,0 1-1,-14 11 0,18-13-572,1 1 1,-1-1-1,2 1 0,-1 0 1,0 0-1,1 0 0,0 1 0,0-1 1,0 1-1,1 0 0,-2 7 0,2-7-214,0 1-1,0-1 0,1 1 0,0-1 1,0 1-1,1-1 0,1 14 0,-1-18-181,1 1 0,0 0 0,0-1 1,0 0-1,0 1 0,0-1 0,0 0 0,1 1 0,-1-1 0,1 0 0,-1 0 0,1 0 0,0 0 0,0-1 0,0 1 0,0 0 0,0-1 0,0 1 1,1-1-1,-1 0 0,0 0 0,1 0 0,2 1 0,6 2-274,0-1-1,0-1 1,0 0 0,0 0 0,0-1-1,0 0 1,0-1 0,0 0-1,0-1 1,20-4 0,8-4-3748,64-24 0,-71 22 843,32-13-5752</inkml:trace>
</inkml:ink>
</file>

<file path=ppt/ink/ink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30.610"/>
    </inkml:context>
    <inkml:brush xml:id="br0">
      <inkml:brushProperty name="width" value="0.025" units="cm"/>
      <inkml:brushProperty name="height" value="0.025" units="cm"/>
    </inkml:brush>
  </inkml:definitions>
  <inkml:trace contextRef="#ctx0" brushRef="#br0">6 0 9813,'0'12'1512,"0"-1"-1,-1 1 1,-3 12-1,4-21-1269,0 0 0,0 0 0,0 0 1,0-1-1,1 1 0,-1 0 0,1 0 0,-1-1 0,1 1 0,0 0 0,0-1 0,0 1 0,1-1 0,-1 1 0,1-1 0,-1 0 0,3 3 0,6 6 677,0 0-1,11 10 1,-9-9 281,-5-7-902,-1 0 0,1-1-1,0 0 1,0 0 0,1-1 0,-1 0-1,1 0 1,-1 0 0,1-1 0,0-1-1,0 1 1,15 0 0,-18-1-174,7 1 35,0-1 1,1 0 0,-1 0 0,0-1 0,1-1 0,-1 0 0,20-5-1,-31 6-220,0 0 0,0 0 0,0-1 0,-1 1 0,1 0 0,0-1-1,0 1 1,0-1 0,-1 1 0,1-1 0,0 1 0,0-1 0,-1 0-1,1 1 1,-1-1 0,1 0 0,0 1 0,-1-1 0,0 0 0,1 0-1,-1 1 1,1-1 0,-1 0 0,0 0 0,1 0 0,-1 0 0,0 0-1,0 0 1,0 1 0,0-1 0,0 0 0,0 0 0,0 0 0,0 0-1,0 0 1,0 0 0,-1 0 0,1 0 0,0 1 0,0-1 0,-1-1-1,-1-1-172,0-1-1,0 1 0,0 0 0,0 0 1,0 0-1,-1 1 0,1-1 0,-1 1 0,-3-3 1,-6-3-716,0 1 0,-1 0 0,0 1 0,-17-5 1,-4-3-1607,-9-4-2961,-1 4-3207</inkml:trace>
</inkml:ink>
</file>

<file path=ppt/ink/ink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31.038"/>
    </inkml:context>
    <inkml:brush xml:id="br0">
      <inkml:brushProperty name="width" value="0.025" units="cm"/>
      <inkml:brushProperty name="height" value="0.025" units="cm"/>
    </inkml:brush>
  </inkml:definitions>
  <inkml:trace contextRef="#ctx0" brushRef="#br0">0 102 8177,'0'0'11956,"3"-1"-10444,17-1 364,1 1-1,-1 1 1,36 5-1,12-1-752,-64-4-1308,-2 0-764,7-1 839,0 0 1,0-1-1,-1 0 0,1 0 1,-1-1-1,0-1 0,0 1 1,0-1-1,9-6 0,11-5 356,1 1 1,-1 1-1,37-10 0,-57 21-210,1-1-1,0 2 1,0-1-1,1 2 1,-1-1-1,0 1 1,0 0-1,0 1 1,0 0-1,0 0 1,0 1-1,0 1 1,0-1 0,0 1-1,-1 1 1,1 0-1,10 6 1,-9-3-998,0-1 0,-1 2 1,0-1-1,14 16 1,-21-20 342,21 18-9191,-8-13-1633</inkml:trace>
</inkml:ink>
</file>

<file path=ppt/ink/ink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31.403"/>
    </inkml:context>
    <inkml:brush xml:id="br0">
      <inkml:brushProperty name="width" value="0.025" units="cm"/>
      <inkml:brushProperty name="height" value="0.025" units="cm"/>
    </inkml:brush>
  </inkml:definitions>
  <inkml:trace contextRef="#ctx0" brushRef="#br0">237 702 13045,'-9'-3'372,"-1"1"-1,1 1 1,-1 0 0,-9 0-1,14 1-54,0 0 0,0 1-1,1 0 1,-1 0-1,0 0 1,1 1 0,-1 0-1,1-1 1,-1 1 0,-6 5-1,-19 11 938,17-11-910,1 1 1,0 0 0,0 1-1,0 0 1,-16 19-1,28-28-314,-1 0 1,1 0-1,0 0 0,0 0 0,0 0 0,0 0 0,0 0 0,0 0 1,-1 0-1,1 0 0,0 1 0,0-1 0,0 0 0,0 0 0,0 0 1,0 0-1,0 0 0,0 0 0,0 1 0,0-1 0,-1 0 0,1 0 1,0 0-1,0 0 0,0 0 0,0 1 0,0-1 0,0 0 0,0 0 1,0 0-1,0 0 0,0 0 0,0 1 0,1-1 0,-1 0 0,0 0 1,0 0-1,0 0 0,0 0 0,0 1 0,0-1 0,0 0 0,0 0 1,0 0-1,0 0 0,0 0 0,1 0 0,-1 0 0,0 1 1,0-1-1,0 0 0,0 0 0,0 0 0,0 0 0,1 0 0,-1 0 1,0 0-1,14 0 355,18-7-315,-18 2 134,-1-1 0,1 0 0,-1-1 0,0 0 0,0-1 0,-1 0 1,0-1-1,13-14 0,-13 11-22,0 0 1,-1-1-1,0 0 1,-1-1 0,0-1-1,-2 1 1,0-1-1,9-23 1,-2-1 60,-2 0 0,10-54-1,-17 63-161,-2 0 1,0-1-1,-2 0 0,-2 0 0,0 0 0,-3 1 0,0-1 1,-2 0-1,-1 1 0,-13-38 0,19 67-75,0-1-1,-1 1 1,1-1 0,-1 1-1,1 0 1,-1-1 0,0 1-1,1 0 1,-1-1 0,0 1-1,0 0 1,0 0-1,0 0 1,0 0 0,0 0-1,0 0 1,-1 0 0,1 0-1,0 1 1,0-1 0,-1 0-1,1 1 1,0-1 0,-1 1-1,-1-1 1,2 1-1,-1 0-1,1 0 1,0 1 0,0-1 0,-1 1-1,1-1 1,0 1 0,-1-1-1,1 1 1,0 0 0,0 0-1,0-1 1,0 1 0,0 0 0,0 0-1,0 0 1,0 0 0,0 0-1,0 0 1,1 1 0,-1-1 0,0 0-1,1 0 1,-1 0 0,0 2-1,-6 17 142,1-1 0,0 1 1,1 1-1,1-1 0,-2 34 0,4 108 870,2-161-1006,1 52 343,3-1 1,16 77-1,-15-104-400,2 0 0,0 0 0,2-1 0,1-1 0,0 1 0,2-2 0,16 25 0,-24-41-207,0 0 0,1 0 0,-1-1 0,1 1 0,1-1 0,-1 0 0,0-1 0,1 1 0,0-1 0,0-1 0,1 1 0,-1-1 1,1 0-1,-1 0 0,1 0 0,0-1 0,0-1 0,0 1 0,0-1 0,9 1 0,-4-1-1218,0-1 0,0 1 1,-1-2-1,1 0 0,0 0 0,0-1 0,20-6 1,-23 3-885,-1 1 1,0-1 0,0 0 0,7-7-1</inkml:trace>
</inkml:ink>
</file>

<file path=ppt/ink/ink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33.549"/>
    </inkml:context>
    <inkml:brush xml:id="br0">
      <inkml:brushProperty name="width" value="0.025" units="cm"/>
      <inkml:brushProperty name="height" value="0.025" units="cm"/>
    </inkml:brush>
  </inkml:definitions>
  <inkml:trace contextRef="#ctx0" brushRef="#br0">119 0 11005,'8'4'844,"2"1"114,-1-3 6047,-17 14-5915,5-8-977,0 1 0,0-1 0,1 1 1,1-1-1,-1 1 0,1 0 0,1 0 0,0 9 0,-2 20 165,-13 179 1386,13-113-224,1-23 126,4-26 2,-2-49-1134,0-7-133,-5-28-396,-2-9-237,3 17-918,-3-33 0,6 51 862,0 1-659,1-10 944,-1 9 73,0 1 0,1-1-1,-1 1 1,-1-1 0,1 1-1,0-1 1,0 1-1,-1-1 1,0 1 0,1-1-1,-1 1 1,-1-3 0,1 3 6,11 2-950,5 1 325,-11-1-2992,-22-53 2173,18 51 908,-9-14-604,-12-19 1607,20 31 147,-2-15 33,2 10-78,-1-1 0,1 1 0,0-1 1,2-18-1,0 20-293,-1 0 0,0 0-1,0 0 1,-1-1 0,0 1 0,0 0 0,-4-11 0,-20-52 1079,20 58-1034,4 11-100,0-1-128,0 1 1,0-1 0,0 0-1,0 1 1,-1-1 0,1 1 0,-1-1-1,-3-3 1,3 3 37,0 1 558,40 788 257,-36-772-952,1 21-397,1 1 1,2-1-1,14 45 0,-5-48-2031,-6-25-467,-8-7 2696,-1 0 1,0 0-1,1 0 0,-1 0 0,1 0 0,-1-1 0,0 1 1,1 0-1,-1 0 0,0 0 0,1 0 0,-1 0 1,0-1-1,1 1 0,-1 0 0,0 0 0,0-1 1,1 1-1,-1 0 0,0 0 0,0-1 0,1 1 1,-1 0-1,0-1 0,0 1 0,0 0 0,0-1 1,1 0-1,6-14-9407</inkml:trace>
</inkml:ink>
</file>

<file path=ppt/ink/ink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33.862"/>
    </inkml:context>
    <inkml:brush xml:id="br0">
      <inkml:brushProperty name="width" value="0.025" units="cm"/>
      <inkml:brushProperty name="height" value="0.025" units="cm"/>
    </inkml:brush>
  </inkml:definitions>
  <inkml:trace contextRef="#ctx0" brushRef="#br0">119 26 15513,'0'0'1885,"1"2"-51,0 2-1513,0-2 16,-1 1-1,1 0 1,0-1-1,0 1 1,0 0-1,0-1 1,0 1 0,0-1-1,1 0 1,-1 0-1,1 1 1,0-1-1,0 0 1,0 0-1,-1 0 1,2-1 0,-1 1-1,0 0 1,0-1-1,1 1 1,-1-1-1,0 0 1,6 2 0,28 9 1347,-36-27-1525,-1 11-231,0 0 1,1 1-1,-1-1 0,-1 0 1,1 1-1,0-1 0,-1 1 1,0 0-1,0-1 0,0 1 1,0 0-1,0 0 0,-1 0 1,1 0-1,-1 1 0,0-1 1,0 1-1,0-1 0,0 1 1,0 0-1,-1 0 0,1 1 1,0-1-1,-1 1 0,-3-2 1,3 2 8,-1 0 0,1 0-1,0 0 1,0 0 0,0 1 0,-1-1 0,1 1 0,0 0 0,0 1 0,-1-1 0,1 1 0,0-1 0,0 1 0,0 1-1,0-1 1,0 0 0,0 1 0,0 0 0,0 0 0,0 0 0,1 1 0,-4 2 0,3-2 114,0 1 1,1 0-1,0-1 1,-1 1-1,1 0 1,1 1 0,-1-1-1,1 0 1,0 1-1,0 0 1,0-1-1,0 1 1,1 0-1,0 0 1,0 0-1,0 0 1,1 0-1,-1 0 1,1 0 0,0 0-1,1 0 1,-1 0-1,1 0 1,0 0-1,0 0 1,1-1-1,2 8 1,0-3 52,1 0-1,0 0 1,1-1 0,-1 1 0,1-1 0,1 0-1,0-1 1,0 1 0,0-1 0,1-1-1,0 0 1,16 10 0,-7-7-266,1-1 0,-1 0 1,1-2-1,1 0 0,-1-1 0,1-1 1,22 3-1,-15-5-1809,36 0 0,-34-4-2697,30-5 0,-11-3-6728</inkml:trace>
</inkml:ink>
</file>

<file path=ppt/ink/ink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34.147"/>
    </inkml:context>
    <inkml:brush xml:id="br0">
      <inkml:brushProperty name="width" value="0.025" units="cm"/>
      <inkml:brushProperty name="height" value="0.025" units="cm"/>
    </inkml:brush>
  </inkml:definitions>
  <inkml:trace contextRef="#ctx0" brushRef="#br0">202 1179 17714,'0'0'8341,"-1"-3"-7964,-9-28-678,-4-10-480,-21-48 1,9 27 603,3-2 0,-24-110 0,33 118 284,4 16 77,3-1-1,0 1 1,3-1-1,1 0 0,3 0 1,1 0-1,10-67 1,-7 91-93,0 0 1,1 0-1,0 0 1,2 1-1,0 0 0,18-29 1,-18 34-60,1 0 0,1 0-1,0 1 1,0 1 0,1-1 0,0 2-1,1-1 1,0 2 0,18-11 0,-24 15-95,1 1 0,-1 0-1,1 0 1,0 0 0,0 0 0,0 1 0,0 0 0,0 1 0,0-1 0,0 1 0,0 0 0,0 0-1,0 1 1,0 0 0,0 0 0,11 4 0,-13-4-248,1 1 0,-1 1 0,1-1 0,-1 0 0,0 1 0,0 0 0,0 0 0,0 0 0,4 5 0,-5-5-454,-1 1-1,1-1 0,0 1 1,-1 0-1,0 0 0,0 0 1,0 0-1,0 1 1,-1-1-1,2 9 0,3 33-10217</inkml:trace>
</inkml:ink>
</file>

<file path=ppt/ink/ink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34.335"/>
    </inkml:context>
    <inkml:brush xml:id="br0">
      <inkml:brushProperty name="width" value="0.025" units="cm"/>
      <inkml:brushProperty name="height" value="0.025" units="cm"/>
    </inkml:brush>
  </inkml:definitions>
  <inkml:trace contextRef="#ctx0" brushRef="#br0">0 163 19106,'70'-19'2744,"-48"-8"-540,13 2-436,-3-2-444,4 11-303,-4 5-685,0 1-1116,1 2-697,-9-9-1287,-5 15-176,-6 13-3153,-2-1-5372</inkml:trace>
</inkml:ink>
</file>

<file path=ppt/ink/ink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34.617"/>
    </inkml:context>
    <inkml:brush xml:id="br0">
      <inkml:brushProperty name="width" value="0.025" units="cm"/>
      <inkml:brushProperty name="height" value="0.025" units="cm"/>
    </inkml:brush>
  </inkml:definitions>
  <inkml:trace contextRef="#ctx0" brushRef="#br0">15 1 10589,'-2'2'2460,"0"2"-1688,0 0 0,0 1 0,1-1 0,-1 1 0,1-1 0,0 1-1,0 0 1,1-1 0,-1 1 0,1 0 0,0 0 0,2 8 0,1 7 889,10 34 1,-5-24-784,53 247 2906,4 10-4142,-53-236-1926,7 63 1,-17-90-1683,-1-1 1,-4 42-1,-4-31-7297</inkml:trace>
</inkml:ink>
</file>

<file path=ppt/ink/ink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34.758"/>
    </inkml:context>
    <inkml:brush xml:id="br0">
      <inkml:brushProperty name="width" value="0.025" units="cm"/>
      <inkml:brushProperty name="height" value="0.025" units="cm"/>
    </inkml:brush>
  </inkml:definitions>
  <inkml:trace contextRef="#ctx0" brushRef="#br0">0 100 18558,'11'-38'2292,"19"19"-416,5 9-344,-3 2-300,0-1-352,1 1-940,5 6-776,-9-4-1244,6 12-1860,-8 15-1849,-19-10-4892</inkml:trace>
</inkml:ink>
</file>

<file path=ppt/ink/ink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34.949"/>
    </inkml:context>
    <inkml:brush xml:id="br0">
      <inkml:brushProperty name="width" value="0.025" units="cm"/>
      <inkml:brushProperty name="height" value="0.025" units="cm"/>
    </inkml:brush>
  </inkml:definitions>
  <inkml:trace contextRef="#ctx0" brushRef="#br0">294 0 20530,'-92'62'1916,"68"-21"-352,-3 5-320,3 8-412,2 5-968,6 8-512,0-5-744,-3 3-684,0-5-652,3 2-2961,-3-8-4744</inkml:trace>
</inkml:ink>
</file>

<file path=ppt/ink/ink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35.267"/>
    </inkml:context>
    <inkml:brush xml:id="br0">
      <inkml:brushProperty name="width" value="0.025" units="cm"/>
      <inkml:brushProperty name="height" value="0.025" units="cm"/>
    </inkml:brush>
  </inkml:definitions>
  <inkml:trace contextRef="#ctx0" brushRef="#br0">106 1 16426,'-1'1'834,"0"1"1,0 0 0,0-1-1,0 1 1,1 0 0,-1 0-1,0-1 1,1 1 0,0 0-1,-1 0 1,1 0 0,0 3-1,0 8 675,0-7-2584,-23 287 3713,5-112-4001,16-150 544,-10 104-1696,1-69-1247,-7-5-4046,5-29-3289</inkml:trace>
</inkml:ink>
</file>

<file path=ppt/ink/ink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35.837"/>
    </inkml:context>
    <inkml:brush xml:id="br0">
      <inkml:brushProperty name="width" value="0.025" units="cm"/>
      <inkml:brushProperty name="height" value="0.025" units="cm"/>
    </inkml:brush>
  </inkml:definitions>
  <inkml:trace contextRef="#ctx0" brushRef="#br0">1 111 13613,'0'0'2064,"1"1"-343,1 1-1497,-1 0 0,1-1 0,-1 1 0,1-1 0,0 1 0,0-1 0,-1 0 0,1 1 0,0-1 0,0 0 0,0-1 0,1 1 0,-1 0 0,0 0 0,0-1 0,0 1 0,1-1 0,-1 0 0,4 0 0,16 4 185,31 15 363,-41-14-768,1 0-1,25 6 0,-26-9-44,0 1-39,1-1 1,0 0-1,17 0 1,-27-2 75,0 0 1,1 0 0,-1-1-1,0 1 1,0-1-1,0 0 1,0 0 0,0 0-1,0 0 1,0 0 0,0-1-1,0 1 1,0-1-1,-1 0 1,1 0 0,0 0-1,-1 0 1,4-4-1,0-1 170,0-1 0,-1 1 0,1-1-1,-1-1 1,-1 1 0,7-17 0,-11 21 171,1 0 0,-1 0 0,0 0 0,0 0 0,0 0 0,-1 0 0,0 0 0,-2-7 0,-1-16 1737,4 11-1418,0 13-121,-2 5-110,-3 5-344,0 0 0,0 0 0,1 0-1,0 0 1,1 0 0,0 1 0,0 0 0,0 0 0,-1 10 0,-7 18-39,-8 16-354,2 2 0,3 0 1,3 1-1,-7 72 0,17-122 263,1 1 0,0 0 0,1-1 1,-1 1-1,1 0 0,0-1 1,1 1-1,-1-1 0,1 1 0,0-1 1,0 0-1,1 1 0,0-1 0,0-1 1,0 1-1,0 0 0,6 5 0,-8-9 37,0 0 0,0 0-1,1-1 1,-1 1-1,0 0 1,1-1-1,-1 1 1,0 0 0,1-1-1,-1 1 1,1-1-1,-1 0 1,1 0 0,-1 0-1,1 1 1,-1-1-1,1 0 1,0-1 0,-1 1-1,1 0 1,-1 0-1,3-1 1,2 0-14,6-1 33,-1-1 0,0 0 0,1 0 0,-2-1-1,1-1 1,0 0 0,17-11 0,68-54 302,-62 44-199,5-5-9,-4 3-29,64-39 0,-98 66-73,0 1-1,0-1 0,0 0 0,0 1 0,0-1 1,0 1-1,0 0 0,1-1 0,-1 1 0,0 0 0,0 0 1,0 0-1,1 0 0,-1 0 0,0 0 0,0 0 1,0 0-1,1 0 0,-1 0 0,0 1 0,0-1 1,0 0-1,0 1 0,1-1 0,-1 1 0,0 0 1,0-1-1,0 1 0,0 0 0,0-1 0,0 1 0,-1 0 1,1 0-1,0 0 0,0 0 0,-1 0 0,1 0 1,0 0-1,-1 0 0,1 0 0,-1 0 0,1 0 1,-1 2-1,4 7-39,-1 1 0,0-1 0,-1 1 0,2 12 0,-2-5-27,7 25-21,17 55-1,-25-97 100,-1 1 1,1-1-1,-1 0 1,1 1-1,-1-1 1,1 0-1,0 1 1,0-1-1,-1 0 0,1 0 1,0 1-1,0-1 1,0 0-1,1 0 1,-1 0-1,0 0 1,0 0-1,0-1 0,1 1 1,-1 0-1,0-1 1,1 1-1,-1-1 1,1 1-1,-1-1 0,1 1 1,-1-1-1,1 0 1,-1 0-1,1 0 1,-1 0-1,1 0 1,1 0-1,4-2 29,0 0 0,0 0 1,0 0-1,-1-1 0,12-5 0,-13 5-34,32-18 176,61-45 1,-23 13 104,-9 8 27,-33 22 175,0 2-1,44-22 1,-76 42-458,0 1 0,0-1-1,1 1 1,-1-1 0,0 1 0,0-1-1,1 1 1,-1 0 0,0-1 0,0 1-1,1 0 1,-1 0 0,0 0 0,1 0-1,-1 0 1,0 1 0,1-1 0,-1 0-1,0 1 1,0-1 0,1 0-1,1 2 1,-2-1-14,0 0 0,0 0-1,0 1 1,0-1-1,0 0 1,0 1 0,0-1-1,0 1 1,-1-1 0,1 1-1,0-1 1,-1 1 0,1 0-1,-1-1 1,0 3 0,1 9-31,0 0 0,-1-1 0,-4 25 1,3-22 20,-18 95-935,4-31-4268,11-27-6750</inkml:trace>
</inkml:ink>
</file>

<file path=ppt/ink/ink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35.930"/>
    </inkml:context>
    <inkml:brush xml:id="br0">
      <inkml:brushProperty name="width" value="0.025" units="cm"/>
      <inkml:brushProperty name="height" value="0.025" units="cm"/>
    </inkml:brush>
  </inkml:definitions>
  <inkml:trace contextRef="#ctx0" brushRef="#br0">263 1 14821,'-65'8'1725,"51"-3"-413,-15 4-580,-12 4-920,12-18-1424,-4 10-101,9 9-2651,-3 2-3365</inkml:trace>
</inkml:ink>
</file>

<file path=ppt/ink/ink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36.323"/>
    </inkml:context>
    <inkml:brush xml:id="br0">
      <inkml:brushProperty name="width" value="0.025" units="cm"/>
      <inkml:brushProperty name="height" value="0.025" units="cm"/>
    </inkml:brush>
  </inkml:definitions>
  <inkml:trace contextRef="#ctx0" brushRef="#br0">1 257 15065,'22'-2'2337,"-21"2"-2184,0 0 1,0 0-1,-1 0 1,1 0-1,0 0 1,0 0 0,-1 0-1,1 0 1,0 1-1,-1-1 1,1 0-1,0 0 1,-1 1 0,1-1-1,0 1 1,-1-1-1,1 1 1,-1-1-1,1 1 1,0-1-1,-1 1 1,1-1 0,-1 1-1,3 2 460,8 4 448,0 0 0,1-1 0,0-1 1,16 5-1,-18-6-684,1 0 1,-1 0 0,0 1-1,0 0 1,0 1 0,11 9-1,15 21 21,-34-34-548,3-18-414,26-57 237,30-58 3,-55 122 138,0 1-1,0 0 1,1 0-1,0 0 1,0 1-1,12-9 1,53-35-2780,-69 49 2819,43-24-3548,-23 16-3733,-7 3-2729</inkml:trace>
</inkml:ink>
</file>

<file path=ppt/ink/ink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36.668"/>
    </inkml:context>
    <inkml:brush xml:id="br0">
      <inkml:brushProperty name="width" value="0.025" units="cm"/>
      <inkml:brushProperty name="height" value="0.025" units="cm"/>
    </inkml:brush>
  </inkml:definitions>
  <inkml:trace contextRef="#ctx0" brushRef="#br0">162 571 14861,'-7'2'617,"1"-1"-1,-1 1 0,1 0 0,-1 1 0,1-1 1,0 1-1,0 1 0,0-1 0,0 1 1,1 0-1,-1 0 0,1 1 0,-7 7 0,-2 5 383,1 1-1,-21 35 0,33-51-970,-1 1-31,1-1 0,0 1 0,0 0-1,0 0 1,0 0 0,1 0 0,-1 0 0,1 0 0,0 0 0,0 0-1,0 0 1,0-1 0,0 1 0,0 0 0,1 0 0,0 0-1,0 0 1,-1 0 0,1 0 0,3 3 0,-4-4-13,1 0 0,1 0 0,-1 0 1,0 0-1,0 0 0,1-1 0,-1 1 1,1-1-1,-1 1 0,1-1 0,0 0 1,-1 1-1,1-1 0,0 0 0,0 0 0,0 0 1,0 0-1,0-1 0,0 1 0,0 0 1,0-1-1,0 0 0,1 1 0,-1-1 1,0 0-1,0 0 0,0 0 0,0 0 0,3-1 1,2-1 1,1-1 1,-1 0-1,0-1 1,0 1-1,-1-1 0,1 0 1,-1-1-1,0 0 1,0 0-1,0 0 1,-1-1-1,1 1 1,-1-1-1,6-11 1,4-6 8,0 0 1,20-49 0,-21 35 96,-1 0 0,-2-1 0,-2-1 0,-1 1 0,-3-2 0,0 1 0,-3-75 0,-5 78 529,-1 0-1,-18-65 1,20 91-451,1 6-126,0 1 0,0-1 0,0 0-1,-1 1 1,1 0 0,-1-1 0,0 1 0,0 0 0,-4-5 0,6 8-34,-1-1 0,0 1-1,1-1 1,-1 1 0,1-1 0,-1 1 0,0 0 0,1-1 0,-1 1 0,0 0-1,1-1 1,-1 1 0,0 0 0,1 0 0,-1 0 0,0 0 0,0 0 0,1 0-1,-1 0 1,0 0 0,-1 0 0,1 0-1,0 1-1,0-1 1,-1 1-1,1 0 1,0 0-1,0-1 1,0 1-1,-1 0 1,1 0-1,0 0 1,0 0-1,1 0 1,-1 1-1,0-1 1,-1 2-1,-5 9 24,1 0-1,0 1 1,1-1 0,1 1 0,0 1-1,-4 22 1,-7 90 72,10-36-443,3 1 1,4 0-1,5 0 1,3-1-1,31 125 1,-28-161-801,20 70-2558,-27-107 726,1 0 0,13 24 1,4-7-7909</inkml:trace>
</inkml:ink>
</file>

<file path=ppt/ink/ink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36.871"/>
    </inkml:context>
    <inkml:brush xml:id="br0">
      <inkml:brushProperty name="width" value="0.025" units="cm"/>
      <inkml:brushProperty name="height" value="0.025" units="cm"/>
    </inkml:brush>
  </inkml:definitions>
  <inkml:trace contextRef="#ctx0" brushRef="#br0">35 0 18250,'-30'79'2460,"25"-39"-252,5-2-204,3 2-352,-6 6-347,3 5-277,3 6-196,-1 2-212,7 1-404,-4-1-132,0-2-236,-2-9-376,5-5-680,3-7-156,0-9-761,-6-14-779,6-5-3701,0 3-6184</inkml:trace>
</inkml:ink>
</file>

<file path=ppt/ink/ink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37.154"/>
    </inkml:context>
    <inkml:brush xml:id="br0">
      <inkml:brushProperty name="width" value="0.025" units="cm"/>
      <inkml:brushProperty name="height" value="0.025" units="cm"/>
    </inkml:brush>
  </inkml:definitions>
  <inkml:trace contextRef="#ctx0" brushRef="#br0">54 65 15969,'1'-2'342,"0"1"-1,0-1 0,0 1 0,1-1 0,-1 1 0,0-1 1,0 1-1,1 0 0,-1 0 0,1 0 0,-1 0 0,1 0 1,-1 0-1,1 0 0,0 0 0,0 0 0,-1 1 0,1-1 1,2 0-1,44-5 2455,-21 3-1360,-3-2-6,43-1 0,-64 6-1267,-6-2-256,-3-1 50,0 0-1,0 0 1,-1 1 0,1 0 0,-1 0 0,0 0 0,0 1 0,1 0 0,-1 1-1,0-1 1,0 1 0,0 1 0,-11 1 0,-2 1-2,1 1 0,0 1 0,-34 12 0,50-16 79,0 1 0,0-1 0,0 0-1,0 1 1,0 0 0,0 0 0,0 0 0,-4 4 0,6-5-18,1 0 0,-1 0 1,1 0-1,-1 0 0,1 0 0,0 0 0,0 0 0,-1 0 0,1 0 0,0 0 0,0 0 1,0 0-1,0 0 0,0 0 0,0 0 0,0 0 0,0 0 0,1 0 0,-1 1 1,0-1-1,1 0 0,-1 0 0,1 0 0,-1-1 0,1 1 0,-1 0 0,1 0 0,0 0 1,-1 0-1,1 0 0,0-1 0,1 2 0,4 5 23,2 0 0,-1 0 0,1-1 0,-1 0 0,2-1 0,-1 1 0,1-2 0,15 8 1,0-3-524,1-1 1,29 7-1,88 7-3933,-47-14-3352,-77-7 5149,32 2-8499</inkml:trace>
</inkml:ink>
</file>

<file path=ppt/ink/ink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37.455"/>
    </inkml:context>
    <inkml:brush xml:id="br0">
      <inkml:brushProperty name="width" value="0.025" units="cm"/>
      <inkml:brushProperty name="height" value="0.025" units="cm"/>
    </inkml:brush>
  </inkml:definitions>
  <inkml:trace contextRef="#ctx0" brushRef="#br0">113 940 15149,'0'0'12063,"-1"-3"-11500,-22-52-171,3-2 1,2 0 0,3-1-1,2 0 1,-7-92 0,18 107-297,1 1 1,3-1 0,12-74-1,-11 100-84,0 1 0,2 0 1,0 0-1,1 0 0,0 1 0,1 0 0,1 0 0,0 0 0,1 1 0,1 1 1,0-1-1,20-19 0,-23 27 3,0 0-1,1 0 1,13-7 0,-18 11-54,0 0-1,0 1 1,0 0 0,1 0 0,-1 0-1,1 0 1,-1 1 0,1-1-1,-1 1 1,1 0 0,-1 0 0,1 0-1,4 1 1,-5-1-133,1 1-1,-1 0 1,1 0-1,-1 0 1,0 0 0,1 0-1,-1 1 1,0-1-1,0 1 1,0 0 0,0 0-1,0 0 1,0 0-1,-1 1 1,1-1 0,-1 1-1,0 0 1,1-1-1,-1 1 1,0 0 0,-1 0-1,1 1 1,-1-1-1,1 0 1,1 5 0,7 35-4531,-7-12-1334,-5 18-5941</inkml:trace>
</inkml:ink>
</file>

<file path=ppt/ink/ink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37.598"/>
    </inkml:context>
    <inkml:brush xml:id="br0">
      <inkml:brushProperty name="width" value="0.025" units="cm"/>
      <inkml:brushProperty name="height" value="0.025" units="cm"/>
    </inkml:brush>
  </inkml:definitions>
  <inkml:trace contextRef="#ctx0" brushRef="#br0">1 84 18834,'29'-32'2392,"1"10"-396,5 14-392,0 5-328,-19 1-416,17 2-744,18 0-844,-30 0-728,1-8 92,2-1-5564,-10 15-6690</inkml:trace>
</inkml:ink>
</file>

<file path=ppt/ink/ink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37.799"/>
    </inkml:context>
    <inkml:brush xml:id="br0">
      <inkml:brushProperty name="width" value="0.025" units="cm"/>
      <inkml:brushProperty name="height" value="0.025" units="cm"/>
    </inkml:brush>
  </inkml:definitions>
  <inkml:trace contextRef="#ctx0" brushRef="#br0">143 0 21846,'-11'6'2604,"30"-1"-312,0 3-291,-16 19-309,-1 24-324,-7 6-404,-11 16-964,-6 10 0,-2 1 0,8 5-36,2-5-1192,4-6-444,-1 3-304,-3-8-365,4-6-507,-4-16-424,3-13-2501,3-8-4864</inkml:trace>
</inkml:ink>
</file>

<file path=ppt/ink/ink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37.986"/>
    </inkml:context>
    <inkml:brush xml:id="br0">
      <inkml:brushProperty name="width" value="0.025" units="cm"/>
      <inkml:brushProperty name="height" value="0.025" units="cm"/>
    </inkml:brush>
  </inkml:definitions>
  <inkml:trace contextRef="#ctx0" brushRef="#br0">0 157 20610,'116'-22'2896,"-54"9"-296,1-4-447,-4 4-421,-5-1-320,-3 1-388,0 5-684,1 0-360,-9 2-660,-6 1-1024,-10-8-828,-18 4-1797,-26-7-16189</inkml:trace>
</inkml:ink>
</file>

<file path=ppt/ink/ink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42.314"/>
    </inkml:context>
    <inkml:brush xml:id="br0">
      <inkml:brushProperty name="width" value="0.025" units="cm"/>
      <inkml:brushProperty name="height" value="0.025" units="cm"/>
    </inkml:brush>
  </inkml:definitions>
  <inkml:trace contextRef="#ctx0" brushRef="#br0">199 55 12785,'-9'2'1691,"0"0"0,0 1 0,1 1 0,-1-1 0,-9 7 0,-8 7-1252,19-12-391,0 0 0,0 1-1,0 0 1,1 0 0,-1 0 0,1 1 0,1 0-1,0 0 1,0 0 0,0 1 0,-5 11 0,1 1-143,3-7-51,1 0-1,-5 16 1,9-26 119,1 1-1,-1 0 1,0 0 0,1-1 0,0 1-1,0 0 1,0 0 0,1 0 0,-1 0-1,1-1 1,0 1 0,1 5-1,-1-8 27,0 0-1,-1-1 0,1 1 0,0 0 1,0-1-1,-1 1 0,1-1 1,0 1-1,0-1 0,0 1 0,0-1 1,-1 0-1,1 1 0,0-1 0,0 0 1,0 0-1,0 0 0,0 1 0,1-1 1,16 0 27,-10-1 5,0 0-1,-1-1 1,1 0 0,-1-1 0,1 0 0,-1 0-1,0 0 1,0-1 0,-1 0 0,13-10-1,2-3 517,32-35-1,-43 40 12,0 0 0,-1-1 0,-1-1 0,0 0 0,10-24 0,-11 21 879,2 0 0,18-28-1,-22 39-1105,-3 4-308,-1 1 0,1 0 0,-1-1 0,0 1 0,0-1 0,0 0 0,0 0 0,0 1 1,0-1-1,0 0 0,0 0 0,0-4 0,-6 37-23,-15 48 0,4-18 0,-198 1103-619,206-1081-1074,-1 13-4900,8-93 3181,1-8-3172,0-17-4298</inkml:trace>
</inkml:ink>
</file>

<file path=ppt/ink/ink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43.012"/>
    </inkml:context>
    <inkml:brush xml:id="br0">
      <inkml:brushProperty name="width" value="0.025" units="cm"/>
      <inkml:brushProperty name="height" value="0.025" units="cm"/>
    </inkml:brush>
  </inkml:definitions>
  <inkml:trace contextRef="#ctx0" brushRef="#br0">37 13 9049,'0'0'8855,"-2"2"-8397,-3 6-271,1 0 0,0 0 1,0 1-1,0-1 0,1 1 0,1 0 0,-1 0 0,1 0 0,1 0 0,0 0 0,0 0 0,1 1 0,0-1 0,0 0 0,1 0 0,0 0 0,1 1 0,0-1 0,1 0 0,-1-1 1,2 1-1,-1-1 0,1 1 0,6 8 0,-10-17-136,1 0 0,0 1 0,-1-1 0,1 0 1,0 1-1,-1-1 0,1 0 0,0 0 0,0 1 1,-1-1-1,1 0 0,0 0 0,0 0 0,0 0 0,-1 0 1,1 0-1,0 0 0,1-1 0,1 1 140,2 0 23,1 0 0,-1 0 1,1-1-1,-1 0 0,1 0 0,-1 0 0,0-1 0,1 1 0,-1-1 1,0-1-1,0 1 0,0-1 0,8-5 0,4-5 94,-1-1-1,20-21 1,-21 20-198,-6 5-215,-7 7-16,0 0 1,1 1-1,0-1 1,-1 1-1,1 0 1,0 0-1,0 0 1,0 0-1,0 0 1,1 0-1,-1 1 1,6-2-1,-4 2 89,0 1 1,-1 0-1,1 0 1,0 0-1,0 1 0,0-1 1,-1 1-1,1 1 1,0-1-1,-1 0 0,1 1 1,-1 0-1,7 4 0,-3-2 149,0-1-1,1 0 0,11 3 0,14-1-91,0-1-1,1-2 1,53-4 0,-23-9-1801,-34 4 865,-28 7 548,19-18-563,-10 10 911,0 0 0,18-9 0,-26 15 162,-1-1 0,0 0 0,1 0 0,-1 0 0,-1 0 0,5-5 1,2-3 230,-4 7-257,0 0 1,0 0-1,1 0 1,-1 1-1,1 0 1,0 0-1,0 0 1,1 1-1,-1 0 0,0 0 1,1 1-1,-1-1 1,11 0-1,-11 1-61,-5 1-47,0 1-1,-1-1 1,1 0 0,0 0-1,-1 0 1,1 1 0,0-1-1,-1 0 1,1 1 0,-1-1-1,1 0 1,-1 1 0,1-1-1,-1 1 1,1-1-1,-1 1 1,1-1 0,-1 1-1,1-1 1,-1 1 0,1 0-1,0 1 45,2 2 2,1 0 1,-2 0-1,1 0 0,0 0 0,-1 0 0,0 1 0,0-1 0,0 1 0,1 4 0,9 48 242,-10-44-241,8 59 168,-3-1 0,-3 1 0,-6 78 0,-38 214-1218,35-334 179,-1-1 1,-14 41 0,15-56-465,-1-1 1,-11 19-1,11-22-752,-1 0 0,-1 0-1,-12 13 1,-7-2-7663</inkml:trace>
</inkml:ink>
</file>

<file path=ppt/ink/ink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43.450"/>
    </inkml:context>
    <inkml:brush xml:id="br0">
      <inkml:brushProperty name="width" value="0.025" units="cm"/>
      <inkml:brushProperty name="height" value="0.025" units="cm"/>
    </inkml:brush>
  </inkml:definitions>
  <inkml:trace contextRef="#ctx0" brushRef="#br0">117 524 9925,'-3'-52'3710,"-15"-85"1,1 13-895,9 8-846,8 109-1646,-1 0-1,0-1 1,0 1 0,-1-1 0,0 1-1,0 0 1,-1 0 0,-5-11-1,-1-1 774,8 19-1041,1 0 0,-1 1 0,0-1 0,0 0 0,0 0 0,1 0 0,-1 1 0,0-1 0,0 1 0,1-1 0,-1 0 0,0 1 0,0-1 0,1 1 0,-1-1 0,1 1 0,-1 0 0,-1 1 0,0 1-4,0 0 0,-1 1 0,1-1-1,0 1 1,1-1 0,-1 1 0,0 0-1,1 0 1,0 0 0,-1 8-1,-3 45 227,5-39-188,-2 59-5,4-1 0,3 1 0,28 141 0,-22-177-1036,2 1-1,2-2 1,1 0 0,3-1-1,35 58 1,-27-57-2725,-9-17-2006,-3-10-4751</inkml:trace>
</inkml:ink>
</file>

<file path=ppt/ink/ink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43.737"/>
    </inkml:context>
    <inkml:brush xml:id="br0">
      <inkml:brushProperty name="width" value="0.025" units="cm"/>
      <inkml:brushProperty name="height" value="0.025" units="cm"/>
    </inkml:brush>
  </inkml:definitions>
  <inkml:trace contextRef="#ctx0" brushRef="#br0">19 60 14937,'0'0'5794,"3"-2"-4053,4-1-1232,0 0-1,1 0 1,-1 1 0,1 0-1,0 0 1,0 1 0,0 0-1,0 0 1,9 1 0,26-4 548,-40 4-956,-1-1-338,6-2 76,3-2-1267,-11 5 1396,0-1 1,0 1-1,0 0 1,0-1-1,0 1 0,0 0 1,0-1-1,0 1 0,0 0 1,0-1-1,0 1 0,0 0 1,-1 0-1,1-1 1,0 1-1,0 0 0,0 0 1,-1-1-1,1 1 0,0 0 1,0 0-1,-1-1 1,1 1-1,0 0 0,0 0 1,-1 0-1,1 0 0,0-1 1,-1 1-1,1 0 0,0 0 1,-1 0-1,1 0 1,0 0-1,-1 0 0,1 0 1,-1 0-1,-12-5-161,0 2-1,-1-1 1,1 2 0,-1 0-1,0 0 1,1 1 0,-19 1-1,29 1 319,0-1 0,0 1 0,0-1-1,0 1 1,0 0 0,0 0 0,0 1 0,-3 1 0,-1 0 312,6-3-425,1 0 0,0 0 0,0 0 0,0 0 0,0 0 0,0 0 0,0 0 0,-1 0 0,1 0 0,0 0 0,0 0 0,0 0 0,0 0 0,0 1 0,0-1 0,0 0 0,-1 0 0,1 0 0,0 0 0,0 0 0,0 0 0,0 0 0,0 0 0,0 0 0,0 1 0,0-1 0,0 0 0,0 0 0,0 0 0,0 0 0,0 0 0,-1 0 0,1 0 0,0 1 0,0-1 0,0 0 0,0 0 0,0 0 0,0 0 0,0 0 0,0 0 0,0 1 0,1-1 0,-1 0 0,0 0 0,0 0 0,0 0 0,0 0 0,0 0 0,0 1-1,0-1 1,0 0 0,0 0 0,0 0 0,2 7 102,1-1 0,-1 1 0,1-1 0,0 1 0,1-1 0,0 0 0,0 0-1,0-1 1,0 1 0,1-1 0,0 0 0,0 0 0,1 0 0,-1-1-1,1 0 1,0 0 0,0 0 0,11 4 0,2 2-273,1-1 0,0-1 0,0-1 0,1-1 0,26 5 0,-29-9-1028,1 0 0,0-1 0,27-2 0,-12 2-2378,-12-1-2456,2-2-4233</inkml:trace>
</inkml:ink>
</file>

<file path=ppt/ink/ink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44.049"/>
    </inkml:context>
    <inkml:brush xml:id="br0">
      <inkml:brushProperty name="width" value="0.025" units="cm"/>
      <inkml:brushProperty name="height" value="0.025" units="cm"/>
    </inkml:brush>
  </inkml:definitions>
  <inkml:trace contextRef="#ctx0" brushRef="#br0">114 920 12917,'1'0'104,"-1"1"1,1-1-1,0 1 0,-1-1 0,1 1 0,-1-1 1,1 1-1,-1 0 0,1-1 0,-1 1 0,1 0 0,-1 0 1,0-1-1,1 1 0,-1 0 0,0 0 0,0 0 1,1-1-1,-1 1 0,0 0 0,0 0 0,0 0 1,0-1-1,0 1 0,0 0 0,0 0 0,0 0 1,-1 0-1,1-1 0,0 1 0,0 0 0,-3 3 5609,3-8-5398,-5-19 259,-1 1 0,0 0 1,-18-37-1,-7-24 618,18 31-845,2-1 0,2-1 0,2 0-1,1-80 1,27-218 282,-21 350-630,0 0 1,1 0 0,-1 0-1,0 1 1,1-1-1,-1 0 1,1 0 0,-1 1-1,1-1 1,0 0 0,0 1-1,0-1 1,0 1 0,0-1-1,0 1 1,0 0 0,0-1-1,1 1 1,1-2 0,-2 3-18,0 0 0,0-1 0,0 1 0,0 0 0,0 0 0,0 0 0,0 0 0,0 0 0,0 0 0,0 1 0,0-1 0,0 0 0,0 0 1,0 1-1,0-1 0,-1 1 0,1-1 0,0 0 0,0 1 0,0 0 0,0-1 0,-1 1 0,1-1 0,0 1 0,-1 0 0,1 0 0,0-1 0,-1 1 0,1 0 1,-1 0-1,1 0 0,-1 0 0,0 0 0,1 1 0,10 18-914,-2 0 1,0 1 0,10 38-1,2 27-4324,-8-33 9,3 8-5036</inkml:trace>
</inkml:ink>
</file>

<file path=ppt/ink/ink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44.222"/>
    </inkml:context>
    <inkml:brush xml:id="br0">
      <inkml:brushProperty name="width" value="0.025" units="cm"/>
      <inkml:brushProperty name="height" value="0.025" units="cm"/>
    </inkml:brush>
  </inkml:definitions>
  <inkml:trace contextRef="#ctx0" brushRef="#br0">0 1 14765,'33'8'1769,"2"-3"-305,-22-2-352,14 0-264,16 2-224,-24-5-656,3 3-1112,-1 0-1580,-4 10-2189,-1 1-3872</inkml:trace>
</inkml:ink>
</file>

<file path=ppt/ink/ink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44.501"/>
    </inkml:context>
    <inkml:brush xml:id="br0">
      <inkml:brushProperty name="width" value="0.025" units="cm"/>
      <inkml:brushProperty name="height" value="0.025" units="cm"/>
    </inkml:brush>
  </inkml:definitions>
  <inkml:trace contextRef="#ctx0" brushRef="#br0">0 0 9925,'0'0'5184,"0"3"-3737,8 178 5346,-3-78-4949,5-1-1,27 122 1,-33-206-1730,5 43 156,-4-28-557,12 48 0,-4-40-719,5 17-2379,-9-19-5927,-4-15-2691</inkml:trace>
</inkml:ink>
</file>

<file path=ppt/ink/ink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44.644"/>
    </inkml:context>
    <inkml:brush xml:id="br0">
      <inkml:brushProperty name="width" value="0.025" units="cm"/>
      <inkml:brushProperty name="height" value="0.025" units="cm"/>
    </inkml:brush>
  </inkml:definitions>
  <inkml:trace contextRef="#ctx0" brushRef="#br0">1 98 17862,'13'-19'2748,"20"11"-44,2-5-440,0 4-411,0 4-357,3-3-308,2 0-272,6 5-524,0-5-600,-6 5-1064,-7-5-760,-20 3 67,3 16-5627,-2-1-7778</inkml:trace>
</inkml:ink>
</file>

<file path=ppt/ink/ink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44.898"/>
    </inkml:context>
    <inkml:brush xml:id="br0">
      <inkml:brushProperty name="width" value="0.025" units="cm"/>
      <inkml:brushProperty name="height" value="0.025" units="cm"/>
    </inkml:brush>
  </inkml:definitions>
  <inkml:trace contextRef="#ctx0" brushRef="#br0">213 0 14581,'-24'40'1555,"1"1"0,2 1 0,-21 60 0,22-24-210,4 1 0,-11 146 1,26-213-1464,-1 0 1,0 0-1,-6 17 0,8-28 73,0-1 0,0 1 0,-1-1 0,1 1 0,0-1 0,0 1 0,0-1 0,0 1 0,-1-1 0,1 1 0,0-1 1,-1 1-1,1-1 0,0 1 0,-1-1 0,1 0 0,0 1 0,-1-1 0,1 0 0,-1 1 0,1-1 0,0 0 0,-1 1 0,1-1 0,-1 0 0,0 1 0,0-2-66,1 1 0,-1-1 0,1 1 1,-1 0-1,1-1 0,-1 1 0,1-1 0,-1 1 0,1-1 1,0 1-1,-1-1 0,1 1 0,0-1 0,-1 0 0,1 1 1,0-1-1,0 0 0,-1 0 0,-1-6-1623,0-1 0,1 1 0,0 0 0,-1-9 0,0-24-7658</inkml:trace>
</inkml:ink>
</file>

<file path=ppt/ink/ink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45.783"/>
    </inkml:context>
    <inkml:brush xml:id="br0">
      <inkml:brushProperty name="width" value="0.025" units="cm"/>
      <inkml:brushProperty name="height" value="0.025" units="cm"/>
    </inkml:brush>
  </inkml:definitions>
  <inkml:trace contextRef="#ctx0" brushRef="#br0">491 6 14425,'-6'0'669,"0"1"1,0-1-1,0-1 0,0 1 0,-7-2 0,8 1-395,0 0-1,0 0 0,0 1 0,0 0 0,-1 0 1,1 0-1,0 1 0,0 0 0,-5 1 1,-6 4-211,1 1 0,0 0 0,1 1 1,-1 1-1,2 0 0,-1 1 0,-18 17 1,15-10-127,1 0 0,0 1 1,2 0-1,-23 38 0,32-47 249,1 0 0,0 0 0,0 0 0,1 1 0,0-1 0,1 1 0,0 0 0,-1 12 0,3-17 42,-1 1-1,2-1 1,-1 0-1,0 1 1,1-1 0,0 0-1,0 1 1,1-1 0,-1 0-1,1 0 1,0 0-1,1 0 1,-1 0 0,1-1-1,0 1 1,6 7-1,43 35 1822,-37-34-1173,0 0-1,-1 1 1,16 20-1,-27-30-860,0 1 1,-1-1-1,0 1 1,0 0-1,0 0 1,0 0-1,-1 0 1,0 0-1,0 0 0,0 0 1,0 1-1,-1-1 1,0 0-1,0 1 1,-1-1-1,1 0 1,-1 0-1,0 0 1,-1 1-1,1-1 0,-1 0 1,-3 5-1,-5 12-82,-1-1 0,-1 0-1,-22 29 1,33-48 58,-11 15-977,-1 0 0,-1-1 1,-27 25-1,31-33-568,-1 0 1,-17 10 0,18-13-624,0 0 0,0-1-1,-16 4 1,-13 0-10063</inkml:trace>
</inkml:ink>
</file>

<file path=ppt/ink/ink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46.157"/>
    </inkml:context>
    <inkml:brush xml:id="br0">
      <inkml:brushProperty name="width" value="0.025" units="cm"/>
      <inkml:brushProperty name="height" value="0.025" units="cm"/>
    </inkml:brush>
  </inkml:definitions>
  <inkml:trace contextRef="#ctx0" brushRef="#br0">288 8 5072,'-49'45'1231,"44"-40"-649,1 1-1,0 0 1,0 0 0,0 0-1,1 0 1,0 0-1,0 1 1,0-1 0,1 1-1,0 0 1,0 0-1,1 0 1,-1 10 0,1-16-469,-7 12 3044,8-13-3034,-1 1 0,1-1 0,0 0 0,-1 1-1,1-1 1,-1 0 0,1 1 0,0-1 0,-1 0-1,1 1 1,0-1 0,0 1 0,-1-1 0,1 1-1,0-1 1,0 1 0,0-1 0,0 1 0,0-1 0,0 1-1,-1-1 1,1 1 0,0-1 0,1 2 0,-23 6 7063,71-43-5428,-35 26-1252,0 0 0,-1-1 0,-1-1 0,1 0 0,10-13 0,20-16-506,-33 27 0,-10 12 0,0 0 0,0 1 0,0-1 0,0 0 0,0 0 0,0 1 0,0-1 0,0 0 0,-1 0 0,1 1 0,0-1 0,0 0 0,-1 1 0,1-1 0,0 0 0,-1 1 0,1-1 0,-1 0 0,1 1 0,0-1 0,-1 1 0,1-1 0,-1 1 0,0-1 0,1 1 0,-1-1 0,1 1 0,-1 0 0,0-1 0,1 1 0,-1 0 0,0-1 0,0 1 0,-3-1 0,1 0 0,0 0 0,0 1 0,-1-1 0,1 1 0,-7 0 0,-2 1-143,1 1 0,-1 0 0,1 1 0,-1 0 0,1 1 0,0 0 0,0 1 0,0 0 0,1 1 0,-11 7 0,-11 9-734,-51 48 0,77-64 799,0-1-1,1 1 0,-1 0 1,1 1-1,1-1 1,-1 1-1,1 0 1,0 0-1,1 0 1,0 0-1,-3 10 1,5-11 42,0-1 0,0 0-1,0 1 1,1-1 0,0 1 0,0-1 0,1 1 0,-1-1 0,1 0 0,0 1 0,0-1-1,1 0 1,0 1 0,0-1 0,0 0 0,1 0 0,4 7 0,0-3-68,0 0 1,0-1-1,1 0 1,1-1-1,-1 1 1,1-1-1,0-1 1,1 0-1,13 7 1,-6-5-186,0 0 1,1-1 0,0-1-1,33 7 1,-24-9-363,0-2 0,0 0-1,0-2 1,41-4 0,106-26-8584,-166 28 8475,65-12-8376</inkml:trace>
</inkml:ink>
</file>

<file path=ppt/ink/ink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46.363"/>
    </inkml:context>
    <inkml:brush xml:id="br0">
      <inkml:brushProperty name="width" value="0.025" units="cm"/>
      <inkml:brushProperty name="height" value="0.025" units="cm"/>
    </inkml:brush>
  </inkml:definitions>
  <inkml:trace contextRef="#ctx0" brushRef="#br0">139 0 15113,'-22'19'502,"12"-11"-58,0 0 0,0 1 0,0 1 1,1-1-1,1 1 0,0 1 0,0 0 0,-8 16 0,10-15-40,2 1 0,-1 0 0,2 0-1,0 1 1,0-1 0,1 0 0,1 1-1,0 19 1,2-22-353,0 1-1,0 0 0,1 0 1,1-1-1,0 1 1,0-1-1,1 0 1,1 0-1,0 0 1,0-1-1,1 0 1,1 0-1,-1 0 1,1-1-1,17 17 1,-18-20-173,0-2 1,0 1-1,1-1 1,0 0 0,0 0-1,0 0 1,0-1-1,0 0 1,1-1 0,-1 0-1,1 0 1,-1 0-1,1-1 1,0 0 0,0-1-1,10 0 1,-9-1-451,1 0 0,-1 0 0,1-1 0,-1 0 0,0-1 0,0 0 0,0 0 0,9-5 0,22-13-4798,3-1-3118</inkml:trace>
</inkml:ink>
</file>

<file path=ppt/ink/ink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46.602"/>
    </inkml:context>
    <inkml:brush xml:id="br0">
      <inkml:brushProperty name="width" value="0.025" units="cm"/>
      <inkml:brushProperty name="height" value="0.025" units="cm"/>
    </inkml:brush>
  </inkml:definitions>
  <inkml:trace contextRef="#ctx0" brushRef="#br0">32 1 13157,'-8'17'1209,"2"-4"166,1 1 0,-4 16 0,8-25-1112,0-1 1,0 1-1,1-1 1,0 1-1,0 0 0,0-1 1,0 1-1,1-1 1,0 1-1,-1-1 1,3 7-1,5 5 260,-1 1-1,2-1 1,0 0-1,1-1 1,1 0 0,0-1-1,1 0 1,0 0 0,2-1-1,-1-1 1,1-1-1,1 0 1,0 0 0,31 15-1,-2 2-161,-42-27-706,0-2-544,0-1 717,-1 1 56,-1 1 0,1-1-1,0 1 1,0-1 0,-1 0-1,1 1 1,0-1 0,-1 0 0,1 0-1,-1 0 1,1 1 0,-1-1-1,1 0 1,-1 0 0,1 0-1,-1 0 1,0 0 0,0 0 0,1 0-1,-1 0 1,0 0 0,0 1-1,0-1 1,0 0 0,0 0-1,0 0 1,0 0 0,0 0 0,-1 0-1,1 0 1,0 0 0,-1 0-1,1 0 1,0 0 0,-1 0-1,1 1 1,-1-1 0,1 0-1,-2-1 1,-3-4-654,0 0 1,0 1-1,0 0 0,-1 0 0,-6-5 0,-20-12-5929,1 3-2793</inkml:trace>
</inkml:ink>
</file>

<file path=ppt/ink/ink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46.903"/>
    </inkml:context>
    <inkml:brush xml:id="br0">
      <inkml:brushProperty name="width" value="0.025" units="cm"/>
      <inkml:brushProperty name="height" value="0.025" units="cm"/>
    </inkml:brush>
  </inkml:definitions>
  <inkml:trace contextRef="#ctx0" brushRef="#br0">9 144 14013,'-8'16'1671,"18"-23"422,-6 4-1374,1 0 1,-1 0-1,1 0 1,9-4 0,3 3 197,-1 1 1,2 0 0,30 0-1,-6 0 164,-11 0-353,144-9 2609,-153 12-2934,0 1 0,0 1 0,0 1 1,0 1-1,40 12 0,-57-14-386,1 1-1,0-1 1,-1 1-1,1 0 1,-1 0-1,0 1 1,0 0 0,-1 0-1,1 0 1,-1 0-1,1 1 1,-1 0-1,-1-1 1,1 2-1,3 5 1,-4-4-170,0 0 1,-1 0 0,1 0-1,-1 0 1,-1 0 0,1 0-1,-1 1 1,-1-1 0,1 0-1,-1 1 1,-1-1 0,-1 12-1,2-16 17,0-1 0,0 1 0,0-1 0,0 1-1,0-1 1,1 0 0,-1 1 0,1-1 0,0 1 0,0-1-1,0 0 1,1 3 0,1 2-289,-2-5-227,0-6-425,5-21 978,1 0 0,2 1 0,0 0 0,2 0 0,0 1 0,20-28 0,-23 39 323,0 0 1,1 1-1,0 0 0,1 0 1,0 1-1,1 0 1,0 1-1,1 1 1,0-1-1,0 2 0,0 0 1,1 0-1,17-6 1,-25 12-161,0-1 1,0 1-1,-1 0 1,1 1 0,0-1-1,0 1 1,0 0-1,0 0 1,0 0-1,0 1 1,-1 0 0,1 0-1,0 0 1,4 2-1,-5-1-35,-1 0-1,0-1 0,1 2 0,-1-1 0,0 0 0,0 1 0,0-1 1,-1 1-1,1 0 0,-1 0 0,1 0 0,-1 0 0,0 0 0,0 0 1,0 1-1,-1-1 0,1 1 0,1 6 0,1 11-321,-1-1 0,0 0-1,-2 1 1,-1 27 0,0-5-933,1-22-460,-6 37 0,0-25-3420,2-12-565,2 1-5426</inkml:trace>
</inkml:ink>
</file>

<file path=ppt/ink/ink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47.298"/>
    </inkml:context>
    <inkml:brush xml:id="br0">
      <inkml:brushProperty name="width" value="0.025" units="cm"/>
      <inkml:brushProperty name="height" value="0.025" units="cm"/>
    </inkml:brush>
  </inkml:definitions>
  <inkml:trace contextRef="#ctx0" brushRef="#br0">309 472 11657,'-28'12'938,"1"2"0,1 1 0,-28 21 0,31-19-100,2 1 0,0 0 0,1 2-1,-19 24 1,33-36-675,1-1 1,-1 1-1,2 0 1,-1 0-1,1 1 1,0-1-1,1 1 1,0 0-1,0 0 1,1 0-1,0 1 1,1-1-1,0 0 1,1 1-1,-1-1 1,2 11-1,0-16-60,-1 1-1,1-1 0,0 1 0,0-1 0,0 0 0,1 0 1,0 1-1,-1-1 0,4 4 0,-4-7-67,0 1-1,1-1 1,-1 1 0,1-1-1,-1 0 1,1 0 0,0 1-1,0-1 1,-1 0 0,1 0-1,0-1 1,0 1 0,0 0-1,0-1 1,0 1 0,0-1-1,0 0 1,0 1 0,0-1-1,0 0 1,0 0 0,3-1-1,7 0 19,0-1 0,0-1 0,-1 0 0,1 0 0,-1-1 0,0-1 0,0 0 0,0 0 0,-1-1 0,0 0 0,0-1 0,9-8 0,-6 4-50,-1 0 0,0-1 0,0 0 0,-1-1 0,-1 0-1,0 0 1,-1-2 0,9-18 0,-6 5-110,-2 0-1,-1-1 1,-2 0 0,-1 0 0,-1-1 0,3-51-1,-8 28 22,-1-1 1,-16-100-1,11 129 215,-13-36 1,12 42 216,2 0-1,-7-32 1,11 51-323,1 1 0,-1-1 0,0 1 0,0-1 0,0 1 0,0-1 0,1 1 0,-1-1 0,0 1 0,0 0 0,1-1 0,-1 1 0,0 0 1,1 0-1,-1 0 0,1 0 0,-1 1 0,-3 7 50,1 1-1,0 0 1,1 0 0,0 1 0,1-1 0,0 0 0,0 1 0,2 16 0,-1-3 13,0 28-221,2-1 0,2 0 0,2 0 0,3 0 0,2-1 0,29 82 0,22 17-3154,-11-57-5506,-24-52-1548</inkml:trace>
</inkml:ink>
</file>

<file path=ppt/ink/ink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47.723"/>
    </inkml:context>
    <inkml:brush xml:id="br0">
      <inkml:brushProperty name="width" value="0.025" units="cm"/>
      <inkml:brushProperty name="height" value="0.025" units="cm"/>
    </inkml:brush>
  </inkml:definitions>
  <inkml:trace contextRef="#ctx0" brushRef="#br0">22 195 10697,'-1'0'114,"0"1"0,-1-1 0,1 1 0,0-1 0,0 1 0,-1 0 0,1 0-1,0 0 1,0-1 0,0 1 0,0 0 0,0 0 0,0 0 0,0 1 0,1-1 0,-1 0 0,0 0 0,1 0 0,-1 1 0,1-1 0,-2 2 0,3 1 320,-1-1 1,0 1-1,1-1 0,0 0 1,0 1-1,0-1 1,0 0-1,2 4 1,2 6 519,1 7 1521,7 33 0,4 18 2444,-6-46-3799,-9-23-236,0-1-424,1 0-394,-1-1 0,1 1 1,-1 0-1,1-1 0,0 0 1,-1 0-1,1 1 0,0-1 1,-1-1-1,1 1 0,-1 0 1,1-1-1,0 1 1,2-2-1,0 0-14,-1 0 1,1-1-1,-1 0 0,0 1 1,0-1-1,0-1 1,3-3-1,2-2 4,-1 0 0,0 0 1,0-1-1,-1-1 0,-1 1 0,9-19 1,23-71-814,-29 72-233,1 1 0,20-39 0,-13 32-637,-13 24 719,1 1 0,0-1 0,1 1-1,0 0 1,8-10 0,-13 19 824,0 0 1,0-1-1,0 1 1,0 0-1,0 0 1,0 0-1,-1 0 0,1 0 1,0 0-1,0 0 1,0 0-1,0 0 1,0 0-1,0 0 1,0 0-1,-1 1 0,1-1 1,0 0-1,2 1 1,-1 0-145,4 1 72,1 1-1,-1 0 0,0 0 1,0 0-1,0 1 1,-1 0-1,1 0 1,7 8-1,38 41 378,-15-5 1176,36 63 1,-41-62-725,13 19-1413,-51-71-3549,6 3 3886,0 0 0,0 0-1,0-1 1,0 1 0,0-1 0,0 1 0,0-1 0,0 1-1,0-1 1,0 1 0,0-1 0,0 0 0,0 1-1,-1-2 1,-4-15-7323</inkml:trace>
</inkml:ink>
</file>

<file path=ppt/ink/ink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47.848"/>
    </inkml:context>
    <inkml:brush xml:id="br0">
      <inkml:brushProperty name="width" value="0.025" units="cm"/>
      <inkml:brushProperty name="height" value="0.025" units="cm"/>
    </inkml:brush>
  </inkml:definitions>
  <inkml:trace contextRef="#ctx0" brushRef="#br0">38 20 12993,'16'-19'2028,"-27"32"-539,1-2-285,-7 5-4625,1 3-695,19 0-3077</inkml:trace>
</inkml:ink>
</file>

<file path=ppt/ink/ink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48.192"/>
    </inkml:context>
    <inkml:brush xml:id="br0">
      <inkml:brushProperty name="width" value="0.025" units="cm"/>
      <inkml:brushProperty name="height" value="0.025" units="cm"/>
    </inkml:brush>
  </inkml:definitions>
  <inkml:trace contextRef="#ctx0" brushRef="#br0">188 50 12213,'-26'2'532,"19"-2"-300,0 1 0,0 0 0,0 0 0,0 0 0,0 1 0,0 0 0,1 0 0,-12 5 0,-39 14 2492,56-20-2632,-1 0-1,0 0 1,1 0 0,-1 0 0,1 0-1,-1 0 1,1 1 0,0-1-1,0 1 1,-1-1 0,1 1 0,-1 2-1,-2 1 421,-4 10 189,8-15-684,0 0 1,0 0 0,0 1 0,0-1 0,0 0-1,0 0 1,0 0 0,0 0 0,0 0-1,0 0 1,0 1 0,1-1 0,-1 0-1,0 0 1,0 0 0,0 0 0,0 0-1,0 0 1,0 0 0,1 0 0,-1 0-1,0 0 1,0 0 0,0 0 0,0 0 0,0 0-1,1 0 1,-1 0 0,0 0 0,0 0-1,0 0 1,0 0 0,0 0 0,1 0-1,-1 0 1,0 0 0,0 0 0,0 0-1,0 0 1,0 0 0,0 0 0,1 0-1,-1 0 1,0 0 0,0 0 0,0 0-1,0 0 1,0-1 0,31-16 1248,-22 11-1261,35-22 1139,46-24 1832,-81 47-2632,2 1 0,-1 0 1,0 1-1,1 0 0,0 0 0,-1 1 0,13 0 1,-19 2-220,1 0 0,-1 0 0,0 1 0,1 0 0,-1 0 1,0 0-1,0 0 0,1 1 0,-1-1 0,0 1 0,-1 0 0,1 1 1,0-1-1,0 0 0,-1 1 0,0 0 0,1 0 0,-1 0 0,0 0 1,0 1-1,-1-1 0,1 1 0,-1 0 0,0 0 0,0-1 0,2 6 1,0 3-85,-1 0 1,-1 0 0,0 0-1,0 0 1,-1 0-1,-1 0 1,0 13 0,-14 88 35,12-99-76,-9 42 3,-3 1 1,-30 81-1,-57 104-209,56-141-42,43-95-21,-63 137-2263,27-77-1740,-6-4-7082</inkml:trace>
</inkml:ink>
</file>

<file path=ppt/ink/ink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48.668"/>
    </inkml:context>
    <inkml:brush xml:id="br0">
      <inkml:brushProperty name="width" value="0.025" units="cm"/>
      <inkml:brushProperty name="height" value="0.025" units="cm"/>
    </inkml:brush>
  </inkml:definitions>
  <inkml:trace contextRef="#ctx0" brushRef="#br0">216 1 15281,'-12'17'350,"-71"98"4422,70-93-3821,0 0-1,1 0 1,-14 40 0,12-14-413,1 1 0,3 1 1,2 0-1,-2 63 1,8-37-182,4 1 1,13 86 0,-14-155-299,0 0 1,1 0 0,0 0 0,0-1-1,0 1 1,1-1 0,0 1 0,1-1 0,4 7-1,-6-12-36,0 1-1,1 0 1,-1-1 0,0 0-1,1 1 1,-1-1-1,1 0 1,0-1-1,0 1 1,0 0 0,0-1-1,0 1 1,0-1-1,0 0 1,0 0-1,1 0 1,-1-1 0,0 1-1,1-1 1,-1 0-1,0 0 1,1 0 0,-1 0-1,4-1 1,59-10 139,-43 6-121,0 1 1,0 1 0,1 1 0,26 2-1,-44 0-35,0 1-1,0 1 0,0-1 0,0 1 0,0 0 1,0 0-1,0 1 0,0 0 0,-1 0 0,0 0 1,1 1-1,-1-1 0,0 1 0,6 8 0,2 2-66,-1 1-1,-1 1 1,13 23-1,-17-26-331,0 0 0,1-1 0,1 0 0,0-1 0,0 0 1,1 0-1,12 9 0,-19-18 319,-1 0 0,1-1 0,0 0 1,-1 0-1,1 0 0,0 0 0,0 0 0,0 0 1,0-1-1,0 1 0,0-1 0,0 0 0,0 0 1,0 0-1,0 0 0,0-1 0,0 1 0,0-1 1,0 0-1,0 1 0,0-2 0,0 1 0,-1 0 1,1 0-1,0-1 0,2-1 0,4-3 5,-1 0-1,0-1 1,0 1 0,-1-2-1,0 1 1,8-10 0,25-39 51,-2-2 0,-3-1 1,-3-2-1,-2-1 1,29-88-1,76-336 3518,-125 446-2262,20-51-1,-29 89-839,-1 5-78,-3 45 63,-12 70 0,0-11-217,0 40-40,-16 258-3243,21-263-1096,2-41-5845,8-75-929</inkml:trace>
</inkml:ink>
</file>

<file path=ppt/ink/ink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48.824"/>
    </inkml:context>
    <inkml:brush xml:id="br0">
      <inkml:brushProperty name="width" value="0.025" units="cm"/>
      <inkml:brushProperty name="height" value="0.025" units="cm"/>
    </inkml:brush>
  </inkml:definitions>
  <inkml:trace contextRef="#ctx0" brushRef="#br0">1 38 19610,'13'-5'2520,"6"0"-504,0 2-372,13-8-380,-15 6-247,7 2 7,24-2-432,-31 7-476,18-2-588,19 3-868,-19-3-1117,-3 8-519,-2 6-3677,-3 5-6268</inkml:trace>
</inkml:ink>
</file>

<file path=ppt/ink/ink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48.979"/>
    </inkml:context>
    <inkml:brush xml:id="br0">
      <inkml:brushProperty name="width" value="0.025" units="cm"/>
      <inkml:brushProperty name="height" value="0.025" units="cm"/>
    </inkml:brush>
  </inkml:definitions>
  <inkml:trace contextRef="#ctx0" brushRef="#br0">103 0 20362,'-16'100'2680,"7"-65"-224,7-19-479,-1 6-393,3 5-316,-5-6-488,2 6-424,-2-5-624,-1 5-652,1-14-584,2 1-741,-16-20-8016,-8-12-3020</inkml:trace>
</inkml:ink>
</file>

<file path=ppt/ink/ink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49.652"/>
    </inkml:context>
    <inkml:brush xml:id="br0">
      <inkml:brushProperty name="width" value="0.025" units="cm"/>
      <inkml:brushProperty name="height" value="0.025" units="cm"/>
    </inkml:brush>
  </inkml:definitions>
  <inkml:trace contextRef="#ctx0" brushRef="#br0">113 808 12637,'-10'-13'1290,"-1"0"-1,-25-21 1,33 31-989,0 0 1,-1 0 0,1-1 0,0 1 0,1-1 0,-1 0-1,1 0 1,0 0 0,-1 0 0,-1-7 0,0-1 196,1 0 1,-3-22-1,0-28 129,2-1 0,4 0-1,2 0 1,19-111 0,-1-3 1512,-16 136-1314,7 60 42,-7 1-712,0 0 0,-1 0 0,1 35 1,-6 68 103,0-73-180,-1 35-27,1 164-969,11 35-2490,-10-189-326,-3-1-3372,0-23-4046</inkml:trace>
</inkml:ink>
</file>

<file path=ppt/ink/ink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49.827"/>
    </inkml:context>
    <inkml:brush xml:id="br0">
      <inkml:brushProperty name="width" value="0.025" units="cm"/>
      <inkml:brushProperty name="height" value="0.025" units="cm"/>
    </inkml:brush>
  </inkml:definitions>
  <inkml:trace contextRef="#ctx0" brushRef="#br0">30 44 16982,'-19'5'2284,"8"-10"3004,30 2-4644,0 1-388,11-1-592,21 6-176,-16-1-448,-2 1-524,-15 0-336,15-3-216,15-3-465,-34 0-195,5-10-1112,8-14-2509</inkml:trace>
</inkml:ink>
</file>

<file path=ppt/ink/ink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50.266"/>
    </inkml:context>
    <inkml:brush xml:id="br0">
      <inkml:brushProperty name="width" value="0.025" units="cm"/>
      <inkml:brushProperty name="height" value="0.025" units="cm"/>
    </inkml:brush>
  </inkml:definitions>
  <inkml:trace contextRef="#ctx0" brushRef="#br0">49 76 13773,'-7'-39'1716,"7"38"-1325,-1-1-1,1 0 1,-1 0-1,0 0 1,0 1-1,0-1 1,1 1-1,-1-1 1,-1 0-1,1 1 1,0 0-1,0-1 1,-1 1-1,1 0 1,0-1-1,-1 1 1,1 0-1,-1 0 1,0 0-1,1 0 1,-1 1-1,0-1 1,1 0-1,-4 0 1,-2-2-506,5 2 938,4 31 114,1 0 0,7 31 1,2 10-485,18 285 379,-19-198-1614,-11-148 521,2-1 0,-1 1 0,5 14 0,-5-22 210,0 0 0,-1-1 0,1 1 1,0 0-1,0-1 0,0 1 0,0-1 0,0 0 0,0 1 1,0-1-1,3 3 0,-3-4 38,-1 0 0,1 1 0,0-1 0,-1 0 0,1 1 0,0-1 0,0 0 0,0 0 0,-1 0 0,1 0 0,0 0 0,0 0 0,0 0 0,-1 0 0,1 0 0,0 0 0,0 0 0,0-1 0,-1 1 0,1 0 0,0 0 0,0-1 0,-1 1 0,1-1 0,0 1 0,-1 0 0,2-2 0,6-4-77,1-2 0,-1 1-1,-1-1 1,1 0 0,-2 0 0,10-15-1,34-64-273,-27 44 231,-8 18 118,1 1 0,35-40 0,-48 61 114,0 0-1,0 0 1,0 0-1,0 1 1,7-5-1,-10 6-84,1 1 0,0 0 0,0-1-1,0 1 1,-1 0 0,1 0 0,0 0 0,0-1-1,0 1 1,-1 0 0,1 0 0,0 0-1,0 1 1,0-1 0,0 0 0,-1 0 0,1 0-1,0 1 1,0-1 0,0 0 0,-1 1-1,1-1 1,0 0 0,-1 1 0,1-1 0,0 1-1,-1-1 1,1 1 0,0 0 0,-1-1-1,1 2 1,5 4 34,-1 1 0,-1-1 0,1 1 0,-1 1-1,0-1 1,5 14 0,13 54 203,1 1-120,-4-27-126,-11-24 53,2 0-1,21 38 1,-30-61-57,0 0 0,0 1 0,1-1 0,-1 0 0,0 0-1,1 0 1,0-1 0,-1 1 0,1 0 0,0-1 0,0 1 0,0-1 0,0 1 0,0-1 0,0 0 0,1 0 0,-1 0 0,0 0 0,0 0-1,1 0 1,-1-1 0,1 1 0,-1-1 0,1 0 0,-1 0 0,0 0 0,1 0 0,-1 0 0,1 0 0,2-1 0,2-2 6,1 0 1,-1-1 0,0 1 0,0-2 0,0 1 0,0-1-1,11-10 1,59-60-7,-3 4 43,-52 46 235,-12 13 13,-8 11-238,0 0 1,-1 0 0,1 1-1,0-1 1,0 1-1,0 0 1,0 0 0,0 0-1,0-1 1,0 2 0,0-1-1,0 0 1,0 0-1,0 1 1,0-1 0,2 2-1,-3-1-29,1 1-1,-1-1 1,0 1-1,0 0 1,0 0-1,0-1 1,-1 1-1,1 0 1,0 0-1,-1 0 1,1 0-1,-1 0 0,0 0 1,0 2-1,2 36 191,-2-37-205,0 12 10,4 116-474,-2-111-1151,0 0 1,8 25-1,-9-42-727,2-19-17341</inkml:trace>
</inkml:ink>
</file>

<file path=ppt/ink/ink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50.360"/>
    </inkml:context>
    <inkml:brush xml:id="br0">
      <inkml:brushProperty name="width" value="0.025" units="cm"/>
      <inkml:brushProperty name="height" value="0.025" units="cm"/>
    </inkml:brush>
  </inkml:definitions>
  <inkml:trace contextRef="#ctx0" brushRef="#br0">57 0 10837,'0'0'440,"-19"5"-480,-3 4-716,6 1-6741</inkml:trace>
</inkml:ink>
</file>

<file path=ppt/ink/ink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50.626"/>
    </inkml:context>
    <inkml:brush xml:id="br0">
      <inkml:brushProperty name="width" value="0.025" units="cm"/>
      <inkml:brushProperty name="height" value="0.025" units="cm"/>
    </inkml:brush>
  </inkml:definitions>
  <inkml:trace contextRef="#ctx0" brushRef="#br0">47 284 15077,'-7'15'755,"0"0"0,2 0 0,0 1 0,0 0 0,2 0 0,0 0-1,1 0 1,0 1 0,2-1 0,1 22 0,-1-36-686,0 1 0,-1-1 0,1 0 0,0 0 0,0 0 0,-1 0 0,0 0 0,1 0 1,-1 0-1,-1 2 0,0 1 228,2-2 403,7-23 830,68-155 1023,-61 144-2353,1 1 0,38-57-1,-40 70-533,-1 1-1,2 0 1,0 1-1,1 1 1,1 0-1,18-13 1,-23 20-761,0 0 0,0 0 0,1 1 1,-1 1-1,1 0 0,0 1 1,23-6-1,-18 13-4888,3 3-3771</inkml:trace>
</inkml:ink>
</file>

<file path=ppt/ink/ink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50.978"/>
    </inkml:context>
    <inkml:brush xml:id="br0">
      <inkml:brushProperty name="width" value="0.025" units="cm"/>
      <inkml:brushProperty name="height" value="0.025" units="cm"/>
    </inkml:brush>
  </inkml:definitions>
  <inkml:trace contextRef="#ctx0" brushRef="#br0">227 612 14065,'-78'7'4317,"72"-6"-3841,0 1 1,1 0 0,-1 0-1,1 1 1,0 0 0,0 0-1,0 0 1,-7 5 0,-33 33 1738,39-35-2120,1-1 0,1 1 0,-1 1 0,1-1 0,0 0 0,1 1 0,-1 0 0,1 0 0,1 0 0,-4 14 0,5-19-127,0 1 0,1-1 0,0 1 0,-1-1-1,1 1 1,0-1 0,0 1 0,1 0 0,-1-1 0,0 1-1,1-1 1,0 1 0,-1-1 0,1 0 0,0 1 0,0-1-1,0 0 1,1 1 0,-1-1 0,1 0 0,-1 0 0,1 0-1,-1 0 1,1 0 0,0-1 0,0 1 0,0 0 0,0-1-1,0 0 1,1 1 0,-1-1 0,0 0 0,1 0-1,3 1 1,-1 0 7,1-1 0,0 0 0,0 0 0,0 0-1,0-1 1,0 0 0,0 0 0,0 0 0,0-1-1,0 0 1,0 0 0,0 0 0,-1-1 0,1 0 0,8-3-1,-4-1 25,-1 1-1,1-1 0,-1 0 1,0-1-1,-1 0 0,1 0 0,11-14 1,-6 3-5,-1 0 0,-1-1 0,-1 0 0,0-1 0,-2 0 0,0 0 0,9-31 1,-6 7 86,-2 0 0,7-73 0,-12 72 245,-3-90-1,-3 119-176,-1 0 0,-1 0-1,0 0 1,-1 0-1,0 1 1,-1 0-1,-1 0 1,-1 0 0,-10-18-1,12 24-28,-6-8 71,11 16-187,-1 1 0,1 0 1,0-1-1,-1 1 1,1 0-1,-1 0 0,1-1 1,-1 1-1,1 0 1,-1 0-1,1 0 0,-1 0 1,1 0-1,-1-1 1,1 1-1,-1 0 0,0 0 1,1 0-1,-1 0 1,1 1-1,-1-1 1,1 0-1,-1 0 0,1 0 1,-1 0-1,1 0 1,-1 1-1,1-1 0,-1 0 1,1 0-1,-1 1 1,1-1-1,0 0 0,-1 1 1,-2 2 14,0 0-1,0 0 1,0 1 0,1-1-1,-1 1 1,1-1 0,0 1-1,0 0 1,0 0 0,1 0-1,-1 0 1,1 0 0,0 0-1,0 0 1,0 5 0,-1 13 119,-1 37 1,3-38-43,1 91 163,5-1 0,28 156 0,-19-191-2690,45 129-1,-38-152-1568,-4-23-1889,1-5-5012</inkml:trace>
</inkml:ink>
</file>

<file path=ppt/ink/ink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51.169"/>
    </inkml:context>
    <inkml:brush xml:id="br0">
      <inkml:brushProperty name="width" value="0.025" units="cm"/>
      <inkml:brushProperty name="height" value="0.025" units="cm"/>
    </inkml:brush>
  </inkml:definitions>
  <inkml:trace contextRef="#ctx0" brushRef="#br0">225 0 18070,'-40'34'1098,"23"-20"-162,0 1 0,1 1 0,-24 30 0,31-34-243,1 1 0,1 1-1,0-1 1,0 1 0,-5 20 0,2-2 422,-7 45 0,9-12-805,2-1 0,3 1-1,3 0 1,16 128-1,-11-162-1481,1 1 0,1-1 0,23 59-1,-30-89 831,1 0 1,-1 0-1,0 0 0,1 0 0,-1 0 0,1 0 0,-1 0 0,1-1 0,0 1 0,-1 0 0,1 0 0,0-1 0,-1 1 0,1-1 0,0 1 0,0 0 0,0-1 0,0 1 1,0-1-1,-1 0 0,1 1 0,0-1 0,0 0 0,0 1 0,0-1 0,0 0 0,0 0 0,0 0 0,0 0 0,0 0 0,0 0 0,0 0 0,0 0 0,0-1 1,1 1-1,26-7-10523</inkml:trace>
</inkml:ink>
</file>

<file path=ppt/ink/ink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51.436"/>
    </inkml:context>
    <inkml:brush xml:id="br0">
      <inkml:brushProperty name="width" value="0.025" units="cm"/>
      <inkml:brushProperty name="height" value="0.025" units="cm"/>
    </inkml:brush>
  </inkml:definitions>
  <inkml:trace contextRef="#ctx0" brushRef="#br0">105 34 18094,'-9'-20'2318,"7"16"1535,6 3-2360,12 0-630,7-3-94,0 2 1,0 1-1,1 1 1,25 3-1,-62 12-988,-7-1 56,0-1-1,-35 17 1,-22 13-24,68-37 190,1 0 1,0 1-1,0 0 0,0 0 0,1 1 0,-8 9 0,14-15 9,0-1-1,0 0 1,1 0-1,-1 0 1,1 1-1,-1-1 1,1 0 0,-1 1-1,1-1 1,0 0-1,-1 1 1,1-1-1,0 1 1,0-1-1,0 1 1,0-1 0,0 0-1,0 1 1,1-1-1,-1 0 1,1 3-1,1 0 10,-1-1-1,1 0 0,0-1 0,0 1 0,0 0 0,0 0 0,0-1 1,1 1-1,2 1 0,4 3-54,-1-1 1,1 0 0,0-1-1,0 0 1,17 6-1,-1-4-1101,1-1 0,0-1 0,50 3-1,7 1-3325,-21-1-2239,0-2-4463</inkml:trace>
</inkml:ink>
</file>

<file path=ppt/ink/ink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51.738"/>
    </inkml:context>
    <inkml:brush xml:id="br0">
      <inkml:brushProperty name="width" value="0.025" units="cm"/>
      <inkml:brushProperty name="height" value="0.025" units="cm"/>
    </inkml:brush>
  </inkml:definitions>
  <inkml:trace contextRef="#ctx0" brushRef="#br0">58 1008 15921,'6'9'3308,"-3"-17"294,1-5-1865,-3 12-280,0-3-324,2-5-554,-2 5-424,0 0 0,1 0 0,-1 0 0,-1 0 0,1 0 0,-1 0 0,1 0 0,-1 0 0,-1-7 0,-34-158 1140,3 22-1062,25 103-213,3 0 0,1-1 0,2 1 0,2-1 0,2 1 0,17-80 0,-17 109-24,1 1-1,0 0 1,1 0 0,1 0 0,0 1-1,1 0 1,1 0 0,0 0 0,0 1-1,2 0 1,-1 1 0,1 0 0,1 0-1,0 1 1,24-17 0,-32 25-124,1 1 1,-1-1-1,0 1 0,1 0 1,-1-1-1,1 2 0,-1-1 1,1 0-1,0 1 0,-1-1 1,1 1-1,0 0 0,-1 0 1,1 1-1,0-1 0,-1 1 1,1 0-1,-1-1 0,1 2 1,-1-1-1,1 0 1,-1 1-1,0-1 0,0 1 1,1 0-1,-1 0 0,-1 1 1,1-1-1,0 0 0,0 1 1,-1 0-1,0 0 0,1-1 1,2 7-1,-4-7-181,0 1-1,0-1 1,0 1 0,0 0-1,0-1 1,-1 1 0,1 0-1,-1 0 1,0-1 0,0 1-1,0 0 1,0 0 0,0-1-1,-1 5 1,-1 10-1172,-4 43-5080,-1-6-4192</inkml:trace>
</inkml:ink>
</file>

<file path=ppt/ink/ink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51.895"/>
    </inkml:context>
    <inkml:brush xml:id="br0">
      <inkml:brushProperty name="width" value="0.025" units="cm"/>
      <inkml:brushProperty name="height" value="0.025" units="cm"/>
    </inkml:brush>
  </inkml:definitions>
  <inkml:trace contextRef="#ctx0" brushRef="#br0">1 122 19618,'27'-25'2832,"2"6"-564,1 1-380,5 7-383,-3 0-317,3 3-552,1 5-652,-4-2-1092,-5-6-797,-16 0-3,-1 14-5428</inkml:trace>
</inkml:ink>
</file>

<file path=ppt/ink/ink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52.144"/>
    </inkml:context>
    <inkml:brush xml:id="br0">
      <inkml:brushProperty name="width" value="0.025" units="cm"/>
      <inkml:brushProperty name="height" value="0.025" units="cm"/>
    </inkml:brush>
  </inkml:definitions>
  <inkml:trace contextRef="#ctx0" brushRef="#br0">263 0 15893,'-16'10'821,"1"0"0,-1 1 0,2 1-1,-24 23 1,22-16-496,2 0 0,0 1 0,1 1 0,1 0 0,1 0 1,1 1-1,1 1 0,-9 31 0,4 6 329,2 0-1,-7 121 1,17-145-421,2 1 0,2 0 0,1-1 1,1 0-1,2 0 0,2 0 0,1-1 0,15 38 0,-19-62-252,0 0 1,1 0-1,0 0 0,1-1 1,0 0-1,0 0 1,1-1-1,0 0 0,19 15 1,-22-20-289,0-1 0,0 0 0,0 0 0,1 0 0,-1-1 0,1 1 0,0-1 0,0-1 0,8 2-1,-8-2-591,0-1-1,-1 0 0,1 0 0,0 0 1,0-1-1,0 0 0,0 0 1,-1 0-1,1-1 0,0 0 0,5-2 1,31-18-9046</inkml:trace>
</inkml:ink>
</file>

<file path=ppt/ink/ink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4:52.340"/>
    </inkml:context>
    <inkml:brush xml:id="br0">
      <inkml:brushProperty name="width" value="0.025" units="cm"/>
      <inkml:brushProperty name="height" value="0.025" units="cm"/>
    </inkml:brush>
  </inkml:definitions>
  <inkml:trace contextRef="#ctx0" brushRef="#br0">0 79 16297,'57'5'2605,"-28"-13"-417,7 0-256,1 0-364,4 3-320,-3 2-324,5-2-576,3-1-1120,-11-4-1020,-16 4-1936,-3-7-2445,0 2-5488</inkml:trace>
</inkml:ink>
</file>

<file path=ppt/ink/ink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5:06.233"/>
    </inkml:context>
    <inkml:brush xml:id="br0">
      <inkml:brushProperty name="width" value="0.025" units="cm"/>
      <inkml:brushProperty name="height" value="0.025" units="cm"/>
    </inkml:brush>
  </inkml:definitions>
  <inkml:trace contextRef="#ctx0" brushRef="#br0">71 1255 6781,'-11'2'143,"-3"1"1194,1 0 0,-20 0 10632,37-3-11815,31-3 48,1-1 0,-1-1-1,39-12 1,-23 5-115,649-97 258,-74 16-331,-463 64-35,69-15 36,156-28 0,-220 45 2,62-7 20,449-8-1,-417 31-67,-104 2 23,101-9-18,60-1 17,-110 4-6,-19 1-50,92-5 38,-3 0-92,101-6 49,-367 25 62,402-10-170,-140 4 228,202 0 42,-282 1-91,149-14 23,111 0-11,-366 17-7,114-18-1,-60 4 7,260-14 10,397 2 195,-554 7-169,-112 8 15,184-18-26,152-1-5,-254 22-42,304-21 18,-90-7-9,-21 3 122,-50 2 145,-227 22-138,71-4-88,-78 7 65,83-3-76,43 2 160,331 10-71,-470 3-28,49 2-118,81 1 58,-117-6-90,85-4 126,-123 1-126,435-24-25,-75 9 359,-119 7-104,1374-18 3887,-1461 31-3603,55 0 76,235 8 63,-296-4-437,177 10 264,-34 5-260,-371-22-198,4 1-155,1 0 0,-1-1 1,20-3-1,-29 3 83,0 0 0,0-1 0,0 1 1,0 0-1,-1-1 0,1 0 0,0 1 0,0-1 0,0 0 1,-1 0-1,1 0 0,-1 0 0,1 0 0,0 0 1,-1-1-1,0 1 0,1-1 0,-1 1 0,0-1 0,0 1 1,0-1-1,0 1 0,0-1 0,0 0 0,0 0 1,-1 1-1,1-1 0,0-4 0,0 2-241,-1 0 1,0 0-1,-1 0 0,1 0 1,-1 0-1,1 1 0,-1-1 0,-2-5 1,-16-30-6885,-16-6-6295</inkml:trace>
</inkml:ink>
</file>

<file path=ppt/ink/ink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25:09.091"/>
    </inkml:context>
    <inkml:brush xml:id="br0">
      <inkml:brushProperty name="width" value="0.025" units="cm"/>
      <inkml:brushProperty name="height" value="0.025" units="cm"/>
    </inkml:brush>
  </inkml:definitions>
  <inkml:trace contextRef="#ctx0" brushRef="#br0">25 1087 9005,'-19'9'2685,"15"-24"-1095,4 14-1476,0 1-1,0 0 1,0 0 0,0 0 0,0 0 0,0-1-1,-1 1 1,1 0 0,0 0 0,0 0 0,0-1-1,0 1 1,0 0 0,0 0 0,0-1 0,0 1-1,0 0 1,0 0 0,0-1 0,0 1 0,0 0-1,0 0 1,0 0 0,0-1 0,0 1 0,0 0-1,0 0 1,1-1 0,-1 1 0,0 0 0,0 0-1,0 0 1,0 0 0,1-1 0,19-1 1928,271-12 309,-44 1-1667,269 2 223,-113-28-61,-196 13-742,468-30 221,-622 53-323,174-8-47,158-18 74,-97-15-65,33-4 13,-236 40 21,432-27 10,-119 29 80,5-30-92,-263 20 30,316-28-212,72 1 11,299-20 354,-644 43-197,22-2-39,270-12-23,-193 12 44,-61-1 10,100-5 130,-258 22-138,245-12 109,-151 11-65,142 2 20,23-1-111,334-32 73,-275 20-101,407-5 129,-669 21 0,426-9 5,-227-5-63,-203 8 40,229-19 26,282-19 433,-340 21-240,76-3-145,-271 24-23,183-3-106,-162 8 107,119 6-129,-53 3 157,193 20 57,-216-16-180,166-7 1,-132-6-139,171-1-283,-200-2 313,150-5 109,95-27-67,150-7 35,-55 17 147,-389 18-25,196-13 104,-123 12-134,195-4 908,1 30 1256,-149 5-817,101 13 206,-55-10-104,59 13-1102,-336-40-444,1 0 0,-1 0 0,1 0 0,-1 0 0,1-1 0,-1 1 0,1 0 0,-1 0 0,1-1 0,-1 1 0,0 0 0,1 0-1,-1-1 1,1 1 0,-1-1 0,0 1 0,1 0 0,-1-1 0,0 1 0,0-1 0,1 1 0,-1-1 0,0 1 0,0-1 0,0 1 0,0-1 0,1 1 0,-1-1 0,0 1 0,0-1 0,0-1-234,1 1 97,-1-1 0,0 0 0,1 1 1,-1-1-1,0 0 0,0 1 0,0-1 0,0 0 0,-1 1 0,1-1 1,0 0-1,-1 1 0,1-1 0,-1 0 0,1 1 0,-1-1 0,0 1 1,0-1-1,1 1 0,-3-2 0,-1-3-1731,-2 1 0,1 0 0,-11-9-1,10 10 242,-33-29-10902</inkml:trace>
</inkml:ink>
</file>

<file path=ppt/ink/ink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0:36.861"/>
    </inkml:context>
    <inkml:brush xml:id="br0">
      <inkml:brushProperty name="width" value="0.025" units="cm"/>
      <inkml:brushProperty name="height" value="0.025" units="cm"/>
    </inkml:brush>
  </inkml:definitions>
  <inkml:trace contextRef="#ctx0" brushRef="#br0">163 267 10033,'-18'18'1191,"13"-13"-814,0 0-1,0 0 1,1 0 0,-1 1-1,1 0 1,0-1-1,1 2 1,-6 11-1,-40 149 2568,35-100-2850,-10 127 0,18-136-94,-1 15 1163,7-70-399,1-7-518,214-714 2246,-178 587-1286,-34 120-1059,-2 8-83,0-2 84,0 1 0,1 0-1,-1 0 1,1 0-1,-1 0 1,1 0 0,5-7-1,-6 9 575,13 23 458,-10-13-1055,0 1 0,0 0-1,-1 0 1,-1 0-1,0 0 1,2 14-1,3 66 414,-6-55-389,9 248 538,-5-71-766,-1-167-915,14 64-1,-6-45-2494,-12-60 2653,0-1 1,0 1-1,0-1 0,0 1 1,-1 0-1,1-1 0,-1 1 1,1-1-1,-1 0 0,-1 4 1,0-2-1790</inkml:trace>
</inkml:ink>
</file>

<file path=ppt/ink/ink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0:37.049"/>
    </inkml:context>
    <inkml:brush xml:id="br0">
      <inkml:brushProperty name="width" value="0.025" units="cm"/>
      <inkml:brushProperty name="height" value="0.025" units="cm"/>
    </inkml:brush>
  </inkml:definitions>
  <inkml:trace contextRef="#ctx0" brushRef="#br0">0 57 14601,'0'0'4713,"14"-8"-2649,-1 2-312,3 4-312,1 2-300,10-3-268,-6 3-184,9-5-135,-3 2-265,5-5-552,-2 0-665,-6 5-591,0-2-1120,-7 2-6073,2 0-2348</inkml:trace>
</inkml:ink>
</file>

<file path=ppt/ink/ink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0:37.553"/>
    </inkml:context>
    <inkml:brush xml:id="br0">
      <inkml:brushProperty name="width" value="0.025" units="cm"/>
      <inkml:brushProperty name="height" value="0.025" units="cm"/>
    </inkml:brush>
  </inkml:definitions>
  <inkml:trace contextRef="#ctx0" brushRef="#br0">70 106 11353,'5'-8'1476,"-2"10"-167,-3 14 793,0-8-1329,0-5 1496,0 1-1532,-2 15-346,0-1-1,-1 1 1,-1-1 0,-8 25-1,5-18-112,-9 52-1,13-47-169,-4 37 57,6-62-117,0 1 0,-1 0-1,1 0 1,-1 0 0,-1-1-1,1 1 1,-1-1 0,-3 6-1,13-43 192,-6 22-201,14-59 600,31-90 0,14-5 1398,-30 96-767,-29 68-1249,0 0 0,0 0 1,-1 0-1,1 1 1,0-1-1,0 0 0,0 1 1,-1-1-1,1 1 1,0-1-1,0 1 0,-1-1 1,1 1-1,0-1 1,-1 1-1,1 0 0,-1-1 1,1 1-1,0 0 1,2 4 5,0 0 0,0 0 0,0 1 0,0-1 0,-1 0 0,0 1 0,0 0 0,-1-1 0,2 7 0,5 62-89,-3-25-457,30 151-4182,-23-141 866,-2-32-3447,-3-9-2084</inkml:trace>
</inkml:ink>
</file>

<file path=ppt/ink/ink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0:37.868"/>
    </inkml:context>
    <inkml:brush xml:id="br0">
      <inkml:brushProperty name="width" value="0.025" units="cm"/>
      <inkml:brushProperty name="height" value="0.025" units="cm"/>
    </inkml:brush>
  </inkml:definitions>
  <inkml:trace contextRef="#ctx0" brushRef="#br0">19 0 12705,'15'0'2748,"-20"8"1473,3-6-3820,0 0-1,0 1 1,0-1 0,0 0-1,1 1 1,-1-1 0,1 1-1,0 0 1,-2 4 0,-1 15 419,1-1-1,1 0 1,0 40 0,13 64 341,-3-40-573,-5-64-1036,1-1 0,2 0 0,0 1 0,0-2 0,2 1 0,20 35 0,-27-53 264,15 25-2376,-8-21-4788,-8-10 2435,-3-14-2671</inkml:trace>
</inkml:ink>
</file>

<file path=ppt/ink/ink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0:38.356"/>
    </inkml:context>
    <inkml:brush xml:id="br0">
      <inkml:brushProperty name="width" value="0.025" units="cm"/>
      <inkml:brushProperty name="height" value="0.025" units="cm"/>
    </inkml:brush>
  </inkml:definitions>
  <inkml:trace contextRef="#ctx0" brushRef="#br0">124 118 12589,'-21'-5'4103,"21"-12"-400,0 15-3462,0 0-1,1 0 1,-1 0-1,1 0 1,0 0-1,-1 0 0,1 0 1,0 1-1,0-1 1,0 0-1,1 1 1,-1-1-1,0 0 1,1 1-1,-1-1 1,1 1-1,-1 0 1,1 0-1,-1-1 1,1 1-1,3-1 1,7-5 759,0 2 0,17-7 0,-12 6-429,66-20 1330,-82 25-1904,1 1-1,0-1 1,0 1 0,0 0 0,0 0 0,0 0 0,-1-1 0,1 2 0,0-1 0,0 0 0,0 0 0,0 1 0,0-1 0,0 1 0,-1-1 0,1 1 0,0 0 0,0 0 0,-1 0 0,1 0 0,1 1 0,-1 0-87,0 0 0,0 0 0,-1 1 0,1-1 0,-1 0 0,0 1 0,1-1 1,-1 1-1,0-1 0,0 1 0,-1-1 0,1 1 0,0 3 0,0 3-296,-1-1 0,1 1 1,-2-1-1,1 1 1,-1-1-1,0 1 0,-1-1 1,-3 11-1,-5 9-1303,-2-1-1,-14 25 0,18-39 1352,1-1 0,-2-1 0,1 0-1,-1 0 1,-1-1 0,-14 13-1,-9 14 5713,35-36-5051,0 1 0,0-1 0,0 0 0,0 1 0,0-1 0,0 0 0,0-1 0,0 1-1,1 0 1,-1-1 0,4 2 0,9-1 203,-1-1-1,1 0 1,0-1-1,18-3 0,-18 2-131,0 0-1,0 1 0,0 1 1,17 1-1,-29-1-393,-1 1 0,1-1 0,0 1 0,-1-1 0,1 1 0,-1 0 0,1 0 0,0 0 0,-1 0 0,0 0 0,4 3 0,-5-3 0,0 0 0,0 1 0,0-1 0,0 0 0,-1 1 0,1-1 0,-1 1 0,1-1 0,-1 1 0,1-1 0,-1 1 0,0-1 0,1 1 0,-1 0 0,0-1 0,0 1 0,0-1 0,0 1 0,-1-1 0,1 1 0,-1 1 0,-1 4 0,0 1 0,0-1 0,-1 0 0,0-1 0,0 1 0,-1 0 0,1-1 0,-2 0 0,-5 8 0,-1-2 0,0 0 0,0 0 0,-17 12 0,11-10-40,-1 0 0,-1-1 0,0-1-1,-36 16 1,35-21-406,0 0 0,-39 7 0,50-13 280,-1 0 0,1 0 0,0-1 1,0 0-1,-1-1 0,1 0 0,0 0 0,-16-5 0,23 6 72,-4-33-670,22 28-947,-2 0 504,-11 4-535</inkml:trace>
</inkml:ink>
</file>

<file path=ppt/ink/ink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0:44.611"/>
    </inkml:context>
    <inkml:brush xml:id="br0">
      <inkml:brushProperty name="width" value="0.025" units="cm"/>
      <inkml:brushProperty name="height" value="0.025" units="cm"/>
    </inkml:brush>
  </inkml:definitions>
  <inkml:trace contextRef="#ctx0" brushRef="#br0">0 0 19911,'6151'0'0</inkml:trace>
</inkml:ink>
</file>

<file path=ppt/ink/ink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0:45.629"/>
    </inkml:context>
    <inkml:brush xml:id="br0">
      <inkml:brushProperty name="width" value="0.025" units="cm"/>
      <inkml:brushProperty name="height" value="0.025" units="cm"/>
    </inkml:brush>
  </inkml:definitions>
  <inkml:trace contextRef="#ctx0" brushRef="#br0">0 149 6037,'0'0'8773,"2"-2"-7828,23-7 735,-22 9-980,-1 0 13,75 1 1457,129-5-629,488-49 84,-78 39 276,-503 14-1034,-39-1-302,69 2 539,4-3 82,-56-2-552,-67 1 0,-8 1-5511,-16-2 2664,1-1 1162,-3-26-7934,-7 14-1980</inkml:trace>
</inkml:ink>
</file>

<file path=ppt/ink/ink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0:40.558"/>
    </inkml:context>
    <inkml:brush xml:id="br0">
      <inkml:brushProperty name="width" value="0.025" units="cm"/>
      <inkml:brushProperty name="height" value="0.025" units="cm"/>
    </inkml:brush>
  </inkml:definitions>
  <inkml:trace contextRef="#ctx0" brushRef="#br0">154 111 7105,'0'2'2011,"-26"105"5638,-5 4-4717,-12 46-1285,23-65-1047,-13 45 228,32-133-735,3-8-43,4-17-36,-1 0 0,4-26-1,5-22-61,-6 38 48,44-194 39,-43 189-18,1 0 0,2 1 0,22-45 0,-14 33 73,10-11 475,-30 57-551,0 1 0,0-1 1,1 1-1,-1-1 1,0 0-1,1 1 1,-1-1-1,0 1 1,1-1-1,-1 1 1,1-1-1,-1 1 1,1-1-1,-1 1 1,1 0-1,-1-1 1,1 1-1,-1 0 1,1-1-1,0 1 1,-1 0-1,2-1 1,-2 2 11,1-1 0,-1 0 0,1 0 0,0 0 0,-1 0 0,1 1 0,-1-1 0,1 0 0,-1 1 0,1-1 0,-1 0 0,0 1 0,1-1 0,-1 1 0,1-1 0,-1 0 1,0 1-1,1-1 0,-1 1 0,1 0 0,1 4 136,0 0 1,0 0 0,0-1-1,-1 1 1,2 10 0,74 458 2996,-70-439-3515,0-1 0,17 43 1,-13-47-1461,17 30 0,-26-56 683,2 5 916,-3-5-3304</inkml:trace>
</inkml:ink>
</file>

<file path=ppt/ink/ink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0:40.731"/>
    </inkml:context>
    <inkml:brush xml:id="br0">
      <inkml:brushProperty name="width" value="0.025" units="cm"/>
      <inkml:brushProperty name="height" value="0.025" units="cm"/>
    </inkml:brush>
  </inkml:definitions>
  <inkml:trace contextRef="#ctx0" brushRef="#br0">11 12 17734,'-11'-3'2440,"33"0"-268,2 3-312,-5-5-340,2 5-376,4 0-223,2 3-93,-3-6-268,3 3-200,-3 5-356,-2-2-740,5-3-516,-3 0-633,-5 3-1139,2-3-3653</inkml:trace>
</inkml:ink>
</file>

<file path=ppt/ink/ink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0:41.377"/>
    </inkml:context>
    <inkml:brush xml:id="br0">
      <inkml:brushProperty name="width" value="0.025" units="cm"/>
      <inkml:brushProperty name="height" value="0.025" units="cm"/>
    </inkml:brush>
  </inkml:definitions>
  <inkml:trace contextRef="#ctx0" brushRef="#br0">50 84 7741,'1'-1'8291,"-2"8"-3479,-7 19-2338,-13 28-3093,17-46 854,1 0 0,0 0 0,0 0 0,1 0 0,0 0 1,1 1-1,0-1 0,0 1 0,1-1 0,0 1 0,0-1 0,1 1 1,0-1-1,1 0 0,0 1 0,0-1 0,0 0 0,7 12 0,-4-12-69,0 0-1,1-1 0,-1 1 0,2-1 0,-1-1 0,1 1 0,0-1 0,1 0 0,-1-1 0,1 0 0,0 0 0,1-1 0,-1 1 0,1-2 1,-1 1-1,1-2 0,11 3 0,-10-2-11,-1-1 1,1 0 0,0-1-1,0 0 1,0 0 0,0-1-1,0-1 1,0 0 0,0 0-1,0-1 1,-1 0 0,1 0-1,-1-1 1,1-1 0,-1 0-1,11-6 1,-13 6-155,0-1 0,-1-1 0,0 1 0,0-1 0,0 0 0,-1-1 0,0 1 0,0-1 0,5-9 0,-2 1 0,-2 0 0,1 0 0,5-25 0,-10 29 0,0-1 0,-1 0 0,-1 0 0,0 1 0,0-1 0,-1 0 0,-1 0 0,0 1 0,0-1 0,-1 1 0,-1 0 0,-8-19 0,8 23-342,0 1 1,0-1-1,0 1 1,-1 0-1,0 0 0,0 0 1,-11-8-1,1 0-439,13 12-326,10-22-14628</inkml:trace>
</inkml:ink>
</file>

<file path=ppt/ink/ink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0:41.739"/>
    </inkml:context>
    <inkml:brush xml:id="br0">
      <inkml:brushProperty name="width" value="0.025" units="cm"/>
      <inkml:brushProperty name="height" value="0.025" units="cm"/>
    </inkml:brush>
  </inkml:definitions>
  <inkml:trace contextRef="#ctx0" brushRef="#br0">22 13 14001,'23'-8'832,"-11"3"1877,-24 16 166,10-9-1235,1-1-1040,-2 2-434,0 1 1,0-1-1,1 0 1,-1 1-1,1-1 1,0 1-1,0 0 1,0-1-1,-1 8 1,-6 40 824,5-11-854,2 0 0,1 0 0,2 0 0,8 51 0,-7-82-637,1 0 1,0 0 0,1-1 0,-1 1-1,2-1 1,6 11 0,-8-14-239,-2-3-1040</inkml:trace>
</inkml:ink>
</file>

<file path=ppt/ink/ink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0:42.198"/>
    </inkml:context>
    <inkml:brush xml:id="br0">
      <inkml:brushProperty name="width" value="0.025" units="cm"/>
      <inkml:brushProperty name="height" value="0.025" units="cm"/>
    </inkml:brush>
  </inkml:definitions>
  <inkml:trace contextRef="#ctx0" brushRef="#br0">22 76 10901,'0'0'2184,"3"-1"-190,42-28 4582,-36 22-5577,0 1-1,0 0 1,1 1 0,0 0-1,-1 0 1,14-3-1,-12 5-632,-8 3-82,-1 1-94,1 1-157,-1-1-95,0 0-1,-1-1 0,1 1 0,0 0 1,-1 0-1,1 1 0,-1-1 0,1 0 1,-1 1-1,1-1 0,-1 0 1,0 1-1,0 0 0,0-1 0,0 1 1,0 0-1,0-1 0,0 1 0,0 0 1,-1 0-1,1 0 0,-1-1 1,0 1-1,1 0 0,-1 0 0,0 0 1,0 0-1,0 3 0,-1 11-551,-1-1 0,0 0 0,-1 1 0,0-1 0,-1 0 0,-1-1 0,-1 1 0,0-1 0,0 0 0,-2 0 0,-9 14 0,-24 49-403,28-49 2481,12-26-687,19 9 2986,-8-10-3194,0 0-1,0-1 1,0 0-1,16-2 1,21-1 1541,-12 2-1649,-9 0-122,-1 1 0,1 1 0,-1 1 1,0 1-1,25 7 0,-48-10-339,-1 1 0,0-1 0,0 1 0,0-1 0,0 0 0,0 1 0,0 0 0,0-1 0,0 1 0,0 0 0,0-1 0,-1 1 0,1 0 0,0 0 0,0 0 0,0 0 0,-1 0 0,1 0 0,-1 0 0,1 0 0,-1 0 0,1 0 0,0 1 0,-1 0 0,0 0 0,0 0 0,0 0 0,0 0 0,-1 0 0,1 0 0,0 0 0,-1 0 0,1 0 0,-1 0 0,0 0 0,-1 2 0,-3 5 0,0-1 0,-1 0 0,1-1 0,-11 11 0,-1-1-53,0 0 0,-1-1-1,-37 24 1,44-33-13,0 0-1,-1-2 0,0 1 0,-1-1 1,1-1-1,-1 0 0,0-1 0,-20 2 1,10-2-485,1 0-877,0-1 1,-33-1 0,52-2 997,0 0 0,-1 1 1,1-1-1,0-1 0,0 1 0,0 0 0,0-1 0,0 1 0,0-1 1,-4-4-1,5 2-3668,5-8 198,-3 11 2732,5-13-9075</inkml:trace>
</inkml:ink>
</file>

<file path=ppt/ink/ink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0:47.815"/>
    </inkml:context>
    <inkml:brush xml:id="br0">
      <inkml:brushProperty name="width" value="0.025" units="cm"/>
      <inkml:brushProperty name="height" value="0.025" units="cm"/>
    </inkml:brush>
  </inkml:definitions>
  <inkml:trace contextRef="#ctx0" brushRef="#br0">49 8 10365,'0'0'1504,"-2"-1"-191,1 1-1456,0-1 435,0 0-1,-1 0 0,1 1 0,0-1 0,-1 0 0,1 1 1,-1-1-1,1 1 0,-1 0 0,1-1 0,-1 1 1,1 0-1,-1 0 0,1 0 0,-1 0 0,0 0 1,1 1-1,-1-1 0,1 0 0,-1 1 0,1-1 1,0 1-1,-1-1 0,1 1 0,-1 0 0,1 0 1,0-1-1,-3 3 0,3-1 1754,3-3-1743,3-1-147,1 0 1,0 0-1,0 1 0,-1 0 0,1 0 1,0 1-1,0 0 0,0 0 1,7 1-1,63 8 468,-47-4-488,217 10 676,-54-6-576,-15-1-29,26 3 7,164 6 363,-165-12-415,604 30 4,-717-31-182,302 6 12,-338-10 69,0 3 0,60 12 0,-109-15-61,98 10 108,19 2 1,-70-6-15,86-1 0,-40-3-41,201 0-40,-98-10 10,59-5-42,-74 6 33,-40 4-1,173 1-45,-89 4 55,33-2-48,165 5 58,-348-2-65,33-1 110,182-17 541,-180 15 190,-92-1-501,41 4-1,-41-1-100,34-1 0,-16 1 100,-34-1-228,1-1-1,-1 1 1,0-1 0,12-1-1,-16 0 117,14 2-99,-2 0-111,-12 0-110,-22-24-8437,16 21 7761,-1-1 0,1 1 0,-1 0 1,1 1-1,-6-2 0,-15-2-5722,-6-3-3263</inkml:trace>
</inkml:ink>
</file>

<file path=ppt/ink/ink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0:54.640"/>
    </inkml:context>
    <inkml:brush xml:id="br0">
      <inkml:brushProperty name="width" value="0.025" units="cm"/>
      <inkml:brushProperty name="height" value="0.025" units="cm"/>
    </inkml:brush>
  </inkml:definitions>
  <inkml:trace contextRef="#ctx0" brushRef="#br0">192 162 7969,'0'0'4179,"-8"9"-2481,-6 10-1045,1 1 0,0 0 1,2 1-1,0 0 0,2 1 0,-14 42 1,-2 5 427,-20 59 937,26-27-306,18-98-1652,1-7-29,2-41-76,2 1 0,2 0 1,2 0-1,17-55 0,68-170 409,-87 252-264,28-76 2377,-34 93-2415,1 0 0,0 0 0,0 1 0,0-1 0,0 0 0,0 0 0,0 1 0,-1-1 0,1 1 0,0-1 0,0 0 0,-1 1 0,1 0 0,0-1 0,-1 1 0,1-1 0,0 1 0,0 1 0,2 2 35,1 0 0,-1 1 0,0-1 0,0 1 0,-1 0 0,0 0 0,0 0 0,0 1 0,2 7 0,9 56 423,-10-48-395,19 207 648,-2-18-1016,6-96-2189,-10-53-1363,-16-57 1596</inkml:trace>
</inkml:ink>
</file>

<file path=ppt/ink/ink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0:54.826"/>
    </inkml:context>
    <inkml:brush xml:id="br0">
      <inkml:brushProperty name="width" value="0.025" units="cm"/>
      <inkml:brushProperty name="height" value="0.025" units="cm"/>
    </inkml:brush>
  </inkml:definitions>
  <inkml:trace contextRef="#ctx0" brushRef="#br0">0 141 15813,'11'-46'2869,"8"38"-549,16-8-360,-11 5-280,6 0-352,2 3-312,3-3-211,8 6-169,-7 0-196,-4-1-448,6 3-904,-3-5-453,-19 6-955,0 2-1156,3 2-2685</inkml:trace>
</inkml:ink>
</file>

<file path=ppt/ink/ink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0:55.404"/>
    </inkml:context>
    <inkml:brush xml:id="br0">
      <inkml:brushProperty name="width" value="0.025" units="cm"/>
      <inkml:brushProperty name="height" value="0.025" units="cm"/>
    </inkml:brush>
  </inkml:definitions>
  <inkml:trace contextRef="#ctx0" brushRef="#br0">20 165 9889,'0'0'3238,"-2"1"-1833,1 0-1271,0-1 1,0 0-1,0 1 1,0-1-1,0 0 1,0 1-1,0-1 1,0 1-1,1 0 1,-1-1-1,0 1 1,0 0-1,1-1 1,-1 1-1,0 0 0,1 0 1,-1 0-1,1-1 1,-1 1-1,0 2 1,4 18 1883,2-4-1691,-5-17-324,2 9 364,-1 0-1,1 0 0,-2 1 1,1 10-1,-1-13-128,0 1-1,1-1 1,-1 1 0,2-1-1,-1 0 1,1 0 0,0 0 0,0 0-1,1 0 1,0 0 0,0 0-1,1-1 1,0 0 0,0 1-1,0-2 1,1 1 0,0 0 0,6 5-1,-3-4 61,1 0 1,0 0-1,0 0 0,0-1 0,1-1 0,0 1 1,0-2-1,1 1 0,-1-2 0,1 1 1,11 1-1,-13-3-126,0-1 0,0 1 0,1-2 1,-1 0-1,0 0 0,1 0 0,-1-1 0,0-1 1,12-3-1,-16 4-89,0-1 0,0-1 0,0 1 1,0-1-1,0 0 0,0 0 0,-1 0 0,0 0 1,0-1-1,0 0 0,0 0 0,0 0 0,-1 0 0,1-1 1,-1 1-1,3-8 0,0-2-109,0 0-1,-1 0 1,0-1-1,-2 1 1,1-1-1,-2 0 1,0 0-1,-1 0 1,0 0-1,-3-21 1,1 23-11,0-1 1,-1 1 0,-1 0-1,0-1 1,-1 1 0,0 1-1,-1-1 1,-1 1 0,0-1-1,-1 2 1,-13-20 0,14 25-275,0 0 1,-1 1 0,0-1 0,0 1 0,0 0 0,-1 1 0,-13-6-1,12 5-519,6 4-405,-4 7-1760,-3 2 1183,9 0-2846,6 8-1200,3 5-3328</inkml:trace>
</inkml:ink>
</file>

<file path=ppt/ink/ink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0:55.748"/>
    </inkml:context>
    <inkml:brush xml:id="br0">
      <inkml:brushProperty name="width" value="0.025" units="cm"/>
      <inkml:brushProperty name="height" value="0.025" units="cm"/>
    </inkml:brush>
  </inkml:definitions>
  <inkml:trace contextRef="#ctx0" brushRef="#br0">1 1 15485,'0'0'8810,"0"3"-7926,9 96 1258,-7-56-2298,3 0-1,1-1 1,12 43 0,-10-62-2179,13 28 1,-7-22-8155,-8-18 1935</inkml:trace>
</inkml:ink>
</file>

<file path=ppt/ink/ink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0:56.157"/>
    </inkml:context>
    <inkml:brush xml:id="br0">
      <inkml:brushProperty name="width" value="0.025" units="cm"/>
      <inkml:brushProperty name="height" value="0.025" units="cm"/>
    </inkml:brush>
  </inkml:definitions>
  <inkml:trace contextRef="#ctx0" brushRef="#br0">41 127 10321,'-34'-3'2070,"27"3"1350,10-1-1980,1-2-826,1 1 1,0-1-1,-1 0 0,1-1 1,-1 1-1,8-8 1,-7 5 172,1 0-1,0 1 1,1 0 0,10-6 0,84-43 3467,-79 48-3638,-17 5-542,-5 1-74,0 0 0,0 0 0,0 0 0,1 0 0,-1 0 0,0 0 0,0 0 0,0 0 1,0 0-1,0 0 0,0 0 0,0 0 0,0 0 0,0 0 0,1 0 0,-1 0 0,0 0 0,0 0 0,0 0 0,0 0 0,0 0 0,0 0 0,0 0 0,0 0 0,0 1 0,0-1 0,1 0 0,-1 0 0,0 0 0,0 0 1,0 0-1,0 0 0,0 0 0,0 0 0,0 0 0,0 0 0,0 0 0,0 0 0,0 1 0,0-1 0,0 0 0,0 0 0,0 0 0,0 0 0,0 0 0,0 0 0,0 0 0,0 0 0,0 0 0,0 1 0,0-1 0,0 0 1,0 0-1,0 0 0,0 0 0,0 0 0,0 0 0,0 0 0,1 13-473,-1 0 1,0 0-1,-1-1 1,-1 1-1,0 0 0,0-1 1,-1 1-1,-7 16 1,-46 96-4112,49-110 4095,-4 3-193,-16 24 0,17-30 1048,2 1 1,0 0 0,-8 17 0,16-28 2559,18-12-325,11 0-1098,-1 1-1,1 2 1,32-5-1,-42 9-1486,-11 1-16,-1 0 1,1 1-1,0 0 0,0 0 1,-1 1-1,1 0 1,0 1-1,0-1 0,-1 1 1,12 4-1,-17-4 0,-1 0 0,1 0 0,-1 0 0,0 0 0,1 1 0,-1-1 0,0 0 0,0 1 0,0-1 0,0 1 0,0-1 0,0 1 0,-1 0 0,1-1 0,0 1 0,-1 0 0,1-1 0,-1 1 0,0 0 0,0 0 0,1-1 0,-1 1 0,0 0 0,0 0 0,-1 0 0,0 2 0,1 4 0,-1 0 0,-1 0 0,0 0 0,0-1 0,-5 13 0,-2 2-597,0-1-1,-2 0 1,-1 0-1,0-2 1,-1 1 0,-26 27-1,33-42 30,1-1 0,-1 0 0,0 0 0,0-1 0,0 0 0,-1 0-1,1 0 1,-1-1 0,0 0 0,1 0 0,-9 0 0,5 0-1161,1-1 1,-1-1 0,0 1-1,-11-2 1,-13-8-8414</inkml:trace>
</inkml:ink>
</file>

<file path=ppt/ink/ink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0:56.474"/>
    </inkml:context>
    <inkml:brush xml:id="br0">
      <inkml:brushProperty name="width" value="0.025" units="cm"/>
      <inkml:brushProperty name="height" value="0.025" units="cm"/>
    </inkml:brush>
  </inkml:definitions>
  <inkml:trace contextRef="#ctx0" brushRef="#br0">111 14 19134,'1'-13'2048,"5"16"539,13 26 1447,-6 1-3554,0 1 0,-3 0 0,0 1 0,-2 0 0,5 44 0,4 171 1604,-19-46-2883,-52 375 0,-5-281-4159,-4-106-5512,21-92-2287</inkml:trace>
</inkml:ink>
</file>

<file path=ppt/ink/ink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0:57.021"/>
    </inkml:context>
    <inkml:brush xml:id="br0">
      <inkml:brushProperty name="width" value="0.025" units="cm"/>
      <inkml:brushProperty name="height" value="0.025" units="cm"/>
    </inkml:brush>
  </inkml:definitions>
  <inkml:trace contextRef="#ctx0" brushRef="#br0">372 1 7541,'-8'3'807,"0"1"1,1 1-1,-1 0 1,1 0-1,0 0 1,0 1 0,1 0-1,-1 0 1,-5 8-1,-49 69 1514,55-75-1958,-31 49 1000,2 1-1,-35 79 1,54-97-668,1 0-1,2 0 1,2 1-1,-10 79 1,15-50-107,3 0 1,3-1-1,3 1 0,3-1 1,3 0-1,3 0 0,3-1 1,46 126-1,-50-167-496,1 0 0,2-1-1,1 0 1,0-1 0,2-1-1,1-1 1,1 0 0,1-1 0,1-1-1,30 23 1,-31-28-427,1-2 0,1-1 0,0 0 0,1-2 0,0 0 0,1-2 0,0 0 0,0-2 0,1 0 0,0-2 0,0-1 1,30 1-1,56-3-3822,-39-9-2535,23-16-7286</inkml:trace>
</inkml:ink>
</file>

<file path=ppt/ink/ink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0:57.665"/>
    </inkml:context>
    <inkml:brush xml:id="br0">
      <inkml:brushProperty name="width" value="0.025" units="cm"/>
      <inkml:brushProperty name="height" value="0.025" units="cm"/>
    </inkml:brush>
  </inkml:definitions>
  <inkml:trace contextRef="#ctx0" brushRef="#br0">282 0 9017,'0'0'4856,"1"3"-3323,0-2-1234,-1 0 1,1 0-1,-1 0 0,1 0 1,-1 1-1,1-1 0,-1 0 1,0 0-1,0 0 0,0 1 1,0-1-1,0 0 0,0 0 1,0 1-1,0-1 0,0 0 1,-1 0-1,1 2 0,-2-1 174,1-1 0,0 1 0,-1-1 0,1 0-1,0 0 1,-1 1 0,0-1 0,1 0 0,-1-1-1,-1 2 1,-11 6-1723,-17 14 1401,2 1-1,0 1 0,2 2 1,1 1-1,1 0 1,-28 42-1,46-60-17,3-4 60,0-1 0,1 1-1,-1 0 1,1 1 0,1-1 0,-3 6-1,4-10-129,1 1 0,0-1-1,-1 0 1,1 1 0,0-1-1,0 0 1,0 1-1,0-1 1,0 0 0,0 1-1,1-1 1,-1 0 0,0 1-1,1-1 1,-1 0 0,1 1-1,-1-1 1,1 0 0,0 0-1,-1 0 1,1 0 0,0 0-1,0 0 1,0 0 0,0 0-1,0 0 1,0 0-1,0 0 1,0 0 0,0-1-1,0 1 1,0 0 0,2 0-1,5 3 70,0-1-1,0 0 1,1-1-1,-1 0 0,0 0 1,1-1-1,0 1 1,-1-2-1,1 0 1,9 0-1,17-3 606,40-9 0,-41 6-599,23-3-138,149-30 0,-205 39-129,-3 2-220,-12 8-776,-22 9-1224,-24-4-456,45-13 1616,0 2 0,-18 6 0,25-7 385,1 0 0,-1-1-1,0 0 1,-8 1 0,14-2 178,-1-1 0,0 0 0,0 0 0,1 0 1,-1 0-1,0-1 0,1 1 0,-1-1 0,0 1 0,1-1 1,-1 0-1,1 0 0,-4-2 0</inkml:trace>
</inkml:ink>
</file>

<file path=ppt/ink/ink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0:58.498"/>
    </inkml:context>
    <inkml:brush xml:id="br0">
      <inkml:brushProperty name="width" value="0.025" units="cm"/>
      <inkml:brushProperty name="height" value="0.025" units="cm"/>
    </inkml:brush>
  </inkml:definitions>
  <inkml:trace contextRef="#ctx0" brushRef="#br0">36 27 12081,'-1'2'186,"1"-1"0,-1 1 0,1-1 0,-1 1-1,0-1 1,1 1 0,-1-1 0,0 0 0,0 1 0,0-1 0,0 0 0,0 0-1,-2 2 1,2-3 87,-1 0 0,1 0 0,0 1-1,0-1 1,0 0 0,-1 0 0,1 0-1,0-1 1,0 1 0,-1 0 0,1 0 0,0-1-1,0 1 1,0 0 0,-1-1 0,-1-1-1,31-1 5012,-20 2-4278,126-19 5039,-10 1-7851,-121 18-148,-7 4-4376,-18 9-651,-14 8-4619</inkml:trace>
</inkml:ink>
</file>

<file path=ppt/ink/ink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0:58.657"/>
    </inkml:context>
    <inkml:brush xml:id="br0">
      <inkml:brushProperty name="width" value="0.025" units="cm"/>
      <inkml:brushProperty name="height" value="0.025" units="cm"/>
    </inkml:brush>
  </inkml:definitions>
  <inkml:trace contextRef="#ctx0" brushRef="#br0">1 111 19550,'38'-38'2720,"-22"28"-188,11-4-428,3 3-443,-6 3-337,16-2-300,-10 4-304,5 3-492,-21 3-524,13-2-712,-3-6-692,-13 16-785,2-3-1351,-18 11-2813,2 0-6256</inkml:trace>
</inkml:ink>
</file>

<file path=ppt/ink/ink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0:59.160"/>
    </inkml:context>
    <inkml:brush xml:id="br0">
      <inkml:brushProperty name="width" value="0.025" units="cm"/>
      <inkml:brushProperty name="height" value="0.025" units="cm"/>
    </inkml:brush>
  </inkml:definitions>
  <inkml:trace contextRef="#ctx0" brushRef="#br0">159 323 14833,'-4'-3'78,"-4"-4"2361,9 7-2346,-1-1 0,0 1 0,0 0 0,0-1 0,1 1 0,-1 0-1,0-1 1,0 1 0,1 0 0,-1-1 0,0 1 0,1 0 0,-1-1 0,1 1 0,-1 0-1,0 0 1,1-1 0,-1 1 0,1 0 0,-1 0 0,0 0 0,1 0 0,-1 0 0,1-1-1,0 1-64,-1 0-1,0 0 0,0 0 0,0 0 0,0 0 0,0 0 0,0 0 0,1 0 0,-1 0 0,0 0 0,0 0 0,0 0 0,0 0 0,0 0 0,1 0 0,-1 0 0,0 0 0,0 0 0,0 0 0,0 0 0,0 0 0,1 0 0,-1 0 0,0 0 1,0 0-1,0 0 0,0 0 0,0 0 0,1 0 0,-1 0 0,0 1 0,0-1 0,0 0 0,0 0 0,0 0 0,0 0 0,0 0 0,0 0 0,0 0 0,1 1 0,-1-1 0,0 0 0,0 0 0,0 0 0,0 0 0,0 0 0,0 1 0,0-1 1,0 0-1,0 0 0,0 0 0,0 0 0,0 0 0,0 1 0,0-1 0,0 0 0,0 0 0,0 0 0,0 0 0,-1 1 0,-4 16 870,-20 32-202,16-32-365,-55 134 731,23-50-538,24-57 941,17-42-548,1-5-598,349-616 2955,-338 599-3071,-7 10 36,1 1 0,0 0 0,12-13 0,-14 23 72,-1 1-294,0 0 0,-1 0 1,1 0-1,-1 0 0,1 1 0,-1-1 1,0 1-1,0 0 0,0-1 0,0 1 1,-1 0-1,1 0 0,-1 0 0,0 1 1,0-1-1,2 6 0,0 7 54,-1-1 0,0 25-1,0-17-50,-1-1-45,26 289-4140,-16-236 2437,2-2 0,27 83 1,-25-107-8244,-7-22-461</inkml:trace>
</inkml:ink>
</file>

<file path=ppt/ink/ink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0:59.314"/>
    </inkml:context>
    <inkml:brush xml:id="br0">
      <inkml:brushProperty name="width" value="0.025" units="cm"/>
      <inkml:brushProperty name="height" value="0.025" units="cm"/>
    </inkml:brush>
  </inkml:definitions>
  <inkml:trace contextRef="#ctx0" brushRef="#br0">11 49 18518,'-11'10'2412,"27"-10"-396,17-8-360,-6-2-336,2 1-304,4 4-227,2 0-273,-3 2-488,0 0-928,4-5-549,-20 8-1131,11-5-280,-3 2-3217,-2 6-5344</inkml:trace>
</inkml:ink>
</file>

<file path=ppt/ink/ink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0:59.742"/>
    </inkml:context>
    <inkml:brush xml:id="br0">
      <inkml:brushProperty name="width" value="0.025" units="cm"/>
      <inkml:brushProperty name="height" value="0.025" units="cm"/>
    </inkml:brush>
  </inkml:definitions>
  <inkml:trace contextRef="#ctx0" brushRef="#br0">97 168 12061,'12'-2'2047,"-13"2"252,-23 2 1995,22-1-3332,-4 7-449,0-1 0,0 1 0,0 0 0,1 0 1,1 1-1,-7 15 0,3-2 444,-10 40-1,14-42-390,1 0-1,0 0 0,2 0 0,1 21 0,0-33-387,0-1 0,1 0 0,0 1 0,0-1 1,0 0-1,1 1 0,1-1 0,-1 0 0,1-1 0,0 1 1,0 0-1,1-1 0,0 1 0,6 6 0,-6-10-169,1 1-1,-1-1 0,1 0 1,0 0-1,0-1 1,0 1-1,0-1 0,1 0 1,-1-1-1,0 1 1,1-1-1,0 0 0,-1 0 1,10-1-1,4 0-16,1 0-1,35-7 1,-34 3 8,-1-1 0,0-1 0,0 0 0,-1-2 0,1 0 0,-2-1 0,1-1 0,-1-1 0,-1-1 0,21-17 0,-27 20 0,-1 0 0,0-1 0,-1-1 0,0 1 0,0-1 0,-1-1 0,-1 0 0,0 0 0,0 0 0,-1-1 0,-1 0 0,0 0 0,-1 0 0,0 0 0,-1-1 0,2-20 0,-5 26-330,0-1-1,-1 1 1,0-1 0,0 1 0,0 0-1,-1-1 1,-1 1 0,1 0 0,-1 0-1,-1 0 1,1 0 0,-1 1 0,-1 0-1,1-1 1,-1 1 0,-1 1 0,-7-9-1,-1 1-1262,-1 2 0,0 0 0,0 1 0,-1 0-1,0 2 1,-29-14 0,16 11-11093</inkml:trace>
</inkml:ink>
</file>

<file path=ppt/ink/ink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1:00.056"/>
    </inkml:context>
    <inkml:brush xml:id="br0">
      <inkml:brushProperty name="width" value="0.025" units="cm"/>
      <inkml:brushProperty name="height" value="0.025" units="cm"/>
    </inkml:brush>
  </inkml:definitions>
  <inkml:trace contextRef="#ctx0" brushRef="#br0">37 0 14521,'-1'3'2151,"-3"8"-982,0 0 0,1 1 1,0-1-1,1 0 0,-1 17 1,2 65 1227,1-19-1019,-1-66-1277,-4 210 1669,0-134-1618,1 4-1345,4-78 831,0-1 0,1 1 0,1 0 0,0 0 0,0-1-1,5 13 1,-6-20-820,-1-4-1944,2-9 1153,0 1 1,-1-1-1,-1 1 1,0-15-1,-3-33-6630</inkml:trace>
</inkml:ink>
</file>

<file path=ppt/ink/ink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1:00.403"/>
    </inkml:context>
    <inkml:brush xml:id="br0">
      <inkml:brushProperty name="width" value="0.025" units="cm"/>
      <inkml:brushProperty name="height" value="0.025" units="cm"/>
    </inkml:brush>
  </inkml:definitions>
  <inkml:trace contextRef="#ctx0" brushRef="#br0">8 101 11589,'-7'9'2215,"7"-18"-30,1 7-1750,-1-1-1,1 1 0,0-1 1,0 1-1,0-1 1,0 1-1,1 0 1,-1-1-1,1 1 0,2-3 1,9-3 565,0 0 0,1 1 1,0 1-1,0 0 0,0 1 0,1 1 1,20-5-1,-17 5-632,0-1 751,35-4 1,-48 9-1013,0 0 0,0 0 0,0 0 0,-1 0 0,1 1 0,0-1 0,0 1-1,-1 1 1,1-1 0,0 1 0,-1-1 0,7 4 0,-9-3-140,1 0 0,-1 0-1,0 1 1,0-1 0,0 0 0,0 1-1,0-1 1,-1 1 0,1-1 0,-1 1-1,1 0 1,-1 0 0,0-1 0,0 1 0,0 0-1,-1 0 1,1 0 0,-1 0 0,0 0-1,1 0 1,-1 1 0,-1-1 0,1 0-1,-1 3 1,-1 7-274,0 1 0,-1 0 0,-1-1 0,-5 14 0,-2 0-1069,-1 0-1,-2-1 0,-22 35 1,-60 66-3909,44-61 9920,84-67-2636,33-7 0,-39 5-491,-1 0 0,43 2 0,-50 2-1508,1 1 0,35 8 0,-49-9 0,0 1 0,0 0 0,0 0 0,0 0 0,-1 0 0,1 1 0,-1 0 0,1 0 0,-1 0 0,0 0 0,0 1 0,-1-1 0,1 1 0,-1 0 0,4 5 0,-6-6 0,0-1 0,0 1 0,0 0 0,-1-1 0,1 1 0,-1 0 0,1 0 0,-1-1 0,0 1 0,0 0 0,0 0 0,0 0 0,-1-1 0,1 1 0,-1 0 0,-1 4 0,-16 35 0,14-33-154,-1-1 1,0-1-1,0 1 1,-1-1-1,1 1 1,-1-1-1,-1-1 1,0 0-1,0 1 1,0-2-1,0 1 1,-10 4-1,7-7-769,0 0 0,0-1 0,-11 2-1,-27 6-2875,-4 9-3781,-2-11-5135</inkml:trace>
</inkml:ink>
</file>

<file path=ppt/ink/ink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1:00.671"/>
    </inkml:context>
    <inkml:brush xml:id="br0">
      <inkml:brushProperty name="width" value="0.025" units="cm"/>
      <inkml:brushProperty name="height" value="0.025" units="cm"/>
    </inkml:brush>
  </inkml:definitions>
  <inkml:trace contextRef="#ctx0" brushRef="#br0">55 0 17678,'5'9'543,"-4"-7"-265,1 1 0,0 0-1,-1-1 1,1 1 0,0-1 0,0 1-1,1-1 1,-1 0 0,0 0-1,1 0 1,-1 0 0,1 0-1,0-1 1,0 1 0,-1-1-1,1 0 1,0 1 0,4 0-1,-3 0 184,0 0-1,0 1 0,-1 0 1,1 0-1,-1 0 0,1 0 1,-1 0-1,5 8 0,1 0 361,8 9-484,0 2-1,-2 0 1,0 0 0,-2 2-1,0-1 1,-2 2 0,15 42-1,-11-13 202,-2 0-1,9 91 1,-18-104-538,-3 0 0,-1 0 0,-2 0 0,-12 62 0,-52 157 0,46-199-2098,-38 80-1,37-99-1362,-2 0 0,-42 57 0,-1-19-11742</inkml:trace>
</inkml:ink>
</file>

<file path=ppt/ink/ink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1:01.208"/>
    </inkml:context>
    <inkml:brush xml:id="br0">
      <inkml:brushProperty name="width" value="0.025" units="cm"/>
      <inkml:brushProperty name="height" value="0.025" units="cm"/>
    </inkml:brush>
  </inkml:definitions>
  <inkml:trace contextRef="#ctx0" brushRef="#br0">408 0 10145,'0'0'3982,"-2"2"-2295,-10 12-333,-1-1 0,-21 17 0,-17 16-554,22-13-336,1 0 0,2 2 0,1 1 1,2 1-1,1 1 0,-30 77 0,32-60 183,2 1 1,2 0-1,4 2 0,-10 96 0,20-115-423,1-1 0,3 0 0,1 0 0,1-1 1,3 1-1,1-1 0,1 0 0,2-1 0,2 0 0,1 0 0,33 57 0,-30-64-218,1-2 0,1 0 0,1-1 0,1-1 0,1-1 0,1-1 0,2-1 0,0-1 0,1-1 0,1-2 0,1 0 0,0-2-1,1-1 1,32 11 0,-34-17-652,0-2 0,1 0-1,0-2 1,0-1 0,48 0 0,-22-5-3107,0-3 0,57-11 0,12-9-8066</inkml:trace>
</inkml:ink>
</file>

<file path=ppt/ink/ink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1:01.805"/>
    </inkml:context>
    <inkml:brush xml:id="br0">
      <inkml:brushProperty name="width" value="0.025" units="cm"/>
      <inkml:brushProperty name="height" value="0.025" units="cm"/>
    </inkml:brush>
  </inkml:definitions>
  <inkml:trace contextRef="#ctx0" brushRef="#br0">100 55 6045,'-5'-17'3385,"15"34"3571,-10-14-5779,-9 35 1098,-2 1 0,-18 42 1,6-15-289,-9 15 350,31-79-913,9-17-1159,-1 4-232,6-24 45,0 0 0,8-45 0,-5 20-50,-10 39-330,-2-1-1,0 1 1,1-44-1,-21 96-2674,-11 56-2797,18-32-2242,10-33-1720</inkml:trace>
</inkml:ink>
</file>

<file path=ppt/ink/ink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1:17.514"/>
    </inkml:context>
    <inkml:brush xml:id="br0">
      <inkml:brushProperty name="width" value="0.025" units="cm"/>
      <inkml:brushProperty name="height" value="0.025" units="cm"/>
    </inkml:brush>
  </inkml:definitions>
  <inkml:trace contextRef="#ctx0" brushRef="#br0">71 100 6165,'-29'0'1267,"23"0"1019,-2-8-1325,-19-21 10845,43 31-11360,130 17 896,30 3-572,76-12-357,-242-9-396,582 15 606,-147-29-381,-37 29-271,-344-11-14,-2-4 66,-1-3 0,66-10-1,-3 0 6,142 10 38,-230 4-50,3-2-10,1 3-1,55 11 0,-69-10 2,1-1 0,0-2-1,0 0 1,40-5-1,-10 1-31,20 0-14,203-3 88,53-5-21,100 1-102,-302 16 132,129 2-14,-5-13-28,-168 4 2,167 6-107,-162 3 80,79 7 34,225-10 0,-269-11-1,221 19 0,-291-9 2,113-10 0,-67 1 10,-38 3-24,534-4-135,-294 11 246,-116-13-117,-1 0 77,430 19 737,-440-5-802,-79-2-38,404 2 16,-339-13-23,30 0 88,-65 5 1,-34-1-110,764-7 64,-269 10 1251,-558 2-952,-29-2-172,16 0 100,29-2 379,-45 2-87,-1-2-271,18-9 167,-17 10 100,13 3-17,38 0-407,76-8 0,-2 0-54,-68 3-53,-23 3 0,-3-2 0,0 2 0,-19 2 0,-30-14-1004,-17-5-1214,-36-7-2025,15 5-3239,-7-9-7354</inkml:trace>
</inkml:ink>
</file>

<file path=ppt/ink/ink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1:23.853"/>
    </inkml:context>
    <inkml:brush xml:id="br0">
      <inkml:brushProperty name="width" value="0.025" units="cm"/>
      <inkml:brushProperty name="height" value="0.025" units="cm"/>
    </inkml:brush>
  </inkml:definitions>
  <inkml:trace contextRef="#ctx0" brushRef="#br0">78 140 13625,'-25'-6'1740,"24"5"-1647,1 1 0,-1 0 0,0 0 0,1 0 0,-1 0 0,0 0 0,1 0 0,-1 0 0,0 0 0,1 0-1,-1 0 1,0 0 0,1 0 0,-1 0 0,1 1 0,-1-1 0,0 0 0,1 0 0,-1 1 0,1-1 0,-1 1 0,1-1-1,-1 0 1,0 2 0,-2-1 279,-8 3 658,9-4 2142,0 0-2605,-17-4 437,23 6 322,33 7 123,27-3-627,1-2 0,0-4-1,68-7 1,-15 0-78,1164-45 1384,-1207 50-2128,163-14 0,-200 8 0,-8 5-11,-27 3-273,-20-9-5165,-4-4 445,5-1-1464,-11-15-6099</inkml:trace>
</inkml:ink>
</file>

<file path=ppt/ink/ink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1:30.039"/>
    </inkml:context>
    <inkml:brush xml:id="br0">
      <inkml:brushProperty name="width" value="0.025" units="cm"/>
      <inkml:brushProperty name="height" value="0.025" units="cm"/>
    </inkml:brush>
  </inkml:definitions>
  <inkml:trace contextRef="#ctx0" brushRef="#br0">14 160 7673,'0'0'14946,"-9"-8"-14090,9 8-744,0-1-1,0 1 0,-1 0 1,1 0-1,0 0 0,0 0 1,0 0-1,-1 0 0,1-1 1,0 1-1,0 0 0,-1 0 1,1 0-1,0 0 0,0-1 1,0 1-1,0 0 0,0 0 1,-1-1-1,1 1 0,0 0 1,0 0-1,0-1 0,0 1 1,0 0-1,0 0 0,0-1 1,0 1-1,0 0 0,0 0 1,0-1-1,0 1 0,0 0 1,0 0-1,0-1 0,0 1 1,0 0-1,0 0 0,0-1 1,44-3 367,48 2 1,-22 1-317,249-1 147,84-4-218,-259-2-98,188-13 30,386-53 64,-375 60-10,-305 14-57,132 6 19,-98-2-5,-28-1 15,1-1 0,55-6 0,-55 1 258,61 2 0,-43 2 1291,-62-1-1569,1 0 0,0-1 0,-1 1 0,1-1 0,-1 1 0,1-1 0,0 0 0,-1 0 0,0 1 0,3-3 0,0 1-3128,-16 3 2014,-6 2-2385,-1-1 1,1-1 0,-36-3 0,17-12-7921</inkml:trace>
</inkml:ink>
</file>

<file path=ppt/ink/ink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1:32.579"/>
    </inkml:context>
    <inkml:brush xml:id="br0">
      <inkml:brushProperty name="width" value="0.025" units="cm"/>
      <inkml:brushProperty name="height" value="0.025" units="cm"/>
    </inkml:brush>
  </inkml:definitions>
  <inkml:trace contextRef="#ctx0" brushRef="#br0">1767 148 11401,'0'0'10116,"-3"1"-9692,-7 2-63,0-1 0,0-1 0,0 1 1,0-2-1,-1 1 0,1-2 0,0 1 0,-20-4 0,-29-1 98,-221-1 905,-214 7-382,195 37-892,261-29-89,0 2 1,-61 26 0,58-19-15,1 2 1,-51 33 0,75-40 12,1 0-1,0 1 1,0 1-1,-21 29 1,28-32 3,0 1 1,0 1-1,1-1 0,1 1 1,1 1-1,0-1 1,0 1-1,-4 28 0,2 8 15,-2 64 0,22 204-19,-9-260 33,0-12-60,2-1 1,14 52 0,-16-84-3,1 0 0,8 16-1,10 26-102,-20-41 108,2 1-1,0-1 0,1-1 1,1 1-1,0-1 0,0 0 1,2 0-1,0-1 0,0 0 1,16 16-1,-18-22 27,89 82-57,-82-77 54,1-2 1,0 1-1,1-2 0,0 0 1,21 8-1,3-4-6,0 0 0,1-3 1,0-2-1,1-1 0,80 2 0,-23-9 45,158-20 0,-154-3-37,-44 9 4,27-9 4,-1-4 0,0-3 0,-3-4 1,92-52-1,-146 71-3,-1-1 0,-1-1 0,-1-2 0,0 0 0,-1-2 0,21-23 0,-33 30 33,-1 0 1,0 0-1,-1-1 1,-1 0-1,0-1 1,-1 0-1,0-1 1,-2 1 0,0-1-1,0-1 1,4-34-1,-6 15 198,-2-1 0,-1 0 0,-7-57 0,-4 31 118,-20-76 1,-10-52 252,11 51-336,-7-30 268,33 162-508,-6-24 134,-1 0 1,-27-57-1,34 84-160,0-1 1,-1 1-1,1 0 0,-1 0 0,-1 0 0,1 1 1,-1-1-1,0 1 0,0 0 0,0 0 0,-1 1 1,0 0-1,0 0 0,0 0 0,0 0 0,-1 1 1,1 0-1,-1 1 0,-11-4 0,-6 1-218,0 1-1,0 1 1,-1 0 0,-28 2-1,-97 13-2254,57-4-5,69-7 143,-29-4 0,0 1-7148,37 2 842</inkml:trace>
</inkml:ink>
</file>

<file path=ppt/ink/ink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1:33.622"/>
    </inkml:context>
    <inkml:brush xml:id="br0">
      <inkml:brushProperty name="width" value="0.025" units="cm"/>
      <inkml:brushProperty name="height" value="0.025" units="cm"/>
    </inkml:brush>
  </inkml:definitions>
  <inkml:trace contextRef="#ctx0" brushRef="#br0">1002 292 10969,'0'0'1587,"2"-1"-343,18-8 1190,-18 8 656,-5 1-2429,-50 2-262,-1 1 1,1 3-1,0 3 0,1 1 0,0 3 0,0 2 0,1 3 1,2 1-1,-84 46 0,114-53-266,0 0 1,1 1-1,1 1 0,0 1 1,1 1-1,1 0 0,0 0 1,1 2-1,1 0 0,1 1 1,0 0-1,2 0 0,0 1 1,1 1-1,1-1 0,1 2 1,-6 27-1,6-10-40,2-1 0,2 1 0,3 63 0,19 116 101,-17-206-177,6 54 6,3 0 1,3 0-1,2-1 1,4-1 0,32 72-1,-46-121-24,2 0 1,0 0-1,1-1 0,0 0 0,1-1 1,0 0-1,1-1 0,1 0 0,0-1 1,0 0-1,1 0 0,1-2 0,22 13 0,-16-12-4,1 0-1,1-2 0,0-1 0,0 0 0,0-2 0,1 0 0,0-2 1,-1 0-1,39-1 0,36-5-21,1-4 0,136-27 0,-103 5-70,154-56 0,-223 61 57,0-4 1,-2-2-1,-1-3 0,-2-2 1,-1-2-1,-2-4 0,58-54 1,-58 42-7,58-72 0,-98 109 108,-1-2 0,-1 0-1,-1-1 1,0 0 0,-2 0 0,0-1 0,-1 0 0,-1-1 0,-1 1 0,-1-1 0,-1-1 0,2-25-1,-6 27 84,-1 0-1,-2-1 1,0 1-1,-1 0 0,0 0 1,-10-23-1,12 35-92,-27-86 540,-18-112 0,46 195-520,-1 0 0,-1-1 0,0 1-1,0 0 1,-1 0 0,-1 1 0,0-1-1,0 1 1,-1 0 0,-9-12 0,4 8-21,0 2 0,-1 0 1,0 0-1,-1 1 0,-25-17 0,-78-39 108,-17-1 199,-158-55 0,262 112-316,-2 1 0,0 2 1,0 1-1,0 2 0,0 0 0,-1 3 1,0 0-1,0 2 0,1 1 0,-1 2 1,0 1-1,-31 9 0,1 5 16,-81 35-1,-55 39 183,136-62-169,-251 146-279,58-29-1546,238-137 191,-32 23-1,9 1-3828,39-33 4411,-4 4 300</inkml:trace>
</inkml:ink>
</file>

<file path=ppt/ink/ink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1:35.239"/>
    </inkml:context>
    <inkml:brush xml:id="br0">
      <inkml:brushProperty name="width" value="0.025" units="cm"/>
      <inkml:brushProperty name="height" value="0.025" units="cm"/>
    </inkml:brush>
  </inkml:definitions>
  <inkml:trace contextRef="#ctx0" brushRef="#br0">92 43 8429,'-64'33'4113,"61"-31"-3264,1-1-15,-20 12 6419,22-10-6762,1 0-353,0 0 0,0 0-1,0 0 1,1 0 0,-1 0 0,1 0 0,-1 0 0,1 0 0,0-1 0,3 4 0,0-2 78,-1-1 0,0 0 1,1 0-1,-1-1 0,1 1 1,0-1-1,6 2 0,17 5 230,0-1 0,1-1 1,-1-2-1,36 2 0,123-1 550,-129-6-726,513-10 1089,-2-22-912,-211 10-321,1202-51 206,-1179 47 1432,-365 25-1753,0 0 0,29 3-1,36 2-16,-46-9 6,-20 2 0,-10 2 2,-3 0 5,-11 2-17,-11 0-24,11-1-742,-1 0 1,0 0 0,0-1 0,0 0 0,0-1-1,-9-3 1,-29-14-13033</inkml:trace>
</inkml:ink>
</file>

<file path=ppt/ink/ink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1:37.144"/>
    </inkml:context>
    <inkml:brush xml:id="br0">
      <inkml:brushProperty name="width" value="0.025" units="cm"/>
      <inkml:brushProperty name="height" value="0.025" units="cm"/>
    </inkml:brush>
  </inkml:definitions>
  <inkml:trace contextRef="#ctx0" brushRef="#br0">3 46 5665,'-2'7'1701,"2"-6"-1197,0-1 0,0 1 0,0-1 0,0 1-1,0-1 1,0 1 0,0-1 0,0 1 0,0-1 0,1 1 0,-1-1 0,0 1-1,0-1 1,1 1 0,-1-1 0,0 1 0,0-1 0,1 0 0,-1 1 0,0-1-1,1 1 1,-1-1 0,1 0 0,-1 0 0,1 1 0,0-1 0,5 4 2407,2 0-5258,16 9 3219,0-1-1,1-1 0,1-1 1,39 10-1,110 15 957,-163-33-1753,89 12 664,127 1 1,105-16-39,-218-1-569,231-7 85,108 0-87,-78 8-67,856 13-33,-789-4 12,-261-6-34,745-9 22,-636 1-43,128-10 26,-50-8 66,388-7 188,-460 40-331,145 2 194,-361-11 9,509 5 390,-478-7-445,22 0 205,-31 7-104,144 13 317,-238-17-502,7 1 0,10-7 0,-20 5 0,20-3 0,-13 0 0,-6 0 0,-7 0 0,-10-3 0,7 5 0,-4-4-642,0 0 0,0 0 0,0 0 0,1-1 0,-9-10 0,-30-42-9413,44 56 9744,-29-40-15254</inkml:trace>
</inkml:ink>
</file>

<file path=ppt/ink/ink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1:41.659"/>
    </inkml:context>
    <inkml:brush xml:id="br0">
      <inkml:brushProperty name="width" value="0.025" units="cm"/>
      <inkml:brushProperty name="height" value="0.025" units="cm"/>
    </inkml:brush>
  </inkml:definitions>
  <inkml:trace contextRef="#ctx0" brushRef="#br0">0 14 20631,'5385'0'0</inkml:trace>
</inkml:ink>
</file>

<file path=ppt/ink/ink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1:46.514"/>
    </inkml:context>
    <inkml:brush xml:id="br0">
      <inkml:brushProperty name="width" value="0.025" units="cm"/>
      <inkml:brushProperty name="height" value="0.025" units="cm"/>
    </inkml:brush>
  </inkml:definitions>
  <inkml:trace contextRef="#ctx0" brushRef="#br0">1217 336 10841,'0'0'10341,"-4"0"-10050,-1 1-258,-4 0 194,0 0 0,-1 0 1,-13-2-1,-11-2 215,-45 1 1,-21-2-5,31 4-276,15 0-103,-220-2 1217,212 9-829,-72 18 1,-1 0-252,126-23-203,0 0 0,1 0 0,-1 0 0,1 1 0,-11 6 0,-5-1 19,5-3-27,-5 8-53,18-9 73,0 0 0,0-1 1,0 0-1,-1 0 0,-11 4 0,8 4-11,3 0 0,4-8 10,1 0 0,0 0-1,0 1 1,0-1-1,1 0 1,-1 0 0,1 1-1,0-1 1,0 1-1,0 0 1,0-1-1,0 7 1,0-7 6,1 16-125,1-15 107,-1-1 1,0 1-1,1-1 0,0 1 1,0-1-1,0 1 1,0-1-1,1 1 0,2 4 1,-3-7-6,0 1-38,0 1 33,0 0 11,0 3-5,15 13 5,-12-15-7,1 1-1,0-1 0,0-1 1,1 1-1,-1-1 0,1 0 0,-1 0 1,1-1-1,0 0 0,0 0 0,0 0 1,0 0-1,13 0 0,-8 0-14,0 1-1,20 6 0,-9-1 37,0-1 0,1-1 0,39 5-1,7 1 30,-38-4-65,-16-4 28,-1 0 0,2-1 0,-1-1 0,20 1 0,98 6-13,-4 1 109,218-2-362,-278-7 160,-44-2 4,1 2 0,40 6 0,75 11 55,-114-15 39,32-1-1,1 0-17,-21 1-24,-4 0 65,44-2-1,-67-1-28,0 0 0,0 1-1,12 3 1,33 2 26,54 3-176,4 1 29,40-1-25,-85-4 164,195 29-114,-191-26 98,124-2 1,-191-6 6,-2 0 12,90 1-119,170-22 1,-73-13-159,5-3 46,-37 6 46,-82 15 111,90-32 0,-58 15 4,37-18 75,-51 16-20,-24 4 69,-34 13-86,-32 15 58,0 0-1,0 0 0,-1-1 0,1 0 0,-1 0 0,0 0 0,0-1 0,0 0 0,7-9 0,-12 13-26,0 0-1,0 0 1,0 0 0,0 0-1,0 0 1,0 0 0,0 0-1,0 0 1,0 0 0,0 1-1,0-1 1,-1 0 0,1 0-1,0 0 1,-1 0-1,1 0 1,-1-1 0,0 0 9,-2-13 99,0 0 0,-1 0 0,0 1 0,-1 0 0,-1 0 0,0 0 1,-1 1-1,-1 0 0,-11-16 0,5 13 101,0 1 0,-1 0 0,-1 1 0,0 1 0,-1 0 1,-1 1-1,0 1 0,0 0 0,-31-11 0,-22-5 73,-96-25-1,150 48-267,-112-28 59,-2 6 0,-257-16 1,-271 48-39,376 16-136,0 13 0,-281 72 0,131 2-1074,11 28-3305,328-96 950,33-12-1841,-7 6-4669</inkml:trace>
</inkml:ink>
</file>

<file path=ppt/ink/ink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1:47.732"/>
    </inkml:context>
    <inkml:brush xml:id="br0">
      <inkml:brushProperty name="width" value="0.025" units="cm"/>
      <inkml:brushProperty name="height" value="0.025" units="cm"/>
    </inkml:brush>
  </inkml:definitions>
  <inkml:trace contextRef="#ctx0" brushRef="#br0">39 494 14889,'-8'-1'1108,"-22"-1"8630,32 3-9641,-1 1 0,1-1 0,0 0 1,-1 1-1,1-1 0,-1 1 0,0 0 0,1-1 0,-1 1 0,0 0 0,0 0 1,0 0-1,0 0 0,0 0 0,-1 0 0,1 0 0,-1 0 0,1 0 0,-1 0 1,1 3-1,2 51 627,-3-44-490,2 48 380,5 80 237,1 11-401,-8-98-720,11 69-1,-8-110-180,0 0 0,0-1 0,1 1 0,1-1 1,11 21-1,-16-31 332,1 0 1,0 1-1,0-1 0,0 0 1,-1 0-1,1 1 1,1-1-1,-1 0 0,0 0 1,0 0-1,2 1 0,-2-2 93,-1 0 0,0 0 0,0 0 0,1 0 0,-1 0 0,0 0 0,1 0 0,-1 0 0,0 0 1,0 0-1,1 0 0,-1 0 0,0 0 0,1 0 0,-1 0 0,0 0 0,0 0 0,1 0 0,-1-1 0,0 1 0,0 0 0,1 0 0,-1 0 0,0-1 0,0 1 0,1 0 0,-1 0 0,0 0 0,0-1 0,0 1 0,0 0 0,1 0 0,-1-1 0,0 1 0,1-4-54,0 1 0,0-1 0,0 0 0,0 1 0,-1-1 0,1 0 0,-1-6 0,-15-259-607,0 56 1664,14 152 92,9-90 1,-3 121-606,1 0 0,2 0 0,1 1 0,1 0 0,20-42-1,6 3 1078,44-64-1,-73 122-1533,1-1 1,0 1-1,1 1 1,0 0-1,15-13 1,-23 21-8,-1 1 0,1-1 0,-1 1 0,1 0 0,-1-1 0,1 1 0,-1-1 0,1 1 0,0 0 0,-1 0 0,1-1 0,-1 1 0,1 0 0,0 0 0,-1 0 0,1 0 0,0 0 0,-1 0 0,1-1 0,0 2 0,-1-1 0,1 0 0,0 0 0,-1 0 0,1 0 0,-1 0 0,1 0 0,0 1 0,-1-1 0,1 0 0,-1 1 0,2-1 0,-1 2 0,0-1 0,1 1 0,-1 0 0,0-1 0,0 1 0,0 0 0,0 0 0,-1 0 0,1-1 0,0 1 0,0 2 0,1 7 0,0 0 0,0 0 0,-1 16 0,-4 16-770,-1 0 0,-19 72-1,13-65 45,0-7-799,-1 0 0,-19 45-1,21-67 774,0-1 0,-1 0 0,-1-1 0,-1 0 0,-1 0 0,-15 16 0,24-30 399,0-1-1,0-1 1,0 1 0,-1 0 0,1-1-1,-1 0 1,0 0 0,-9 3-1,12-5 217,1 0 0,-1-1-1,1 0 1,-1 1-1,1-1 1,-1 0 0,1 0-1,-1 1 1,1-1-1,-1 0 1,0-1 0,1 1-1,-1 0 1,1 0-1,-1-1 1,1 1-1,-1-1 1,1 1 0,-1-1-1,1 0 1,0 1-1,-1-1 1,1 0 0,0 0-1,0 0 1,-1 0-1,1 0 1,0 0 0,0-1-1,0 1 1,0 0-1,1 0 1,-1-1-1,-1-1 1,-11-31-3495,13-3-1653</inkml:trace>
</inkml:ink>
</file>

<file path=ppt/ink/ink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1:48.030"/>
    </inkml:context>
    <inkml:brush xml:id="br0">
      <inkml:brushProperty name="width" value="0.025" units="cm"/>
      <inkml:brushProperty name="height" value="0.025" units="cm"/>
    </inkml:brush>
  </inkml:definitions>
  <inkml:trace contextRef="#ctx0" brushRef="#br0">652 25 16870,'-94'-22'2328,"88"21"-2022,-1 0-1,1 0 0,-1 1 0,0 0 0,1 0 0,-1 1 1,0 0-1,1 0 0,-1 1 0,1-1 0,-1 2 0,1-1 0,0 0 1,0 1-1,-8 5 0,2 1 148,0 0 0,0 1 0,1 1 0,-19 21 0,2 5-76,1 0 0,1 1 0,3 2 0,1 0 0,-19 49 0,-65 223 694,30 20-362,66-258-635,3 0 1,3 117 0,7-155-128,1-1 0,1 1 0,2-1 0,2-1 0,1 1 0,1-2 0,17 35-1,-23-57-108,1-1-1,0 0 0,0-1 0,1 0 1,1 0-1,-1 0 0,1-1 0,1 0 1,-1 0-1,1-1 0,16 10 0,-17-12-197,1-1-1,-1 0 0,1-1 0,-1 0 1,1 0-1,0-1 0,0 0 0,0 0 0,0-1 1,1 0-1,-1-1 0,0 0 0,0-1 1,17-2-1,102-27-9235,-59 7-647</inkml:trace>
</inkml:ink>
</file>

<file path=ppt/ink/ink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1:48.407"/>
    </inkml:context>
    <inkml:brush xml:id="br0">
      <inkml:brushProperty name="width" value="0.025" units="cm"/>
      <inkml:brushProperty name="height" value="0.025" units="cm"/>
    </inkml:brush>
  </inkml:definitions>
  <inkml:trace contextRef="#ctx0" brushRef="#br0">1 777 7177,'3'8'1259,"1"0"1,-2 1 0,5 18 10858,-6-31-10726,28-260 2920,3-136-3409,-30 377-640,0 0 0,2 0 0,0 1 1,15-44-1,-19 66-257,0 0 0,0-1 0,0 1 0,0 0 1,0 0-1,0 0 0,0 0 0,0 0 0,0 0 0,0 0 0,0-1 1,0 1-1,0 0 0,1 0 0,-1 0 0,0 0 0,0 0 0,0 0 1,0 0-1,0 0 0,0 0 0,0-1 0,0 1 0,0 0 0,0 0 0,1 0 1,-1 0-1,0 0 0,0 0 0,0 0 0,0 0 0,0 0 0,0 0 1,0 0-1,0 0 0,1 0 0,-1 0 0,0 0 0,0 0 0,0 0 1,0 0-1,0 0 0,0 0 0,0 0 0,1 0 0,-1 0 0,0 0 1,0 0-1,0 0 0,0 0 0,0 0 0,0 0 0,0 1 0,0-1 1,0 0-1,1 0 0,3 2 55,0 0 1,0 1-1,-1 0 0,1-1 1,0 1-1,-1 0 1,0 1-1,0-1 0,0 1 1,0-1-1,0 1 1,3 7-1,3 8 115,12 32 0,-10-23-51,78 215-637,-44-77-4286,-44-158 4034,1 1-1,-1 0 1,-1 0-1,0 0 1,-1 12-1,-5 22-5602,5-32 3940,-5 24-8520</inkml:trace>
</inkml:ink>
</file>

<file path=ppt/ink/ink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1:48.564"/>
    </inkml:context>
    <inkml:brush xml:id="br0">
      <inkml:brushProperty name="width" value="0.025" units="cm"/>
      <inkml:brushProperty name="height" value="0.025" units="cm"/>
    </inkml:brush>
  </inkml:definitions>
  <inkml:trace contextRef="#ctx0" brushRef="#br0">0 33 20310,'17'5'2292,"-7"1"-188,7-12-572,-1-2-355,8 5-245,17-7-356,-25 7-444,13 0-836,-2 3-557,-2-5-1107,-1-1-1620,-5 17-2157,2-3-5460</inkml:trace>
</inkml:ink>
</file>

<file path=ppt/ink/ink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1:49.051"/>
    </inkml:context>
    <inkml:brush xml:id="br0">
      <inkml:brushProperty name="width" value="0.025" units="cm"/>
      <inkml:brushProperty name="height" value="0.025" units="cm"/>
    </inkml:brush>
  </inkml:definitions>
  <inkml:trace contextRef="#ctx0" brushRef="#br0">30 68 15337,'0'0'87,"1"0"-1,-1 0 0,1 0 0,0 0 0,-1 1 0,1-1 0,-1 0 1,1 0-1,0 0 0,-1 0 0,1 0 0,-1 0 0,1-1 0,0 1 1,-1 0-1,1 0 0,-1 0 0,1-1 0,0 1 0,-1 0 0,1 0 1,-1-1-1,1 1 0,-1 0 0,1-1 0,-1 0 0,0-13 1877,-1 7-1562,0 5 1233,0 3-1040,-3 7-410,0-1-1,1 1 1,0 0-1,0 0 0,1 0 1,-3 17-1,1-5-35,-1 9 482,1 0 0,1 0 1,2 1-1,2 39 0,-1-63-521,1 0-1,0 0 0,0 0 0,0 0 0,0 0 0,1 0 0,0 0 0,0 0 0,1-1 1,0 1-1,0-1 0,0 1 0,0-1 0,1 0 0,0-1 0,0 1 0,0-1 1,1 1-1,-1-1 0,1 0 0,0-1 0,0 1 0,1-1 0,-1 0 0,1-1 0,-1 1 1,1-1-1,7 2 0,-1-1 107,1 0-1,0-1 1,-1-1 0,1 0 0,0 0 0,0-1 0,0-1 0,0 0 0,-1-1-1,1-1 1,0 1 0,20-9 0,-16 5-215,0-1 0,-1-1 0,1-1 0,-2 0 0,1-1 0,-1 0 0,-1-1 0,0-1 0,0 0 0,-1-1 0,11-15 0,-21 24-4,-1 0 1,1 1-1,-1-1 1,0 0-1,0 0 1,-1-1-1,1 1 1,-1 0-1,0 0 0,0-1 1,-1 1-1,1-1 1,-1 1-1,0 0 1,0-1-1,0 1 1,-1-1-1,-1-8 0,0 7-34,-1 0-1,1-1 1,-1 1-1,0 0 0,0 1 1,-1-1-1,0 1 0,0-1 1,0 1-1,0 0 0,-1 1 1,-6-6-1,-22-18-2375,19 15 821,-2 0 1,0 1 0,0 0 0,-21-10-1,24 16 123,-17-10-2506,14 1-2345,10 6-749</inkml:trace>
</inkml:ink>
</file>

<file path=ppt/ink/ink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1:49.414"/>
    </inkml:context>
    <inkml:brush xml:id="br0">
      <inkml:brushProperty name="width" value="0.025" units="cm"/>
      <inkml:brushProperty name="height" value="0.025" units="cm"/>
    </inkml:brush>
  </inkml:definitions>
  <inkml:trace contextRef="#ctx0" brushRef="#br0">22 1 15793,'-18'11'2444,"14"-9"2951,11 186-751,26 88-3774,-31-264-1344,1 1 0,0-1-1,1-1 1,0 1 0,0-1 0,10 18-1,-12-26-569,6-22-4000,-7 17 4645,0-1 1,-1 1-1,1 0 0,-1-1 1,1 1-1,-1-1 0,0 1 1,0 0-1,0-1 1,0 1-1,0-1 0,-1 1 1,1 0-1,-1-1 0,1 1 1,-3-4-1,1-2-924,-9-37-7331</inkml:trace>
</inkml:ink>
</file>

<file path=ppt/ink/ink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1:49.778"/>
    </inkml:context>
    <inkml:brush xml:id="br0">
      <inkml:brushProperty name="width" value="0.025" units="cm"/>
      <inkml:brushProperty name="height" value="0.025" units="cm"/>
    </inkml:brush>
  </inkml:definitions>
  <inkml:trace contextRef="#ctx0" brushRef="#br0">1 125 12397,'22'5'2422,"-39"-9"2269,26-7-453,9-5-2949,1 2-1,1 1 0,0 0 1,1 2-1,0 0 1,37-13-1,-21 17-1288,-20 3 0,-16 3 0,-1 1 0,1 0 0,0 0 0,-1 0 0,1 0 0,0-1 0,-1 1 0,1 0 0,0 0 0,0 0 0,-1 0 0,1 1 0,0-1 0,-1 0 0,1 0 0,0 0 0,-1 0 0,1 1 0,0 0 0,1 2-17,-1 0 0,0 0-1,0 0 1,0 0 0,0 0 0,-1 0-1,1 0 1,-1 1 0,0-1 0,0 0-1,0 1 1,0-1 0,-1 0 0,0 5-1,-6 27-2181,-13 35 0,5-18-165,4-19 810,-1-1 1,-1 1 0,-22 35 0,-4 10 1950,32-67 37,-2 6 3162,12-16-2079,42 2 590,48-2 0,35 2 969,-120-2-3076,-1 0 0,0 1 0,1-1 0,-1 2 0,0-1 0,0 1 0,12 6 0,-16-7 0,-1-1 0,1 1 0,-1-1 0,0 1 0,0 0 0,0 0 0,0 0 0,0 0 0,0 1 0,0-1 0,-1 0 0,1 1 0,-1-1 0,1 1 0,-1 0 0,0-1 0,0 1 0,-1 0 0,1 0 0,0-1 0,-1 1 0,1 4 0,-2 6 1,0-1 0,-1 1 0,0-1 0,-1 1 0,-1-1 0,1 0 0,-2 0 1,0-1-1,0 1 0,-9 12 0,-3 3-186,-2-1 0,-41 46 0,52-65-354,1 1 0,-1-2 0,-1 1 0,1-1 0,-1 0 0,0-1-1,0 0 1,-1-1 0,1 1 0,-1-2 0,-10 3 0,7-3-1301,1 0 0,-1-1 0,1-1 0,-1 0 0,-15-2 0,-18-5-9891</inkml:trace>
</inkml:ink>
</file>

<file path=ppt/ink/ink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1:50.698"/>
    </inkml:context>
    <inkml:brush xml:id="br0">
      <inkml:brushProperty name="width" value="0.025" units="cm"/>
      <inkml:brushProperty name="height" value="0.025" units="cm"/>
    </inkml:brush>
  </inkml:definitions>
  <inkml:trace contextRef="#ctx0" brushRef="#br0">152 394 8993,'-20'12'1981,"16"-10"3739,1-3-5198,-2 0-313,0 1 1,0-1-1,0 1 1,-1 0-1,1 0 1,0 0-1,0 1 1,0-1-1,0 1 1,0 1-1,0-1 1,-9 4-1,11-3-28,0 0 0,1 0 0,-1 0 0,0 0 0,1 0 0,0 0 0,0 1 0,-4 3 0,5-4 932,-21-3 705,22 1-1789,0 0 0,0 0 0,0 0 0,0 0 0,0 0 0,0-1 1,0 1-1,0 0 0,0 0 0,0 0 0,0 0 0,1 0 0,-1 0 1,0 0-1,0 0 0,0 0 0,0 0 0,0 0 0,0 0 0,0 0 1,0-1-1,0 1 0,0 0 0,0 0 0,0 0 0,0 0 1,0 0-1,0 0 0,0 0 0,0 0 0,0 0 0,0 0 0,0-1 1,0 1-1,0 0 0,0 0 0,0 0 0,0 0 0,0 0 0,0 0 1,0 0-1,0 0 0,-1 0 0,1 0 0,0 0 0,0 0 0,0-1 1,0 1-1,0 0 0,0 0 0,0 0 0,0 0 0,0 0 0,0 0 1,0 0-1,0 0 0,0 0 0,-1 0 0,1 0 0,0 0 1,36-11 2754,-12 4-2073,668-164 2284,-95 77-2995,-288 48 0,-137 20 0,-141 21 0,2 1 0,40 0 0,-43 0 0,-26 1 0,1 2 0,18 0 0,-17 0 0,25 7 0,-16-2 0,-8-3 2,-10-6-1,-11-6-16,-12 2-769,-3-2-1829,4-2-2181,4 3-3235,-3 1-5522</inkml:trace>
</inkml:ink>
</file>

<file path=ppt/ink/ink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1:51.029"/>
    </inkml:context>
    <inkml:brush xml:id="br0">
      <inkml:brushProperty name="width" value="0.025" units="cm"/>
      <inkml:brushProperty name="height" value="0.025" units="cm"/>
    </inkml:brush>
  </inkml:definitions>
  <inkml:trace contextRef="#ctx0" brushRef="#br0">0 0 15453,'4'4'876,"-2"-2"-381,0 1 1,1-1 0,-1 0 0,1 0 0,0 0 0,-1 0 0,1 0 0,0 0-1,0-1 1,0 1 0,0-1 0,0 0 0,7 2 0,2 1-84,0 0 0,0 1 0,-1 1 0,0 0 0,0 0 0,0 1 0,-1 1 0,0 0 0,0 0 0,-1 1 0,0 0 0,13 17 0,1 5 623,-2 1 0,-1 1 0,17 37 0,-7 0-1035,-2 2 0,-4 2 0,-3 0 0,17 114 0,-22-70 0,-5 1 0,-5 0 0,-14 171 0,-83 353 0,90-637-5,-54 222-5582,48-206 4236,-1 0 1,-1 0-1,-1-1 1,-1-1-1,-1 1 1,0-2-1,-28 33 1,27-38-12037</inkml:trace>
</inkml:ink>
</file>

<file path=ppt/ink/ink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1:51.343"/>
    </inkml:context>
    <inkml:brush xml:id="br0">
      <inkml:brushProperty name="width" value="0.025" units="cm"/>
      <inkml:brushProperty name="height" value="0.025" units="cm"/>
    </inkml:brush>
  </inkml:definitions>
  <inkml:trace contextRef="#ctx0" brushRef="#br0">0 70 19154,'1'1'219,"0"-1"0,0 1 0,1 0 0,-1 0 0,0 0 0,0-1 0,1 1 0,-1-1 0,0 1 0,1-1 0,-1 1 0,0-1 0,1 0 0,-1 0 0,1 0 0,-1 0 0,1 0 0,-1 0 0,0 0 0,1 0 0,-1 0 0,1-1 0,-1 1 0,0 0 0,1-1 0,-1 1 0,0-1 0,1 0 0,-1 1 0,0-1 0,2-1 1,16-7 1238,11 1-288,0 1 1,56-7 0,-48 10-354,44-13 0,-78 17-816,17-11-7,-30 26-2830,4-10 1873,-2-1-1,1 1 1,0-1-1,-1-1 1,0 1-1,-7 2 1,-28 17-7010,4 4-4252</inkml:trace>
</inkml:ink>
</file>

<file path=ppt/ink/ink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1:51.470"/>
    </inkml:context>
    <inkml:brush xml:id="br0">
      <inkml:brushProperty name="width" value="0.025" units="cm"/>
      <inkml:brushProperty name="height" value="0.025" units="cm"/>
    </inkml:brush>
  </inkml:definitions>
  <inkml:trace contextRef="#ctx0" brushRef="#br0">1 146 17966,'105'-22'2796,"-70"12"-80,3-1-260,0 0-355,2 0-293,6 0-308,3-2-412,-1 2-752,-2 3-336,-6 5 0,-2-2 0,-24 2 0,13 1-340,0-4-1720,-17-2-928,1 0-417,-35 5-17585</inkml:trace>
</inkml:ink>
</file>

<file path=ppt/ink/ink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1:51.847"/>
    </inkml:context>
    <inkml:brush xml:id="br0">
      <inkml:brushProperty name="width" value="0.025" units="cm"/>
      <inkml:brushProperty name="height" value="0.025" units="cm"/>
    </inkml:brush>
  </inkml:definitions>
  <inkml:trace contextRef="#ctx0" brushRef="#br0">139 1 18094,'-6'7'-2,"6"-6"716,0 0-1,-1 0 1,1-1 0,0 1-1,0 0 1,0 0-1,0 0 1,0 0-1,0 0 1,0 0-1,0-1 1,0 1-1,0 0 1,0 0 0,0 0-1,1 0 1,-1 0-1,1 0 1,0 5-579,0 4-33,0-1 0,-1 1-1,-1-1 1,1 1 0,-2 0 0,1-1 0,-1 1-1,-6 15 1,-1 11-36,-49 351-66,22-119 0,27-226-101,6-33-98,1 0 1,0 0 0,0 1 0,1-1 0,1 1-1,0 16 1,1-22-433,1 6-656,3-16-2520,3-8-4085,8-10-6785</inkml:trace>
</inkml:ink>
</file>

<file path=ppt/ink/ink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1:52.084"/>
    </inkml:context>
    <inkml:brush xml:id="br0">
      <inkml:brushProperty name="width" value="0.025" units="cm"/>
      <inkml:brushProperty name="height" value="0.025" units="cm"/>
    </inkml:brush>
  </inkml:definitions>
  <inkml:trace contextRef="#ctx0" brushRef="#br0">1 138 18218,'11'-7'846,"0"1"1,1-1 0,0 2 0,0 0 0,1 0-1,-1 1 1,22-4 0,96-7 4753,-127 15-5495,262-13 1724,-142 8-1588,-117 4-272,0 1-1,0-1 1,-1 0-1,1-1 1,0 1 0,-1-1-1,8-4 1,-9 5-199,-1-5-4194,-5-3 2110,2 8 1265,0 1 960,0-1-358,-1 0 0,1 1 0,0-1 0,0 0 0,0 0 0,-1 0 0,1 0 0,0 1 1,-1-1-1,1 0 0,-1 0 0,1 1 0,-1-1 0,1 0 0,-1 1 0,1-1 0,-2-1 0,-28-9-12934</inkml:trace>
</inkml:ink>
</file>

<file path=ppt/ink/ink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1:52.919"/>
    </inkml:context>
    <inkml:brush xml:id="br0">
      <inkml:brushProperty name="width" value="0.025" units="cm"/>
      <inkml:brushProperty name="height" value="0.025" units="cm"/>
    </inkml:brush>
  </inkml:definitions>
  <inkml:trace contextRef="#ctx0" brushRef="#br0">86 449 15657,'0'3'119,"1"22"2394,-1-25-2471,0 0 1,0 0-1,0 0 1,0 0-1,0 1 1,0-1-1,0 0 1,0 0-1,0 0 1,0 0 0,0 0-1,0 0 1,-1 0-1,1 1 1,0-1-1,0 0 1,0 0-1,0 0 1,0 0-1,0 0 1,-1 0-1,1 0 1,0 0-1,0 0 1,0 0-1,0 0 1,0 0-1,-1 0 1,1 0-1,0 0 1,0 0-1,0 0 1,0 0-1,0 0 1,0 0-1,-1 0 1,1 0-1,0 0 1,0 0-1,0 0 1,0 0 0,-12-9 1994,10 7-542,9 24 893,4 33-1026,-3-1 1,3 95-1,-8 0-145,-3-66-541,20 158-1,-16-207-1156,-8-21-57,3-13 516,1 0-1,0 0 1,-1 1 0,1-1-1,0 0 1,-1 0 0,1 0-1,-1 0 1,1 0 0,0 0-1,-1 0 1,1 0 0,-1 0 0,1 0-1,-1 0 1,1 0 0,0 0-1,-1-1 1,1 1 0,0 0-1,-1 0 1,1 0 0,-1 0-1,1-1 1,0 1 0,-1 0-1,1 0 1,0-1 0,0 1-1,-1 0 1,1-1 0,-4-3-126,0 0 1,0 0-1,1 0 1,-1-1-1,1 0 1,0 1-1,0-1 1,1 0-1,-3-6 1,-15-53-988,14 43 810,-10-43-350,2-1 0,3 0 1,-3-130-1,13 143 548,3 1 0,2 0 0,3 0 1,17-69-1,-17 93 485,2 1 1,0 1-1,2-1 0,0 2 1,2-1-1,1 2 0,1 0 1,0 0-1,37-38 1,-34 42 386,1 1 0,1 0 1,0 2-1,1 0 1,44-24-1,-65 39-743,1 1-1,0-1 1,-1 1-1,1-1 1,0 1-1,0 0 1,-1-1-1,1 1 1,0 0-1,0 0 1,0-1-1,-1 1 1,1 0-1,0 0 1,0 0-1,0 0 1,-1 0-1,1 0 1,0 0-1,0 1 1,0-1-1,-1 0 1,1 0-1,0 0 1,0 1-1,-1-1 1,1 0 0,0 1-1,0-1 1,-1 1-1,1-1 1,-1 1-1,1-1 1,0 1-1,-1 0 1,1-1-1,-1 1 1,1 0-1,-1-1 1,1 1-1,-1 0 1,0-1-1,1 1 1,-1 0-1,0 0 1,0-1-1,0 1 1,1 0-1,-1 0 1,0 1-1,0 5-3,0-1-1,0 0 1,0 0-1,-1 1 1,-2 8-1,-6 13-188,0-1 0,-2 0 0,-1-1 0,-22 36 0,6-9-561,7-13-1623,-38 55 1,45-76 131,-22 22 0,24-29-508,0-1 0,-22 15 0,-2-2-7837</inkml:trace>
</inkml:ink>
</file>

<file path=ppt/ink/ink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1:53.222"/>
    </inkml:context>
    <inkml:brush xml:id="br0">
      <inkml:brushProperty name="width" value="0.025" units="cm"/>
      <inkml:brushProperty name="height" value="0.025" units="cm"/>
    </inkml:brush>
  </inkml:definitions>
  <inkml:trace contextRef="#ctx0" brushRef="#br0">586 0 17226,'-18'0'1054,"0"1"1,0 1 0,0 1 0,0 0 0,0 1 0,1 1 0,-1 1 0,-30 15 0,34-12-755,0 0 0,1 1 0,1 1 0,0 0 0,0 1 0,-18 23 0,8-5 240,-35 65 0,26-31-223,2 1 0,4 1 1,2 2-1,-14 75 0,13-23-237,-11 189 0,31-239-209,8 112 0,-1-150-60,1-1 0,2 1 1,1-1-1,2 0 0,21 53 0,-24-71-81,1-1 1,0 0-1,1 0 0,0 0 0,0-1 0,2-1 0,-1 1 0,1-1 0,1-1 0,-1 0 0,2 0 0,-1-1 0,1-1 0,0 0 0,14 5 0,-14-7-591,1-1 0,-1 0 0,1-1-1,13 2 1,-12-3-1087,0-1 0,0-1 0,28-3-1,24-10-8904</inkml:trace>
</inkml:ink>
</file>

<file path=ppt/ink/ink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1:53.598"/>
    </inkml:context>
    <inkml:brush xml:id="br0">
      <inkml:brushProperty name="width" value="0.025" units="cm"/>
      <inkml:brushProperty name="height" value="0.025" units="cm"/>
    </inkml:brush>
  </inkml:definitions>
  <inkml:trace contextRef="#ctx0" brushRef="#br0">38 853 12017,'-37'46'11824,"37"-50"-10766,2-13-584,0 0-1,2 0 1,0 0-1,1 1 1,1-1-1,10-19 1,7-24 200,174-463 2058,-120 348-2054,-76 176-670,0-1 0,-1 1-1,1-1 1,0 1-1,0-1 1,-1 1 0,1 0-1,0-1 1,-1 1-1,1 0 1,-1 0 0,1 0-1,-1-1 1,1 1-1,-1 0 1,1 1 0,2 9 10,0 1 0,-1-1 0,-1 0 0,0 1 0,0-1 0,-1 1 1,0-1-1,-3 12 0,1 17 15,18 508-1793,8-358-4278,-23-186 5396,-1 1 0,0-1 0,0 0-1,0 0 1,-1 0 0,1 1 0,-1-1 0,0 0-1,-2 5 1,-6 6-4787,-6-7-4562</inkml:trace>
</inkml:ink>
</file>

<file path=ppt/ink/ink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1:53.742"/>
    </inkml:context>
    <inkml:brush xml:id="br0">
      <inkml:brushProperty name="width" value="0.025" units="cm"/>
      <inkml:brushProperty name="height" value="0.025" units="cm"/>
    </inkml:brush>
  </inkml:definitions>
  <inkml:trace contextRef="#ctx0" brushRef="#br0">1 65 17398,'32'0'2696,"-8"-13"-528,17-6-376,-9 8-328,3 3-336,3 3-247,2 2-357,-2 0-708,0 3-869,0-3-1143,-6 6-1736,-13 3-2197,-14 7-5444</inkml:trace>
</inkml:ink>
</file>

<file path=ppt/ink/ink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1:54.242"/>
    </inkml:context>
    <inkml:brush xml:id="br0">
      <inkml:brushProperty name="width" value="0.025" units="cm"/>
      <inkml:brushProperty name="height" value="0.025" units="cm"/>
    </inkml:brush>
  </inkml:definitions>
  <inkml:trace contextRef="#ctx0" brushRef="#br0">108 213 9601,'0'3'1861,"-3"6"-1026,0 1-1,-1 0 0,0-1 0,0 0 1,-1 0-1,-6 9 0,-15 31 411,15-19-660,2 1 0,1 0 0,1 1-1,2 0 1,-2 41 0,6-67-380,1 0 0,0 0 1,0 0-1,1-1 0,0 1 0,0 0 1,0 0-1,0-1 0,1 1 0,0-1 0,0 1 1,1-1-1,-1 0 0,1 0 0,0 0 0,6 7 1,-6-9-79,1 0 0,-1 0 0,1-1-1,-1 0 1,1 1 0,0-1 0,0 0 0,0-1 0,0 1 0,0-1 0,0 0 0,1 0 0,-1 0 0,0 0 0,1-1 0,-1 0 0,0 0 0,1 0-1,-1 0 1,1-1 0,4-1 0,10-2 145,0-1 1,0-1-1,0-1 0,-1 0 0,0-2 1,-1 0-1,0-1 0,26-19 0,-10 2 388,-1 0 0,55-63 0,-68 66-660,0 0 0,-1-1 0,24-47 0,-34 54 0,0 1 0,-1-2 0,0 1 0,-2-1 0,0 0 0,3-32 0,-8 44-288,0 1-1,0-1 1,-1 0 0,0 1-1,0-1 1,0 1-1,-1-1 1,0 1 0,0 0-1,-1-1 1,0 1 0,0 0-1,0 1 1,-1-1 0,0 1-1,0-1 1,-7-6 0,8 8-3,-1 1 0,0-1 1,0 1-1,0 0 0,-1 0 1,1 0-1,-1 1 0,1-1 1,-1 1-1,0 0 0,0 0 1,0 1-1,0 0 0,0 0 1,0 0-1,-1 0 0,1 1 1,0 0-1,0 0 0,-1 0 1,-7 2-1,10-1-813,1 0-1,-1 0 1,0 0 0,1 0-1,-1 0 1,1 1-1,-4 2 1</inkml:trace>
</inkml:ink>
</file>

<file path=ppt/ink/ink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1:54.540"/>
    </inkml:context>
    <inkml:brush xml:id="br0">
      <inkml:brushProperty name="width" value="0.025" units="cm"/>
      <inkml:brushProperty name="height" value="0.025" units="cm"/>
    </inkml:brush>
  </inkml:definitions>
  <inkml:trace contextRef="#ctx0" brushRef="#br0">136 1 15877,'-6'4'527,"-37"36"4337,40-37-4511,0 1 1,0 1 0,0-1-1,0 0 1,1 1 0,0-1-1,0 1 1,0 0 0,-2 7-1,-40 213 4902,36-167-4660,1 113 0,7-145-769,0 6-254,6 34 0,-5-57-225,1 1 0,0 0 0,1-1 1,0 0-1,1 1 0,-1-1 0,10 15 0,-3-8-1872,-6-16-2495,7-8 394,0-3-5215</inkml:trace>
</inkml:ink>
</file>

<file path=ppt/ink/ink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1:54.918"/>
    </inkml:context>
    <inkml:brush xml:id="br0">
      <inkml:brushProperty name="width" value="0.025" units="cm"/>
      <inkml:brushProperty name="height" value="0.025" units="cm"/>
    </inkml:brush>
  </inkml:definitions>
  <inkml:trace contextRef="#ctx0" brushRef="#br0">1 50 17854,'3'-4'477,"0"1"0,1-1 1,-1 1-1,1 0 1,0 1-1,0-1 1,0 0-1,0 1 0,0 0 1,0 0-1,1 1 1,-1-1-1,1 1 0,-1 0 1,1 0-1,0 0 1,-1 0-1,1 1 0,8 0 1,80-4 933,-36-1-93,0 4 0,110 10 0,-162-8-1318,0 0 0,1 0 0,-1 1 0,-1 0 0,1 0 0,0 0 0,0 0 0,6 5 0,-10-6 0,0 0 0,0 1 0,0-1 0,0 0 0,-1 1 0,1-1 0,0 1 0,-1 0 0,1-1 0,0 1 0,-1-1 0,0 1 0,1 0 0,-1-1 0,0 1 0,0 0 0,0-1 0,0 1 0,0 0 0,-1-1 0,1 1 0,-1 2 0,-11 37 0,11-37 0,-15 33-1227,-1-2 0,-1 0 0,-2-1 1,-1 0-1,-2-2 0,-35 37 0,28-35-1043,-57 49 0,1-18 4454,83-63 526,6-4-1191,17-8-983,0 1-1,1 1 0,0 1 0,0 1 1,0 1-1,33-4 0,5 2 949,72 2 0,-116 5-1484,-4 0 0,1 0 0,-1 0 0,0 1 0,21 4 0,-30-4 0,0-1 0,-1 1 0,1-1 0,0 1 0,-1 0 0,1-1 0,0 1 0,-1 0 0,1 0 0,-1 0 0,0 0 0,1 0 0,-1 1 0,0-1 0,0 0 0,0 1 0,1-1 0,-1 1 0,-1-1 0,1 1 0,0-1 0,0 1 0,-1-1 0,1 1 0,0 0 0,-1 0 0,0-1 0,1 1 0,-1 0 0,0 0 0,0-1 0,0 1 0,0 0 0,0 0 0,-1-1 0,1 1 0,-1 3 0,-2 4 3,-1 0 0,0 0 0,0 0 0,0-1 0,-1 1 1,0-1-1,-1 0 0,0 0 0,0-1 0,-13 12 0,-11 8-87,-40 27-1,69-53 84,-15 9-941,0 1 0,-1-2 0,0 0 0,-31 11 0,21-11-3118,0-2 0,-43 7 0,7-8-8697</inkml:trace>
</inkml:ink>
</file>

<file path=ppt/ink/ink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1:55.200"/>
    </inkml:context>
    <inkml:brush xml:id="br0">
      <inkml:brushProperty name="width" value="0.025" units="cm"/>
      <inkml:brushProperty name="height" value="0.025" units="cm"/>
    </inkml:brush>
  </inkml:definitions>
  <inkml:trace contextRef="#ctx0" brushRef="#br0">6 0 18842,'11'11'1279,"0"0"0,0-1 1,1 0-1,1-1 0,18 10 0,29 23 2534,-38-23-3584,0 2 0,-2 1-1,0 0 1,-2 2 0,-1 0 0,0 0-1,24 53 1,-13-14-27,-3 1 1,22 86-1,-33-92-202,-2 1 0,-3 0 0,-2 1 0,-2 87 0,-9-60 0,-3 0 0,-28 124 0,7-86-2206,-77 207 0,68-242-1286,-3-3 0,-100 160 0,57-133-11403</inkml:trace>
</inkml:ink>
</file>

<file path=ppt/ink/ink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2:13.612"/>
    </inkml:context>
    <inkml:brush xml:id="br0">
      <inkml:brushProperty name="width" value="0.025" units="cm"/>
      <inkml:brushProperty name="height" value="0.025" units="cm"/>
    </inkml:brush>
  </inkml:definitions>
  <inkml:trace contextRef="#ctx0" brushRef="#br0">11 295 11725,'-1'-1'169,"0"0"1,1 1-1,-1-1 1,0 0-1,0 0 0,1 0 1,-1 0-1,0 0 1,1 0-1,-1 1 0,1-1 1,-1-1-1,1 1 0,-1 0 1,1 0-1,0 0 1,-1 0-1,1 0 0,0 0 1,0 0-1,0 0 1,0-1-1,0 1 0,0 0 1,0 0-1,1 0 0,-1 0 1,0 0-1,1 0 1,0-2-1,-1 3-170,4-4 950,43-8 611,86-12 0,-82 16-1080,612-66 2173,4 39 384,-230 15-1040,52-2 251,-361 22-1003,-114 0-1313,8-1 328,2-4-1666,-35 5 504,1 0 1,0-2-1,0 1 1,0-1 0,0 0-1,0-1 1,-13-6 0,-6 0-2329,8 1 714,5-2-3764,0 0-2989</inkml:trace>
</inkml:ink>
</file>

<file path=ppt/ink/ink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4:35.415"/>
    </inkml:context>
    <inkml:brush xml:id="br0">
      <inkml:brushProperty name="width" value="0.025" units="cm"/>
      <inkml:brushProperty name="height" value="0.025" units="cm"/>
    </inkml:brush>
  </inkml:definitions>
  <inkml:trace contextRef="#ctx0" brushRef="#br0">46 505 11805,'-1'3'4130,"4"-11"-2124,13-28 94,-9 27-1390,1 0-1,1 1 1,0 0-1,13-9 0,9-8 487,73-65 1304,104-97-19,-207 185-2487,1 1-1,-1-1 0,0 1 0,0-1 1,0 1-1,1-1 0,-2 0 1,1 0-1,0 1 0,0-1 0,0 0 1,-1 0-1,1 0 0,-1 0 1,0 0-1,1 0 0,-1 0 0,0 0 1,0 0-1,0 0 0,0 0 0,-1 0 1,1 0-1,0 0 0,-1 0 1,0 0-1,1 1 0,-1-1 0,0 0 1,-1-2-1,0 1-79,-1-1 0,1 1 0,-1-1 1,0 1-1,0 0 0,0 0 0,0 0 0,0 1 1,-1-1-1,1 1 0,-1 0 0,-4-2 0,0 1-66,-1 0-1,1 1 1,0 1-1,-1-1 0,1 1 1,-1 1-1,1 0 1,-1 0-1,1 0 0,-1 1 1,1 1-1,0-1 1,-1 1-1,1 1 1,-11 4-1,2 0-10,-1 1 0,1 1 0,1 0 1,0 1-1,-27 23 0,24-17 229,1 1-1,0 1 1,2 0-1,0 2 1,-17 26 0,28-37 107,0 0 1,1 0 0,0 1 0,0-1-1,1 1 1,-4 18 0,6-21-46,1-1 0,-1 0 1,1 1-1,1-1 0,-1 1 0,1-1 1,0 0-1,0 1 0,1-1 0,0 0 1,5 11-1,-4-11-50,1-1-1,-1 0 1,1 0-1,1-1 1,-1 1 0,0-1-1,1 0 1,0 0-1,0 0 1,1-1 0,-1 1-1,0-1 1,1-1-1,0 1 1,8 2 0,7 2 82,1-1 1,44 6 0,-44-9-607,0-1 0,0-1 0,34-3 1,-44 1-390,0-1 1,0 0 0,-1-1 0,1-1-1,-1 0 1,0 0 0,0-1 0,12-7 0,15-10-5919,2 0-4115</inkml:trace>
</inkml:ink>
</file>

<file path=ppt/ink/ink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4:35.699"/>
    </inkml:context>
    <inkml:brush xml:id="br0">
      <inkml:brushProperty name="width" value="0.025" units="cm"/>
      <inkml:brushProperty name="height" value="0.025" units="cm"/>
    </inkml:brush>
  </inkml:definitions>
  <inkml:trace contextRef="#ctx0" brushRef="#br0">265 1 5853,'-11'9'1063,"9"-8"2111,5-1-1925,1 1 131,14 2-1205,-8-4 13199,-11 2-13270,0 0 0,0 0 1,0 0-1,0 0 0,0 0 0,0 0 1,0 0-1,1 1 0,-1-1 0,0 0 1,0 3-1,-3 4 102,-15 26 311,-20 54 0,15-33-629,-11 32-1141,-19 39-2072,46-109 1290,-2-1 0,1-1 0,-2 0 0,0 0 0,-16 16-1,3-12-6838</inkml:trace>
</inkml:ink>
</file>

<file path=ppt/ink/ink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4:35.856"/>
    </inkml:context>
    <inkml:brush xml:id="br0">
      <inkml:brushProperty name="width" value="0.025" units="cm"/>
      <inkml:brushProperty name="height" value="0.025" units="cm"/>
    </inkml:brush>
  </inkml:definitions>
  <inkml:trace contextRef="#ctx0" brushRef="#br0">36 0 15605,'-19'49'2329,"13"-31"-401,1 1-292,0 3-252,5 8-292,5 18-192,6-7-188,2 4-156,1 4-160,5-3-368,10 2-588,-5-2-264,6-3-828,0-5-964,2-8-3581,-10-9-5536</inkml:trace>
</inkml:ink>
</file>

<file path=ppt/ink/ink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4:36.284"/>
    </inkml:context>
    <inkml:brush xml:id="br0">
      <inkml:brushProperty name="width" value="0.025" units="cm"/>
      <inkml:brushProperty name="height" value="0.025" units="cm"/>
    </inkml:brush>
  </inkml:definitions>
  <inkml:trace contextRef="#ctx0" brushRef="#br0">109 3 12797,'-20'-1'819,"1"0"436,1 0 5221,13 17-3737,-12 68-921,-8 149 0,23-206-1696,0 55-372,8 88 0,-1-60-652,-5-102 810,0 0-1,1 0 0,0 1 0,0-1 0,1 0 0,0 0 0,1 0 1,-1-1-1,1 1 0,8 13 0,-11-21 96,1 1 1,-1-1-1,1 1 1,-1-1-1,1 1 1,-1-1-1,1 1 1,-1-1-1,1 1 1,-1-1-1,1 0 1,0 1-1,-1-1 1,1 0-1,-1 0 1,1 0-1,0 1 1,-1-1-1,1 0 0,0 0 1,-1 0-1,1 0 1,0 0-1,-1 0 1,1 0-1,0 0 1,1-1-1,0 0 25,1 0 0,-1 0 0,0 0 0,1 0 0,-1 0-1,0-1 1,4-2 0,4-5 172,-1 0-1,12-14 0,30-35 921,2 2-1,106-84 0,-156 137-1061,1 0 0,0 1-1,-1-1 1,2 1 0,-1 0-1,0 0 1,0 0 0,0 1-1,1-1 1,7 0 0,-10 2-45,0 0 0,0 0 1,-1 0-1,1 0 0,0 0 1,0 1-1,-1-1 1,1 0-1,0 1 0,-1 0 1,1-1-1,0 1 0,-1 0 1,1 0-1,-1 0 1,1 0-1,-1 0 0,1 0 1,-1 1-1,0-1 0,0 0 1,0 1-1,1-1 1,-1 0-1,-1 1 0,1 0 1,0-1-1,0 1 0,0-1 1,0 3-1,1 5-31,1-1 1,-1 1-1,-1 0 0,1-1 0,-2 1 1,1 13-1,-7 57-895,3-37 72,-2 89-2165,2-55-483,-1-4-4913,2-49-2585</inkml:trace>
</inkml:ink>
</file>

<file path=ppt/ink/ink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4:36.791"/>
    </inkml:context>
    <inkml:brush xml:id="br0">
      <inkml:brushProperty name="width" value="0.025" units="cm"/>
      <inkml:brushProperty name="height" value="0.025" units="cm"/>
    </inkml:brush>
  </inkml:definitions>
  <inkml:trace contextRef="#ctx0" brushRef="#br0">167 1 12217,'2'9'6849,"-5"-2"-3446,-13 0-2869,14-6-550,-1 0 1,1 0 0,-1 0 0,1 0 0,-1 1 0,1-1 0,-1 1 0,1 0 0,-3 2-1,-9 12 51,0 1 0,1 0 0,1 1 0,0 1 0,1-1 0,2 2 0,0 0 0,0 0 0,-7 32 0,15-47-32,0 0 1,0 0-1,1 0 0,0 0 1,0 0-1,0 0 1,0 0-1,1 0 0,0 0 1,0 0-1,0 0 1,1 0-1,0-1 1,0 1-1,3 5 0,-4-7 10,1-1 0,-1 0 0,1 0-1,0 0 1,0 0 0,0 0 0,0 0-1,0-1 1,0 1 0,1-1-1,-1 0 1,0 1 0,1-1 0,-1 0-1,1 0 1,-1 0 0,1-1 0,0 1-1,-1-1 1,1 1 0,0-1 0,-1 0-1,1 0 1,0 0 0,0-1-1,-1 1 1,1 0 0,-1-1 0,1 0-1,0 0 1,2-1 0,5-1 7,-1-1 0,0 0 0,-1-1 0,1 0 0,-1-1 0,0 1 0,0-1 0,0-1 0,-1 0-1,0 0 1,0 0 0,-1-1 0,6-9 0,5-10-91,-1-2 0,20-49-1,-35 75 54,1-3-12,1-1 0,-2 0 0,1 1 0,-1-1 0,0 0 1,0 0-1,-1 0 0,0 0 0,0 0 0,-2-10 0,2 16 27,0 0-1,0 1 1,0-1 0,0 0 0,0 0-1,0 0 1,-1 1 0,1-1 0,0 0-1,-1 1 1,1-1 0,0 0 0,-1 1 0,1-1-1,-1 0 1,1 1 0,-1-1 0,1 1-1,-1-1 1,0 1 0,1-1 0,-1 1-1,0-1 1,1 1 0,-1 0 0,0-1-1,1 1 1,-1 0 0,0-1 0,0 1 0,1 0-1,-1 0 1,0 0 0,0 0 0,1 0-1,-1 0 1,0 0 0,0 0 0,0 0-1,1 0 1,-1 0 0,0 1 0,0-1 0,1 0-1,-1 0 1,-1 2 0,-7 8-3,9-6 10,0 0 0,-1 0 1,1-1-1,1 1 0,-1 0 0,1 0 1,-1-1-1,1 1 0,0 0 0,0-1 1,1 1-1,-1-1 0,1 1 0,2 4 1,4 5 6,0 1 0,11 11 1,-11-16-203,1-1-1,0 0 1,0 0 0,1-1 0,0 0 0,1-1 0,-1 0-1,1-1 1,0 0 0,15 4 0,-20-7-571,0-1 0,0 0 1,-1 0-1,1 0 0,0-1 0,0 0 1,0 0-1,0-1 0,10-1 0,1 0-1781,20-1-5530</inkml:trace>
</inkml:ink>
</file>

<file path=ppt/ink/ink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4:37.237"/>
    </inkml:context>
    <inkml:brush xml:id="br0">
      <inkml:brushProperty name="width" value="0.025" units="cm"/>
      <inkml:brushProperty name="height" value="0.025" units="cm"/>
    </inkml:brush>
  </inkml:definitions>
  <inkml:trace contextRef="#ctx0" brushRef="#br0">91 1 8105,'-6'2'799,"0"-1"0,-1 1 1,1-1-1,0 0 0,-1 0 1,-8-1-1,12 0 2940,2 0-3676,1 1-1,-1-1 1,1 1-1,-1-1 1,1 0 0,0 1-1,-1-1 1,1 0-1,-1 0 1,1 1 0,-1-1-1,0 0 1,1 0-1,-1 0 1,1 0 0,-1 1-1,1-1 1,-1 0-1,1 0 1,-1 0 0,0 0-1,0-1 1,0 1 23,0 0 0,0 0 1,0 0-1,0 0 0,0 0 0,1 1 1,-1-1-1,0 0 0,0 0 1,0 1-1,0-1 0,1 0 0,-1 1 1,0-1-1,0 0 0,0 1 0,1-1 1,-1 1-1,0 0 0,0 0 1,-1 8 118,1 0 0,0 0 0,1 0 0,0 0 0,0 0 0,1-1 0,0 1 0,1 0 0,0 0 0,0 0 0,1-1 0,3 9 0,-1-5-67,1 0 0,-1 0-1,2-1 1,-1 0-1,2 0 1,0 0 0,0-1-1,11 10 1,-16-17-151,0 0 1,1 0-1,-1-1 1,1 1-1,0-1 1,-1 0-1,1 0 1,0-1-1,0 1 1,0-1-1,1 0 1,4 1-1,-7-2-8,-1 0 0,1 0-1,0 0 1,0 0 0,-1 0-1,1-1 1,0 1 0,0-1-1,-1 1 1,1-1 0,0 1-1,-1-1 1,1 0 0,-1 0-1,1 0 1,-1 0 0,0 0-1,1 0 1,-1 0 0,0-1-1,0 1 1,1 0 0,-1-1-1,0 1 1,-1-1 0,1 1-1,0-1 1,0 1 0,-1-1-1,1 0 1,0 1 0,-1-4-1,10-29-209,-5 10 143,2 1-1,10-23 0,-16 44 120,0-1 1,-1 0-1,1 1 1,0-1 0,-1 0-1,1 0 1,-1 1-1,0-4 1,1-4 31,-1 9-49,-1-1 0,1 1 0,0-1-1,0 1 1,-1-1 0,1 1 0,0-1 0,-1 1 0,0 0-1,1-1 1,-1 1 0,0 0 0,-1-2 0,0-1 59,2 2 249,1 3-303,0 0 1,1 0-1,-1 0 0,0 0 1,0 0-1,1 0 0,-1 0 1,0 1-1,0-1 0,0 0 1,-1 1-1,1-1 0,0 1 1,0-1-1,-1 1 0,1 2 1,6 31 57,-3-12-14,2-6-16,1 0-1,14 24 1,5 9-139,-19-33-191,1-1-1,12 19 1,-16-29-291,0 0-1,1 0 1,0-1-1,0 0 1,0 0-1,0 0 1,1 0-1,8 4 1,0-3-5377,3-8-3778</inkml:trace>
</inkml:ink>
</file>

<file path=ppt/ink/ink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4:37.503"/>
    </inkml:context>
    <inkml:brush xml:id="br0">
      <inkml:brushProperty name="width" value="0.025" units="cm"/>
      <inkml:brushProperty name="height" value="0.025" units="cm"/>
    </inkml:brush>
  </inkml:definitions>
  <inkml:trace contextRef="#ctx0" brushRef="#br0">281 0 9473,'-159'21'6666,"156"-20"-6154,-40-9 4403,43 8-4776,-1 0 1,1 0-1,0 0 1,-1 0-1,1 0 0,0 0 1,-1 0-1,1 0 1,0 0-1,-1 0 0,1 1 1,0-1-1,-1 0 1,1 0-1,0 0 1,-1 0-1,1 1 0,0-1 1,-1 0-1,1 0 1,0 1-1,0-1 0,-1 0 1,1 0-1,0 1 1,0-1-1,0 0 0,-1 1 1,1-1-1,0 0 1,0 1-1,0-1 0,0 0 1,0 1-1,0-1 1,0 0-1,0 1 1,0-1-1,0 0 0,0 1 1,0-1-1,0 1 1,0-1-1,0 1 0,9 21-46,2 2 352,-7-8-521,-2 0 0,0 0 0,-1 0 0,0 0 0,-1 0 0,-3 20-1,-1-11-1077,0 1 0,-1-1 0,-12 32-1,8-37-2367,-18 32-1,19-37 694,-12 23-7540</inkml:trace>
</inkml:ink>
</file>

<file path=ppt/ink/ink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4:37.820"/>
    </inkml:context>
    <inkml:brush xml:id="br0">
      <inkml:brushProperty name="width" value="0.025" units="cm"/>
      <inkml:brushProperty name="height" value="0.025" units="cm"/>
    </inkml:brush>
  </inkml:definitions>
  <inkml:trace contextRef="#ctx0" brushRef="#br0">101 11 12973,'0'-1'86,"0"1"0,0 0 0,0-1-1,0 1 1,0 0 0,0 0 0,0-1-1,1 1 1,-1 0 0,0 0 0,0-1 0,0 1-1,0 0 1,0-1 0,0 1 0,0 0 0,0 0-1,0-1 1,-1 1 0,1 0 0,0-1 0,0 1-1,0 0 1,0 0 0,0-1 0,0 1-1,-1 0 1,1 0 0,0-1 0,0 1 0,0 0-1,-1 0 1,1 0 0,0 0 0,0-1 0,0 1-1,-1 0 1,1 0 0,0 0 0,0 0-1,-1 0 1,1-1 0,0 1 0,-1 0 0,1 0-1,0 0 1,0 0 0,-1 0 0,1 0 0,0 0-1,-1 0 1,1 0 0,0 0 0,0 0 0,-1 0-1,1 1 1,-19 3 4961,17-3-4926,0 1 1,1-1-1,-1 1 0,1 0 1,0-1-1,0 1 0,-1 0 1,1 0-1,0-1 0,1 1 0,-1 0 1,0 0-1,0 0 0,1 0 1,-1 0-1,1 0 0,0 3 1,-3 46 709,2-22-346,-18 338-801,15-190-3292,0-142-1289,-10 44-1,4-40-4809</inkml:trace>
</inkml:ink>
</file>

<file path=ppt/ink/ink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4:38.010"/>
    </inkml:context>
    <inkml:brush xml:id="br0">
      <inkml:brushProperty name="width" value="0.025" units="cm"/>
      <inkml:brushProperty name="height" value="0.025" units="cm"/>
    </inkml:brush>
  </inkml:definitions>
  <inkml:trace contextRef="#ctx0" brushRef="#br0">1 24 15345,'1'-2'2587,"2"0"-2071,-1 0 1,1 0-1,0 0 1,-1 0-1,1 1 1,0-1 0,0 1-1,0-1 1,0 1-1,0 0 1,1 0-1,4 0 1,-2 0-107,1 0 1,-1 1-1,0 0 0,1 1 1,-1-1-1,8 3 0,-2 0-172,0 1 0,0 0 1,0 0-1,-1 2 0,0-1 0,15 11 0,-11-6-205,-1 1-1,-1 0 1,0 1-1,-1 1 1,0 0 0,-1 1-1,0 0 1,-1 0 0,-1 1-1,0 1 1,10 24-1,-11-21-1138,19 48-1319,-21-43-1615,-1 1-3532,-3-4-3878</inkml:trace>
</inkml:ink>
</file>

<file path=ppt/ink/ink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4:38.120"/>
    </inkml:context>
    <inkml:brush xml:id="br0">
      <inkml:brushProperty name="width" value="0.025" units="cm"/>
      <inkml:brushProperty name="height" value="0.025" units="cm"/>
    </inkml:brush>
  </inkml:definitions>
  <inkml:trace contextRef="#ctx0" brushRef="#br0">154 9 14701,'-62'0'2569,"43"-6"-2001,1 4-964,-1 7-1221,3 0-3003,-3 6-3601</inkml:trace>
</inkml:ink>
</file>

<file path=ppt/ink/ink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4:38.516"/>
    </inkml:context>
    <inkml:brush xml:id="br0">
      <inkml:brushProperty name="width" value="0.025" units="cm"/>
      <inkml:brushProperty name="height" value="0.025" units="cm"/>
    </inkml:brush>
  </inkml:definitions>
  <inkml:trace contextRef="#ctx0" brushRef="#br0">0 321 8793,'0'0'16369,"4"0"-15297,1 1-855,0 0 0,1 0 0,-1 0 0,0 0-1,0 1 1,0 0 0,0 0 0,0 1 0,0-1 0,-1 1 0,1 0 0,-1 0 0,0 1 0,6 5 0,63 48 879,-60-71-883,-8 8-177,-1-1-1,0 0 0,0 0 0,0 0 0,-1 0 0,0 0 0,2-12 0,10-58 80,-14 69-101,3-26-534,-1-44 0,-3 49-753,0-25-2311,-7 17-1910,3 20-955</inkml:trace>
</inkml:ink>
</file>

<file path=ppt/ink/ink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4:38.972"/>
    </inkml:context>
    <inkml:brush xml:id="br0">
      <inkml:brushProperty name="width" value="0.025" units="cm"/>
      <inkml:brushProperty name="height" value="0.025" units="cm"/>
    </inkml:brush>
  </inkml:definitions>
  <inkml:trace contextRef="#ctx0" brushRef="#br0">150 169 9337,'-9'-5'6676,"13"12"1890,0 0-10260,-3-6 2034,1-1-214,1 1-144,0-1 0,-1 0 0,1-1-1,-1 1 1,1 0 0,-1-1-1,0 1 1,1-1 0,-1 0-1,1 0 1,-1 0 0,0 0-1,0 0 1,1-1 0,-1 1-1,0-1 1,0 1 0,-1-1-1,1 0 1,0 0 0,0 0-1,-1 0 1,1 0 0,-1 0-1,0 0 1,0 0 0,1 0 0,-1-1-1,-1 1 1,1 0 0,0-1-1,-1 1 1,1-1 0,-1 1-1,1-1 1,-1 1 0,0-1-1,0 1 1,-1-1 0,1 1-1,-1-4 1,0 1-1,-1-1 0,1 1 0,-1-1 0,-1 1-1,1-1 1,-1 1 0,0 0 0,0 0 0,0 0 0,-1 1 0,1-1 0,-1 1-1,0 0 1,-1 0 0,1 0 0,-1 1 0,1-1 0,-1 1 0,0 0 0,-1 1-1,1-1 1,0 1 0,-1 0 0,1 0 0,-1 1 0,0-1 0,1 1 0,-1 0-1,0 1 1,0 0 0,-7 0 0,9 1 45,1 0 1,0 0-1,0 0 1,0 0-1,0 0 0,0 1 1,0 0-1,0-1 0,0 1 1,1 0-1,-1 0 1,1 1-1,0-1 0,-1 0 1,1 1-1,0-1 1,0 1-1,0 0 0,1 0 1,-1 0-1,1 0 1,0 0-1,-2 6 0,0-2 72,1 0 0,0 1 0,0-1 0,1 1 0,0-1 0,0 1 0,1-1 0,0 1 0,1 10 0,3-6 102,0-1 0,1 0-1,0 0 1,1 0 0,0-1-1,1 0 1,0 0-1,0 0 1,11 9 0,-11-12-214,0 0 0,0 0 0,1-1 0,0-1 0,0 1 0,0-1 0,0 0 0,1-1 0,0 0 0,0-1 0,0 1 0,1-2 0,-1 1 0,1-1 0,-1-1 0,1 0 1,18 0-1,-6-1-1139,0-2 1,30-5 0,43-14-7142,-92 20 7882,51-11-9770</inkml:trace>
</inkml:ink>
</file>

<file path=ppt/ink/ink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4:39.584"/>
    </inkml:context>
    <inkml:brush xml:id="br0">
      <inkml:brushProperty name="width" value="0.025" units="cm"/>
      <inkml:brushProperty name="height" value="0.025" units="cm"/>
    </inkml:brush>
  </inkml:definitions>
  <inkml:trace contextRef="#ctx0" brushRef="#br0">107 86 10885,'8'14'9560,"-8"-11"-9037,-4 22-145,-2 1 0,0-1 0,-11 25 0,-38 96 155,40-122-302,12-21-176,2 0 529,0-6-287,-1-4-267,0 0 1,1 0-1,0 0 0,1-1 0,0 1 0,0 0 1,0 0-1,1 0 0,2-11 0,21-69 72,-8 35-33,-11 31-143,2 0-1,0 1 1,12-24 0,-10 25 51,10-19-467,-17 36 345,0 3 29,1 0 98,0 0 0,-1 1 0,1-1 0,0 1-1,-1-1 1,1 1 0,-1 0 0,0 0 0,0 0 0,0 0 0,4 5-1,-3-1-4,1 0 0,-1 0 0,-1 1 0,4 9 0,-2-5 15,5 17 44,19 39 0,-21-57 331,1-14 158,-3 1-480,11-10 550,0-1 1,-1 0 0,0-2 0,-1 1 0,23-35 0,-17 24 104,13-15 208,-33 41-906,1 0 1,-1-1-1,0 1 1,0 0-1,1 0 1,-1 0-1,0 0 1,0-1-1,1 1 1,-1 0-1,0 0 1,0 0-1,1 0 1,-1 0-1,0 0 1,1 0-1,-1-1 1,0 1-1,0 0 1,1 0-1,-1 0 1,0 0-1,1 0 1,-1 1-1,0-1 1,1 0-1,-1 0 1,0 0-1,0 0 1,1 0-1,-1 0 1,1 1-1,4 9 43,1 24-40,-5-26-21,37 233-3459,-1-85-1664,-32-141 3350,-1-1 0,2 0 0,0 0 1,13 22-1,9 0-7218</inkml:trace>
</inkml:ink>
</file>

<file path=ppt/ink/ink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4:39.934"/>
    </inkml:context>
    <inkml:brush xml:id="br0">
      <inkml:brushProperty name="width" value="0.025" units="cm"/>
      <inkml:brushProperty name="height" value="0.025" units="cm"/>
    </inkml:brush>
  </inkml:definitions>
  <inkml:trace contextRef="#ctx0" brushRef="#br0">47 218 14269,'5'14'1807,"-9"-17"272,3 2-1666,-1-1 0,1 1 1,-1-1-1,0 1 0,0 0 1,1 0-1,-1 0 0,0 0 1,-3-1-1,30-9 3129,2 1-2199,0 1-557,0-1 0,-1-1 0,-1-1-1,41-26 1,-62 35-781,0 0 0,0 0-1,0 0 1,-1-1 0,1 1 0,-1-1 0,1 0-1,3-6 1,-7 8-105,1 0-1,0-1 1,0 1-1,-1 0 1,1 0 0,-1-1-1,0 1 1,1 0-1,-1 0 1,0-1 0,-1 1-1,1 0 1,0-1-1,-1 1 1,1 0-1,-1 0 1,0-1 0,1 1-1,-1 0 1,0 0-1,-3-3 1,3 2-31,-1 1 1,0 0-1,1 1 0,-1-1 0,0 0 1,0 1-1,0-1 0,-1 1 0,1-1 1,0 1-1,-1 0 0,1 0 1,0 0-1,-1 0 0,1 0 0,-1 1 1,1-1-1,-1 1 0,0 0 0,1 0 1,-1 0-1,1 0 0,-1 0 1,0 0-1,1 1 0,-5 0 0,-7 2-198,0 0 0,-1 2 0,-15 6 0,21-8 294,0 1 1,0 1 0,0 0 0,1 0-1,0 1 1,0 0 0,0 0 0,0 1 0,1 0-1,0 0 1,1 0 0,0 1 0,0 0 0,0 1-1,1-1 1,0 1 0,1 0 0,-6 17-1,9-22 46,-1 0 0,1 0-1,1 0 1,-1 0-1,0 1 1,1-1-1,0 0 1,0 0-1,0 0 1,1 1-1,0-1 1,-1 0-1,1 0 1,1 0-1,-1 0 1,0 0-1,3 5 1,0-5 0,-1 1 1,0 0-1,1-1 0,0 1 1,0-1-1,1 0 1,-1-1-1,1 1 1,-1-1-1,1 0 0,7 4 1,2-1-152,0 0 1,1-1-1,0-1 1,-1 0-1,2-1 1,-1 0-1,0-2 1,27 1-1,0-4-1772,51-10 0,-5-6-5008,-34 5-1862</inkml:trace>
</inkml:ink>
</file>

<file path=ppt/ink/ink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4:40.773"/>
    </inkml:context>
    <inkml:brush xml:id="br0">
      <inkml:brushProperty name="width" value="0.025" units="cm"/>
      <inkml:brushProperty name="height" value="0.025" units="cm"/>
    </inkml:brush>
  </inkml:definitions>
  <inkml:trace contextRef="#ctx0" brushRef="#br0">299 151 14621,'-1'0'-14,"-8"4"919,-1-2-1,0 1 1,1-1 0,-18 1-1,23-3-746,0 0 0,0 1 0,0 0 0,0-1-1,0 2 1,0-1 0,0 0 0,0 1 0,0 0 0,1 0-1,-1 0 1,1 0 0,-5 4 0,-4 4 157,1 1 1,-14 16 0,0 0 27,12-12-174,0 2 1,2-1-1,0 1 0,-15 31 0,8-13 14,16-33-135,1 1 0,0 0 0,0-1 0,0 1 0,0 0 0,0 0-1,1 0 1,-1 3 0,0-2 0,2-3-39,-1 0-1,1-1 1,0 1-1,-1-1 1,1 0-1,0 1 1,-1-1-1,1 1 0,0-1 1,0 0-1,0 0 1,-1 1-1,1-1 1,0 0-1,0 0 1,0 0-1,-1 0 1,1 0-1,1 0 1,0 0 11,6 0 8,1 0 1,0-1 0,0 0 0,-1 0 0,1-1 0,-1 0 0,1-1 0,-1 0 0,0 0 0,0-1 0,0 0-1,-1 0 1,13-9 0,5-5 12,-1-1 1,34-34-1,-34 30 14,2-4-197,31-36 1,-56 61-29,-2 3-637,1 1 795,-1-1 0,0 0 0,0 0-1,1 0 1,-1 0 0,1 1 0,0-1-1,-1 0 1,1 0 0,0 1 0,-1-1-1,1 2 1,-5 16-53,-9 8 47,14-24 27,0-1-1,1 1 1,-1-1 0,0 1 0,1-1 0,-1 1 0,1-1-1,0 0 1,0 1 0,0-1 0,0 0 0,3 5-1,-2-5 8,-1 0-1,1-1 0,0 1 1,0 0-1,0-1 0,1 1 0,-1-1 1,0 0-1,0 0 0,1 0 1,-1 0-1,1 0 0,-1 0 0,1 0 1,-1-1-1,1 0 0,0 1 0,-1-1 1,1 0-1,-1 0 0,1 0 1,2-1-1,8 0 45,-1-1 0,24-7 0,-32 8-73,30-10 23,0-1-1,-1-1 1,-1-2-1,48-29 1,-74 39-91,0 0 1,0 0 0,-1 0 0,0 0 0,0-1 0,0 0 0,6-12 0,16-16-301,-25 32 320,-2 1 63,0 0-1,0 0 0,0 1 0,0-1 0,0 0 0,1 0 0,-1 0 0,0 0 1,1 0-1,-1 1 0,1-1 0,-1 0 0,1 0 0,-1 1 0,2-2 0,-2 2 10,0-1 0,1 1 0,-1 0-1,0-1 1,1 1 0,-1-1 0,0 1 0,1 0-1,-1-1 1,0 1 0,0-1 0,0 1 0,0-1-1,1 1 1,-1 0 0,0-1 0,0 1-1,0-1 1,0 1 0,0-1 0,0 1 0,0-1-1,0 1 1,0-1 0,0 1 0,-1-1-1,1 1 1,0-1 0,0 1 0,0 0 0,0-1-1,-1 1 1,1-1 0,0 1 0,0 0-1,-1-1 1,1 1 0,0 0 0,-1-1 0,1 1-1,-1-1 1,1 2 11,0-1-1,0 0 0,0 0 1,0 1-1,0-1 0,0 0 1,0 1-1,0-1 0,0 0 1,0 1-1,0-1 1,-1 0-1,1 0 0,0 1 1,0-1-1,0 0 0,0 0 1,-1 1-1,1-1 0,0 0 1,0 0-1,0 0 1,-1 1-1,1-1 0,0 0 1,0 0-1,-1 0 0,1 0 1,0 0-1,0 1 0,-1-1 1,1 0-1,0 0 1,-1 0-1,1 0 0,0 0 1,-1 0-1,1 0 0,0 0 1,0 0-1,-1 0 0,1 0 1,0 0-1,-1 0 1,1 0-1,0 0 0,0-1 1,-1 1-1,1 0 0,0 0 1,-1 0-1,1 0 0,0 0 1,0-1-1,0 1 1,-1 0-1,1 0 0,0 0 1,0-1-1,0 1 0,-1 0 1,1 0-1,0-1 0,0 1 1,-5 9-1316,12-10 1218,1-1 0,-1 1-1,0-1 1,0 0 0,0-1 0,-1 0 0,1 0 0,9-6-1,-13 7 70,-1 1 0,1 0 0,0 0 0,0 0-1,0 0 1,0 1 0,0-1 0,0 1 0,0 0-1,0-1 1,0 1 0,0 1 0,0-1-1,0 0 1,0 1 0,0 0 0,0-1 0,0 1-1,0 0 1,-1 0 0,5 3 0,6 3-16,0 1 1,-1 0 0,13 11-1,-14-10-85,3 3-278,0-1 0,1-1 0,0-1 1,1 0-1,-1-1 0,2 0 0,22 6 0,-31-12 264,1-1-1,-1-1 0,1 1 0,-1-1 0,0-1 0,1 0 1,-1 0-1,10-3 0,-6 2 24,10-4-10,0 0 0,0-2 1,-1 0-1,29-16 0,-19 9 27,66-39 384,-64 34 766,41-18 1,-71 37-850,0-1 1,0 0 0,0 0-1,0 0 1,-1 0 0,1 0-1,-1 0 1,4-4 0,-2 1 346,-2 3 2418,-2 24-1602,-10 79-114,-24 111 0,6-53-2278,28-158 877,0 1-1,0 0 1,-1-1 0,1 1-1,0-1 1,-1 1 0,1 0-1,-1-1 1,0 1 0,1-1-1,-1 1 1,0-1 0,0 0-1,0 1 1,0-1 0,0 0-1,0 0 1,0 0 0,-1 0-1,1 0 1,0 0-1,-1 0 1,1 0 0,-1 0-1,1 0 1,-1-1 0,1 1-1,-1-1 1,1 1 0,-1-1-1,1 1 1,-1-1 0,0 0-1,1 0 1,-1 0 0,0 0-1,-2 0 1,-3-2-1084,1 1-1,-1-1 1,1 0 0,-1 0 0,1 0-1,0-1 1,-10-6 0,-17-16-9482</inkml:trace>
</inkml:ink>
</file>

<file path=ppt/ink/ink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4:45.488"/>
    </inkml:context>
    <inkml:brush xml:id="br0">
      <inkml:brushProperty name="width" value="0.025" units="cm"/>
      <inkml:brushProperty name="height" value="0.025" units="cm"/>
    </inkml:brush>
  </inkml:definitions>
  <inkml:trace contextRef="#ctx0" brushRef="#br0">86 8 16478,'-18'-2'2284,"1"2"2284,4-3-3624,-1 0-516,4 17-6148,-1 5 59,8-6-4676</inkml:trace>
</inkml:ink>
</file>

<file path=ppt/ink/ink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4:45.074"/>
    </inkml:context>
    <inkml:brush xml:id="br0">
      <inkml:brushProperty name="width" value="0.025" units="cm"/>
      <inkml:brushProperty name="height" value="0.025" units="cm"/>
    </inkml:brush>
  </inkml:definitions>
  <inkml:trace contextRef="#ctx0" brushRef="#br0">41 47 8629,'0'0'7871,"-2"1"-7069,-1 2-634,0 0 0,0 0 0,1 1 0,-1-1 0,1 1 0,0-1 0,0 1 0,0 0 0,0 0 1,1 0-1,-1 0 0,1 0 0,0 0 0,-1 7 0,-1 13 383,0 34 0,2-33-121,1-17-330,0 0-1,1 0 0,0 0 1,0 0-1,1-1 1,0 1-1,0 0 0,1-1 1,0 1-1,0-1 0,0 0 1,1 0-1,1 0 1,-1 0-1,1-1 0,0 0 1,10 10-1,-12-14-61,1 0 1,-1 0-1,1-1 0,-1 1 0,1-1 0,-1 0 1,1 0-1,-1 0 0,1 0 0,0-1 1,0 0-1,-1 1 0,1-1 0,0-1 1,0 1-1,0-1 0,-1 1 0,6-2 0,8-3 88,-1 0 0,26-11 0,-29 10-145,0-1 0,-1 0 1,0-1-1,0 0 1,0-1-1,-1-1 1,0 1-1,-1-2 0,0 1 1,-1-1-1,0-1 1,8-14-1,-5 9-53,-7 11 31,0-1 0,-1 0 0,1 0 1,-1 0-1,0-1 0,-1 0 0,0 1 0,0-1 0,3-15 0,-6 16 28,1 0-1,0 0 1,1 0-1,3-9 0,-5 15 17,0 0-1,1 0 0,-1 0 1,0 0-1,0 0 0,0 0 1,0 0-1,0 0 0,0 1 0,0-1 1,-1 0-1,1 0 0,0 0 1,-1 0-1,1 0 0,0 0 0,-1 0 1,-1-4 9,-1-10 46,3 12 219,-2 4-266,-3 1-10,4-1 4,0-1 1,-1 1-1,1 0 1,0-1-1,0 1 0,-1 0 1,1 0-1,0 0 1,0 0-1,0 0 0,0 0 1,0 0-1,0 0 1,0 1-1,0-1 0,1 0 1,-1 0-1,0 1 1,1-1-1,-1 0 0,1 1 1,0-1-1,-1 1 1,1-1-1,0 1 0,0-1 1,0 1-1,0-1 1,0 0-1,0 1 0,1 2 1,5 23 41,1 0-1,1-1 1,1 0 0,26 48-1,-31-65-68,1-2-1,0 1 1,1-1-1,0 1 1,0-1-1,0-1 1,1 1-1,0-1 1,0-1-1,1 1 1,0-1-1,0 0 1,0-1-1,13 5 1,-17-7-6,0-1-1,0 0 1,0-1 0,0 1 0,0-1-1,1 0 1,-1 0 0,0 0-1,0 0 1,1-1 0,-1 1 0,8-4-1,-4 2-36,-1-1 0,1 0-1,0-1 1,-1 1-1,11-9 1,-8 4-56,0 0 0,-1 0 1,0-1-1,-1 0 0,14-19 0,27-55-332,-20 33 431,-17 33 72,-12 17-48,0 0 0,0 0 0,0 0 0,0 0 0,0 0-1,1 0 1,-1 0 0,0 0 0,0 0 0,0 0 0,0 0 0,0 0-1,0 0 1,0 0 0,1 0 0,-1 0 0,0 0 0,0 0 0,0 0 0,0 1-1,0-1 1,0 0 0,0 0 0,0 0 0,1 0 0,-1 0 0,0 0-1,0 0 1,0 0 0,0 0 0,0 0 0,0 1 0,0-1 0,0 0-1,0 0 1,0 0 0,0 0 0,0 0 0,0 0 0,0 0 0,0 1-1,0-1 1,0 0 0,0 0 0,0 0 0,0 0 0,0 0 0,0 0 0,0 0-1,0 1 1,0-1 0,0 0 0,0 0 0,0 0 0,0 0 0,0 0-1,0 0 1,0 0 0,0 0 0,-1 1 0,1-1 0,0 0 0,0 0-1,-8 33 164,6-26-198,-17 41 95,15-40-41,0 0 0,1 0 1,-4 15-1,4-10 118,1-1 0,-1 20 1,5-32-66,2-2-66,-1 1 0,0 0 1,0 0-1,0-1 0,0 0 1,0 0-1,0 0 0,0 0 1,-1 0-1,1 0 0,-1-1 1,1 1-1,-1-1 0,3-3 1,28-49 30,-21 32-5,66-124 226,-61 116-109,-15 29-98,1 3-5,0 2-38,0 0 0,0 0 0,0 0 0,0 1-1,0-1 1,-1 0 0,1 1 0,-1 0 0,0 0 0,0-1 0,0 1 0,-1 1 0,0-1 0,1 0 0,0 8 0,1 9 10,0 1 0,-2 21-1,0-12-44,2 8-446,2 0 0,2-1 1,1 1-1,20 58 1,-27-95 211,0 1 1,0-1-1,0 0 0,0 0 1,0 0-1,1 0 1,-1 0-1,1 0 1,-1 0-1,1 0 1,0 0-1,2 1 1,-3-2-134,0 0 1,1-1 0,-1 1 0,1-1 0,-1 1 0,0-1 0,1 1-1,-1-1 1,1 0 0,-1 1 0,1-1 0,-1 0 0,1 0 0,0 0 0,-1 0-1,1-1 1,-1 1 0,0 0 0,3-1 0,21-9-6898</inkml:trace>
</inkml:ink>
</file>

<file path=ppt/ink/ink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4:45.360"/>
    </inkml:context>
    <inkml:brush xml:id="br0">
      <inkml:brushProperty name="width" value="0.025" units="cm"/>
      <inkml:brushProperty name="height" value="0.025" units="cm"/>
    </inkml:brush>
  </inkml:definitions>
  <inkml:trace contextRef="#ctx0" brushRef="#br0">71 0 13177,'-27'11'2300,"21"5"-75,-5 3-253,1 0-308,4 3-260,1-1-252,2 9-212,1 16-220,4-14-352,4 3-376,4-5-480,4-3-256,-6-14-496,-3 4-736,1-1-756,5-27-13018</inkml:trace>
</inkml:ink>
</file>

<file path=ppt/ink/ink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4:46.180"/>
    </inkml:context>
    <inkml:brush xml:id="br0">
      <inkml:brushProperty name="width" value="0.025" units="cm"/>
      <inkml:brushProperty name="height" value="0.025" units="cm"/>
    </inkml:brush>
  </inkml:definitions>
  <inkml:trace contextRef="#ctx0" brushRef="#br0">103 27 10977,'-8'-3'720,"-5"-2"62,4 5 3122,-9 22-931,11-11-2658,0 0 1,1 0-1,0 1 1,1 0-1,0 0 1,1 0-1,0 1 1,1-1-1,-2 22 1,5-32-298,-1 5 220,0-1 0,1 1-1,0-1 1,0 1 0,0-1-1,1 1 1,2 7 0,-3-13-194,1-1 0,-1 1-1,1-1 1,-1 1 0,1-1 0,0 1 0,-1-1 0,1 1 0,0-1-1,-1 1 1,1-1 0,0 0 0,-1 1 0,1-1 0,0 0 0,0 0-1,-1 0 1,1 1 0,0-1 0,1 0 0,0 0 97,1 1-62,0 0-1,0-1 1,0 1-1,0-1 1,-1 0 0,1 0-1,0 0 1,0 0-1,0 0 1,0-1-1,0 1 1,0-1 0,0 0-1,0 0 1,-1 0-1,1 0 1,0 0 0,2-2-1,5-4 85,-1 1-1,0-1 1,11-13-1,-6 7-33,-10 8-326,1 0 0,-1 0 0,0 0 0,0-1 0,-1 0 0,0 0 0,0 0 0,0 0 0,-1 0 0,3-8 0,-7 9-509,-1 0 454,-1 1 0,1 0 1,-1 0-1,0 1 1,0-1-1,0 1 1,0-1-1,-1 2 0,1-1 1,-1 0-1,-8-3 1,-17-5-1039,28 11 1223,-17 0 396,19 0-292,-1 0-1,1 0 0,-1 0 1,1 0-1,0 0 0,-1 0 1,1 0-1,-1 0 0,1 0 1,-1 0-1,1 0 0,0 0 1,-1 0-1,1 0 0,-1 0 1,1 0-1,0 0 0,-1 0 1,1-1-1,-1 1 0,1 0 1,0 0-1,-1 0 0,1-1 1,0 1-1,-1 0 0,1-1 1,0 1-1,-1 0 0,1-1 1,0 1-1,0 0 0,-1-1 1,1 1-1,0 0 1,0-1-1,0 1 0,0-1 1,0 1-1,-1 0 0,1-1 1,10-17 1554,-9 17-1416,1-1-1,0 1 1,0 0 0,0 0-1,0-1 1,0 1 0,1 1 0,-1-1-1,0 0 1,0 0 0,1 1 0,4-1-1,0-1 282,21-4 525,0 1-1,0 1 0,44 0 0,-68 4-953,0 0-1,-1 0 0,1 1 0,0-1 0,-1 1 0,1 0 0,0 0 1,-1 0-1,1 1 0,-1-1 0,0 1 0,1 0 0,-1-1 0,0 2 1,0-1-1,0 0 0,0 0 0,-1 1 0,1 0 0,-1 0 0,1-1 0,-1 1 1,0 1-1,0-1 0,0 0 0,-1 0 0,1 1 0,-1-1 0,2 6 1,0 5-515,1 0 0,0 0 0,8 19 1,-9-28 260,-1-1 0,0 1 0,1 0 1,0-1-1,0 1 0,1-1 0,-1 0 0,1 0 1,0 0-1,0 0 0,0-1 0,6 4 0,-8-7 200,0 1-1,0 0 0,0-1 0,0 1 0,0-1 0,0 0 0,0 1 1,0-1-1,0 0 0,0 0 0,0-1 0,0 1 0,0 0 0,0-1 0,0 1 1,0-1-1,0 1 0,0-1 0,3-2 0,39-25 740,-42 27-658,22-18 514,0 1-1,1 2 1,1 0 0,1 2-1,0 1 1,38-13 0,-63 26-543,0-1 0,0 0 0,1 1 0,-1 0 0,0-1 0,0 1 0,1 0 0,-1 0 0,0 0 0,1 1 1,-1-1-1,0 0 0,0 1 0,0 0 0,1-1 0,-1 1 0,0 0 0,0 0 0,0 0 0,3 3 0,-2-2-72,0 1 1,-1 0-1,1 0 0,-1 0 1,1 1-1,-1-1 0,0 0 0,-1 1 1,1 0-1,-1-1 0,2 5 0,1 9-1140,0-1-1,-2 1 1,0 0-1,0 29 0,3 26-9493,1-52-360</inkml:trace>
</inkml:ink>
</file>

<file path=ppt/ink/ink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4:46.737"/>
    </inkml:context>
    <inkml:brush xml:id="br0">
      <inkml:brushProperty name="width" value="0.025" units="cm"/>
      <inkml:brushProperty name="height" value="0.025" units="cm"/>
    </inkml:brush>
  </inkml:definitions>
  <inkml:trace contextRef="#ctx0" brushRef="#br0">178 452 13437,'-8'6'582,"-19"20"1003,25-25-1325,1 1 0,-1 0 0,1-1 0,0 1 0,-1 0 1,1 0-1,0 0 0,0 0 0,0 0 0,0 0 0,1 0 0,-1 0 1,0 4-1,1-4-153,0 1 0,0-1 1,0 1-1,0-1 0,0 1 1,1-1-1,-1 1 0,1-1 1,0 1-1,0-1 0,0 1 1,0-1-1,0 0 0,0 0 1,1 1-1,-1-1 0,1 0 1,-1 0-1,1 0 0,0-1 1,0 1-1,0 0 0,0-1 1,0 1-1,0-1 0,0 0 1,1 0-1,-1 1 0,0-1 1,1-1-1,-1 1 0,1 0 0,-1-1 1,1 1-1,4-1 0,-6 1-116,-1-1 0,1 0 0,0 0-1,-1 0 1,1 0 0,0 0-1,0 0 1,-1 0 0,1 0-1,0 0 1,-1 0 0,1 0-1,0 0 1,-1-1 0,1 1-1,0 0 1,-1 0 0,1-1 0,0 1-1,-1 0 1,1-1 0,-1 1-1,1-1 1,-1 1 0,1-1-1,-1 1 1,1-1 0,-1 1-1,1-1 1,-1 1 0,0-1 0,1 0-1,-1 1 1,0-1 0,0 0-1,1 1 1,-1-1 0,0 0-1,0 1 1,0-1 0,0 0-1,0 0 1,0-2-45,0 1 1,0-1-1,0 1 0,-1-1 0,1 1 1,-1-1-1,0 1 0,1-1 1,-1 1-1,0-1 0,-1 1 0,-1-3 1,-3-3-80,-1 0 1,0 1-1,-1 0 1,0 0 0,0 0-1,0 1 1,-1 1-1,0-1 1,0 1-1,0 1 1,-1 0 0,-17-6-1,-4-4-202,27 11 443,-1 1 0,0-1 0,1 1 0,-1 0 0,0 1 0,-6-2 0,17 3 37,0 0 0,-1-1 0,1 1 0,0-1 0,-1 0 0,1-1 0,-1 1 0,1-1 0,-1 0-1,8-5 1,51-30 752,-50 27-700,50-28 696,-35 22-550,0-2-1,-1-1 0,26-23 0,-21 14 20,-22 19-193,0 0 0,0 0 1,-1-1-1,0 0 0,-1-1 0,0 0 1,-1-1-1,10-17 0,7-22 798,-23 49-905,-1-1-1,1 1 1,0 0 0,1 0 0,-1-1 0,0 2-1,0-1 1,1 0 0,-1 0 0,6-2-1,-4 2 53,-3 2-96,0 0 1,-1 1 0,1-1 0,0 0 0,-1 1 0,1-1-1,0 1 1,-1-1 0,1 1 0,-1-1 0,1 1-1,-1 0 1,1-1 0,-1 1 0,0 0 0,1-1-1,-1 1 1,0 0 0,1-1 0,-1 1 0,0 0-1,0 0 1,1 1 0,-1-1 36,12 28 176,-2 0 1,-2 0 0,0 1-1,4 45 1,4 129 529,-16-191-718,5 126 288,-26 251-1,17-349-1110,-2 1 1,-3-1-1,0 0 0,-23 57 0,30-94 467,0 0-1,0 0 0,0 0 0,-1 0 1,1 0-1,-1-1 0,0 1 0,0-1 1,0 0-1,-1 0 0,1 0 0,-1 0 1,-5 3-1,6-5-363,0 1-1,0-1 1,0 0 0,0 0 0,0-1-1,0 1 1,0-1 0,0 1 0,0-1-1,-1 0 1,1 0 0,-5-1 0,-27-10-11678</inkml:trace>
</inkml:ink>
</file>

<file path=ppt/ink/ink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4:48.011"/>
    </inkml:context>
    <inkml:brush xml:id="br0">
      <inkml:brushProperty name="width" value="0.025" units="cm"/>
      <inkml:brushProperty name="height" value="0.025" units="cm"/>
    </inkml:brush>
  </inkml:definitions>
  <inkml:trace contextRef="#ctx0" brushRef="#br0">335 451 9369,'-41'20'3057,"0"2"1,-63 47-1,88-55-2516,1 0-1,0 1 1,0 1 0,-14 23 0,-28 43 1307,56-79-1599,2-2-221,0 1 0,0-1 0,1 1 0,-1-1 0,1 1 1,-1-1-1,1 0 0,0 0 0,-1 1 0,4 0 0,-3-2-20,1 1 0,-1-1 0,0 0-1,0-1 1,0 1 0,0 0 0,0-1 0,0 1 0,0-1 0,0 1 0,0-1 0,0 0 0,0 0 0,0 0-1,0 0 1,0 0 0,2-2 0,29-26 36,-26 24-47,11-13-85,0-1 0,-1 0 0,-1-1 0,-1-1 0,-1 0 0,13-26 0,-24 39 116,0 0-1,0 0 1,0 0-1,1-10 0,-3 16 248,-1 6-262,0 8 42,0 0 0,1 0-1,1 0 1,4 16-1,-6-25-8,1 0 0,0 1 0,0-1 0,1 0 0,-1 0 0,1 1 0,0-1 0,0-1 0,0 1 0,0 0 0,0 0 0,0-1-1,1 1 1,-1-1 0,1 0 0,0 1 0,0-1 0,0-1 0,0 1 0,5 2 0,1-2-55,0 0 0,1-1 0,-1 0 0,1 0 0,-1-1 0,1 0-1,0-1 1,-1 0 0,0-1 0,1 0 0,-1 0 0,0-1 0,0 0 0,16-8 0,-13 5-117,0-1 1,0 0-1,0 0 0,-1-1 1,0 0-1,-1-1 0,0 0 1,0-1-1,16-21 0,-19 17-44,0 1 0,0-1 0,-1 0 0,-1-1 0,0 1 0,-1-1 1,3-23-1,6-108-631,-12 131 769,0 3 68,1 0 0,4-17-1,-4 21 26,0-1-1,0 1 1,0-14-1,-2 19 30,5-12 82,-2 10-93,0 20 0,21 171 594,-20-157-493,2 1 1,15 48-1,-9-37-42,-6-23-51,0 0-1,2 0 0,0 0 0,16 26 1,-19-36-96,1 0 1,0 0-1,0 0 1,0-1-1,1 0 1,0 0-1,1-1 1,-1 0-1,1 0 1,15 8 0,-21-13-22,0-1 0,0 1 1,0-1-1,1 1 1,-1-1-1,0 0 1,0 0-1,1 1 0,-1-2 1,0 1-1,1 0 1,-1 0-1,0-1 1,0 1-1,1-1 0,-1 0 1,0 0-1,0 0 1,0 0-1,0 0 1,0 0-1,3-3 0,0 0-56,0 0 0,-1 0 0,0 0 0,0 0 0,0-1-1,0 0 1,4-8 0,0-2-63,-1-1 0,-1-1 0,0 0 0,-1 0 0,-1 0 0,0 0 0,2-31 0,-6-128 117,-3 112 371,4 33 7,-3-1 0,-1 1 0,-1 0 0,-14-56 0,17 87-334,1 0 0,0-1 1,0 1-1,0 0 0,0-1 1,0 1-1,0 0 0,0-1 0,0 1 1,0 0-1,-1-1 0,1 1 1,0 0-1,0 0 0,0-1 0,-1 1 1,1 0-1,0 0 0,0-1 1,-1 1-1,1 0 0,0 0 0,0 0 1,-1 0-1,1-1 0,0 1 1,-1 0-1,1 0 0,0 0 1,0 0-1,-1 0 0,1 0 0,0 0 1,-1 0-1,1 0 0,0 0 1,-1 0-1,1 0 0,0 0 0,-1 0 1,0 0-1,-11 13 176,-7 23 34,11-4 209,2 0 1,1-1-1,1 2 0,1 61 1,3-76-273,0 37 284,2 1-1,3-1 1,15 72-1,-13-94-586,3 1 0,0-1 0,2-1 0,1 0-1,2-1 1,28 45 0,-36-66-283,0 0 1,1-1 0,-1 0-1,2 0 1,0-1 0,16 13-1,-17-16-526,-1-1 0,1 0-1,-1 0 1,1-1 0,0 1-1,0-2 1,1 1 0,-1-2-1,0 1 1,12 0 0,36 0-9826</inkml:trace>
</inkml:ink>
</file>

<file path=ppt/ink/ink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4:48.370"/>
    </inkml:context>
    <inkml:brush xml:id="br0">
      <inkml:brushProperty name="width" value="0.025" units="cm"/>
      <inkml:brushProperty name="height" value="0.025" units="cm"/>
    </inkml:brush>
  </inkml:definitions>
  <inkml:trace contextRef="#ctx0" brushRef="#br0">1 708 10733,'0'-4'413,"0"1"0,0-1 0,0 1 0,1 0 0,-1 0 0,1-1 0,0 1 0,0 0 0,0 0 0,3-4 0,-3 3 73,1 0 0,0 0-1,-1 0 1,0-1-1,0 1 1,0-5 0,5-81 3717,3-73-208,4-213-1347,-13 372-2659,-10 24-40,9-18 46,-4 12-5,1 1 1,1 0-1,0 0 0,-1 24 1,2 66-22,2-74-4,2 27-917,2-1 1,3 0 0,20 83 0,-10-65-2067,-8-28-2913</inkml:trace>
</inkml:ink>
</file>

<file path=ppt/ink/ink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4:49.041"/>
    </inkml:context>
    <inkml:brush xml:id="br0">
      <inkml:brushProperty name="width" value="0.025" units="cm"/>
      <inkml:brushProperty name="height" value="0.025" units="cm"/>
    </inkml:brush>
  </inkml:definitions>
  <inkml:trace contextRef="#ctx0" brushRef="#br0">1 257 14481,'0'0'3249,"2"1"-1980,2 2-1002,-1-1 1,1 0-1,0 0 0,0 0 0,0-1 1,0 1-1,1-1 0,-1 0 0,0 0 1,1-1-1,-1 1 0,0-1 0,8 0 1,29 0 474,2 1-289,0-2 0,0-1 0,60-12 0,-99 13-448,-1-1-1,1 1 1,-1 0 0,1-1 0,-1 0-1,1 0 1,-1 0 0,0 0 0,0 0-1,0-1 1,0 0 0,-1 1 0,1-1-1,-1 0 1,1 0 0,-1 0 0,0 0-1,0-1 1,-1 1 0,1-1 0,2-6-1,-2 1 10,1-1 0,-1 0 0,0 0-1,-1-1 1,0 1 0,-1 0-1,-1-13 1,0 6 156,1 8 100,0 0-1,-1 1 1,0-1-1,-1 1 1,-3-10 0,3 6-85,-2-3 997,3 16-675,-2 11-342,-4 62 86,4 119 1,3-69-172,-2-70-65,7 56 0,-4-95-30,0 1-47,1 0-1,1 0 1,0 0 0,0-1-1,9 21 1,-11-35 59,0-1 0,0 0 0,-1 1 1,1-1-1,0 0 0,0 0 0,0 0 0,0 1 0,0-1 0,0 0 1,0 0-1,0 0 0,0-1 0,0 1 0,0 0 0,-1 0 0,1 0 0,0-1 1,1 0-1,-1 1-5,1 0-8,0-1-1,1 0 0,-1 0 0,0 0 0,0 0 1,0 0-1,0-1 0,0 1 0,0 0 0,0-1 1,0 0-1,-1 1 0,1-1 0,-1 0 0,1 0 0,-1 0 1,0 0-1,1 0 0,0-2 0,3-8-120,0 0 0,5-17 0,-4 13-48,13-36-1112,36-66 0,-51 112 1112,-1 1 0,1 0 0,0-1 0,0 1 0,9-7 0,-6 6 13,-5 3-21,1 5-274,6 4 395,-1 0 1,1 0-1,-1 1 1,0 0-1,-1 1 1,11 14-1,-4-5 79,0-1-1,0-1 1,2 0-1,0-1 1,1 0-1,0-2 1,0 0-1,2-1 1,19 9-1,-28-15 102,0 0 0,1-1 0,-1-1 0,1 0 0,0 0 0,0-1 0,0 0 0,1-1 0,-1-1 0,0 1 0,1-2 0,-1 0 0,0 0 0,0-1-1,0 0 1,0-1 0,0 0 0,18-8 0,-22 7-49,0 0-1,0-1 0,0 0 0,0 0 1,-1-1-1,0 1 0,7-10 0,-11 13-80,1-1 0,-1 0 0,0 0 0,0-1 0,0 1 0,0 0 1,-1-1-1,1 1 0,-1-1 0,0 1 0,0-1 0,0 0 0,0 1 0,-1-1 0,0 0 0,1 0 0,-2-3 0,1 5-11,0 0 1,-1 0-1,1 0 0,-1 0 1,0 1-1,0-1 0,0 0 0,1 1 1,-1-1-1,-1 0 0,1 1 1,0-1-1,0 1 0,-1 0 1,1-1-1,0 1 0,-1 0 1,1 0-1,-1 0 0,0 0 0,1 0 1,-1 0-1,0 1 0,0-1 1,0 0-1,1 1 0,-1-1 1,0 1-1,0 0 0,0 0 1,-3 0-1,2-1 14,0 2-1,0-1 1,0 0 0,0 0-1,0 1 1,0 0 0,0 0-1,0 0 1,0 0 0,0 0-1,1 0 1,-1 1 0,0-1-1,1 1 1,-1 0 0,1 0-1,0 0 1,-4 3 0,5-3 15,0 0 0,0 1 0,1-1 0,-1 0 0,0 0 0,1 1 1,-1-1-1,1 1 0,0-1 0,0 0 0,0 3 0,0 2 26,0-3-10,0 0 0,1 0 0,0 0 0,-1-1 0,1 1 0,1-1 0,-1 1 0,0 0 0,1-1 0,0 0 0,0 1 0,0-1 0,0 0 0,0 0 0,0 0 0,1 0 0,0-1 0,0 1 0,-1-1 0,1 1 0,1-1 0,-1 0 0,4 2 0,4 2-78,-1-1-1,1 0 1,0 0-1,0-1 0,0-1 1,18 4-1,-14-5-475,0-1-1,0 0 1,-1-1 0,1-1-1,22-3 1,35-13-7264,-21 4-2247</inkml:trace>
</inkml:ink>
</file>

<file path=ppt/ink/ink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4:49.711"/>
    </inkml:context>
    <inkml:brush xml:id="br0">
      <inkml:brushProperty name="width" value="0.025" units="cm"/>
      <inkml:brushProperty name="height" value="0.025" units="cm"/>
    </inkml:brush>
  </inkml:definitions>
  <inkml:trace contextRef="#ctx0" brushRef="#br0">47 324 8701,'-6'16'19046,"8"-17"-18939,0-1-1,0 1 1,0-1-1,1 1 1,-1 0-1,0 0 1,0 0-1,1 0 1,2 0-1,0-1 230,19-5 3,-21 7-291,-2-3-126,0 1 0,0-1-1,0 1 1,0 0-1,0 0 1,1-1 0,2-2-1,3-6-405,-4 4 236,0-1 1,-1 1 0,1-1-1,-2 0 1,1 0-1,-1 0 1,0 0-1,-1 0 1,0 0-1,0 0 1,-1 0-1,0 0 1,0 0-1,-1 1 1,0-1-1,0 0 1,-6-12 0,6 17 223,0 0 0,0 0 0,0 0 0,0 0 0,0 0 0,-1 1 1,1-1-1,-1 1 0,0-1 0,0 1 0,0 0 0,0 0 0,-4-2 1,3 2 20,4 2 4,-1 0 0,0 0 0,0 0 0,0 0 0,1 0 0,-1-1 0,0 1 1,0 1-1,1-1 0,-1 0 0,0 0 0,0 0 0,1 0 0,-1 1 0,0-1 0,0 0 0,1 0 0,-1 1 0,-1 0 1,0 0-4,-1 0 10,1 0 1,0 1-1,-1-1 1,1 1-1,0 0 1,0 0-1,0 0 0,0 0 1,0 0-1,1 0 1,-1 0-1,0 0 1,1 1-1,0-1 1,-1 0-1,1 1 0,-1 4 1,-3 5 212,1 1-1,-3 21 1,4-18-9,2 0 1,0 0-1,1 0 1,1-1-1,0 1 1,1 0-1,1 0 0,1 0 1,0-1-1,1 0 1,0 0-1,1 0 1,8 14-1,-10-23-213,0-1 0,1 1-1,-1-1 1,1 0 0,0 0 0,0-1 0,1 1-1,0-1 1,-1 0 0,1 0 0,0-1-1,1 0 1,-1 0 0,1-1 0,-1 1-1,1-1 1,0-1 0,-1 1 0,1-1-1,0-1 1,0 1 0,8-1 0,-7 0-148,0 0 0,0-1-1,0 0 1,0 0 0,0-1 0,0 0 0,-1 0 0,1-1 0,-1 0 0,1-1 0,-1 1-1,0-1 1,0-1 0,-1 1 0,1-1 0,-1 0 0,0-1 0,9-10 0,-1-6-251,0-1 1,19-49 0,-17 37 258,1-9 113,-14 35 53,0 0 0,1 0 0,4-9 0,-6 16 8,-2 1-29,-1 0 0,1 0 0,0 0 0,0 0 0,1 0-1,-1 0 1,0 0 0,0 0 0,0 0 0,1 0 0,-1 0 0,0 0 0,1 0-1,-1 1 1,1-1 0,0-1 0,0 1 2,-1 1 0,0 0-1,1 0 1,-1 0 0,0 0 0,1 0-1,-1-1 1,1 1 0,-1 0 0,0 0-1,1 0 1,-1 0 0,0 0 0,1 0 0,-1 0-1,1 1 1,-1-1 0,0 0 0,1 0-1,-1 0 1,0 0 0,1 0 0,-1 1-1,1-1 1,-1 0 0,0 0 0,1 1 0,1 1 45,1 0 1,-1 0 0,1 1 0,-1-1 0,0 1 0,0-1 0,3 6 0,2 6 326,0 1 1,-1-1 0,-1 1-1,-1 0 1,0 0 0,-1 0-1,0 1 1,0 22 0,-2-32-230,-1 0 0,1 0 1,0-1-1,0 1 1,1 0-1,2 6 1,-3-9 17,0-1 0,1 0 1,-1 1-1,1-1 0,-1 0 1,1 0-1,0 0 0,0 0 1,0 0-1,0 0 0,0 0 1,0-1-1,1 1 1,-1-1-1,5 2 0,-6-2-123,0-1 0,0 0 0,1 0 0,-1 0 0,1 0 0,-1 0 0,0 0 0,1 0 0,-1-1 0,0 1 0,0 0 0,1-1 0,-1 1 0,0-1 0,0 1 0,1-1 0,-1 0 0,0 1 0,0-1 0,0 0 0,0 0 0,0 0 0,0 0 0,0 0 0,0 0 0,0 0 0,0-1 0,24-36 332,-13 10-497,-1-1-1,-1 0 1,-1 0-1,5-38 1,3-5-2166,-15 61 1084,0 0 0,0-1-1,-1-19 1,0 6-2504,2-1-3694,2 11-3528</inkml:trace>
</inkml:ink>
</file>

<file path=ppt/ink/ink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4:50.754"/>
    </inkml:context>
    <inkml:brush xml:id="br0">
      <inkml:brushProperty name="width" value="0.025" units="cm"/>
      <inkml:brushProperty name="height" value="0.025" units="cm"/>
    </inkml:brush>
  </inkml:definitions>
  <inkml:trace contextRef="#ctx0" brushRef="#br0">147 943 7873,'14'-3'3522,"-18"10"874,-4 2 2788,-21-14-2703,2-9-6060,7 7 1182,-28-2-203,46 9 557,-14 2-35,16-2 83,0 0-1,-1 0 1,1 0 0,0 0-1,0 0 1,0 0 0,0 0-1,-1 0 1,1 0-1,0 0 1,0 0 0,0-1-1,0 1 1,-1 0 0,1 0-1,0 0 1,0 0 0,0 1-1,0-1 1,-1 0 0,1 0-1,0 0 1,0 0 0,0 0-1,0 0 1,0 0 0,-1 0-1,1 0 1,0 0 0,0 0-1,0 0 1,0 1 0,0-1-1,0 0 1,-1 0 0,1 0-1,0 0 1,0 0 0,0 0-1,0 1 1,0-1-1,0 0 1,0 0 0,0 0-1,0 0 1,0 1 0,0-1-1,0 0 1,0 0 0,0 0-1,0 0 1,0 1 0,0-1-1,0 0 1,0 0 0,0 0-1,0 0 1,0 1 0,0-1-1,0 0 1,14 9 156,24 6 18,2-5-56,1-2-1,0-2 1,45 1-1,-46-5-234,-9 0-363,0-1 1,0-1 0,32-5 0,-59 3 424,1 1 1,-1-1 0,0 0 0,0 0 0,0 0 0,0 0-1,0-1 1,0 1 0,-1-1 0,1 0 0,-1 0 0,0 0 0,0-1-1,0 1 1,0-1 0,-1 0 0,1 0 0,-1 0 0,0 0 0,2-5-1,-3 8 254,-7-10 74,5 7-221,1 4-35,0 0 0,-1-1 0,1 1 0,0 0 0,0-1 0,0 1 0,0 0 0,0-1 0,-1 1 0,1 0 0,0-1 0,0 1 0,0 0 0,-1 0 0,1-1 0,0 1 0,-1 0 0,1 0 0,0-1 0,0 1 0,-1 0 0,1 0 0,0 0-1,-1 0 1,0-1 0,-1 2-14,0-1 1,0 1-1,1-1 0,-1 1 0,0-1 0,0 1 0,0 0 0,1 0 0,-1 0 0,-2 1 0,2 0 51,3-2-204,-1 0 143,1 0-1,0 0 0,0 0 1,0 0-1,-1 0 0,1 0 0,0 1 1,0-1-1,0 0 0,-1 1 1,1-1-1,0 0 0,-1 1 1,1-1-1,0 1 0,-1-1 1,1 1-1,0 0 5,-1-1-1,1 0 1,-1 1-1,0-1 1,1 0-1,-1 1 1,1-1-1,-1 0 0,1 0 1,-1 1-1,1-1 1,-1 0-1,1 0 1,-1 0-1,1 0 1,-1 0-1,1 0 1,-1 0-1,1 0 1,-1 0-1,1 0 1,-1 0-1,1 0 1,-1 0-1,1 0 1,-1 0-1,1 0 1,-1-1-1,1 1 1,-1 0-1,1 0 1,-1-1-1,1 1 1,-1 0-1,1-1 1,99-63 491,-98 63-486,0 0 0,1 0 0,-1 0 0,0 1 0,1-1 1,-1 0-1,1 1 0,-1 0 0,0-1 0,1 1 0,-1 0 0,1 0 0,-1 1 0,1-1 1,-1 0-1,1 1 0,-1-1 0,0 1 0,1 0 0,-1 0 0,0 0 0,0 0 0,1 0 1,-1 1-1,0-1 0,0 0 0,0 1 0,-1 0 0,1-1 0,0 1 0,-1 0 0,4 4 1,18 33-123,-10-18-94,25 34 0,-34-50 165,0 0 0,0-1 0,1 1 1,0-1-1,0 0 0,0 0 0,0-1 0,0 0 0,1 0 0,-1 0 0,11 4 0,-7-5 0,-6-1 28,1 1 0,-1-1 0,1 0 0,0-1 0,0 1 0,-1-1 0,1 1 1,0-1-1,0 0 0,0 0 0,-1-1 0,1 1 0,0-1 0,0 0 0,3-1 0,9-5-11,-1 1 1,1-2-1,-1 0 1,-1-1 0,0 0-1,0-1 1,-1-1-1,22-22 1,-19 14 18,0 0 0,-1-1 0,-1-1 0,-1 0 0,14-33 0,-7 7 61,-3-1-1,-2 0 1,-3-1 0,-1 0-1,6-71 1,-12 68 451,-3 0-1,-1 0 1,-3-1 0,-2 1 0,-14-63 0,17 110-350,0-1 0,-1 0 0,0 1 0,-4-11 0,5 16-146,1-1 1,0 1-1,0 0 0,0-1 1,0 1-1,-1 0 0,1 0 1,0-1-1,0 1 0,-1 0 0,1-1 1,0 1-1,-1 0 0,1 0 1,0 0-1,-1-1 0,1 1 1,0 0-1,-1 0 0,1 0 0,0 0 1,-1 0-1,1 0 0,0 0 1,-1 0-1,1 0 0,-1 0 1,1 0-1,0 0 0,-1 0 1,1 0-1,-2 1 9,1-1 1,0 1 0,0 0-1,0 0 1,0 0-1,1 0 1,-1 0-1,0 1 1,0-1 0,1 0-1,-1 0 1,0 0-1,0 3 1,-7 17 63,1 1 0,1-1-1,-6 42 1,-1 73 6,12-124-78,-5 83 92,7 118 0,2-167-155,3 0-1,1 0 1,2 0 0,25 70-1,-32-109-35,1 1-1,0-1 1,1 0-1,0 0 0,0 0 1,0 0-1,1-1 1,0 1-1,0-1 1,1 0-1,0-1 0,11 9 1,-15-13 28,1 0-1,-1 0 1,0 0 0,1-1 0,-1 1 0,1-1 0,-1 0 0,1 1-1,-1-1 1,1 0 0,-1-1 0,1 1 0,-1 0 0,1-1-1,-1 1 1,0-1 0,1 0 0,2-1 0,0 0-25,0 0 1,0-1-1,0 0 1,0 0-1,-1 0 0,1 0 1,4-5-1,4-8-129,-1 0 0,0 0 0,-1-1-1,0-1 1,8-21 0,-8 17 193,1 0 1,23-32-1,-33 52 351,-1 2-255,0 0 0,1 0 0,-1 1 0,0-1 0,0 0 0,0 1 0,0-1 0,0 1 0,0-1 0,0 1 0,0 0 0,0-1 0,0 1 0,0 0 0,-1 0 1,1 0-1,0 0 0,0-1 0,-1 1 0,1 0 0,0 2 0,12 26 618,-13-27-627,15 43 493,-3 2 1,-1-1-1,6 69 0,-15-101-1328,0-4 651,-1 1 0,-1 0 0,1-1 0,-2 13 0,1-22-157,-1 1 1,1 0-1,-1 0 1,1 0-1,-1 0 0,0 0 1,1-1-1,-1 1 1,0 0-1,0-1 0,0 1 1,-2 1-1,2-2-177,0 0-1,0 0 1,0 0-1,0-1 0,0 1 1,0-1-1,-1 1 1,1-1-1,0 1 1,0-1-1,0 1 1,-1-1-1,1 0 1,0 0-1,-1 0 1,1 0-1,0 0 1,0 0-1,-3 0 1,-23-8-11011</inkml:trace>
</inkml:ink>
</file>

<file path=ppt/ink/ink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4:50.912"/>
    </inkml:context>
    <inkml:brush xml:id="br0">
      <inkml:brushProperty name="width" value="0.025" units="cm"/>
      <inkml:brushProperty name="height" value="0.025" units="cm"/>
    </inkml:brush>
  </inkml:definitions>
  <inkml:trace contextRef="#ctx0" brushRef="#br0">4 46 18602,'-3'13'6848,"14"-18"-5244,2 0 809,12 5-1829,1 0-572,-9-3-904,2 3-752,-6-19-1133,3 3-335,8 10-3289,1 1-5852</inkml:trace>
</inkml:ink>
</file>

<file path=ppt/ink/ink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4:51.480"/>
    </inkml:context>
    <inkml:brush xml:id="br0">
      <inkml:brushProperty name="width" value="0.025" units="cm"/>
      <inkml:brushProperty name="height" value="0.025" units="cm"/>
    </inkml:brush>
  </inkml:definitions>
  <inkml:trace contextRef="#ctx0" brushRef="#br0">30 418 13745,'-3'-1'2026,"2"1"-1900,-1-1-1,1 1 0,0 0 0,0 0 1,0-1-1,-1 1 0,1-1 0,0 1 1,0-1-1,0 1 0,0-1 0,0 0 1,0 1-1,0-1 0,0 0 0,0 0 1,0 0-1,1 0 0,-1 0 0,0 0 1,0 0-1,1 0 0,-1 0 0,1 0 1,-1 0-1,1 0 0,-1 0 0,1-2 1,0 0 62,1 0 0,-1 0 0,1 0 0,0 0 0,0 0 0,0 0 1,0 0-1,1 1 0,-1-1 0,1 0 0,2-2 0,74-121 4037,-66 103-3872,11-32 0,1-1-1247,-23 53 789,0 1-1,0-1 1,-1 0 0,1 1-1,-1-1 1,1 0-1,-1-5 1,1 2-56,-1 4-76,-10 28-412,10-22 666,0-1-1,0 0 0,0 0 1,0 0-1,0 0 0,1 0 1,-1 0-1,1 0 1,0 0-1,0 0 0,0 0 1,0 0-1,3 4 0,-1 0 1,0-1-5,0-1 1,0 0-1,1 0 0,-1 0 1,1 0-1,1-1 0,-1 1 0,0-1 1,1 0-1,0-1 0,0 1 0,0-1 1,0 0-1,1 0 0,-1 0 0,8 1 1,-2 0-122,0 0 0,0-1-1,0 0 1,1-1 0,0 0 0,-1-1 0,19 0 0,-23-2 33,1 0 1,-1-1-1,0 0 0,0 0 0,0-1 1,0 1-1,-1-2 0,1 1 0,-1-1 0,1 0 1,-1 0-1,0 0 0,6-8 0,10-8-98,35-47 0,-38 43 438,-15 20-100,-1-1-1,0 1 0,0-1 1,-1 0-1,3-7 0,0 2 426,-4 7 269,3-13 746,-4 16-1574,-1 0 0,1-1 0,0 1 0,0-1 0,0 1 0,0 0-1,1-1 1,-1 1 0,0 0 0,0-1 0,0 1 0,0 0 0,0-1 0,0 1 0,0 0 0,1-1 0,-1 1 0,0 0 0,0-1 0,1 1 0,-1 0 0,0 0 0,0-1 0,1 1 0,-1 0 0,0 0 0,1-1 0,-1 1 0,0 0 0,0 0 0,1 0 0,-1 0 0,1 0 0,-1-1-1,0 1 1,1 0 0,-1 0 0,0 0 0,1 0 0,-1 0 0,0 0 0,1 0 0,-1 0 0,1 0 0,-1 0 0,1 1 0,0 0 91,1 0 0,0 1 0,-1-1 1,1 1-1,-1-1 0,1 1 0,-1 0 0,2 3 0,20 43 916,-12-16-403,7 40 1,-15-58-570,-1 1 1,-1 0-1,0 0 1,-2 30 0,0-36-442,0 0 1,-1 0-1,-1 0 1,1 0 0,-1 0-1,-1 0 1,1-1 0,-2 0-1,-9 16 1,11-21-153,0-1-1,-1 1 1,1-1 0,0 1-1,-1-1 1,0 0 0,1 0-1,-1-1 1,0 1 0,0-1-1,0 1 1,0-1 0,-5 0-1,-16-1-5503,-6-11-5209</inkml:trace>
</inkml:ink>
</file>

<file path=ppt/ink/ink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4:51.607"/>
    </inkml:context>
    <inkml:brush xml:id="br0">
      <inkml:brushProperty name="width" value="0.025" units="cm"/>
      <inkml:brushProperty name="height" value="0.025" units="cm"/>
    </inkml:brush>
  </inkml:definitions>
  <inkml:trace contextRef="#ctx0" brushRef="#br0">0 46 20694,'0'0'9141,"11"-13"-13098,0 2 677,-17-11-16334</inkml:trace>
</inkml:ink>
</file>

<file path=ppt/ink/ink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4:52.887"/>
    </inkml:context>
    <inkml:brush xml:id="br0">
      <inkml:brushProperty name="width" value="0.025" units="cm"/>
      <inkml:brushProperty name="height" value="0.025" units="cm"/>
    </inkml:brush>
  </inkml:definitions>
  <inkml:trace contextRef="#ctx0" brushRef="#br0">632 1 11877,'7'9'1909,"-9"-5"844,-18-5 1034,14 0-4091,3 0 2183,-16-1-599,14 1-1220,0 1-1,1 0 1,-1 1-1,0-1 0,0 1 1,0 0-1,0 0 1,-6 3-1,-9 2-43,-55 12-256,-119 47 1,74-22 291,76-32 138,33-10 94,1 1 0,0 1 0,1 0-1,-1 0 1,-14 8 0,23-11-243,1 0 0,-1 0 0,0 1 0,1-1 0,-1 0 0,1 0 0,-1 1 0,1-1 0,-1 1 0,1-1 0,-1 0 0,1 1 0,-1-1 0,1 1 0,-1-1 0,1 1 0,-1-1 0,1 1 0,0 0 0,0-1 0,-1 1-1,1-1 1,0 1 0,0 0 0,-1-1 0,1 1 0,0 0 0,0-1 0,0 1 0,0 0 0,0-1 0,0 1 0,0 0 0,0-1 0,0 1 0,1 0 0,-1-1 0,0 1 0,0-1 0,1 1 0,-1 0 0,0-1 0,1 1 0,-1-1 0,0 1 0,1-1 0,-1 1-1,1-1 1,-1 1 0,1-1 0,-1 1 0,1-1 0,0 1 0,5 3 141,-1-1 0,1 0 0,0 0-1,9 3 1,-7-3 56,162 63 2560,-48-20-1386,-94-35-1412,-1 2 0,0 2 0,49 34 0,-72-46 0,0 0 0,0 1 0,0-1 0,0 1 0,-1 0 0,0 0 0,0 0 0,0 1 0,0-1 0,-1 1 0,1 0 0,-1-1 0,-1 1 0,1 0 0,0 0 0,-1 0 0,0 1 0,-1-1 0,1 0 0,-1 0 0,0 7 0,-1-3 0,-1 0 0,0 0 0,0 1 0,-1-1 0,0-1 0,0 1 0,-1 0 0,0-1 0,-1 0 0,0 0 0,-7 9 0,4-5-439,-2-1-1,0 0 1,0-1 0,-1 0 0,0 0-1,0-2 1,-1 1 0,0-1-1,-22 10 1,24-14 36,0 0 0,0-1-1,0 0 1,0 0 0,-1-1-1,1-1 1,-1 1 0,1-2 0,-1 0-1,0 0 1,1 0 0,-1-2-1,-18-3 1,-58-22-9033,49 11-872</inkml:trace>
</inkml:ink>
</file>

<file path=ppt/ink/ink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4:58.689"/>
    </inkml:context>
    <inkml:brush xml:id="br0">
      <inkml:brushProperty name="width" value="0.025" units="cm"/>
      <inkml:brushProperty name="height" value="0.025" units="cm"/>
    </inkml:brush>
  </inkml:definitions>
  <inkml:trace contextRef="#ctx0" brushRef="#br0">1085 92 8289,'-15'4'5625,"-33"4"1,10-2-631,15 0-7095,-106 21 2528,76-13-320,-219 67 138,252-74-248,-1 2 0,1 1 0,0 0 0,1 1 0,1 1 0,-25 21 0,23-20 9,14-10-5,-1 1 1,0 0 0,1 1-1,-10 8 1,-12 13 83,26-25-88,1 2-21,0-1 32,0 0 0,-1 0 0,1 1 1,-1-1-1,0 0 0,1-1 0,-3 3 0,-5 5-20,-4 10-12,-1-1 1,0 0-1,-30 27 0,37-38 19,0 1 0,1 0 0,0 0 0,-6 11-1,-4 5-22,15-23 39,-10 13-2,10-12-9,-1 0-1,1 0 0,-1 0 0,1 1 0,0-1 0,-1 0 0,1 0 0,0 1 0,0-1 0,1 1 0,-1-1 1,1 1-1,-1-1 0,1 5 0,-1 0-3,-23 133 166,5-67-245,9-36 170,9-34-92,-2 16 6,-1-3 4,3-13 32,2-1-36,10 23-18,-10-22 19,2 15 48,-3-14-42,1 0 1,-1 1-1,1-1 1,0 0-1,1 0 1,-1 0 0,1-1-1,-1 1 1,1 0-1,0 0 1,0-1-1,4 5 1,1 2-9,-3-4-12,-1 0 1,1 0-1,0-1 0,6 6 1,4 6 122,1 3-137,1 0 1,1-2-1,39 34 0,63 37 49,-105-80-30,0-1 0,16 7-1,19 10-5,83 43 22,-38-34 30,194 42 0,-201-56 55,53 8-206,-92-19 101,56 2 0,-45-6 7,135 8 0,-87-7 40,-40-2-51,131 11 74,67 14-52,-67-13 81,-138-13-164,136 2 127,18 1-138,-38 5 45,161 3 82,-41-14-35,6-3 67,-179 6-74,86-3-7,-32-8 79,59-5-120,-91 9 16,-7 0 40,151-11 39,317-30 106,-514 39-263,60-6 162,214-42-65,-255 37-61,142-28 138,-80 18-147,-52 10 55,150-37 46,-38-5-8,-163 40 10,99-35 7,-128 39 41,-22 9 83,0-2 0,21-11 1,-34 15-86,-1 1 1,0-1 0,1 0-1,-1 0 1,0-1 0,-1 1 0,1-1-1,-1 0 1,0-1 0,6-10-1,11-19 315,-16 27-241,1 1 1,-2-2-1,1 1 1,-1 0-1,0-1 1,-1 0 0,0 0-1,0 0 1,-1 0-1,0 0 1,0-10-1,5-46 991,-5 55-948,0 0 0,-1 0 0,0 0 1,-1-1-1,0 1 0,0 0 1,-1 0-1,-3-14 0,-5-9-15,8 23-133,-2 1 0,1 0 0,-1 0 1,-1 0-1,1 0 0,-6-8 0,-16-33 4,20 37-18,-1 1 1,-11-19-1,-25-38 136,31 48-117,-1 0 1,-1 0-1,-1 2 1,0 0-1,-2 0 1,-22-21-1,-3 7-42,-1 2-1,-54-32 1,43 31 17,-20-11 30,-54-7 5,124 48-55,-44-12-12,-1 1-1,-74-10 1,-103 0 24,167 19-24,-691-23 51,668 30-41,-329 2-38,-6 2 3,-503-1-145,735-6 130,-70-3-16,56 6 82,59 2-4,-147 11-36,69-2 6,102-13 29,-142-17 0,32 7-14,-15 0-7,-183-55-30,350 53 68,0 2 0,-97 2 0,95 5-25,-211 9-27,245-2 34,1 2 0,0 1 1,1 2-1,-42 16 0,-148 71 36,214-91-48,-39 19 6,-57 25-3754,107-48 3196,0-1 0,0 0 0,0 0 0,0 0 0,0 0 1,1-1-1,-1 0 0,0 1 0,-7-2 0,-17-6-6742,13-6-3425</inkml:trace>
</inkml:ink>
</file>

<file path=ppt/ink/ink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5:04.290"/>
    </inkml:context>
    <inkml:brush xml:id="br0">
      <inkml:brushProperty name="width" value="0.025" units="cm"/>
      <inkml:brushProperty name="height" value="0.025" units="cm"/>
    </inkml:brush>
  </inkml:definitions>
  <inkml:trace contextRef="#ctx0" brushRef="#br0">141 260 8537,'16'-19'5941,"-37"35"-645,2 18-4855,2 0-1,1 0 1,1 2-1,-15 58 1,17-42-197,-7 56 0,15-80 10,5-28-247,0 1 1,0-1 0,0 0 0,0 1-1,0-1 1,-1 1 0,1-1-1,0 0 1,0 1 0,0-1-1,0 0 1,0 1 0,0-1-1,0 1 1,0-1 0,0 0-1,0 1 1,0-1 0,1 0 0,-1 1-1,0-1 1,0 1 0,0-1-1,0 0 1,1 1 0,-1-1-1,0 0 1,0 0 0,1 1-1,8-7 88,8-18-18,12-36-9,-2-2 0,21-76 0,-14 38 16,3-30 226,-8 23 713,-26 100-778,-1-1 1,-1 1-1,1-1 1,-1-9 0,0 8-12,-1 5 191,9 26 275,-2 6-510,-1 1 0,-1-1 0,1 45 0,2 14 12,43 202-1503,-43-254-376,3 60 0,-11-10-8592,0-66-114</inkml:trace>
</inkml:ink>
</file>

<file path=ppt/ink/ink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5:04.481"/>
    </inkml:context>
    <inkml:brush xml:id="br0">
      <inkml:brushProperty name="width" value="0.025" units="cm"/>
      <inkml:brushProperty name="height" value="0.025" units="cm"/>
    </inkml:brush>
  </inkml:definitions>
  <inkml:trace contextRef="#ctx0" brushRef="#br0">1 68 17238,'0'0'2516,"8"-13"-476,-3-3-280,14 13-312,-3 0-340,1 1-248,2-4-195,5 1-533,19-1-745,-11 4-387,-16-1-1076,1 0-1312,2 3-2745,-3-5-5440</inkml:trace>
</inkml:ink>
</file>

<file path=ppt/ink/ink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5:04.809"/>
    </inkml:context>
    <inkml:brush xml:id="br0">
      <inkml:brushProperty name="width" value="0.025" units="cm"/>
      <inkml:brushProperty name="height" value="0.025" units="cm"/>
    </inkml:brush>
  </inkml:definitions>
  <inkml:trace contextRef="#ctx0" brushRef="#br0">52 0 17026,'0'0'2376,"-19"9"-448,0-4-304,16 11-308,1 0-264,2 9-344,-3-1-52,3 6-128,-6 13-179,9-14-417,5 1-657,-2-16-211,-6 7-564,2-2-688</inkml:trace>
</inkml:ink>
</file>

<file path=ppt/ink/ink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5:04.951"/>
    </inkml:context>
    <inkml:brush xml:id="br0">
      <inkml:brushProperty name="width" value="0.025" units="cm"/>
      <inkml:brushProperty name="height" value="0.025" units="cm"/>
    </inkml:brush>
  </inkml:definitions>
  <inkml:trace contextRef="#ctx0" brushRef="#br0">22 1 17874,'-22'11'9180,"30"-3"-9580,0 2-412,-13 7-5528,0-1 539</inkml:trace>
</inkml:ink>
</file>

<file path=ppt/ink/ink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5:05.393"/>
    </inkml:context>
    <inkml:brush xml:id="br0">
      <inkml:brushProperty name="width" value="0.025" units="cm"/>
      <inkml:brushProperty name="height" value="0.025" units="cm"/>
    </inkml:brush>
  </inkml:definitions>
  <inkml:trace contextRef="#ctx0" brushRef="#br0">79 326 13073,'-4'4'307,"0"-1"0,1 0-1,-1 1 1,1 0 0,0 0-1,0 0 1,1 0 0,-1 0-1,1 1 1,0-1 0,0 1 0,0 0-1,0-1 1,1 1 0,-1 8-1,-2 1 63,-5 16 426,3-13-420,1-1 0,1 1 0,1 0 0,-2 29 0,5-43 477,0-6-553,9-51 556,24-75 0,-24 104-428,0 0 1,2 0-1,1 1 1,0 1-1,19-25 0,96-114 2818,-119 153-3004,17-16 630,-24 24-847,0 0 1,0 0 0,-1 1-1,1-1 1,0 1 0,0-1 0,0 0-1,0 1 1,-1 0 0,1-1-1,0 1 1,0 0 0,0-1 0,0 1-1,0 0 1,0 0 0,0 0-1,0 0 1,0 0 0,0 0 0,0 0-1,0 0 1,0 0 0,0 0 0,0 0-1,0 1 1,0-1 0,0 0-1,0 1 1,0-1 0,0 1 0,0 0-1,3 5 19,-1 0 1,0 0-1,-1 0 0,1 1 1,-1-1-1,0 1 0,-1-1 0,0 1 1,1 7-1,-2-12-38,2 23-181,0-1 0,-2 1 0,-2 0 0,-7 45 0,0 8-1043,-3 120-3301,10-68-6536,2-87-339</inkml:trace>
</inkml:ink>
</file>

<file path=ppt/ink/ink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5:05.818"/>
    </inkml:context>
    <inkml:brush xml:id="br0">
      <inkml:brushProperty name="width" value="0.025" units="cm"/>
      <inkml:brushProperty name="height" value="0.025" units="cm"/>
    </inkml:brush>
  </inkml:definitions>
  <inkml:trace contextRef="#ctx0" brushRef="#br0">52 701 14097,'-7'-5'-240,"-15"-8"9766,14 9-7890,6 3-1573,1 0 0,0 1 0,1-1 0,-1 0 1,0 0-1,0 1 0,0-1 0,0 0 0,1 0 0,-1 0 0,0 0 0,1 0 0,-1 0 1,1 0-1,-1 0 0,1-1 0,-1 1 0,1 0 0,0 0 0,0 0 0,-1-3 0,1-30 597,1 22-526,0-23 35,12-206 258,-6 166-262,21-91 0,-28 164-146,13-46 501,-12 45-464,1 0-1,-1 0 1,0 0-1,1 0 1,-1 0-1,1 0 1,0 1-1,0-1 1,0 0-1,0 1 1,1 0-1,3-4 1,-5 6-34,1-1 0,-1 1 1,1-1-1,0 1 0,-1 0 0,1-1 0,0 1 0,0 0 1,-1 0-1,1 0 0,0 0 0,-1 1 0,1-1 1,0 0-1,-1 1 0,1-1 0,0 1 0,-1 0 0,1-1 1,-1 1-1,1 0 0,-1 0 0,1 0 0,-1 0 0,0 0 1,1 0-1,-1 1 0,0-1 0,1 2 0,4 3 40,-1 0-1,0 0 0,0 1 0,-1 0 1,4 7-1,14 37-22,-1 1 1,17 75-1,-16-51-637,20 89-3470,-33-109-316,-2-1-3864,-6-34-2009</inkml:trace>
</inkml:ink>
</file>

<file path=ppt/ink/ink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5:05.977"/>
    </inkml:context>
    <inkml:brush xml:id="br0">
      <inkml:brushProperty name="width" value="0.025" units="cm"/>
      <inkml:brushProperty name="height" value="0.025" units="cm"/>
    </inkml:brush>
  </inkml:definitions>
  <inkml:trace contextRef="#ctx0" brushRef="#br0">0 9 18834,'0'0'8404,"16"2"-7663,1 1-277,-1-3-384,3 0-844,2-3-329,4 3-1003,-4 0-1196,17-2-3005,-25-6-5700</inkml:trace>
</inkml:ink>
</file>

<file path=ppt/ink/ink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5:06.338"/>
    </inkml:context>
    <inkml:brush xml:id="br0">
      <inkml:brushProperty name="width" value="0.025" units="cm"/>
      <inkml:brushProperty name="height" value="0.025" units="cm"/>
    </inkml:brush>
  </inkml:definitions>
  <inkml:trace contextRef="#ctx0" brushRef="#br0">214 1 17746,'2'2'2533,"13"20"-1162,0 0 1,-1 1-1,-1 1 0,13 35 0,-7-9 1445,16 66 0,-24-65-2816,-2 0 0,-3 1 0,-2 0 0,-2 73 0,-4-97 0,0-1 0,-1 1 0,-2 0 0,-1-1 0,-1 0 0,-2-1 0,0 1 0,-15 27 0,20-47-99,-1 0 1,1 0-1,-1-1 1,0 0-1,0 0 1,-1 0-1,0 0 0,0-1 1,0 0-1,-1 0 1,1-1-1,-14 7 1,17-10-59,1-1 1,-1 1 0,0-1 0,1 0 0,-1 1-1,1-1 1,-1 0 0,0-1 0,1 1 0,-1 0-1,1-1 1,-1 1 0,1-1 0,-1 0 0,1 0-1,-1 0 1,1 0 0,0 0 0,-4-3 0,-2-1-219,1 0 0,0-1 1,-11-11-1,10 7-197,0-1-1,0 0 1,1 0-1,1-1 1,0 0-1,-8-23 1,11 28 322,-53-157-9159,34 78-804</inkml:trace>
</inkml:ink>
</file>

<file path=ppt/ink/ink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5:06.495"/>
    </inkml:context>
    <inkml:brush xml:id="br0">
      <inkml:brushProperty name="width" value="0.025" units="cm"/>
      <inkml:brushProperty name="height" value="0.025" units="cm"/>
    </inkml:brush>
  </inkml:definitions>
  <inkml:trace contextRef="#ctx0" brushRef="#br0">55 0 12241,'0'19'2356,"-16"-24"-151,2-3 6915,1 13-8584,2 3-208,14-27-24130</inkml:trace>
</inkml:ink>
</file>

<file path=ppt/ink/ink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5:06.875"/>
    </inkml:context>
    <inkml:brush xml:id="br0">
      <inkml:brushProperty name="width" value="0.025" units="cm"/>
      <inkml:brushProperty name="height" value="0.025" units="cm"/>
    </inkml:brush>
  </inkml:definitions>
  <inkml:trace contextRef="#ctx0" brushRef="#br0">30 1 14357,'-4'2'748,"-17"7"-568,16-8 1594,8-5 3746,0 3-5103,0 0 0,0-1 0,1 1-1,-1 0 1,0 1 0,0-1-1,1 0 1,-1 1 0,0 0-1,1 0 1,-1 0 0,0 0 0,1 0-1,-1 1 1,6 1 0,17 1 1297,16-3-1162,124-3 702,-119 5-1409,-18-1-1793,-23-2-14,-17 0-830,8 1 2223,1 1 0,-1-1 0,1 0 0,0 1 0,-1-1 0,1 1 0,-1 0 0,1 0 0,0 0 0,0 0 0,0 0 1,-3 2-1,-6 3-3105,-20 6-8182</inkml:trace>
</inkml:ink>
</file>

<file path=ppt/ink/ink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5:07.048"/>
    </inkml:context>
    <inkml:brush xml:id="br0">
      <inkml:brushProperty name="width" value="0.025" units="cm"/>
      <inkml:brushProperty name="height" value="0.025" units="cm"/>
    </inkml:brush>
  </inkml:definitions>
  <inkml:trace contextRef="#ctx0" brushRef="#br0">0 81 20982,'23'-5'1837,"0"0"1,0 2-1,0 0 1,37 1-1,15-2 761,183-29-2937,-255 32 738,7-1-2857,3-9-9865,-3-1-2739</inkml:trace>
</inkml:ink>
</file>

<file path=ppt/ink/ink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5:07.538"/>
    </inkml:context>
    <inkml:brush xml:id="br0">
      <inkml:brushProperty name="width" value="0.025" units="cm"/>
      <inkml:brushProperty name="height" value="0.025" units="cm"/>
    </inkml:brush>
  </inkml:definitions>
  <inkml:trace contextRef="#ctx0" brushRef="#br0">283 103 10093,'-15'-35'2909,"15"35"-2819,-1-1 0,1 1 0,-1-1 0,1 0 0,-1 1 0,1-1 0,-1 1 0,1 0 1,-1-1-1,1 1 0,-1-1 0,0 1 0,1 0 0,-1-1 0,0 1 0,0 0 0,1 0 0,-1 0 0,0-1 0,1 1 1,-1 0-1,-1 0 0,0 0 219,-4-2-3,0 1 0,0-1 0,0 1 0,-1 1 0,1-1 0,0 1 0,0 0 0,0 1 0,0-1 0,-8 3 0,-5 2 739,-35 14 1,38-13-188,0 0 0,-28 6 0,43-11-785,0-1 0,0 0 0,1 1-1,-1-1 1,0 1 0,0-1 0,1 1 0,-1 0-1,0-1 1,1 1 0,-1 0 0,1-1 0,-1 1 0,1 0-1,-1 0 1,1-1 0,-1 1 0,1 2 0,-2 0 183,-9 10 596,11-12-831,0-1 0,0 0-1,0 0 1,-1 0-1,1 0 1,0 0-1,0 1 1,0-1-1,0 0 1,0 0 0,0 0-1,0 0 1,0 1-1,-1-1 1,1 0-1,0 0 1,0 0 0,0 0-1,0 1 1,0-1-1,0 0 1,0 0-1,0 0 1,0 1-1,0-1 1,0 0 0,0 0-1,1 0 1,-1 1-1,0-1 1,0 0-1,0 0 1,0 0 0,0 0-1,0 1 1,0-1-1,1 0 1,2 6 153,0 0 0,1-1 1,0 0-1,0 1 0,1-2 1,-1 1-1,1 0 0,0-1 1,1 0-1,-1 0 0,1 0 1,-1-1-1,1 0 0,0 0 1,9 3-1,14 4 502,1-1 0,31 6 0,-38-10-397,50 10 212,98 7 1,-157-22-488,-11-4-22,-9-4-266,6 8 225,-5-7-454,-1 1 0,0-1 1,0 1-1,0 1 1,-1-1-1,0 1 0,-13-8 1,-62-29-2842,48 26 1998,-23-11-975,29 14 378,0 0-1,1-2 1,-43-31 0,39 19-2237,8 3-2091</inkml:trace>
</inkml:ink>
</file>

<file path=ppt/ink/ink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5:07.713"/>
    </inkml:context>
    <inkml:brush xml:id="br0">
      <inkml:brushProperty name="width" value="0.025" units="cm"/>
      <inkml:brushProperty name="height" value="0.025" units="cm"/>
    </inkml:brush>
  </inkml:definitions>
  <inkml:trace contextRef="#ctx0" brushRef="#br0">761 14 17122,'-13'-13'2520,"13"13"-2484,0 0-1,0 0 1,0 0-1,0 0 1,0 0-1,0 1 1,0-1-1,0 0 0,0 0 1,0 0-1,0 0 1,0 0-1,0 0 1,0 0-1,-1 0 0,1 1 1,0-1-1,0 0 1,0 0-1,0 0 1,0 0-1,0 0 1,0 0-1,0 0 0,0 0 1,0 0-1,0 0 1,0 0-1,0 0 1,-1 0-1,1 0 0,0 0 1,0 1-1,0-1 1,0 0-1,0 0 1,0 0-1,0 0 0,0 0 1,-1 0-1,1 0 1,0 0-1,0 0 1,0 0-1,0 0 1,0 0-1,0-1 0,0 1 1,0 0-1,-1 0 1,1 0-1,0 0 1,0 0-1,0 0 0,0 0 1,0 0-1,0 0 1,0 0-1,0 0 1,-17 47 2179,-28 54 1,17-40-1540,-34 76 167,-229 548 184,78 18-7551,189-612 4292,-9 38-4225,3-11-4092</inkml:trace>
</inkml:ink>
</file>

<file path=ppt/ink/ink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6:16.577"/>
    </inkml:context>
    <inkml:brush xml:id="br0">
      <inkml:brushProperty name="width" value="0.025" units="cm"/>
      <inkml:brushProperty name="height" value="0.025" units="cm"/>
    </inkml:brush>
  </inkml:definitions>
  <inkml:trace contextRef="#ctx0" brushRef="#br0">22 235 3384,'-7'-7'2037,"3"14"426,4-5-2268,-1-1-1,1 0 0,-1 0 1,1 0-1,-1 0 0,1 0 1,-8 7 13387,19-5-13199,-9-2-346,-1 0 1,0-1-1,0 1 0,0-1 0,0 1 1,0-1-1,0 0 0,1 1 0,-1-1 1,0 0-1,0 0 0,1 0 0,0 0 1,70-10 1368,95-2 1,-81 8-1016,82 0 119,-56 3-364,154 4-41,-77 1-6,126 4-62,3 0 99,-191-8-112,306 6-63,-25 15 99,-264-22-89,-21-1 57,172-9 16,-43-2-98,39 2 76,-213 6 15,-49 2-44,35 1-1,148-1 30,-55-2-16,198 7-73,144-19-1,-366 8 154,288-16-43,-268 17 26,169-5 610,-209 9-510,-58 2 78,76 5-1,-79 0 499,98-8-1,-82-1 229,-66 6-426,14 2-268,-15-1-279,1-1 0,-1 0 0,0 1 0,1-1 0,-1 0 0,0 0 0,1 0 0,-1 0 0,0 0 0,1 0 0,-1 0 0,0 0 0,1-1 0,-1 1 0,0 0 0,2-2 0,1 0 0,-4 3 0,0-1 0,0 0 0,0 0 0,1 0 0,-1 0 0,0 0 0,0 0 0,0 0 0,0 0 0,1 0 0,-1 0 0,0 0 0,0 0 0,0-1-1,1 1 1,-1 0 0,0 0 0,0 0 0,0 0 0,0 0 0,1 0 0,-1 0 0,0 0 0,0 0 0,0-1 0,0 1 0,1 0 0,-1 0 0,0 0 0,0 0 0,0-1 0,0 1 0,0 0 0,0 0 0,0 0 0,0 0 0,0-1 0,0 1 0,0 0 0,1 0 0,-1 0 0,0-1-1,0 1 1,0 0 0,0 0 0,0 0 0,-1-1 0,1 1 0,0 0 0,0 0 0,0 0 0,0 0 0,0-1 0,0 1 0,0 0 0,0 0 0,0 0 0,0-1 0,-1 1 0,1 0 0,-13-8-373,7 5-295,-38-39-5528,14 10-682,24 26 4839,-29-35-11588</inkml:trace>
</inkml:ink>
</file>

<file path=ppt/ink/ink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6:39.919"/>
    </inkml:context>
    <inkml:brush xml:id="br0">
      <inkml:brushProperty name="width" value="0.025" units="cm"/>
      <inkml:brushProperty name="height" value="0.025" units="cm"/>
    </inkml:brush>
  </inkml:definitions>
  <inkml:trace contextRef="#ctx0" brushRef="#br0">0 1 10889,'0'0'2085,"1"2"-212,12 101 4349,-9-61-5455,1-1 0,21 76-1,-16-91-523,6 22-1250,-32-134-9129,9 46 651</inkml:trace>
</inkml:ink>
</file>

<file path=ppt/ink/ink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6:40.438"/>
    </inkml:context>
    <inkml:brush xml:id="br0">
      <inkml:brushProperty name="width" value="0.025" units="cm"/>
      <inkml:brushProperty name="height" value="0.025" units="cm"/>
    </inkml:brush>
  </inkml:definitions>
  <inkml:trace contextRef="#ctx0" brushRef="#br0">0 60 10225,'0'0'2307,"1"-2"-210,-1-1-3284,2-5 2182,1 1 6068,4 6-120,0 6-6161,-6-4-590,1 0-1,0 0 1,-1-1 0,1 1 0,0 0 0,0-1 0,-1 1 0,1-1 0,0 1 0,0-1 0,0 0-1,0 0 1,2 0 0,9-2-2124,-16-2-50,-26-36-4712,26 36-200</inkml:trace>
</inkml:ink>
</file>

<file path=ppt/ink/ink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36:51.237"/>
    </inkml:context>
    <inkml:brush xml:id="br0">
      <inkml:brushProperty name="width" value="0.025" units="cm"/>
      <inkml:brushProperty name="height" value="0.025" units="cm"/>
    </inkml:brush>
  </inkml:definitions>
  <inkml:trace contextRef="#ctx0" brushRef="#br0">23 160 7141,'0'1'521,"0"0"-422,0 0-1,-1 1 0,1-1 0,-1 0 0,1 0 0,-1 1 0,1-1 0,-1 0 0,0 0 0,0 0 0,1 0 1,-1 0-1,-1 2 0,-2-2 4124,-2 0 3849,15-18-7207,-8 11 2301,-11-2-2648,7 5 811,11 8-800,-3-3-507,0 0 0,0 0 0,-1-1 0,1 0 0,0 1 0,0-2 0,1 1 0,6 0-1,18 2 70,13 3-37,76 2 0,-60-6 9,-6-1-89,-29-2 60,32 5 0,49 6-40,1-4 0,127-9 0,-185 3 24,58 6-1,-39-1-70,75 3 32,-96-5 38,66 12 0,-99-13-5,1 0 1,25-1-1,5 0-60,147 5 19,-163-6 38,104 7-2,-75-5-48,-28-1 23,33 4 0,3-4 60,-50 0-34,1-1-1,0-1 1,22-3 0,17 0 9,-29 3-19,44-8 1,-17 2-46,-17 1 90,-23 4-59,-1 0 1,18-1-1,33-1 53,-42 2-61,42 0 0,112 1 84,-57-9-27,224-35-66,-151 18-11,28 31-68,-97-6 76,-89 2 36,51-7 1,-9 1-2,84-8 56,179-16-36,-255 20-51,139-10 38,-217 20-3,117 0 34,-18 4-67,42 3-38,-82-4 110,76-6 0,6-7 41,-35-2-5,-37 2-109,-16 4 86,288-18-64,-24 35 32,-284-9 4,432-3 217,-179 3-295,-40 6 67,-71-3-6,-54-5 3,45 3-22,-24 0-14,-97-3 54,40 2-66,57-1 19,-105-1 25,1 1-1,57 10 1,-48-5-64,19 2 75,1-3 0,0-4 1,88-9-1,88-15 1,-162 16-19,191-1-35,52 21 48,-228-5 10,160-8 0,-26-3-2,18-2 4,-3 8 0,-85 3-5,246 12-105,-327-12 99,236 27 111,-13 18 1088,-245-41-980,-60-10-274,22-19-6786,-23 17 6309,-1-1 1,1 1-1,-1-1 1,0 0-1,0 1 1,0-1-1,-1 1 1,0-4-1,0-10-4731,3-4-5092</inkml:trace>
</inkml:ink>
</file>

<file path=ppt/ink/ink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42:02.395"/>
    </inkml:context>
    <inkml:brush xml:id="br0">
      <inkml:brushProperty name="width" value="0.025" units="cm"/>
      <inkml:brushProperty name="height" value="0.025" units="cm"/>
    </inkml:brush>
  </inkml:definitions>
  <inkml:trace contextRef="#ctx0" brushRef="#br0">0 0 5509,'0'0'18757,"3"1"-18663,208 27 686,24 5-644,-146-22-111,2 2-24,30 3 28,-45-7-41,135 12 1,-90-10 27,135 14 30,64-9-46,164 6 95,-401-9-168,-80-13 99,0 0-32,0 0-470,16 1 1976,-17 1-202,-10 3-885,-6-2-373,-1-1 0,1 0 0,0-1 1,-1 0-1,1-1 0,-16-3 1,1 2-46,-72-4 50,53 1-24,-704-52-46,487 35 62,38-4-55,-65-3-35,32 22 69,257 6 2,0 0-10,-24 0-88,24 0 212,6 0-150,274 5 286,1077 56-68,-1174-39-94,-87-18 58,-39-2-2921,-54-2 2730,0 0 0,0 0 0,0 0 0,0 0 0,0 0 0,1 0 0,-1 0 0,0 0-1,0 0 1,0 0 0,0 0 0,0 0 0,0 0 0,0 0 0,1 0 0,-1 0 0,0 0 0,0 0-1,0 0 1,0 0 0,0 0 0,0 0 0,0 0 0,0 0 0,1-1 0,-1 1 0,0 0-1,0 0 1,0 0 0,0 0 0,0 0 0,0 0 0,0 0 0,0 0 0,0-1 0,0 1-1,0 0 1,0 0 0,0 0 0,0 0 0,0 0 0,0 0 0,0 0 0,0-1 0,0 1 0,0 0-1,0 0 1,0 0 0,0 0 0,0 0 0,0 0 0,0 0 0,0-1 0,0 1 0,0 0-1,0 0 1,0 0 0,0 0 0,0 0 0,-1 0 0,0-25-2472,-1-3-1256,0 6-1700,-3-18-4687</inkml:trace>
</inkml:ink>
</file>

<file path=ppt/ink/ink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42:08.197"/>
    </inkml:context>
    <inkml:brush xml:id="br0">
      <inkml:brushProperty name="width" value="0.025" units="cm"/>
      <inkml:brushProperty name="height" value="0.025" units="cm"/>
    </inkml:brush>
  </inkml:definitions>
  <inkml:trace contextRef="#ctx0" brushRef="#br0">120 386 13349,'0'0'9594,"2"-1"-9250,1-1-196,1 0 0,0 0 1,0 0-1,0 0 0,0 0 1,0 1-1,0 0 1,1 0-1,-1 0 0,0 1 1,8-1-1,-1 0-69,114-17 1292,152 0-606,-163 11-590,183-12 321,86-11-185,43-1-206,-150 20-92,-82 5-11,334-15 20,-92 1 47,-98 7-61,275-45 256,-324 32 18,-163 16-158,351-19-14,-446 28-112,339-17 348,198 7 10,-484 11-294,368-11 78,-358 14 212,-91-3-322,0-1-6,24-1 28,-24 2 44,0 0-108,26-2-5,-26 1 38,13 1-43,73-2 146,-7 1-32,-78 1-110,-1 0 4,24-2 12,-24 2 38,15 0-92,-6 1 61,-22 0-7,-26 2 4,-172 5 75,-591 30-224,681-28 162,-421 31 55,415-40-58,70-2-34,-52-10 4,-143 2-38,-3 0 91,146 6 19,-69 2-89,-97 5-78,199-4 44,-312 11 144,332-8-35,-356 2-237,309-6 163,49-2-22,36 2 64,0 0-1,-20 1 0,-121 4 39,47-3-55,-86 2 10,-55 3-33,-30 1-12,-208 7 95,161-6-74,152 0 17,-195 16-62,217-13 139,150-11-83,-1 1 3,-57 1-43,59-2 44,-2 0 14,-17 2 9,-1 0-1,0 1 1,-22 8 0,16-5-23,-42 6 1,54-11 14,13 0-7,-21 1 4,24-2-4,0 0 0,0 0 0,0 0 0,0 0 0,0 0 0,0 0 0,0 0 1,0 0-1,0 0 0,0 0 0,0 0 0,0 0 0,0 0 0,0 0 0,1 0 0,-1 0 0,0 0 0,0 0 0,0 0 0,0 0 0,0 0 0,0 0 0,0 0 0,0 1 0,0-1 0,0 0 0,0 0 0,0 0 0,0 0 0,0 0 0,0 0 0,0 0 0,0 0 0,0 0 0,0 0 0,0 0 0,0 0 0,0 0 0,0 0 0,0 0 0,0 0 0,0 0 0,-1 0 0,1 0 1,0 0-1,0 0 0,0 1 0,0-1 0,0 0 0,0 0 0,0 0 0,0 0 0,14 2-3,318 44-46,-95-16 13,445 39-41,-577-66 92,1057 15-52,-842-31-27,-189 7 22,263-2-182,-121 11 163,38 3 20,-35-1-8,518-10-54,-424-17-53,63-3 7,-364 18 50,4 1-3119,-90-9-2708,-14-4-632,-3-1-4059</inkml:trace>
</inkml:ink>
</file>

<file path=ppt/ink/ink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42:50.393"/>
    </inkml:context>
    <inkml:brush xml:id="br0">
      <inkml:brushProperty name="width" value="0.025" units="cm"/>
      <inkml:brushProperty name="height" value="0.025" units="cm"/>
    </inkml:brush>
  </inkml:definitions>
  <inkml:trace contextRef="#ctx0" brushRef="#br0">72 181 7781,'-2'0'294,"0"1"0,0-1 0,0 1 0,-1-1 0,1 0 1,0 0-1,0 0 0,0 0 0,0 0 0,0 0 0,0-1 0,0 1 1,0-1-1,0 1 0,0-1 0,0 0 0,0 0 0,0 0 0,0 0 0,0 0 1,1 0-1,-1 0 0,-4-5 2787,4 5-2414,-13-6 1032,12 5 593,13 5-1582,2-1-642,1 0 0,0 0 0,0-1 0,0-1 0,19-1 0,7 0-30,-8 1-3,1321-25 678,285-29 568,-1451 61-1031,-86-2 28,64 5 795,-42-2-173,-88-8-565,118 3 436,68 4-454,-148-6-92,-43-3-102,11 1-4,-36 1-98,31-6-45,-3 4 49,-29 2 5,15 0-26,28 10 66,-43-9 246,-4-3-3173,0-1 2560,0 1 0,0 0 1,0 0-1,0 0 0,-1 0 1,1 0-1,-1 1 0,-2-3 1,-6-9-1623,7 10 1582,-13-25-3344,8 2-3005,4-9-2483</inkml:trace>
</inkml:ink>
</file>

<file path=ppt/ink/ink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42:53.795"/>
    </inkml:context>
    <inkml:brush xml:id="br0">
      <inkml:brushProperty name="width" value="0.025" units="cm"/>
      <inkml:brushProperty name="height" value="0.025" units="cm"/>
    </inkml:brush>
  </inkml:definitions>
  <inkml:trace contextRef="#ctx0" brushRef="#br0">1 135 6101,'0'0'18243,"3"0"-17875,322-22 2732,-182 17-2809,-79 1-178,473-8 339,-221 20-336,-249-8-79,-30-1 43,60 8 0,-28-3 449,-66-3-246,0-1-193,26 0 56,-25 0 340,-3-1-335,11-4 79,-1 1-1,1 1 0,0 0 1,0 0-1,14 0 1,28-8-103,101-17 109,-100 19-230,-18 1 34,-26 6-754,1-1 0,19-1 0,-62 9-1937,30-5 2489,0 0 0,1 0 0,-1 0 0,0 0 0,0 0 0,0 0 0,1 0 0,-1 0 0,0 0 0,0-1 0,0 1 0,1 0 0,-1 0 0,0-1 0,0 1 0,1-1 0,-1 1 0,0 0 0,1-1 0,-2 0 0,0-1-542,-14-7-2907,5 2-2126,11 7 5204,-11-6-10155</inkml:trace>
</inkml:ink>
</file>

<file path=ppt/ink/ink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42:54.996"/>
    </inkml:context>
    <inkml:brush xml:id="br0">
      <inkml:brushProperty name="width" value="0.025" units="cm"/>
      <inkml:brushProperty name="height" value="0.025" units="cm"/>
    </inkml:brush>
  </inkml:definitions>
  <inkml:trace contextRef="#ctx0" brushRef="#br0">0 87 4328,'14'-6'13867,"-13"9"-13048,0-2-701,-1 0-1,1 1 1,0-1 0,0 0 0,0 1 0,0-1-1,0 0 1,0 0 0,0 0 0,0 0 0,0 0-1,1 0 1,-1 0 0,0-1 0,3 2 0,26-1 870,-29-1-990,240-20 2847,-176 16-2427,53-2 180,98-2 204,34 1-353,192 1 188,-97 0 72,-206 3-403,114 4 610,-205-7-527,-18 14-278,-27-8 397,-2-1-487,0 0-1,0 0 1,0 0-1,1 1 1,-1-1-1,0 0 1,1 0-1,-1 1 1,1-1-1,-1 1 1,1-1-1,2 1 1,3-2 771,27-7-540,1 3 1,0 0 0,65 0 0,-67 4-194,55-3 6,-48 5-65,-4 0-6148,-49 3 3484,5 1-521,2-3-5063</inkml:trace>
</inkml:ink>
</file>

<file path=ppt/ink/ink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42:56.769"/>
    </inkml:context>
    <inkml:brush xml:id="br0">
      <inkml:brushProperty name="width" value="0.025" units="cm"/>
      <inkml:brushProperty name="height" value="0.025" units="cm"/>
    </inkml:brush>
  </inkml:definitions>
  <inkml:trace contextRef="#ctx0" brushRef="#br0">1 20 25440,'2816'0'0</inkml:trace>
</inkml:ink>
</file>

<file path=ppt/ink/ink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43:15.718"/>
    </inkml:context>
    <inkml:brush xml:id="br0">
      <inkml:brushProperty name="width" value="0.025" units="cm"/>
      <inkml:brushProperty name="height" value="0.025" units="cm"/>
    </inkml:brush>
  </inkml:definitions>
  <inkml:trace contextRef="#ctx0" brushRef="#br0">66 68 7577,'-6'4'545,"0"-1"1,0 1-1,-1-1 1,1 0-1,-1-1 0,1 0 1,-15 4 8406,24-7-8785,19 0 14,-1 0 0,43 5 0,7 0-3,247 5 46,585-7-90,-701-7-70,216-9-78,-197 2 38,78-5 4,-107 6 214,-165 10 37,33 1-1,-31 0-128,-25 0-94,12-2 84,156-19 501,-144 17-441,20-1-13,-37 1-449,-1 0 1002,-1 4 3979,18 3-4630,-25-3-28,15 2-76,-4 1 30,-10-3-9,-1 0-1293,28 0-409,-27 0 388,-3-19-20638</inkml:trace>
</inkml:ink>
</file>

<file path=ppt/ink/ink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43:16.531"/>
    </inkml:context>
    <inkml:brush xml:id="br0">
      <inkml:brushProperty name="width" value="0.025" units="cm"/>
      <inkml:brushProperty name="height" value="0.025" units="cm"/>
    </inkml:brush>
  </inkml:definitions>
  <inkml:trace contextRef="#ctx0" brushRef="#br0">0 1 7377,'9'20'1568,"-7"-16"2099,260-2 3966,134 12-5871,-177-9-1307,31 2-104,148 13 128,378 26-123,-69 6 1219,-580-40-681,98 5 1633,-165-9-1810,-57-8-586,13 3-1061,-15-3 963,14 0-2534,-9-16-7593,2-3-2922</inkml:trace>
</inkml:ink>
</file>

<file path=ppt/ink/ink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43:27.573"/>
    </inkml:context>
    <inkml:brush xml:id="br0">
      <inkml:brushProperty name="width" value="0.025" units="cm"/>
      <inkml:brushProperty name="height" value="0.025" units="cm"/>
    </inkml:brush>
  </inkml:definitions>
  <inkml:trace contextRef="#ctx0" brushRef="#br0">2551 259 9409,'-8'9'2669,"4"-10"2712,3-11-773,1 0-5741,-3 10 1231,1 0 0,0 1 0,-1 0 0,1-1 1,-1 1-1,1 0 0,-5-1 0,4 0 10,-31-17 357,28 15-415,0 0-1,0 1 0,-1 0 0,0 0 1,-9-3-1,-62-12 207,-1 3-1,-120-5 1,-164 13 161,298 7-364,-304 3-48,179 2-29,-108 16 53,284-20-18,-140 23 48,135-21-69,0 1-1,1 0 1,-1 2 0,-18 7 0,-68 38 94,63-30-168,-14 13 57,50-31 24,1 1-1,-1 0 1,1 0 0,1 0-1,-1 1 1,0-1 0,1 1 0,0 0-1,0 1 1,-4 8 0,-13 14-2,15-20 14,0 0 1,0 1 0,1-1 0,0 1 0,1 0 0,-6 18 0,-5 10 7,-5 17 45,15-35-59,-48 172 72,14-75-38,30-90 40,-4 13-67,-4 13-70,15-44 66,-2 9 15,1 0 1,-2 24 0,4-34 3,2 0 1,-1 0-1,1 0 1,0 0-1,0 0 1,1 0 0,0 0-1,0 0 1,4 6-1,5 4-8,0 0-1,1 0 1,1-1-1,0-1 1,2 0 0,17 14-1,-25-22-28,13 10 23,0-1 1,2-1 0,-1-1-1,2-1 1,-1-1 0,30 10 0,-8-5-10,1-3 1,1-1 0,0-2-1,61 5 1,-95-14 13,281 24-9,156-19-4,-340-8-3,499-29 55,-192 0 12,-149 18-85,-184 9 0,-25 1-1,98-15 0,-148 16 27,37-8-7,0-1 1,72-27-1,-95 28-7,7-2 18,30-18-1,-51 25-8,-1-1-1,0 0 1,0 0 0,0 0 0,0-1-1,-1 0 1,0 0 0,-1 0 0,6-9 0,-6 5 6,0-1 1,-1 0 0,-1 0-1,0 0 1,0 0 0,-1 0-1,0-1 1,-1 1 0,-1-17-1,-2-9-17,2 16 86,-1-1 1,-2 1 0,0-1 0,-6-20 0,4 27 75,1 1 1,-2-1-1,0 1 1,-1 1 0,0-1-1,-1 1 1,-18-22-1,-99-99 1303,13 15-574,-42-54 82,96 109-552,-24-27 86,23 28-174,47 51-235,0 1 1,-1 0 0,0 0 0,-1 2 0,-1-1 0,1 2 0,-25-11 0,33 16-96,-13-6 3,0 2 1,-1 0-1,-37-8 1,-65-4-596,64 11-229,-103-13-4757,133 18 534,-30-1 1,53 4 4220,-38-2-9965</inkml:trace>
</inkml:ink>
</file>

<file path=ppt/ink/ink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44:59.007"/>
    </inkml:context>
    <inkml:brush xml:id="br0">
      <inkml:brushProperty name="width" value="0.025" units="cm"/>
      <inkml:brushProperty name="height" value="0.025" units="cm"/>
    </inkml:brush>
  </inkml:definitions>
  <inkml:trace contextRef="#ctx0" brushRef="#br0">8411 4 5629,'11'-2'1462,"-14"3"709,-18 2 4701,32-5-5875,-1-1 1061,-21 3-1093,5 2-838,-1-1-1,1 1 1,0 1-1,0-1 1,0 1 0,0 0-1,0 0 1,0 1 0,-8 7-1,7-6-6,0 0 0,0-1 0,-1 0 0,1 0 0,-9 3-1,-18 3 273,-188 54 330,108-44-503,12-2-53,-356 85-2,331-73-194,-27 4 125,50-8 22,-18 1-173,-175 34 52,-12 8 116,208-44 27,-173 51-135,-41 40 57,-68 16 238,180-65-50,135-43-199,-77 30 40,-191 90 22,-136 42 43,375-147-107,-14 6 175,-95 39-20,110-42-38,-62 24 127,-248 102 23,135-56 47,87-34-108,-51 27-77,-86 51-132,187-86 136,-29 14 72,-50 24-36,114-58-137,37-17 59,-36 26-25,29-15-114,-30 21 55,33-19-8,17-4-26,-34 21 23,61-47-53,0 0 0,2 2 1,0 1-1,1 0 0,1 1 0,1 1 1,1 1-1,-19 32 0,-24 40-42,4-7 22,-45 83 16,81-142 22,14-22-18,1 1 0,-1-1 1,1 1-1,-5 13 0,-5 14-7,7-17 17,0 1 0,-8 29 0,-35 129-139,17-65 104,0-1 5,25-75 41,-12 66-115,18-89 92,1 1 1,1-1-1,0 0 1,0 0-1,4 24 1,-1-21-24,-1-1 0,-1 1 0,-1 23 0,0-21 45,3 30 0,2-11-45,-3 0-1,-1 52 0,-1-75 6,1-1-1,1 1 1,0 0-1,0-1 1,7 20-1,2 12-3,3 7-11,-9-36 29,0 1-1,3 23 1,17 75-57,-21-73 59,-1 1-1,-2-1 1,-8 82-1,6-106 3,1-1 0,0 1 0,3 17-1,1 19-18,11 212-295,0 0 166,-9-161 93,-2-74 83,-2-1 0,-2 0 0,0 1 0,-6 38-1,1-36-1,0 59 0,0-2 67,-30 321-50,14-9-146,24-88-7,7-159 146,-10-77-26,-1-45 26,5 50 0,-2-61-29,0-1-1,0 1 1,-2-1 0,-3 28-1,1-34 1,1 1 0,1-1 0,0 1-1,1-1 1,0 0 0,7 26 0,1 23 60,26 228-221,-27-229 153,-6-40 7,0-1-1,8 25 1,-9-41 8,-1 0-1,1 1 1,-1-1-1,1 1 1,-2 6-1,1-7 0,-1 0 0,1 0 0,1 0 0,-1 0 0,1 0 0,1 7 0,20 81 15,-3-11-2,-16-67-23,0 0-1,0 0 0,-2 1 0,0-1 0,-2 28 0,1-40 12,0 0 0,0 0 0,0 0-1,1-1 1,-1 1 0,1 0 0,0 0 0,2 5 0,7 34 11,-9-40 99,3 14-81,-4-16-32,1 0 0,-1 0 0,0 1 0,0-1 1,1 0-1,-1 0 0,0 1 0,0-1 0,0 0 0,0 1 0,0-1 0,0 0 0,1 1 0,-1-1 1,0 0-1,0 1 0,0-1 0,0 0 0,0 1 0,0-1 0,0 0 0,0 1 0,0-1 0,-1 0 1,1 0-1,0 1 0,0-1 0,0 0 0,0 1 0,0-1 0,0 0 0,-1 1 0,-1-1-7,-1 1 0,1-1 0,-1 0 0,1 0 0,-1 0 0,1 0 0,-1-1 0,1 1 0,-4-1-1,4 0-2,0 1-1,0 0 0,0-1 1,0 1-1,-1-1 0,1 0 1,0 1-1,0-1 0,0 0 1,1-1-1,-1 1 0,0 0 0,0 0 1,0-1-1,1 1 0,-1-1 1,1 1-1,-1-1 0,1 0 1,0 0-1,0 1 0,-1-1 0,1 0 1,1 0-1,-1 0 0,-1-4 1,-8-13 24,-21-30-1,12 20-23,8 14-20,0-1 0,-25-26 1,11 15 102,0 7 55,23 18-68,-11-9 97,10 7-102,0 1 0,-1-1 0,1 1 0,-1 0 0,0 0 0,0 0 0,0 0 0,0 1 0,-1 0 0,1 0 0,-8-3 1,9 5 12,1-4-58,-1 1 1,1-1-1,0 1 0,0-1 0,0 0 0,0 0 1,1 0-1,-1 0 0,-1-8 0,3 11-15,0-1-7,3 3-596,0-1 600,0 1-1,0-1 1,0 1-1,-1 0 0,1 0 1,0 1-1,0-1 0,-1 0 1,1 1-1,-1 0 0,1-1 1,-1 1-1,3 3 0,32 36 94,-22-23-93,2 2 36,-2 0 0,23 41 0,-27-43-26,10 12 28,0 0-70,6 12 34,-20-32-1,0 0 0,-1 0 0,6 14 0,9 12-84,-16-29 87,0 0 1,-1 0-1,0 0 1,4 11-1,-6-14 5,0 0 1,0 0-1,1 0 0,0-1 0,0 1 1,4 4-1,-5-6 4,-2-1-2,1 1 1,-1-1-1,1 0 0,0 1 1,-1-1-1,1 0 0,0 1 1,0-1-1,0 0 1,0 0-1,1 2 0,8 9-54,-9-9 43,13 20-23,-8-15 28,-1-1 0,1 0 0,0 0 0,9 7 0,-13-13 53,0 1-23,-1-1-29,0 0 1,0 0-1,-1 0 0,1 0 0,0 0 0,0 0 1,1 0-1,-1 0 0,0-1 0,0 1 0,0 0 1,0-1-1,1 1 0,-1-1 0,1 1 0,3-7-18,-2-1 0,1 1 0,-1-1 1,0 0-1,0 0 0,-1 0 0,1 0 0,1-14 0,-1-7 56,1-31 0,-3 32-55,6-41-1,2 6 28,-8 44-8,1 0 1,1 1-1,1-1 0,6-17 1,-2 3 11,-7 29-30,-1 1 36,11-25-164,-20-6-632,20 26 1464,-10 7-857,-1 0-1,0 0 1,1 0-1,-1 0 1,0 0-1,1-1 0,-1 1 1,0 0-1,1 0 1,-1 0-1,0-1 1,1 1-1,-1 0 0,0 0 1,1-1-1,-1 1 1,0 0-1,0 0 1,0-1-1,1 1 0,-1 0 1,0-1-1,0 1 1,0 0-1,1-1 1,-1 1-1,0 0 0,0-1 1,0 1-1,0-1 1,0 1-1,0 0 0,0-1 1,0 1-1,0 0 1,0-1-1,0 1 1,0-1-1,0 1 0,0 0 1,-1-1-1,1 1 1,0 0-1,0-1 1,0 1-1,0 0 0,-1-1 1,1 1-1,0 0 1,0-1-1,-1 1 1,1 0-1,0 0 0,0-1 1,-1 1-1,1 0 1,0 0-1,-1-1 0,-6-6-5056</inkml:trace>
</inkml:ink>
</file>

<file path=ppt/ink/ink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45:09.781"/>
    </inkml:context>
    <inkml:brush xml:id="br0">
      <inkml:brushProperty name="width" value="0.025" units="cm"/>
      <inkml:brushProperty name="height" value="0.025" units="cm"/>
    </inkml:brush>
  </inkml:definitions>
  <inkml:trace contextRef="#ctx0" brushRef="#br0">0 1 4320,'0'0'3293</inkml:trace>
</inkml:ink>
</file>

<file path=ppt/ink/ink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45:11.580"/>
    </inkml:context>
    <inkml:brush xml:id="br0">
      <inkml:brushProperty name="width" value="0.025" units="cm"/>
      <inkml:brushProperty name="height" value="0.025" units="cm"/>
    </inkml:brush>
  </inkml:definitions>
  <inkml:trace contextRef="#ctx0" brushRef="#br0">4 14 5713,'0'0'50,"1"0"0,-1 0 0,0 0 0,1 0 0,-1 1 0,0-1 1,1 0-1,-1-1 0,0 1 0,1 0 0,-1 0 0,0 0 1,1 0-1,-1 0 0,0 0 0,1 0 0,-1 0 0,0-1 0,0 1 1,1 0-1,-1 0 0,0 0 0,0 0 0,1-1 0,-1 1 0,0 0 1,0 0-1,1-1 0,-1 1 0,0 0 0,0-1 0,0 1 1,0 0-1,0 0 0,1-1 0,-1 1 0,0 0 0,0-1 0,0 1 1,0 0-1,0-1 0,0 1 0,0 0 0,0-1 0,0 1 1,0 0-1,0-1 0,0 1 0,0 0 0,-1-1 0,1 1 0,0 0 1,0-1-1,-1-1 3537,0 4-3543,-1 0 1,1 0 0,0 0-1,-1 0 1,1 0-1,0 0 1,0 1 0,1-1-1,-2 4 1,18 8-39,-14-13-66</inkml:trace>
</inkml:ink>
</file>

<file path=ppt/ink/ink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3:35.465"/>
    </inkml:context>
    <inkml:brush xml:id="br0">
      <inkml:brushProperty name="width" value="0.025" units="cm"/>
      <inkml:brushProperty name="height" value="0.025" units="cm"/>
    </inkml:brush>
  </inkml:definitions>
  <inkml:trace contextRef="#ctx0" brushRef="#br0">0 4 25879,'2353'0'0</inkml:trace>
</inkml:ink>
</file>

<file path=ppt/ink/ink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3:53.385"/>
    </inkml:context>
    <inkml:brush xml:id="br0">
      <inkml:brushProperty name="width" value="0.025" units="cm"/>
      <inkml:brushProperty name="height" value="0.025" units="cm"/>
    </inkml:brush>
  </inkml:definitions>
  <inkml:trace contextRef="#ctx0" brushRef="#br0">1123 1 3944,'-26'9'6457,"24"-9"-6464,-1 1 0,0 0 0,0 0 0,0 0 0,1 0 0,-1 1 0,1-1 0,-1 1 0,1-1 0,-4 4 0,4-3 89,0-2-102,-12 3 7,5 0-15,-1-1-1,0-1 0,0 0 0,-11 0 1,-7 2-27,0 2-1,-45 13 1,33-7 136,-52 3-39,38-7 47,-17 7-169,-65 14-678,84-21 566,-15 4 243,-60 11-108,27-4-888,87-16 232,0 0 0,0-1-1,0-1 1,-22-1 0,32 1 453,-26-1-1225</inkml:trace>
</inkml:ink>
</file>

<file path=ppt/ink/ink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3:16.389"/>
    </inkml:context>
    <inkml:brush xml:id="br0">
      <inkml:brushProperty name="width" value="0.025" units="cm"/>
      <inkml:brushProperty name="height" value="0.025" units="cm"/>
    </inkml:brush>
  </inkml:definitions>
  <inkml:trace contextRef="#ctx0" brushRef="#br0">181 537 8061,'-3'9'2677,"-4"2"5472,0-2-4071,3 0-5562,-7 22 2099,3 0 1,0 1-1,-6 60 1,4-19-140,-9 35-68,-46 308 145,41-291-565,27-183-42,5-46 11,22-151 81,5-34-99,40-103 179,-59 322 371,2 1 1,34-79-1,-46 134-344,1 0-1,0 1 0,1-1 1,14-16-1,-22 29-130,1 0-1,0 0 1,0 0 0,-1 0-1,1 1 1,0-1 0,0 0-1,0 0 1,0 1 0,0-1-1,0 0 1,0 1 0,0-1-1,0 1 1,1 0 0,-1-1-1,0 1 1,0 0 0,0 0 0,0 0-1,1 0 1,-1 0 0,0 0-1,0 0 1,0 0 0,1 0-1,1 1 1,-2 0-8,1-1 0,-1 1-1,1 0 1,-1 0 0,1 0 0,-1 0 0,0 0-1,0 0 1,0 1 0,0-1 0,0 0 0,0 1 0,0-1-1,0 0 1,0 1 0,0-1 0,-1 1 0,1 0-1,0 1 1,1 7 14,0 0-1,-1 0 0,0 0 1,0 1-1,-2 18 0,-11 55-243,6-48-112,-1 7-496,-3-1-1,-20 57 1,21-73-42,-2-1-1,-1 0 1,-1 0 0,-30 42 0,35-57 216,0 0 1,-1-1 0,-17 14 0,24-21 316,0 0 1,0 0 0,0-1-1,-1 1 1,1-1-1,-1 1 1,1-1 0,-1 0-1,1 0 1,-1 0 0,1 0-1,-1 0 1,0-1 0,0 1-1,1-1 1,-1 0 0,0 0-1,0 0 1,0 0 0,1 0-1,-1 0 1,-4-2 0,4 0-573,1 1 0,0-1 1,-1 0-1,1 0 0,0 0 1,0 0-1,-2-3 0</inkml:trace>
</inkml:ink>
</file>

<file path=ppt/ink/ink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3:16.688"/>
    </inkml:context>
    <inkml:brush xml:id="br0">
      <inkml:brushProperty name="width" value="0.025" units="cm"/>
      <inkml:brushProperty name="height" value="0.025" units="cm"/>
    </inkml:brush>
  </inkml:definitions>
  <inkml:trace contextRef="#ctx0" brushRef="#br0">836 32 12765,'-22'-27'2019,"22"27"-1972,-1-1-1,1 1 1,0 0 0,0 0 0,0-1-1,0 1 1,0 0 0,0 0 0,0-1-1,-1 1 1,1 0 0,0 0-1,0 0 1,0 0 0,0-1 0,-1 1-1,1 0 1,0 0 0,0 0 0,-1 0-1,1 0 1,0-1 0,0 1-1,0 0 1,-1 0 0,1 0 0,0 0-1,0 0 1,-1 0 0,1 0 0,0 0-1,-1 0 1,1 0 0,0 0-1,0 0 1,-1 0 0,-18 6 1534,8-4-1234,1 1-1,-1 0 1,0 1 0,1 0-1,0 1 1,0 0-1,0 1 1,1 0-1,-12 10 1,-19 20 77,3 2 0,1 1 0,2 2 0,-37 58 0,-101 191 1086,30-7-520,108-203-805,-37 136 1,60-176-286,3 0 0,1 0 0,-3 80 0,9-106 5,2 0 0,0-1 0,0 0 0,1 1 0,1-1 0,0 0 0,1 0 0,0 0 0,1 0 0,1-1 0,0 0 0,0 0 0,1-1 0,1 1 1,14 16-1,-17-24-104,-1 1 0,1-1 1,0 0-1,0 0 0,1-1 1,-1 0-1,1 0 0,0 0 1,0 0-1,0-1 0,0 0 1,0 0-1,1-1 0,-1 0 1,8 1-1,2-2-1552,1 0 0,-1-1 0,0-1 0,28-7 0,18-6-7963</inkml:trace>
</inkml:ink>
</file>

<file path=ppt/ink/ink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3:17.082"/>
    </inkml:context>
    <inkml:brush xml:id="br0">
      <inkml:brushProperty name="width" value="0.025" units="cm"/>
      <inkml:brushProperty name="height" value="0.025" units="cm"/>
    </inkml:brush>
  </inkml:definitions>
  <inkml:trace contextRef="#ctx0" brushRef="#br0">2 1153 8445,'3'-3'1072,"7"-10"10112,-24-11-8140,14 17-2843,0 1 0,0-1 1,1 0-1,-1 0 0,2 0 0,-1 1 1,1-1-1,3-8 0,4-16 255,43-243 778,8-36-493,-22 149-329,19-78 420,-45 217-691,-12 22-136,0-1 1,1 1-1,-1-1 1,0 1-1,0 0 1,1-1-1,-1 1 1,0-1-1,1 1 1,-1 0-1,1-1 1,-1 1-1,0 0 0,1 0 1,-1-1-1,1 1 1,-1 0-1,1 0 1,-1 0-1,1 0 1,-1 0-1,1-1 1,-1 1-1,1 0 1,-1 0-1,1 0 0,-1 0 1,1 0-1,-1 1 1,1-1-1,-1 0 1,1 0-1,-1 0 1,1 0-1,-1 0 1,1 1-1,3 6 20,1-1 0,-1 1 0,-1 1-1,0-1 1,0 0 0,0 1 0,2 13 0,-2-11-7,10 45 49,-3 1 1,6 101 0,-13-124-62,1 20-18,24 236-2137,-21-227 131,-1 73 0,-13-4-8730,4-92 677</inkml:trace>
</inkml:ink>
</file>

<file path=ppt/ink/ink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3:17.241"/>
    </inkml:context>
    <inkml:brush xml:id="br0">
      <inkml:brushProperty name="width" value="0.025" units="cm"/>
      <inkml:brushProperty name="height" value="0.025" units="cm"/>
    </inkml:brush>
  </inkml:definitions>
  <inkml:trace contextRef="#ctx0" brushRef="#br0">1 97 16710,'13'11'2556,"-7"-27"-444,-1 0-260,14 5-308,-3 3-304,3 0-332,5 2-151,-2-2-277,5 3-476,2-1-869,4 4-499,-17-9-1216,3 0-248,0 19-3261,-3 0-5364</inkml:trace>
</inkml:ink>
</file>

<file path=ppt/ink/ink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3:17.540"/>
    </inkml:context>
    <inkml:brush xml:id="br0">
      <inkml:brushProperty name="width" value="0.025" units="cm"/>
      <inkml:brushProperty name="height" value="0.025" units="cm"/>
    </inkml:brush>
  </inkml:definitions>
  <inkml:trace contextRef="#ctx0" brushRef="#br0">27 0 15841,'0'0'1917,"3"24"-293,5 14-156,-2-27-360,-6 16-188,-3 16-160,3-3-192,3 4-556,-6-1-320,-3 0-496,-2-3-740,0-5-812,-2-5-3365,1-16-4780</inkml:trace>
</inkml:ink>
</file>

<file path=ppt/ink/ink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3:17.791"/>
    </inkml:context>
    <inkml:brush xml:id="br0">
      <inkml:brushProperty name="width" value="0.025" units="cm"/>
      <inkml:brushProperty name="height" value="0.025" units="cm"/>
    </inkml:brush>
  </inkml:definitions>
  <inkml:trace contextRef="#ctx0" brushRef="#br0">0 0 15377,'103'111'7526,"-84"-90"-6588,-1 1 0,-1 1 0,-1 1 1,0 0-1,19 43 0,45 138 1533,-55-124-2022,-3 0-1,-4 2 1,12 134 0,-24-108-485,-4 0 1,-17 147-1,-36 100-1994,33-272 108,-3-1 0,-39 96-1,-10-6-2725,21-63-1276,-12 8-5414</inkml:trace>
</inkml:ink>
</file>

<file path=ppt/ink/ink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3:18.440"/>
    </inkml:context>
    <inkml:brush xml:id="br0">
      <inkml:brushProperty name="width" value="0.025" units="cm"/>
      <inkml:brushProperty name="height" value="0.025" units="cm"/>
    </inkml:brush>
  </inkml:definitions>
  <inkml:trace contextRef="#ctx0" brushRef="#br0">51 311 10161,'-18'2'1531,"17"-1"-1405,0 0 1,0-1 0,1 1-1,-1 0 1,0-1-1,0 1 1,1 0 0,-1 0-1,0-1 1,1 1-1,-1 0 1,1 0 0,-1 0-1,1 0 1,0 0-1,-1 0 1,1 0 0,0 0-1,0 0 1,0 0-1,-1 0 1,1 0 0,0 1-1,0 2 302,-4 18 661,1 0 1,1 0-1,1 43 0,1-43-770,0 25 370,-1-10-55,2 0 0,9 66 0,-2-42-214,-7-42-250,2 0 1,7 33-1,0 7-252,-10-57 50,-1-1 0,1 1 0,-1 0 0,1 0 0,-1 0-1,0-1 1,1 1 0,-1 0 0,0-1 0,0 1 0,-2 2 0,1-2-29,2-1 62,0 0 0,-1-1 1,1 1-1,0 0 0,-1 0 0,1 0 0,-1-1 0,1 1 1,-1 0-1,1-1 0,-1 1 0,0 0 0,1-1 0,-1 1 1,0-1-1,1 1 0,-1-1 0,0 1 0,0-1 0,1 1 1,-1-1-1,0 0 0,0 0 0,0 1 0,1-1 0,-1 0 1,0 0-1,0 0 0,0 0 0,0 0 0,0 0 0,0 0 1,0 0 10,0-1 0,0 1 0,0-1 1,0 1-1,0-1 0,0 1 1,0-1-1,0 1 0,0-1 1,1 0-1,-1 0 0,0 1 1,1-1-1,-1 0 0,0 0 0,1 0 1,-1 0-1,1 0 0,-1 0 1,1 0-1,0 0 0,-1 0 1,1 0-1,0 0 0,0 0 0,-1-1 1,0-16 139,1 0 0,1-1 0,4-28 0,-1 8 56,38-239 1036,-19 138-762,12-43 123,-6 31-752,-17 115-523,-8 25 348,-2 13 211,0 0-1,0 0 1,-1 0 0,1 0-1,-1 0 1,1 1 0,-1-1-1,1 1 1,2 2 0,0 10-336,0 0 1,0 0 0,-2 0 0,3 25 0,-3-19-13,0-2 32,0-1-1,-1 1 1,-1-1-1,-1 1 1,-4 26-1,2-31 254,2-6-281,0 1 0,-1 0-1,0-1 1,0 1 0,-1-1-1,-6 12 1,4-10-355,-4 7-425,-4-5-3048,-2-3-1883</inkml:trace>
</inkml:ink>
</file>

<file path=ppt/ink/ink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3:18.976"/>
    </inkml:context>
    <inkml:brush xml:id="br0">
      <inkml:brushProperty name="width" value="0.025" units="cm"/>
      <inkml:brushProperty name="height" value="0.025" units="cm"/>
    </inkml:brush>
  </inkml:definitions>
  <inkml:trace contextRef="#ctx0" brushRef="#br0">580 0 11053,'11'11'6948,"-16"-9"-5972,-7 5-754,-1 1 0,1 1 0,0 0 0,1 0 0,0 1 0,1 1 1,0-1-1,-12 18 0,-7 14 73,-27 51 0,-34 69 601,-84 212 0,148-308-735,3 1 0,4 0 0,2 2 0,3 0-1,3 1 1,-2 106 0,13-142-160,2 1 1,1-1-1,12 54 0,-11-71-123,1-1 0,1 0 0,0 0 0,1-1 0,0 0 0,2 0-1,0 0 1,0-1 0,16 17 0,-21-26-94,2 0-1,-1-1 1,0 0-1,1 0 1,0 0 0,0 0-1,0-1 1,0 0-1,1-1 1,-1 1 0,1-1-1,0 0 1,13 2-1,-8-3-808,0 0 0,-1-1 0,1-1 0,0 1 0,0-2 0,-1 1 0,20-7 0,29-16-8029</inkml:trace>
</inkml:ink>
</file>

<file path=ppt/ink/ink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3:19.638"/>
    </inkml:context>
    <inkml:brush xml:id="br0">
      <inkml:brushProperty name="width" value="0.025" units="cm"/>
      <inkml:brushProperty name="height" value="0.025" units="cm"/>
    </inkml:brush>
  </inkml:definitions>
  <inkml:trace contextRef="#ctx0" brushRef="#br0">192 368 14749,'0'0'57,"-13"0"1378,13 0-1350,0 0 1,0 0-1,0 1 1,0-1-1,0 0 1,0 1-1,0-1 1,0 0-1,0 1 0,0-1 1,0 0-1,0 1 1,0-1-1,0 0 1,0 1-1,1-1 1,-1 0-1,0 0 1,0 1-1,0-1 1,1 0-1,-1 0 0,0 1 1,0-1-1,1 0 1,-1 0-1,0 0 1,0 1-1,1-1 1,-1 0-1,0 0 1,1 0-1,-8 8 313,0 0 0,1 1 0,0-1 0,1 1 0,0 0 0,-7 16 0,-19 64 230,18-48-316,-1 4 27,1 0 0,2 1 0,2 0 0,3 1 0,-2 63 0,9-84 133,1-1 0,5 28 0,0-35-119,-7-18-358,0 0-1,1 0 1,-1 1-1,0-1 1,0 0 0,1 0-1,-1 0 1,0 0-1,1 0 1,-1 1-1,0-1 1,1 0 0,-1 0-1,0 0 1,0 0-1,1 0 1,-1 0-1,0 0 1,1 0 0,-1 0-1,0 0 1,1 0-1,-1 0 1,0 0 0,1 0-1,-1-1 1,0 1-1,1 0 1,-1 0-1,2-2-71,0 0-1,0 1 1,0-1-1,-1 0 1,1 0-1,0 0 1,-1 0-1,0 0 0,0 0 1,2-4-1,-1 1-39,-1 1 0,1 0 0,-1-1 0,0 0 0,-1 1 0,1-1 0,-1 0 0,0 1 0,0-1-1,0 0 1,0 1 0,-3-9 0,-1-4-279,-2-1 0,-7-16 0,3 6-119,-3-4 255,6 16 221,1 0 0,1 0 0,0-1 1,1 0-1,-3-29 0,8 11 302,1 1 0,2-1-1,1 1 1,17-60 0,-13 63 219,2 1-1,1 0 0,1 1 1,2 0-1,1 1 1,1 0-1,1 2 1,1 0-1,1 1 0,2 1 1,40-35-1,-31 31-109,19-14 98,-45 38-424,0 1 1,0 0-1,1 0 1,-1 0-1,1 1 1,0 0-1,0 0 0,8-2 1,-14 4-47,1 0 1,0 0-1,-1 0 1,1 0-1,0 0 1,-1 0-1,1 0 1,0 0-1,-1 0 1,1 0-1,0 0 1,-1 1-1,1-1 1,0 0-1,-1 0 1,1 1-1,0-1 1,-1 0-1,1 1 1,-1-1-1,1 0 1,-1 1-1,1-1 1,-1 1-1,1 0 1,0 0-33,0 1 0,-1-1 1,1 1-1,0-1 1,-1 1-1,1 0 1,-1-1-1,0 1 1,0-1-1,1 4 0,-2 5-349,1 1-1,-5 19 0,5-27 297,-6 22-616,0-1 0,-1 0 0,-2 0-1,0-1 1,-1 0 0,-2 0 0,-19 29 0,-9 5-2388,-63 71 0,31-58 2961,62-61 736,5-5 1095,9-5 308,20-8-56,18-4-566,0 3-1,1 2 1,1 1-1,-1 2 1,1 3-1,76 4 1,-114-2-1383,0 1 0,0 0 0,0 0 0,-1 1 0,1-1 0,0 1 0,0 1 0,5 2 0,-9-4-7,0 1 1,0-1 0,0 0-1,-1 1 1,1-1-1,0 1 1,-1-1-1,1 1 1,-1 0 0,0 0-1,0-1 1,0 1-1,0 0 1,0 0-1,0 0 1,0 0-1,0 1 1,-1-1 0,1 0-1,-1 0 1,0 0-1,0 0 1,0 1-1,0 1 1,-1 9-82,-1-1 0,-1 0-1,0 0 1,0 0 0,-1 0 0,-1 0 0,0-1-1,-1 0 1,0 0 0,-7 10 0,-5 5-571,-1-2 0,-42 43-1,45-51-268,-1-2 0,0 0 0,-1-1 0,-1-1 0,1 0 0,-26 10-1,22-13-1460,-1-1 0,0-1 0,-26 5 0,-16-2-8549</inkml:trace>
</inkml:ink>
</file>

<file path=ppt/ink/ink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3:19.937"/>
    </inkml:context>
    <inkml:brush xml:id="br0">
      <inkml:brushProperty name="width" value="0.025" units="cm"/>
      <inkml:brushProperty name="height" value="0.025" units="cm"/>
    </inkml:brush>
  </inkml:definitions>
  <inkml:trace contextRef="#ctx0" brushRef="#br0">740 0 17162,'7'0'539,"-1"0"1324,-7 2 399,0-1-2045,0-1-1,0 1 1,0 0-1,0 0 1,0 0 0,0 0-1,1 0 1,-1 0-1,0 0 1,1 0-1,-1 0 1,-1 2 0,-6 36 1425,3-8-1086,-13 33 256,-28 64 0,16-48-474,-150 366 471,-15 45-2512,57-86-2157,49-136-6605,58-174-134</inkml:trace>
</inkml:ink>
</file>

<file path=ppt/ink/ink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3:20.361"/>
    </inkml:context>
    <inkml:brush xml:id="br0">
      <inkml:brushProperty name="width" value="0.025" units="cm"/>
      <inkml:brushProperty name="height" value="0.025" units="cm"/>
    </inkml:brush>
  </inkml:definitions>
  <inkml:trace contextRef="#ctx0" brushRef="#br0">1 1146 10857,'0'0'11374,"0"-5"-11028,3-87 200,21-134-1,37-91 314,-46 245-441,35-143 1166,-35 163-880,1 1 1,25-50-1,-40 100-681,-1 0 0,1 0 0,-1 0 0,1 0 0,-1 1 1,1-1-1,0 0 0,-1 0 0,1 1 0,0-1 0,0 0 0,0 1 0,-1-1 0,1 1 0,0-1 1,0 1-1,0-1 0,0 1 0,0 0 0,0-1 0,0 1 0,0 0 0,0 0 0,0 0 0,0 0 1,0 0-1,0 0 0,0 0 0,0 0 0,0 0 0,0 0 0,0 0 0,0 1 0,2 0 0,0 0 19,0 0 0,0 1 0,0 0 0,0-1-1,0 1 1,0 0 0,-1 0 0,4 4 0,-1-1 11,-1 1 1,0-1-1,0 1 1,-1 0-1,1 0 1,-1 0-1,3 11 1,12 50 179,-15-52-191,54 282 19,-33-152-1504,0 3-1571,-19-72-1562,-8 0-3389,-2-38-2644</inkml:trace>
</inkml:ink>
</file>

<file path=ppt/ink/ink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3:20.536"/>
    </inkml:context>
    <inkml:brush xml:id="br0">
      <inkml:brushProperty name="width" value="0.025" units="cm"/>
      <inkml:brushProperty name="height" value="0.025" units="cm"/>
    </inkml:brush>
  </inkml:definitions>
  <inkml:trace contextRef="#ctx0" brushRef="#br0">1 100 17270,'13'-26'2364,"4"15"-332,-1 0-316,8 3-312,-2 0-292,10 5-280,14-5-420,-8 8-844,2-5-788,-13-9-1340,0 9-212,-13 10-3213</inkml:trace>
</inkml:ink>
</file>

<file path=ppt/ink/ink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3:20.849"/>
    </inkml:context>
    <inkml:brush xml:id="br0">
      <inkml:brushProperty name="width" value="0.025" units="cm"/>
      <inkml:brushProperty name="height" value="0.025" units="cm"/>
    </inkml:brush>
  </inkml:definitions>
  <inkml:trace contextRef="#ctx0" brushRef="#br0">140 0 14561,'0'16'1796,"-5"11"-387,-3 14-313,-3-11-272,-2-1-160,5 9-184,-6 2-116,1 1-324,-1-1-384,-2 1-544,2-6-668,4-8-769,2-14-2395,2 4-3697</inkml:trace>
</inkml:ink>
</file>

<file path=ppt/ink/ink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3:21.115"/>
    </inkml:context>
    <inkml:brush xml:id="br0">
      <inkml:brushProperty name="width" value="0.025" units="cm"/>
      <inkml:brushProperty name="height" value="0.025" units="cm"/>
    </inkml:brush>
  </inkml:definitions>
  <inkml:trace contextRef="#ctx0" brushRef="#br0">1 1 17782,'62'31'3236,"-34"-17"-1037,1 0-1,33 25 1,-38-19-1857,0 1-1,-2 1 1,0 1 0,-2 1 0,0 1 0,-2 1-1,0 0 1,24 53 0,-14-16 350,-2 2 1,32 133-1,-43-131-692,-3 1 0,-3 0 0,-3 0 0,-4 0 0,-2 1 0,-3 0 0,-14 83 0,-48 174-2179,43-244 205,-62 152 0,47-151-160,-51 113-7098,21-76-3058</inkml:trace>
</inkml:ink>
</file>

<file path=ppt/ink/ink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4:06.584"/>
    </inkml:context>
    <inkml:brush xml:id="br0">
      <inkml:brushProperty name="width" value="0.025" units="cm"/>
      <inkml:brushProperty name="height" value="0.025" units="cm"/>
    </inkml:brush>
  </inkml:definitions>
  <inkml:trace contextRef="#ctx0" brushRef="#br0">160 42 15233,'-2'2'782,"0"1"0,0-1 1,1 0-1,-1 0 0,1 1 0,-1-1 0,0 4 0,-5 21 2046,7 34-1900,2-27 243,-2 109 656,2 403 796,-10-347-2794,1 31-1780,14-168-188,-7-59 1429,-1-7 21,-9-34-252,2 0 1,-5-62 0,4-86-92,8 142 991,25-421 1712,-19 409-1122,0 15 185,2 1 1,2-1-1,1 2 1,2 0-1,2 0 1,1 1-1,37-66 1,-47 96-411,0 0 0,1 1 1,11-13-1,-15 19-259,-1-1 1,1 1-1,-1 0 1,1-1-1,0 1 1,-1 0-1,1 0 0,0 0 1,0 0-1,3 0 1,-4 1-54,-1 0 0,1 0 1,0-1-1,0 2 0,-1-1 0,1 0 1,0 0-1,-1 0 0,1 0 0,0 0 1,-1 0-1,1 1 0,0-1 0,-1 0 1,1 1-1,0-1 0,-1 0 0,1 1 1,-1-1-1,1 1 0,-1-1 0,1 1 1,-1-1-1,1 1 0,-1-1 0,1 1 1,-1 0-1,0-1 0,1 1 0,-1 0 1,4 7-9,-1 0 1,-1 0 0,0 0 0,0 0-1,0 1 1,-1-1 0,0 0 0,-1 1 0,0-1-1,0 1 1,-1-1 0,-3 16 0,-4 12-569,-21 57 1,20-65 139,4-14 210,-63 174-3542,54-155 2140,-2-1 0,-1-1 0,-33 46 0,45-70 1003,-1 0 0,1-1 0,-1 0 0,0 0 0,0-1 0,-15 10 0,-22 4-5197,27-12-988</inkml:trace>
</inkml:ink>
</file>

<file path=ppt/ink/ink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4:07.251"/>
    </inkml:context>
    <inkml:brush xml:id="br0">
      <inkml:brushProperty name="width" value="0.025" units="cm"/>
      <inkml:brushProperty name="height" value="0.025" units="cm"/>
    </inkml:brush>
  </inkml:definitions>
  <inkml:trace contextRef="#ctx0" brushRef="#br0">409 651 10281,'-4'-2'560,"0"0"0,0 0 1,0 1-1,-1-1 0,1 1 1,0 0-1,-1 1 0,1-1 0,0 1 1,-1 0-1,-8 0 0,11 1 556,-19 16 937,-19 12-1528,2 1 0,-42 43 1,-43 69 350,118-136-868,-2 3 165,1 0 0,0 0 0,1 0 0,-5 11 0,9-19-133,0 0 0,1 0 0,-1 0 0,1 1 0,-1-1 0,1 0 0,-1 0 0,1 1 0,0-1 0,0 0 0,0 1 0,0-1 0,0 0 0,0 1 0,0-1 0,0 0 0,0 1 0,1-1 0,-1 0 0,0 1 0,1-1 0,-1 0 0,1 0 0,0 0 0,-1 1 0,1-1 0,0 0 0,0 0 0,-1 0 0,1 0 0,0 0 0,0 0 0,0 0 0,0-1 0,0 1 0,1 0 0,-1 0 0,0-1 0,0 1 0,0-1 0,2 1 0,2 0 78,1 0 1,-1 0 0,0 0-1,1-1 1,-1 0-1,0 0 1,1 0 0,-1-1-1,0 1 1,1-2 0,5-1-1,8-3 254,30-14 0,-22 6-133,0-1 0,32-25 0,6-5-1437,-62 44 670,-21-15-1010,48 15 1927,1-2 1,-1-1-1,48-13 1,88-34 170,-140 42-814,-1 0-1,1-2 1,30-19 0,-48 25 102,0 0 1,-1 0-1,0-1 1,0 0-1,-1 0 1,0-1-1,0 0 1,0 0-1,-1 0 1,0-1-1,0 0 1,-1 0-1,6-16 1,-5 9-78,-1-1 0,-1 1 0,0-1 1,0-28-1,-5-64-305,-1 46 466,3 42 112,-1-21 298,0 1-1,-3-1 1,-11-51 0,9 65 985,-5-45 1,9 49-636,1 20 463,2 3-1084,1 0-1,-1 1 1,0-1-1,0 1 1,1 0-1,-1-1 1,0 1-1,0 0 1,0 0-1,0 0 1,0 0-1,2 2 1,1 0 69,0 2-67,1 0 0,-1 1 0,0-1 0,0 1 0,-1 0 0,0 0 0,0 0 0,0 0 1,-1 1-1,0-1 0,2 13 0,2 13 154,2 40 1,-6-50-147,4 127-1351,-15 193 0,7-307 53,-2 0 0,-10 43 1,10-61-81,-2 1 0,-8 18 0,9-25-262,0-1 1,-1 1-1,-1-1 1,-7 10-1,-12 4-7998</inkml:trace>
</inkml:ink>
</file>

<file path=ppt/ink/ink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4:07.662"/>
    </inkml:context>
    <inkml:brush xml:id="br0">
      <inkml:brushProperty name="width" value="0.025" units="cm"/>
      <inkml:brushProperty name="height" value="0.025" units="cm"/>
    </inkml:brush>
  </inkml:definitions>
  <inkml:trace contextRef="#ctx0" brushRef="#br0">0 328 11941,'1'0'204,"0"1"1,0-1-1,0 0 0,0 1 1,0-1-1,0 0 0,0 0 1,0 0-1,0 0 0,0 0 1,0 0-1,0 0 0,0 0 1,0 0-1,0 0 0,0-1 1,0 1-1,0 0 0,0-1 1,0 1-1,1-2 0,-1 1 211,0-1 0,1 1-1,-2-1 1,1 1 0,0-1 0,0 0-1,0 1 1,-1-1 0,1 0-1,-1 0 1,1-2 0,-1 3-347,1-1 1,0 1-1,0-1 1,-1 1 0,1 0-1,0 0 1,0-1-1,0 1 1,1 0 0,-1 0-1,0 0 1,0 0-1,1 0 1,-1 0 0,0 0-1,1 1 1,-1-1-1,1 0 1,-1 1-1,1-1 1,-1 1 0,1 0-1,-1-1 1,1 1-1,-1 0 1,1 0 0,0 0-1,2 0 1,1 0-14,1 0 1,-1 1-1,1-1 1,-1 1-1,1 1 1,-1-1-1,9 4 1,3 0-604,0 1 1,0-2 0,1-1 0,17 2-1,-34-5 478,0 0 0,0 0 0,0 0 1,0 0-1,0 0 0,0 0 0,0 0 0,0 0 0,0 0 0,0-1 0,0 1 0,0 0 0,0-1 0,-1 1 0,1-1 0,0 1 0,0-1 1,0 1-1,-1-1 0,1 1 0,0-1 0,0 0 0,-1 0 0,1 1 0,-1-1 0,1 0 0,0-1 0,7-24-535,-8 25 564,9-47-264,8-57 1977,-15 92-1005,-2 1-1,0-1 1,0 0 0,-1 1 0,-1-1 0,-3-14 0,-2 9 795,7 18-1440,0 0 1,0 0 0,0 0-1,0 0 1,0 0 0,0 0 0,-1 0-1,1 0 1,0 0 0,0 0-1,0 0 1,0-1 0,0 1 0,0 0-1,0 0 1,-1 1 0,1-1-1,0 0 1,0 0 0,0 0-1,0 0 1,0 0 0,0 0 0,0 0-1,0 0 1,-1 0 0,1 0-1,0 0 1,0 0 0,0 0 0,0 0-1,0 0 1,0 0 0,0 0-1,0 1 1,0-1 0,0 0 0,-1 0-1,1 0 1,0 0 0,0 0-1,0 0 1,0 0 0,0 0-1,0 1 1,0-1 0,0 0 0,0 0-1,0 0 1,0 0 0,0 0-1,0 0 1,0 0 0,0 1 0,0-1-1,0 0 1,0 0 0,0 0-1,0 0 1,0 0 0,1 0-1,-4 37 1709,3-20-1933,-61 511 913,60-522-790,1 1 0,0-1 0,0 1-1,0-1 1,2 10 0,-2-15 71,1 0 0,-1 0 0,0 0 0,0 0 0,1 0-1,-1 0 1,1-1 0,-1 1 0,1 0 0,-1 0 0,1 0 0,-1-1 0,1 1 0,0 0 0,-1 0 0,1-1 0,0 1 0,-1-1 0,1 1 0,0-1 0,0 1 0,0-1 0,0 1 0,0-1 0,-1 0 0,1 1 0,0-1 0,0 0 0,0 0 0,0 0 0,0 1 0,0-1 0,0 0 0,0 0 0,0-1 0,0 1 0,0 0 0,1 0 0,6-3 13,-1 1 1,0-1-1,1 0 1,-1-1 0,0 0-1,-1 0 1,1 0-1,-1-1 1,10-9-1,52-57 281,-47 46-179,27-30 160,-19 20 37,34-31 1,-59 62-270,0 0 0,0 1 1,0-1-1,1 1 1,5-3-1,-9 6-35,0-1 1,-1 1-1,1 0 1,0 0-1,-1 0 0,1 0 1,0-1-1,-1 1 1,1 0-1,0 0 0,-1 0 1,1 1-1,0-1 1,0 0-1,-1 0 0,1 0 1,0 0-1,-1 1 1,1-1-1,0 0 0,-1 0 1,1 1-1,-1-1 1,1 1-1,-1-1 0,1 0 1,0 1-1,-1-1 1,0 1-1,1 0 1,-1-1-1,1 1 0,-1-1 1,0 1-1,1 0 1,-1-1-1,0 1 0,1-1 1,-1 1-1,0 0 1,0 0-1,0-1 0,0 2 1,3 9-108,-1 0 0,-1 0 0,0 0 1,-1 0-1,0 0 0,-2 16 0,0 7-591,-8 97-2871,3-68-173,3 0-4000,4-24-3190</inkml:trace>
</inkml:ink>
</file>

<file path=ppt/ink/ink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4:08.165"/>
    </inkml:context>
    <inkml:brush xml:id="br0">
      <inkml:brushProperty name="width" value="0.025" units="cm"/>
      <inkml:brushProperty name="height" value="0.025" units="cm"/>
    </inkml:brush>
  </inkml:definitions>
  <inkml:trace contextRef="#ctx0" brushRef="#br0">227 30 16498,'-13'-30'12457,"5"49"-11700,1-1 1,1 2-1,-7 35 0,3-6-365,-21 65-35,-35 155-1098,37-144 123,12-59-250,-8 69 1,24-118 359,0-1 0,2 1 0,-1 0 1,2-1-1,0 1 0,1-1 0,10 31 0,-13-47 502,0 0 0,0 0 0,0 0 0,0 0 0,0 0 0,0 0 0,0 0 0,0-1 0,0 1 0,0 0 0,1 0 0,-1 0-1,0 0 1,0 0 0,0 0 0,0 0 0,0 0 0,0 0 0,0 0 0,0 0 0,0 0 0,0 0 0,0 0 0,0 0 0,0 0 0,1 0 0,-1 0-1,0 0 1,0 0 0,0 0 0,0 0 0,0 0 0,0 0 0,0 0 0,0 0 0,0 0 0,0 0 0,1 0 0,-1 0 0,0 0 0,0 0-1,0 0 1,0 0 0,0 0 0,0 0 0,0 0 0,0 0 0,0 0 0,0 0 0,0 0 0,0 0 0,0 0 0,1 0 0,-1 0 0,0 0 0,0 0-1,0 1 1,0-1 0,8-11-91,-1 1 0,0-1 0,0 0 0,-1-1 0,-1 1-1,0-1 1,6-22 0,16-95-138,-18 75 161,71-348-256,-20 151 93,-45 211 161,-14 38 170,-5 18-206,-6 19 82,1-5-241,-1 1 0,-2-1 0,-15 30 0,4-12-2967,11-23-1388,11-22 57</inkml:trace>
</inkml:ink>
</file>

<file path=ppt/ink/ink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4:08.562"/>
    </inkml:context>
    <inkml:brush xml:id="br0">
      <inkml:brushProperty name="width" value="0.025" units="cm"/>
      <inkml:brushProperty name="height" value="0.025" units="cm"/>
    </inkml:brush>
  </inkml:definitions>
  <inkml:trace contextRef="#ctx0" brushRef="#br0">31 233 11417,'-7'5'2224,"16"-2"8366,-11-2-9997,0 0-523,0 0 0,0 0 0,1 0 0,-1 0 0,0 1 0,1-1 0,-1 0 0,1 1 0,-1-1 1,1 1-1,0-1 0,0 1 0,0 0 0,0 0 0,0-1 0,0 1 0,-1 4 0,0 1 50,1-1 0,0 1 0,1 0 0,0 10 0,0-9-82,1 0-36,-1-1-1,1 1 0,1-1 1,-1 1-1,1-1 1,1 0-1,-1 0 0,6 10 1,-6-14 28,1-3 12,0-1 0,0 1 0,0-1 0,0 1 0,0-1 0,0 0 0,0 0 0,0 0 0,0-1 0,-1 1 0,1-1 0,0 1 1,-1-1-1,1 0 0,-1 0 0,0 0 0,4-4 0,2-4 78,-1 0 1,1-1 0,5-13-1,4-4 148,140-171 1120,-105 137-1578,-20 34-2519,-28 25 1973,-2 2-1554,-2 20-18462</inkml:trace>
</inkml:ink>
</file>

<file path=ppt/ink/ink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4:09.291"/>
    </inkml:context>
    <inkml:brush xml:id="br0">
      <inkml:brushProperty name="width" value="0.025" units="cm"/>
      <inkml:brushProperty name="height" value="0.025" units="cm"/>
    </inkml:brush>
  </inkml:definitions>
  <inkml:trace contextRef="#ctx0" brushRef="#br0">195 546 8489,'5'-6'9900,"-11"14"-7396,-12 22-2075,12-17-15,0 1-46,0-1 0,1 1 0,0 0 0,1 1 0,0-1 0,-2 27 0,12 8 1213,-3-34-1342,-3-14-217,1 0 0,-1 0 0,0 0 0,0-1 0,1 1 0,-1 0 0,0 0 0,1 0 1,-1-1-1,1 1 0,-1 0 0,1-1 0,-1 1 0,1 0 0,-1-1 0,1 1 0,0 0 0,0-1 0,-1 1 1,1-1-1,0 1 0,0-1 0,-1 0 0,1 1 0,0-1 0,0 0 0,0 0 0,0 1 0,-1-1 0,1 0 1,0 0-1,1 0 0,0 0-1,0 0-1,0 0 1,0 0 0,0 0 0,0-1-1,-1 1 1,1-1 0,0 1 0,0-1-1,0 0 1,1 0 0,-1-1-90,0 0 0,0 0 0,0 0 0,0 0 0,-1 0 0,1 0 1,-1 0-1,1-1 0,-1 1 0,0 0 0,0-1 0,0 1 0,0-1 0,0 1 0,-1-1 0,1 0 1,-1 1-1,1-1 0,-1 0 0,0 1 0,-1-6 0,1 5-13,0 0-1,-1-1 1,0 1 0,0 0-1,0-1 1,0 1 0,0 0-1,-1 0 1,1 0 0,-1 0-1,0 0 1,0 0 0,0 0-1,0 1 1,0-1 0,-1 1 0,-2-3-1,-3 0-27,0 0-1,0 0 1,-1 1-1,0 0 1,0 1 0,-15-4-1,-59-10-58,62 14 291,19 3 96,2-3-198,0 0-1,1 1 0,0-1 1,-1 1-1,1-1 1,0 1-1,0-1 0,0 1 1,1 0-1,-1-1 1,0 1-1,1 0 0,0 0 1,-1 0-1,1 0 1,0 0-1,4-2 1,5-5 45,0 1 1,16-8-1,-9 6 68,-13 6-117,127-85 267,-105 69-219,-1-2 0,39-42 0,-50 46 9,0 0 0,-1-2 0,0 0 1,-2 0-1,-1-1 0,0-1 0,-2 1 0,0-2 1,-1 1-1,-2-1 0,5-26 0,-11 43 135,0 0-1,0-1 1,0 1-1,-2-9 1,-1-8 364,2 26-510,0 0-1,0 0 1,0 0-1,0 0 0,-1 0 1,-3 5-1,-2 4-10,-4 13 8,2 1 0,0 0 0,2 1 0,-5 28 0,-9 111 75,18-129-129,-5 198-56,8-235 49,0 11-76,0 0 1,1 0-1,0-1 0,1 1 0,0 0 1,1-1-1,0 1 0,1-1 1,0 0-1,0 0 0,1-1 1,0 1-1,1-1 0,9 12 0,-14-20 79,1 0-1,-1 0 1,1 0-1,-1 0 1,1 0-1,-1 0 1,1-1-1,-1 1 1,1 0-1,0-1 0,0 0 1,-1 1-1,1-1 1,0 0-1,-1 0 1,1 0-1,0 0 1,0 0-1,-1 0 1,1 0-1,0 0 0,0-1 1,-1 1-1,1-1 1,3-1-1,2-1 30,0 0-1,0-1 1,0 0-1,9-7 1,5-6 180,-1-2 0,-1-1 0,0 0 0,17-26 0,17-18 243,-42 50-231,1 2 71,-12 13-293,0 0 0,0 0 0,0 0 0,1 0 0,-1 0-1,0 0 1,-1 0 0,1 0 0,0 0 0,0 0 0,0 0-1,0 0 1,-1 0 0,1 0 0,0-1 0,-1 1 0,1 0-1,-2 1 1,-18 49-1538,-2-1-1,-3-1 0,-46 70 0,43-75-495,-24 39-6811,34-50-176</inkml:trace>
</inkml:ink>
</file>

<file path=ppt/ink/ink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4:10.065"/>
    </inkml:context>
    <inkml:brush xml:id="br0">
      <inkml:brushProperty name="width" value="0.025" units="cm"/>
      <inkml:brushProperty name="height" value="0.025" units="cm"/>
    </inkml:brush>
  </inkml:definitions>
  <inkml:trace contextRef="#ctx0" brushRef="#br0">222 568 10301,'0'0'7655,"-2"0"-6275,0-2-1014,0 1 0,0 1 0,0-1 0,0 0 0,0 0 0,0 1 0,0-1 0,-1 1 0,1 0 0,0 0 0,0-1 0,0 1 0,-1 1 0,-2-1 0,0 2-3,0 0 1,-1 0 0,1 0-1,0 1 1,-8 5-1,-4 3-88,-15 9 325,-54 42 1,86-62-608,-1 1 0,0-1 1,1 1-1,-1-1 1,0 1-1,1-1 1,-1 1-1,1-1 0,-1 1 1,0-1-1,1 1 1,-1-1-1,1 1 0,0 0 1,-1-1-1,1 1 1,0 0-1,-1 0 1,1-1-1,0 1 0,0 0 1,-1 0-1,1-1 1,0 1-1,0 0 0,0 1 1,2-1 2,-1-1 0,1 1 1,-1-1-1,1 1 0,-1-1 1,1 0-1,-1 1 0,1-1 1,0 0-1,-1 0 0,1 0 0,-1 0 1,1 0-1,2-1 0,22-3 46,0-1-1,48-15 1,-10 2-40,-55 16-22,131-36-275,-138 38 201,0 0 0,0 0 0,0 0 0,1 1 0,-1-1 0,0 0 0,0 1 0,0 0 0,0-1 0,0 1 0,0 0 0,2 2 0,-1-2-121,-2 0 181,-1-1-1,1 1 0,-1-1 0,1 1 0,-1-1 0,0 1 1,1 0-1,-1-1 0,0 1 0,1 0 0,-1-1 0,0 1 1,0 0-1,1 0 0,-1-1 0,0 1 0,0 0 0,0 0 1,0-1-1,0 1 0,0 1 0,0 0-76,1 24-856,-1-17 781,0 0 1,1 0-1,0 0 0,3 11 1,-3-19 171,-1 0 0,0 1 0,1-1 0,-1 0 0,1 1 0,0-1 0,-1 0-1,1 0 1,0 0 0,0 1 0,0-1 0,0 0 0,0 0 0,0 0 0,0 0 0,0-1 0,0 1 0,0 0 0,0 0 0,1-1 0,-1 1 0,0-1 0,0 1 0,1-1 0,-1 1 0,0-1-1,1 0 1,-1 1 0,1-1 0,-1 0 0,0 0 0,3-1 0,11-1 22,1 0 1,-1-2-1,1 0 0,-1-1 1,0 0-1,15-9 0,85-50 180,-101 55-164,15-8 13,-1-2 1,0-1-1,-2-1 0,-1-1 1,0-2-1,-2 0 0,0-1 0,-2-2 1,-1 0-1,-1-1 0,18-37 1,-29 48 66,5-9-69,18-50-1,-29 69-9,0-1-1,0 1 0,-1 0 0,0-1 0,0 0 0,-1 1 1,0-1-1,0 1 0,0-1 0,-1 0 0,-1 1 0,-1-8 1,-4-9 248,5 18-93,1 1-1,-1-1 0,1 1 0,-1 0 0,-1 0 1,1 0-1,-1 0 0,0 0 0,0 1 0,-8-9 0,5 27 169,-5 42 21,3 0 0,-1 73 0,1-21-223,0-18-173,3 141 0,15-146-1056,-10-85 1080,0 0 0,0 1 0,0-1 0,0 0 1,0 0-1,0 0 0,0 0 0,0 0 0,0 0 0,0 0 0,0 0 1,0 0-1,0 0 0,0 1 0,0-1 0,0 0 0,0 0 1,0 0-1,0 0 0,0 0 0,0 0 0,0 0 0,0 0 0,0 0 1,1 0-1,-1 0 0,0 1 0,0-1 0,0 0 0,0 0 0,0 0 1,0 0-1,0 0 0,0 0 0,0 0 0,0 0 0,0 0 0,0 0 1,1 0-1,-1 0 0,0 0 0,0 0 0,0 0 0,0 0 1,0 0-1,0 0 0,0 0 0,0 0 0,0 0 0,1 0 0,-1 0 1,0 0-1,0 0 0,0 0 0,0 0 0,0 0 0,0 0 0,0 0 1,0 0-1,0 0 0,0 0 0,0 0 0,1 0 0,-1-1 0,0 1 1,0 0-1,0 0 0,0 0 0,9-4-68,0-1 1,-1 0-1,0-1 0,0 0 0,0 0 0,13-14 0,39-51 102,-15 17 346,-16 16 343,-27 36-198,0 24-67,-4-11-522,0-1 1,0 0-1,-1 1 1,0-1-1,-1 0 0,0 0 1,-1-1-1,0 1 1,-8 11-1,-6 13-719,7-11-400,-2-1 1,-24 31-1,24-36-3947,-23 21-1,26-27-5320</inkml:trace>
</inkml:ink>
</file>

<file path=ppt/ink/ink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4:10.349"/>
    </inkml:context>
    <inkml:brush xml:id="br0">
      <inkml:brushProperty name="width" value="0.025" units="cm"/>
      <inkml:brushProperty name="height" value="0.025" units="cm"/>
    </inkml:brush>
  </inkml:definitions>
  <inkml:trace contextRef="#ctx0" brushRef="#br0">46 1 15373,'6'40'2593,"-23"-5"-241,1-13-316,11-11-332,2 8-312,0 2-316,3-2-227,-2 0-173,2 0-128,2-3-168,-4-43-6941,-1-16 3049,0 5-2121,6-8-4656</inkml:trace>
</inkml:ink>
</file>

<file path=ppt/ink/ink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4:11.396"/>
    </inkml:context>
    <inkml:brush xml:id="br0">
      <inkml:brushProperty name="width" value="0.025" units="cm"/>
      <inkml:brushProperty name="height" value="0.025" units="cm"/>
    </inkml:brush>
  </inkml:definitions>
  <inkml:trace contextRef="#ctx0" brushRef="#br0">12 1373 14541,'-3'-11'737,"0"-1"-1,1 1 0,0-1 1,1 0-1,0 1 0,1-17 1,3-3 1656,9-37 0,30-201 465,-15 69-2981,9-115-268,-31 227 470,-1 39 365,-2 1 0,-3-1 0,-9-69 0,10 118-438,0 0-1,0-1 0,0 1 0,0 0 1,0-1-1,0 1 0,0 0 0,0-1 1,0 1-1,0 0 0,0 0 1,0-1-1,0 1 0,0 0 0,-1-1 1,1 1-1,0 0 0,0 0 1,0-1-1,0 1 0,-1 0 0,1 0 1,0 0-1,0-1 0,-1 1 0,1 0 1,0 0-1,0 0 0,-1 0 1,1-1-1,-1 1 0,-6 7 115,-6 22 10,11-25-121,-16 50 84,2 1 0,3 1 0,-12 95 0,18-77-158,2 0 0,4 0 0,2 0-1,4 0 1,24 118 0,-22-159-409,18 52 0,-22-77 347,0-1 1,0 0-1,0 0 0,1 0 1,0 0-1,1 0 1,0-1-1,0 0 1,0 0-1,0 0 1,1 0-1,13 8 0,-15-11 51,-1-1 0,2 0-1,-1 0 1,0-1-1,0 1 1,1-1-1,-1 0 1,0 0-1,1-1 1,-1 1 0,1-1-1,-1 0 1,1 0-1,7-1 1,-6-1-16,1 0 0,-1 0-1,0 0 1,1-1 0,-1 0 0,0 0 0,-1 0 0,11-8 0,3-6-102,-1 0 0,-1-1 0,-1 0-1,17-25 1,-21 27 93,-3 4-23,-1 1 0,0-1-1,-1-1 1,10-21-1,-16 32 62,-1 6-132,1 13 281,1 1 1,0-1-1,1 0 0,1 0 1,1 0-1,1-1 1,0 0-1,1 0 0,0 0 1,1-1-1,16 22 0,-21-34-46,-1 1-1,1-1 0,0 0 0,0 0 0,1-1 0,-1 1 0,0-1 0,1 1 0,-1-1 0,1 0 0,0 0 0,0-1 0,0 1 0,0-1 0,0 0 0,0 0 0,0 0 0,0 0 0,0-1 0,1 0 0,-1 0 0,0 0 0,5-1 0,2-1-97,1 0 1,-1-1 0,0 0 0,1-1 0,-2 0 0,22-12 0,-26 13 8,0-2 1,0 1 0,0-1-1,-1 0 1,1 0 0,-1 0-1,-1-1 1,1 0 0,-1 0 0,0 0-1,0 0 1,4-11 0,2-8-73,-1 0-1,7-28 1,-12 38 82,108-500 54,-76 166 3016,-35 324-2469,0 18-419,0 0 1,-1 0-1,0 0 1,0 0-1,-1 0 0,0 0 1,-3-12-1,4 19-134,0 0 0,0-1 0,0 1 0,0 0 0,0-1 0,0 1 0,0 0 0,0-1 0,0 1 0,0 0 1,0 0-1,-1-1 0,1 1 0,0 0 0,0-1 0,0 1 0,-1 0 0,1 0 0,0-1 0,0 1 0,0 0 0,-1 0 0,1 0 0,0-1 0,-1 1 0,1 0 1,0 0-1,0 0 0,-1 0 0,1 0 0,0 0 0,-1 0 0,1-1 0,0 1 0,-1 0 0,1 0 0,0 0 0,-1 0 0,1 0 0,0 0 0,-1 1 0,1-1 0,0 0 1,-1 0-1,-12 16 204,-9 31-48,7-3-261,2 2 0,1 0 0,3 0 1,2 1-1,2 0 0,2 0 0,2 0 0,2 1 0,2-1 1,2 0-1,21 83 0,-18-98-132,-2-6-92,2 1 0,16 39 0,-20-59 241,-1 0-1,1 0 0,1 0 1,-1 0-1,1-1 0,0 0 1,1 0-1,0 0 0,0 0 1,0-1-1,0 0 0,1 0 1,8 4-1,-10-6-4,1-1-1,-1 1 1,1-1 0,-1-1-1,1 1 1,0-1 0,0 1-1,0-2 1,0 1 0,0-1 0,0 0-1,0 0 1,0 0 0,-1-1-1,1 0 1,0 0 0,0-1-1,0 1 1,-1-1 0,1 0-1,8-5 1,90-66-1709,-102 72 1761,0 0 1,0 1 0,0-1 0,0 1-1,-1 0 1,1-1 0,0 1 0,0 0-1,0 0 1,4 0 0,1 0-40,-6 1 65,0-1 1,0 0-1,0 1 0,-1-1 1,1 1-1,0-1 1,-1 1-1,1-1 0,0 1 1,-1-1-1,1 1 0,-1 0 1,1-1-1,-1 1 1,1 0-1,-1-1 0,1 1 1,-1 0-1,1 1 0,-1-2-7,19 31-129,-16-25 145,1 0 0,-1 0 0,1 0 1,0 0-1,0-1 0,1 0 0,-1 0 0,1 0 1,1 0-1,-1-1 0,0 0 0,1 0 0,0 0 1,10 4-1,-5-4-72,0-1-1,0 0 1,0-1-1,0 0 1,0-1-1,1 0 1,-1-1 0,1 0-1,-1-1 1,0 0-1,1-1 1,-1 0 0,0-1-1,0 0 1,0 0-1,-1-1 1,1-1 0,12-7-1,17-9 1187,-37 20 414,-2 1-1453,-1 0 0,1 1-1,0-1 1,0 0-1,0 1 1,0-1-1,-1 1 1,1-1 0,0 1-1,0 0 1,-1-1-1,1 1 1,-1 0-1,1-1 1,0 1 0,-1 0-1,1 0 1,-1 0-1,0-1 1,1 3-1,6 16 589,-8-7-344,0-2 1,0 1-1,-1 0 1,-4 13 0,-2 8 155,-37 251 1487,37-189-4217,5-2-4340,3-92 6499,0 0 0,0 0-1,0 1 1,0-1-1,0 0 1,0 0-1,0 0 1,0 0 0,0 0-1,0 0 1,0 0-1,0 0 1,0 1-1,0-1 1,0 0 0,0 0-1,0 0 1,0 0-1,0 0 1,0 0-1,0 0 1,0 1 0,0-1-1,0 0 1,0 0-1,0 0 1,0 0-1,0 0 1,0 0 0,0 0-1,0 0 1,0 1-1,0-1 1,0 0-1,0 0 1,-1 0 0,1 0-1,0 0 1,0 0-1,0 0 1,0 0-1,0 0 1,0 0 0,0 0-1,0 0 1,-1 0-1,1 0 1,0 0-1,0 0 1,0 0 0,0 0-1,0 0 1,0 0-1,0 0 1,-1 0-1,1 0 1,0 0 0,0 0-1,0 0 1,0 0-1,0 0 1,0 0-1,0 0 1,0 0 0,-1 0-1,1 0 1,0 0-1,-18-5-10321</inkml:trace>
</inkml:ink>
</file>

<file path=ppt/ink/ink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4:11.585"/>
    </inkml:context>
    <inkml:brush xml:id="br0">
      <inkml:brushProperty name="width" value="0.025" units="cm"/>
      <inkml:brushProperty name="height" value="0.025" units="cm"/>
    </inkml:brush>
  </inkml:definitions>
  <inkml:trace contextRef="#ctx0" brushRef="#br0">0 11 20678,'24'14'2316,"1"-20"-144,-7 9-224,-1 0-195,4-9-321,4 4-304,-1 2-252,3 2-464,-3-2-480,3 0-496,-5 6-820,-1-4-460,-15-15-1037,-1 2-535,-24 8-16158</inkml:trace>
</inkml:ink>
</file>

<file path=ppt/ink/ink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4:11.743"/>
    </inkml:context>
    <inkml:brush xml:id="br0">
      <inkml:brushProperty name="width" value="0.025" units="cm"/>
      <inkml:brushProperty name="height" value="0.025" units="cm"/>
    </inkml:brush>
  </inkml:definitions>
  <inkml:trace contextRef="#ctx0" brushRef="#br0">16 85 21498,'0'0'2656,"14"-11"-352,-1 3-431,1 2-421,-1 1-536,-2-6-1728,-3 0-860,-19-5-1057,-2 0-527,-9 16-3309,-21 3-6116</inkml:trace>
</inkml:ink>
</file>

<file path=ppt/ink/ink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4:12.377"/>
    </inkml:context>
    <inkml:brush xml:id="br0">
      <inkml:brushProperty name="width" value="0.025" units="cm"/>
      <inkml:brushProperty name="height" value="0.025" units="cm"/>
    </inkml:brush>
  </inkml:definitions>
  <inkml:trace contextRef="#ctx0" brushRef="#br0">6 85 7333,'-6'2'19540,"16"-9"-15593,10-6-6248,-15 10 4308,28-12-720,54-17 0,-70 28-2405,1-1 0,29-2 1,-46 7 1031,-1 0 0,0 0 1,0 0-1,1 0 1,-1 0-1,0 0 0,1 0 1,-1 0-1,0 0 0,1 0 1,-1 0-1,0 0 0,1 0 1,-1 0-1,0 0 1,0 0-1,1 0 0,-1 0 1,0 1-1,1-1 0,-1 0 1,0 0-1,0 0 0,1 0 1,-1 1-1,0-1 0,0 0 1,0 0-1,1 0 1,-1 1-1,0-1 0,0 0 1,0 0-1,0 1 0,1-1 1,-1 0-1,0 1 0,0-1 1,0 1-1,-6 12-3134,-19 17-4142,25-30 6954,-27 24-11939</inkml:trace>
</inkml:ink>
</file>

<file path=ppt/ink/ink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4:12.551"/>
    </inkml:context>
    <inkml:brush xml:id="br0">
      <inkml:brushProperty name="width" value="0.025" units="cm"/>
      <inkml:brushProperty name="height" value="0.025" units="cm"/>
    </inkml:brush>
  </inkml:definitions>
  <inkml:trace contextRef="#ctx0" brushRef="#br0">0 149 20686,'81'-49'2716,"-38"28"-164,0 2-327,3 0-357,-3 5-352,0 1-428,-5 5-972,-19 5-116,5 0-256,19 3-1368,-29 3-552,-22 24-7701,-8 13-5973</inkml:trace>
</inkml:ink>
</file>

<file path=ppt/ink/ink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6:27.263"/>
    </inkml:context>
    <inkml:brush xml:id="br0">
      <inkml:brushProperty name="width" value="0.025" units="cm"/>
      <inkml:brushProperty name="height" value="0.025" units="cm"/>
    </inkml:brush>
  </inkml:definitions>
  <inkml:trace contextRef="#ctx0" brushRef="#br0">143 0 4836,'0'0'3010,"-2"1"-2382,-40 22 1616,40-22-1888,-3 0 234,0 1-1,-1 1 0,1-1 0,0 1 0,0 0 0,0 0 0,-5 5 1,10-8-673,-2 2 541,-22 14 1746,1-9-1603,21-6-201,4 1 89,-1 0-395,1 1 0,0-1 0,0 0 0,0 0 0,1 0-1,-1 0 1,0-1 0,1 1 0,-1-1 0,1 1 0,0-1 0,-1 0 0,1 0 0,0 0-1,0 0 1,0 0 0,5 0 0,8 1 103,1-1 0,18-2-1,-15 1 40,619 22 2943,-359 4-2059,-279-26-1110,-1 0 0,1 0 0,-1 0 1,1 0-1,-1 0 0,1 0 0,0 0 1,-1 0-1,1 0 0,-1 0 0,1 0 1,-1 1-1,1-1 0,-1 0 0,1 0 1,0 0-1,-1 1 0,1-1 0,-1 0 0,0 1 1,1-1-1,-1 0 0,1 1 0,-1-1 1,1 1-1,-1-1 0,0 1 0,1-1 1,-1 1-1,0-1 0,0 1 0,1 0 1,-2 0-30,1 1 0,-1-1 1,1 1-1,-1-1 0,0 0 1,0 0-1,1 1 1,-1-1-1,0 0 0,0 0 1,0 0-1,0 0 1,-1 0-1,1 0 0,-2 1 1,-3 2-120,0-1 0,0 0 0,0 0 0,-1 0 0,1-1 0,-1 0 0,1 0 0,-8 1 0,-3 0-1109,0-2 0,-20 1 0,33-2 906,-16-1-2439,5-4-2982,0-2-4100</inkml:trace>
</inkml:ink>
</file>

<file path=ppt/ink/ink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5:51.290"/>
    </inkml:context>
    <inkml:brush xml:id="br0">
      <inkml:brushProperty name="width" value="0.025" units="cm"/>
      <inkml:brushProperty name="height" value="0.025" units="cm"/>
    </inkml:brush>
  </inkml:definitions>
  <inkml:trace contextRef="#ctx0" brushRef="#br0">1295 47 11209,'0'0'7076,"-3"-1"-6664,-67-6 1431,-127 4 0,135 6-1748,1 2 1,0 3-1,0 3 1,1 3 0,1 2-1,0 3 1,-87 40-1,117-44-102,1 1 0,0 1 0,1 2 0,1 0 0,1 2 0,-42 45-1,57-55 12,-33 36 14,-42 61 1,74-90-18,0-1 0,1 1 0,0 1-1,2 0 1,0 0 0,1 1 0,-7 34 0,11-36 8,0 0 1,2 0-1,0 0 1,1 0-1,0 0 1,7 35-1,-5-43-5,1 0 0,0 0 1,0-1-1,1 0 0,0 1 0,1-1 0,0-1 1,1 1-1,-1-1 0,2 0 0,-1 0 1,1-1-1,0 0 0,9 7 0,6 2 9,1-1 0,1 0-1,0-2 1,1-1 0,0-1-1,1-1 1,0-2 0,35 8-1,-14-7-19,0-2 0,0-2-1,0-2 1,49-4-1,-52-1 3,0-2-1,0-3 0,-1-1 1,82-27-1,-92 22 15,0-1 0,-1-2 0,-1-1 0,0-1 0,-1-2 0,41-36 0,-39 27 27,-2-1 0,-2-2 0,0-1 0,-3-1 0,0-1-1,-3-1 1,0-1 0,-3-1 0,-1-1 0,16-52 0,-28 71 14,-1 0 0,-1-1 0,-1 1 0,-1-1 0,0 0 0,-2 0 0,-3-41 0,1 49-12,-1 0 0,0 1 0,0-1 0,-1 1 0,-1 0 0,0 0 1,-1 0-1,0 1 0,0-1 0,-1 2 0,-1-1 0,0 1 0,-18-18 0,12 16-16,-1 2-1,1 0 1,-2 1-1,1 0 1,-1 1-1,0 1 1,-1 0-1,0 1 1,0 1-1,0 1 0,-1 1 1,1 0-1,-23-1 1,-6 3-612,0 1 1,0 3 0,-89 16-1,116-16-384,0 2 0,0 0 0,-19 8 0,-2 7-7719,29-12 1609</inkml:trace>
</inkml:ink>
</file>

<file path=ppt/ink/ink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5:50.269"/>
    </inkml:context>
    <inkml:brush xml:id="br0">
      <inkml:brushProperty name="width" value="0.025" units="cm"/>
      <inkml:brushProperty name="height" value="0.025" units="cm"/>
    </inkml:brush>
  </inkml:definitions>
  <inkml:trace contextRef="#ctx0" brushRef="#br0">1360 50 7209,'37'-3'13974,"-51"5"-13454,12-1-479,0-1 0,0 1 0,0-1 1,0 1-1,0-1 0,0 0 0,0 0 0,0 0 1,-3 0-1,-101-3 472,0 1-220,-87-23 192,123 15-334,34 5-125,1 1-1,-1 2 1,0 1 0,0 2-1,0 2 1,0 1 0,1 2-1,0 1 1,0 2 0,0 1-1,1 2 1,-54 27 0,44-15 1,1 2 0,-41 33 1,61-40-27,1 0 0,1 1 0,1 1 0,-34 46 0,44-50-3,1 1-1,1 0 1,1 0 0,0 0-1,1 1 1,-4 27 0,8-35 5,1 0 0,0 0 1,1 0-1,1 0 1,0 0-1,0 0 1,1 0-1,0 0 1,6 15-1,-7-19 0,5 11 13,0 0 0,1-1 0,0 1 0,2-1 1,0-1-1,0 0 0,2 0 0,0-1 0,1 0 0,1-1 0,0 0 1,0-1-1,2-1 0,-1 0 0,2-1 0,-1 0 0,1-2 0,27 13 1,1-2-66,-12-5 70,2-1 1,0-1-1,47 11 0,-40-16-55,3 2 55,1-2 0,81 4 0,-70-12-46,255-12-16,-274 8 41,-1-2 0,1-2 0,-1-1 0,0-2 0,-1-1 0,46-24 1,-44 17 26,0-2 1,-2-2 0,0-2 0,-2 0-1,-1-3 1,-1 0 0,49-59 0,-45 45-2,-20 25 37,-1 0 0,0-1 0,15-28 0,29-63 567,-55 103-551,-1 0 0,0 0 0,0-1 0,-1 1 0,0-1 0,0 1 0,0-1 0,-1 1 0,0-1 0,0 1 0,-1-1 0,0 0 0,0 1 0,-1 0 0,-2-10 0,0 6-24,1 0 0,-2 0 0,1 1 0,-2-1 0,1 1 0,-1 0 0,0 1 0,-13-14 0,5 9-15,-1 0-1,-1 2 1,0-1 0,-1 2-1,0 0 1,-29-12 0,4 6-263,-79-19 0,63 24-744,-98-6 0,112 14 430,-7 1-771,0 1 0,-58 9 0,-100 23-8322,138-16 1612</inkml:trace>
</inkml:ink>
</file>

<file path=ppt/ink/ink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5:52.420"/>
    </inkml:context>
    <inkml:brush xml:id="br0">
      <inkml:brushProperty name="width" value="0.025" units="cm"/>
      <inkml:brushProperty name="height" value="0.025" units="cm"/>
    </inkml:brush>
  </inkml:definitions>
  <inkml:trace contextRef="#ctx0" brushRef="#br0">954 109 8361,'-2'1'150,"0"-1"0,-1 0 0,1 1 0,0-1 1,0-1-1,-1 1 0,1 0 0,0 0 0,0-1 0,0 1 0,-1-1 1,1 0-1,-4-2 4138,6-28-2707,-17 26-1266,-1-1-1,-1 2 0,1 0 1,0 2-1,-35-2 1,-101 9 848,108-2-803,-11-1 92,0 4-1,0 1 1,-94 27 0,137-30-409,1 2 0,0 0 0,0 1 0,1 0-1,-1 1 1,2 0 0,-1 1 0,1 0 0,0 1 0,1 1 0,0-1 0,1 1 0,0 1 0,1 0 0,0 0 0,1 0 0,-8 20 0,4-7-22,2 1-1,1 0 0,0 0 1,2 1-1,1 0 0,1 0 1,2 0-1,0 36 0,3-34-4,1-1-1,1 1 1,2-1-1,1 0 1,0 0-1,3-1 1,0 1-1,1-2 1,2 0-1,1 0 1,21 32-1,-23-44-7,0 0 0,0-1 0,2 0 0,-1-1 0,2 0 0,0-1 0,0-1 0,1 0 0,19 9 0,-14-9-1,1-1 0,1-1-1,-1-1 1,1-1 0,1-1-1,36 4 1,11-4-3,1-3-1,125-13 1,-88-4-3,115-32 0,-154 27 10,0-3 0,-1-3 0,-2-3 1,-1-3-1,-2-3 0,66-47 0,-105 65 48,-1-2 0,0 0 0,-2-1 0,0-1 0,-1-1 0,-1 0 0,-1-2 0,-2 0 0,0-1 0,22-49 0,-34 64-30,0-1-1,-1 0 1,-1 0-1,0 0 1,0 0 0,-1-1-1,-1 1 1,0 0-1,0-1 1,-1 1 0,-1 0-1,1 0 1,-2 0-1,0 0 1,0 0-1,-10-20 1,6 17-5,0 0 0,-2 1 0,1 0 0,-2 0 0,0 0 0,0 2 0,-1-1 0,-1 1 0,0 1 0,0 0 0,-24-14 0,1 5 14,-1 2 0,-1 1-1,0 2 1,-72-17 0,36 16-57,-125-9 0,104 18-501,-120 10 0,163 0-1080,0 3 0,0 2 0,-94 29 1,79-12-3753,6 4-3206</inkml:trace>
</inkml:ink>
</file>

<file path=ppt/ink/ink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6:31.673"/>
    </inkml:context>
    <inkml:brush xml:id="br0">
      <inkml:brushProperty name="width" value="0.025" units="cm"/>
      <inkml:brushProperty name="height" value="0.025" units="cm"/>
    </inkml:brush>
  </inkml:definitions>
  <inkml:trace contextRef="#ctx0" brushRef="#br0">30 494 7105,'-29'16'12540,"56"-21"-11006,-9 2-1022,462-19 644,-85 32-1128,-195-6-21,-75-2 10,253 18 64,95 1-92,39-61-44,149-4 115,-459 33-81,-46 0 5,-126 10 12,283-6 0,-250 5 15,-29 0 6,44 4 0,51 1 35,-84-3-69,57 1-14,-15 1 2,143-16-1,-69 2 17,-138 11 20,109-5 7,349-21 70,-198 11-114,-130 8 18,-22 9 1,-46 0 20,268 8 83,-106-4-157,202 12 31,-294-2 31,127 2 52,-180-13-57,-3 0 97,145 11-163,168 2 6,59-33 168,-70 0-98,-262 16-28,441-3 48,-315-7 69,0 1-146,-108 0 66,-1-1 8,6 5-19,-46 5 29,-91 1-11,29-3-1,0 0 83,206-8-162,-153 4 30,309-10 14,-248 16 18,-88 2 10,-52-1-6,36-2 0,43-1 34,-24 2-4,59 0 60,77 0-137,-89 2-10,258 6-2,-332-11 60,-42 1-5,1 1 0,-1 1-1,18 1 1,163 7 9,-74-6-19,55 1 101,-61-8-68,34 2-3,65 8-20,56 9-63,15-22 333,-137 0-226,-115 7-40,244-6 71,-154-1 22,90-3-29,-11 1-4,-129 6-117,16-3 164,-23 0-159,-38 5 103,28-6 0,38-6-92,175-6 1,-241 19 37,448-32 229,-307 22 129,-23 2-219,-6 6-48,-48 2-70,4-1 82,125-9 1552,-42-13 308,-176 24-1831,32-5 290,-32 5-306,13-5 101,87-20 442,-81 22-413,0-2 1,23-8-1,-43 12 11,-12-18-7160,-12-13 2639,2 10-1611,-11-2-5159</inkml:trace>
</inkml:ink>
</file>

<file path=ppt/ink/ink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6:33.463"/>
    </inkml:context>
    <inkml:brush xml:id="br0">
      <inkml:brushProperty name="width" value="0.025" units="cm"/>
      <inkml:brushProperty name="height" value="0.025" units="cm"/>
    </inkml:brush>
  </inkml:definitions>
  <inkml:trace contextRef="#ctx0" brushRef="#br0">105 144 5180,'-1'18'1078,"0"-41"5350,-2 23-5912,-29 0 527,29 0-545,1 0 28,-58-8 3538,57 8-2215,4 2-1753,0-1 0,1 1 0,-1-1 0,0 1-1,0-1 1,1 0 0,-1 0 0,1 1 0,-1-1 0,1 0 0,3 1 0,4 0-7,0-1 1,1 0-1,-1 0 0,1-1 1,-1 0-1,16-3 0,5 0 92,203-14 762,185-6-385,-213 18-478,156 5 140,-20 1 255,-271-3-11,20-5 694,157-34 0,-85 12-776,-19 12-204,-140 17-50,-1-1-105,35-2-8,1 1 0,-1 2 0,58 7 0,-78-6-29,-6 0 24,-1 0 0,1 1-1,17 5 1,-3 0-16,-1-2-1,45 5 1,-45 2 631,-44-8-839,-1-1-1,1 0 0,-24-1 0,4-1-3019,-4 0-1046,14-2-3337,4 0-3006</inkml:trace>
</inkml:ink>
</file>

<file path=ppt/ink/ink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5:55.506"/>
    </inkml:context>
    <inkml:brush xml:id="br0">
      <inkml:brushProperty name="width" value="0.025" units="cm"/>
      <inkml:brushProperty name="height" value="0.025" units="cm"/>
    </inkml:brush>
  </inkml:definitions>
  <inkml:trace contextRef="#ctx0" brushRef="#br0">1 20 17542,'0'0'5617,"4"-1"-3064,27-4-733,1 2-1,45 1 1,0-1-224,138-2-1596,-208 5-14,1 0 0,-1 0-1,0 0 1,1 1 0,-1 0 0,8 3-1,6 0-273,-53 7-14983,6-11 1147</inkml:trace>
</inkml:ink>
</file>

<file path=ppt/ink/ink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5:55.786"/>
    </inkml:context>
    <inkml:brush xml:id="br0">
      <inkml:brushProperty name="width" value="0.025" units="cm"/>
      <inkml:brushProperty name="height" value="0.025" units="cm"/>
    </inkml:brush>
  </inkml:definitions>
  <inkml:trace contextRef="#ctx0" brushRef="#br0">76 4 17638,'-6'-3'9547,"10"13"-8342,5 13-866,-8-2-92,-1 0 0,-1 1-1,-1-1 1,-1 0-1,-1 0 1,-7 23 0,7-23-162,-13 42-179,8-32-497,-6 40 0,-1 67-3052,15-92-233,3-3-3576,1-25-3858</inkml:trace>
</inkml:ink>
</file>

<file path=ppt/ink/ink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5:56.244"/>
    </inkml:context>
    <inkml:brush xml:id="br0">
      <inkml:brushProperty name="width" value="0.025" units="cm"/>
      <inkml:brushProperty name="height" value="0.025" units="cm"/>
    </inkml:brush>
  </inkml:definitions>
  <inkml:trace contextRef="#ctx0" brushRef="#br0">0 74 13825,'23'-18'8621,"-20"15"-8193,-1 1 1,1-1-1,0 1 1,0 0-1,0 0 1,0 0-1,6-2 1,15-4 884,0 1 0,0 2 0,1 0 0,26-1 0,-25 3-985,-20 2-328,24 2 0,-1 3-72,-28-4 63,-1 0-1,0 0 1,0 0 0,0 0 0,0 0-1,0 0 1,0 0 0,1 0 0,-1 0-1,0 0 1,0 1 0,0-1-1,0 0 1,0 0 0,0 0 0,1 0-1,-1 0 1,0 0 0,0 0 0,0 0-1,0 0 1,0 1 0,0-1 0,0 0-1,0 0 1,0 0 0,0 0-1,0 0 1,0 0 0,0 1 0,0-1-1,1 0 1,-1 0 0,0 0 0,0 0-1,0 0 1,0 1 0,0-1-1,-1 0 1,1 0 0,0 0 0,0 0-1,0 0 1,0 0 0,0 1 0,0-1-1,0 0 1,0 0 0,0 0 0,0 0-1,0 0 1,-7 41-2177,-2-2 0,-1 0 0,-20 48-1,13-36 712,11-35 1335,4-10 776,-1 0 0,1 1-1,0 0 1,1-1-1,-2 13 1,4-18-543,-1 0-1,1-1 1,-1 1-1,1 0 1,-1-1-1,1 1 1,-1 0-1,1-1 1,-1 1-1,1-1 1,0 1-1,-1-1 1,1 1 0,0-1-1,0 0 1,-1 1-1,1-1 1,0 0-1,0 1 1,0-1-1,1 0 1,1 1 247,35 13 639,0-1 0,49 9 0,55 17 808,-141-38-1787,0-1 0,1 1 0,-1-1 0,0 1 0,0-1 0,0 1 0,0 0 0,0 0 0,0-1 0,0 1 0,0 0 0,0 0 0,-1 0 0,1 0 0,0 0 0,0 0 0,-1 0 0,1 0 0,-1 0 0,1 1 0,-1-1 0,1 0 0,-1 0 0,0 0 0,1 1 0,-1-1 0,0 0 0,0 0 0,0 1 0,0-1 0,0 0 0,0 0 0,-1 1 0,1-1 0,0 0 0,-1 0 0,1 1 0,-1-1 0,1 0 0,-1 0 0,1 0 0,-1 0 0,-1 2 0,-3 5 0,0-1 0,0 0 0,-1 0 0,0 0 0,-8 7 0,-67 53-3933,62-53 1335,-1 0 0,-1-2-1,0 0 1,-33 12-1,3-10-10259</inkml:trace>
</inkml:ink>
</file>

<file path=ppt/ink/ink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5:56.558"/>
    </inkml:context>
    <inkml:brush xml:id="br0">
      <inkml:brushProperty name="width" value="0.025" units="cm"/>
      <inkml:brushProperty name="height" value="0.025" units="cm"/>
    </inkml:brush>
  </inkml:definitions>
  <inkml:trace contextRef="#ctx0" brushRef="#br0">0 50 15513,'4'0'453,"0"-1"0,-1 1 0,1 0 0,-1-1-1,1 1 1,-1-1 0,1 0 0,-1 0 0,0-1-1,0 1 1,1-1 0,-1 0 0,3-2 0,-1 1 346,0 1 0,0-1 0,0 1 0,0 0 0,1 0 0,5-1 1,21-2 1876,39-2 0,-47 7-2739,-1 0 0,1 1-1,-1 2 1,34 7-1,-53-9-1426,2-6-2820,5-4 1657,-31 4-18392</inkml:trace>
</inkml:ink>
</file>

<file path=ppt/ink/ink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5:56.839"/>
    </inkml:context>
    <inkml:brush xml:id="br0">
      <inkml:brushProperty name="width" value="0.025" units="cm"/>
      <inkml:brushProperty name="height" value="0.025" units="cm"/>
    </inkml:brush>
  </inkml:definitions>
  <inkml:trace contextRef="#ctx0" brushRef="#br0">232 0 10857,'-11'8'522,"8"-6"-354,1 0 1,-1 0 0,0 0-1,1 0 1,-1-1-1,0 0 1,0 1-1,0-1 1,0 0-1,0 0 1,0 0 0,0-1-1,0 1 1,-6-1-1,5 1-4,0-1 1,0 1-1,0 0 0,0 0 0,0 0 1,0 0-1,1 1 0,-1-1 0,1 1 0,-1 0 1,1 0-1,-1 0 0,1 1 0,-3 2 0,-7 7 380,-22 27 0,14-15 31,17-19-370,-1 0-1,1 0 1,0 1 0,0-1 0,0 1-1,1 0 1,0 1 0,0-1 0,0 0-1,1 1 1,0 0 0,-2 10 0,4-16-128,0 0 1,0 0 0,0 0 0,0 0 0,0 0 0,1 0 0,-1 0 0,0 0 0,1 0 0,-1 0 0,0 0 0,1 0-1,-1 0 1,1 0 0,0 0 0,-1 0 0,1 0 0,1 1 0,2 3 260,0 1-46,1 1-1,-1-1 0,2-1 0,-1 1 0,0-1 0,1 0 1,0 0-1,1 0 0,-1-1 0,1 0 0,12 6 0,10 2 820,50 13-1,-33-11-206,25 9 308,-1 3-1,73 39 1,-137-62-1212,1 1 0,-1 0 0,-1 1 0,1-1 0,0 1 0,6 8 0,-11-11 3,0 0-1,0 0 1,0 0-1,-1 0 1,1 0-1,-1 0 1,1 0-1,-1 0 1,1 0-1,-1 0 1,0 0-1,0 0 1,0 1-1,0-1 1,-1 0-1,1 0 1,-1 0-1,1 0 1,-1 0-1,1 0 1,-3 4-1,-1 3-71,0-1 0,-1 1 0,-5 7 0,1-5-475,1 0 0,-2-1 0,1-1 0,-1 0 0,-1 0 1,0 0-1,0-2 0,-22 13 0,6-7-3643,0-1 1,-56 17-1,21-16-7920</inkml:trace>
</inkml:ink>
</file>

<file path=ppt/ink/ink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5:57.139"/>
    </inkml:context>
    <inkml:brush xml:id="br0">
      <inkml:brushProperty name="width" value="0.025" units="cm"/>
      <inkml:brushProperty name="height" value="0.025" units="cm"/>
    </inkml:brush>
  </inkml:definitions>
  <inkml:trace contextRef="#ctx0" brushRef="#br0">955 0 16321,'0'0'4098,"-1"3"-2375,-6 7-1241,0 1 0,2 1 1,-1-1-1,1 1 0,1 0 0,0 0 0,1 0 0,-2 15 1,-10 28 225,-93 239 2053,-21-7-717,0-3-1295,-161 504-757,189-444-2425,45-169-930,15-63-2430,16-46-1169,12-22-4239</inkml:trace>
</inkml:ink>
</file>

<file path=ppt/ink/ink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5:57.295"/>
    </inkml:context>
    <inkml:brush xml:id="br0">
      <inkml:brushProperty name="width" value="0.025" units="cm"/>
      <inkml:brushProperty name="height" value="0.025" units="cm"/>
    </inkml:brush>
  </inkml:definitions>
  <inkml:trace contextRef="#ctx0" brushRef="#br0">6 0 21586,'-5'25'2644,"7"-36"-396,4 0 1181,7 14-2137,1 2-136,-1 6-1436,1 2-664,-1-7-6917,1 5 1009</inkml:trace>
</inkml:ink>
</file>

<file path=ppt/ink/ink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5:57.467"/>
    </inkml:context>
    <inkml:brush xml:id="br0">
      <inkml:brushProperty name="width" value="0.025" units="cm"/>
      <inkml:brushProperty name="height" value="0.025" units="cm"/>
    </inkml:brush>
  </inkml:definitions>
  <inkml:trace contextRef="#ctx0" brushRef="#br0">49 44 23122,'22'11'8041,"-30"-25"-12898,0 1 1757,-11 5-3737,-16-11-6548</inkml:trace>
</inkml:ink>
</file>

<file path=ppt/ink/ink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5:57.799"/>
    </inkml:context>
    <inkml:brush xml:id="br0">
      <inkml:brushProperty name="width" value="0.025" units="cm"/>
      <inkml:brushProperty name="height" value="0.025" units="cm"/>
    </inkml:brush>
  </inkml:definitions>
  <inkml:trace contextRef="#ctx0" brushRef="#br0">0 119 19202,'20'-6'1456,"1"0"-1,-1 1 1,1 0 0,0 2 0,36-1 0,136 5 1258,42-2-598,-231 1-2236,1 0 1,0-1-1,0 1 1,-1-1-1,1 0 0,0 0 1,8-4-1,-12 4 31,0 1 0,0-1-1,-1 0 1,1 1 0,0-1 0,0 0-1,0 0 1,-1 0 0,1 0-1,0 0 1,-1 1 0,1-1 0,-1-1-1,1 1 1,-1 0 0,0 0 0,1 0-1,-1 0 1,0 0 0,0 0-1,1 0 1,-1 0 0,0 0 0,0-1-1,-1 1 1,1 0 0,0 0-1,0 0 1,0 0 0,-1 0 0,0-2-1,1 1-340,-1 1 0,1 0 0,-1-1 0,0 1 0,1 0 0,-1-1 0,0 1 0,0 0-1,0 0 1,0-1 0,0 1 0,0 0 0,0 0 0,0 0 0,0 0 0,-1 1 0,1-1 0,0 0-1,0 0 1,-1 1 0,1-1 0,-2 0 0,-4-2-2125,-28-16-10967</inkml:trace>
</inkml:ink>
</file>

<file path=ppt/ink/ink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5:58.087"/>
    </inkml:context>
    <inkml:brush xml:id="br0">
      <inkml:brushProperty name="width" value="0.025" units="cm"/>
      <inkml:brushProperty name="height" value="0.025" units="cm"/>
    </inkml:brush>
  </inkml:definitions>
  <inkml:trace contextRef="#ctx0" brushRef="#br0">0 1 16081,'16'40'2853,"-2"-21"-297,13 16-348,-8-11-272,-6 9-396,-5 2-319,3 11-225,5 5-200,-5 3 20,-3 0-316,3 0-348,-8-3-432,-6-2-776,0-9-788,1-21-1069,-12 5-515,3 6-3109,0-17-6076</inkml:trace>
</inkml:ink>
</file>

<file path=ppt/ink/ink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5:58.924"/>
    </inkml:context>
    <inkml:brush xml:id="br0">
      <inkml:brushProperty name="width" value="0.025" units="cm"/>
      <inkml:brushProperty name="height" value="0.025" units="cm"/>
    </inkml:brush>
  </inkml:definitions>
  <inkml:trace contextRef="#ctx0" brushRef="#br0">1 152 12057,'1'-5'648,"1"0"-1,0 1 1,0-1 0,1 1-1,-1 0 1,1 0 0,0 0-1,0 0 1,0 0 0,0 1-1,1-1 1,0 1 0,-1 0-1,1 0 1,6-3 0,4-2 652,0 0 0,1 1 1,22-8-1,-27 12-1123,99-31 2807,-93 31-2653,0 0 0,0 0 0,1 2-1,-1 0 1,19 1 0,-31 1-331,0-1 0,0 1 0,1-1 0,-1 1 0,0 0 0,0 1 0,0-1 0,6 4 0,-8-4 0,0 1 0,0-1 0,0 1 0,0 0 0,0 0 0,0 0 0,0 0 0,-1 0 0,1 0 0,-1 0 0,0 0 0,0 1 0,1-1 0,-1 1 0,-1-1 0,1 1 0,1 3 0,-1 4 0,0-1 0,-1 1 0,1 0 0,-2 0 0,0 0 0,0 0 0,0-1 0,-1 1 0,-5 12 0,-34 84 0,39-100 0,-112 226-1430,11-22 202,102-208 1264,0-1 0,1 1 0,-1 0-1,0 0 1,1-1 0,-1 1 0,1 0-1,-1 0 1,1 0 0,0 0 0,0 0-1,0 0 1,0-1 0,0 1 0,1 0-1,-1 0 1,0 0 0,1 0 0,-1 0-1,1-1 1,0 1 0,0 0 0,-1 0-1,1-1 1,0 1 0,1-1 0,-1 1-1,0-1 1,0 1 0,1-1 0,-1 0-1,2 2 1,2 0 83,0 0 0,0 0 1,0-1-1,0 0 0,1 0 0,-1 0 0,0-1 1,1 0-1,7 1 0,15 0-62,1-2-1,-1-1 1,0-1-1,32-7 1,-10 2-54,233-22-182,-279 28-988,-10-1-7396,-2 2 5331,3 0 184,-14 0-10546</inkml:trace>
</inkml:ink>
</file>

<file path=ppt/ink/ink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5:59.049"/>
    </inkml:context>
    <inkml:brush xml:id="br0">
      <inkml:brushProperty name="width" value="0.025" units="cm"/>
      <inkml:brushProperty name="height" value="0.025" units="cm"/>
    </inkml:brush>
  </inkml:definitions>
  <inkml:trace contextRef="#ctx0" brushRef="#br0">82 30 8413,'-25'-29'180,"4"42"-1164,4 1-1217,-1-6-223</inkml:trace>
</inkml:ink>
</file>

<file path=ppt/ink/ink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5:59.271"/>
    </inkml:context>
    <inkml:brush xml:id="br0">
      <inkml:brushProperty name="width" value="0.025" units="cm"/>
      <inkml:brushProperty name="height" value="0.025" units="cm"/>
    </inkml:brush>
  </inkml:definitions>
  <inkml:trace contextRef="#ctx0" brushRef="#br0">1 111 14581,'1'-3'2538,"0"-1"-2025,1 0 0,0 0 0,0 0 1,1 0-1,-1 0 0,1 1 0,0-1 0,0 1 0,0 0 1,0 0-1,1 0 0,-1 0 0,1 0 0,0 1 1,0 0-1,0-1 0,0 2 0,0-1 0,5-2 0,14-3 1144,-1 1 0,36-6 0,-51 11-1450,34-6-138,1 1 0,79 1 0,-91 7-1782,-27-2-530,-16 6-11667,2-1 1993</inkml:trace>
</inkml:ink>
</file>

<file path=ppt/ink/ink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5:59.666"/>
    </inkml:context>
    <inkml:brush xml:id="br0">
      <inkml:brushProperty name="width" value="0.025" units="cm"/>
      <inkml:brushProperty name="height" value="0.025" units="cm"/>
    </inkml:brush>
  </inkml:definitions>
  <inkml:trace contextRef="#ctx0" brushRef="#br0">1 13 9805,'0'0'66,"0"0"0,0 0 0,0 0 0,0 0 0,0 1 0,0-1 0,0 0 0,0 0 0,0 0 0,0 0 0,0 0 0,0 0 0,1 1 0,-1-1 0,0 0 0,0 0 0,0 0 0,0 0 0,0 0 0,0 0 0,0 0 0,1 0 0,-1 0 0,0 0 0,0 0 0,0 0 0,0 0 0,0 0 0,1 1-1,-1-1 1,0 0 0,0 0 0,0 0 0,0 0 0,1-1 0,-1 1 0,0 0 0,0 0 0,0 0 0,0 0 0,0 0 0,0 0 0,1 0 0,-1 0 0,0 0 0,0 0 0,0 0 0,0 0 0,0 0 0,0-1 0,1 1 0,-1 0 0,0 0 0,0 0 0,0-9 6578,-3 4-548,3 20-4107,-3 138-1486,3-146-488,-1 7 6,1 0 0,1-1 0,0 1 0,1 0 0,0 0 0,1 0 0,0-1 0,9 19 0,-10-27 9,1-1-1,0 0 1,0 0 0,1 0-1,-1 0 1,1-1 0,0 1 0,0-1-1,0 0 1,0 0 0,0 0-1,1-1 1,0 0 0,4 2-1,10 3 178,-1-1 0,24 4 0,-39-9-173,78 13 727,-49-9-459,0 1 1,40 13-1,-70-18-291,0-1 0,1 1 0,-1 0 0,0 0 0,0 0-1,0 0 1,-1 1 0,1-1 0,0 0 0,0 1 0,-1 0 0,1-1-1,-1 1 1,1 0 0,-1-1 0,0 1 0,1 0 0,-1 0 0,1 4 0,-1-2-22,0-1 0,-1 0 0,1 1 0,-1-1 0,0 0 0,0 1 0,0-1 0,-1 0 0,1 1 0,-1-1 0,0 0 0,-1 4 0,-3 4-270,0 0 1,0 0 0,-1-1-1,0 0 1,-1 0-1,-13 14 1,4-7-769,0 0 0,-2-2 0,0 0 0,-21 13 0,15-14-3633,-35 17 0,3-8-7475</inkml:trace>
</inkml:ink>
</file>

<file path=ppt/ink/ink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5:59.964"/>
    </inkml:context>
    <inkml:brush xml:id="br0">
      <inkml:brushProperty name="width" value="0.025" units="cm"/>
      <inkml:brushProperty name="height" value="0.025" units="cm"/>
    </inkml:brush>
  </inkml:definitions>
  <inkml:trace contextRef="#ctx0" brushRef="#br0">868 1 15481,'-7'2'287,"-1"1"0,1 0 0,0 1 0,0-1 0,0 1 0,1 1 0,-1-1 0,1 1 0,0 0 0,0 1 0,1-1 0,0 1 0,0 0 0,-8 13 0,-35 59 2797,-72 167 0,-304 903 780,312-713-4974,59-143-3318,49-270 3375,-1 14-1236,5-8-4424,2-10-4528</inkml:trace>
</inkml:ink>
</file>

<file path=ppt/ink/ink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6:00.138"/>
    </inkml:context>
    <inkml:brush xml:id="br0">
      <inkml:brushProperty name="width" value="0.025" units="cm"/>
      <inkml:brushProperty name="height" value="0.025" units="cm"/>
    </inkml:brush>
  </inkml:definitions>
  <inkml:trace contextRef="#ctx0" brushRef="#br0">25 11 22014,'-25'6'2744,"34"-14"-444,-4 0 3409,11 10-5709,3 1-628,-3 0-3528,0-1 79</inkml:trace>
</inkml:ink>
</file>

<file path=ppt/ink/ink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6:00.313"/>
    </inkml:context>
    <inkml:brush xml:id="br0">
      <inkml:brushProperty name="width" value="0.025" units="cm"/>
      <inkml:brushProperty name="height" value="0.025" units="cm"/>
    </inkml:brush>
  </inkml:definitions>
  <inkml:trace contextRef="#ctx0" brushRef="#br0">57 1 16041,'-19'21'2249,"11"-10"-673,-3 0-320,0 0 348,6 5-1436,2-3-276,11-26-19694</inkml:trace>
</inkml:ink>
</file>

<file path=ppt/ink/ink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6:00.614"/>
    </inkml:context>
    <inkml:brush xml:id="br0">
      <inkml:brushProperty name="width" value="0.025" units="cm"/>
      <inkml:brushProperty name="height" value="0.025" units="cm"/>
    </inkml:brush>
  </inkml:definitions>
  <inkml:trace contextRef="#ctx0" brushRef="#br0">30 12 18122,'-30'8'2716,"49"-14"-248,0 4-72,8-1-419,-3 3-321,3-3-412,0 1-184,0-1-280,0 3-432,-2 3-348,4-1-416,-15-4-768,5 2-604</inkml:trace>
</inkml:ink>
</file>

<file path=ppt/ink/ink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6:00.773"/>
    </inkml:context>
    <inkml:brush xml:id="br0">
      <inkml:brushProperty name="width" value="0.025" units="cm"/>
      <inkml:brushProperty name="height" value="0.025" units="cm"/>
    </inkml:brush>
  </inkml:definitions>
  <inkml:trace contextRef="#ctx0" brushRef="#br0">0 46 20422,'49'9'3112,"-1"-20"-244,3 5-467,-2 1-341,-3 2-404,-6 1-1408,3-1-248,-2 0 0,-25 3 0,6 3 0,2-3 0,-16-11-2116,0-2-480</inkml:trace>
</inkml:ink>
</file>

<file path=ppt/ink/ink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6:01.156"/>
    </inkml:context>
    <inkml:brush xml:id="br0">
      <inkml:brushProperty name="width" value="0.025" units="cm"/>
      <inkml:brushProperty name="height" value="0.025" units="cm"/>
    </inkml:brush>
  </inkml:definitions>
  <inkml:trace contextRef="#ctx0" brushRef="#br0">384 14 18222,'1'-2'2427,"10"-9"1162,-11 16 58,-13 26-1559,-74 124-421,-32 66-1128,73-117-754,5 2-1,-38 153 1,75-247 24,2 1 1,0 0-1,1 0 1,0 14-1,1-24 13,0-1 0,0 0 0,0 0 0,0 0 0,1 1 0,-1-1 0,1 0 0,0 0 0,0 0 0,0 0 0,0 0 0,0 0 0,2 3 0,-2-4-70,0 0 0,1 0 0,-1-1 0,0 1 0,0-1 0,0 1 0,0-1 0,1 1 0,-1-1 0,0 0 0,0 1 0,1-1 1,-1 0-1,0 0 0,0 0 0,1 0 0,-1 0 0,0 0 0,1 0 0,-1-1 0,0 1 0,0 0 0,1-1 0,-1 1 0,0-1 0,2 0 0,22-15-6758,10-11-4397</inkml:trace>
</inkml:ink>
</file>

<file path=ppt/ink/ink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6:01.787"/>
    </inkml:context>
    <inkml:brush xml:id="br0">
      <inkml:brushProperty name="width" value="0.025" units="cm"/>
      <inkml:brushProperty name="height" value="0.025" units="cm"/>
    </inkml:brush>
  </inkml:definitions>
  <inkml:trace contextRef="#ctx0" brushRef="#br0">85 1 5372,'-2'1'92,"-5"2"197,1 1 0,0 0 0,0 1 0,0-1 0,-8 9 0,10-7 800,-1 0 0,1 0-1,0 0 1,-4 9-1,6-9-572,-1 0 1,1 1-1,1-1 0,-1 1 1,1-1-1,0 1 0,1-1 1,-1 1-1,1 0 0,1-1 1,-1 1-1,1 0 0,0-1 0,1 1 1,-1-1-1,1 1 0,4 7 1,-3-6-155,1 0 1,1 0-1,-1 0 1,1 0-1,0-1 1,1 1-1,0-1 1,0-1 0,0 1-1,1-1 1,0 0-1,14 8 1,17 6 483,1-2 0,1-2 1,1-2-1,47 11 0,-60-17-586,-6-2-121,48 11-536,-69-16 304,1-1 0,-1 0 0,1 0 0,-1-1 0,0 1 0,1 0 0,-1 0 0,0-1 0,1 1 0,-1 0 0,0-1 0,0 0 0,1 1 0,-1-1 0,0 0 0,0 1-1,0-1 1,0 0 0,0 0 0,0 0 0,0 0 0,0 0 0,0 0 0,0 0 0,0 0 0,-1 0 0,1-1 0,-1 1 0,1 0 0,-1 0 0,1-1 0,-1 1-1,1 0 1,-1-1 0,0 1 0,0-1 0,0 1 0,0 0 0,0-1 0,0 1 0,0 0 0,0-1 0,-1 1 0,1 0 0,0-1 0,-1 1 0,1 0 0,-1-1-1,0 0 1,-3-7-448,0 1-1,-1 0 0,0 0 1,0 0-1,-1 1 0,-8-10 1,-46-39-2725,13 14 2111,10 9 2795,0 3-1,-61-38 0,79 55-501,16 11 1743,7 0-2678,0 0 0,0 0 0,1 0 0,-1 0-1,0 0 1,1 1 0,-1 0 0,1 0 0,0 0 0,-1 1-1,6-1 1,-2 0 111,197-15 2082,-102 11-1726,-86 3-749,0 1 0,0 1 0,0 1 0,0 0 1,29 6-1,-28-3-1454,-17-4 1474,0 0 0,0 0 0,0 0 0,0 0 0,0 0 0,0 0 0,0 1 0,0-1 0,0 0 0,0 0 0,0 1 0,0-1 0,-1 0 0,1 1 0,0-1 0,0 1 0,0 0 0,-1-1 0,1 1 0,0-1 0,-1 1 0,1 0 0,0 0 0,-1-1 0,1 1 0,-1 0 0,1 0 0,-1 0 0,0 0 0,1-1 0,-1 1 0,0 0 0,1 2 0,0 2-146,1 1 0,1-1 0,-1 1-1,1-1 1,0 1 0,0-1 0,0 0 0,1-1-1,0 1 1,0-1 0,5 6 0,2-1 262,0 0 0,0 0 0,16 9 0,-11-9 208,1-1 0,0-1 0,0-1 0,27 7 0,69 9 633,-105-21-845,299 40 1845,-342-59-3086,9 10 198,-1 2-1,-29-5 1,-19-3-816,-7-6-537,-143-43-6692,194 53 4929,12 4-2156</inkml:trace>
</inkml:ink>
</file>

<file path=ppt/ink/ink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6:02.011"/>
    </inkml:context>
    <inkml:brush xml:id="br0">
      <inkml:brushProperty name="width" value="0.025" units="cm"/>
      <inkml:brushProperty name="height" value="0.025" units="cm"/>
    </inkml:brush>
  </inkml:definitions>
  <inkml:trace contextRef="#ctx0" brushRef="#br0">896 9 6825,'8'-3'812,"11"-2"9848,-24 6-8680,-4 2-1496,0 1 1,0-1 0,1 1 0,-1 1 0,1 0 0,0 0 0,-11 10 0,6-4 19,2 0 0,-1 2-1,-18 26 1,-193 330 3529,186-303-3563,-280 592 193,269-535-1992,31-75-693,-2 0-1,-31 54 0,49-100 1927,-32 55-4201,16-22-1427,6-11-5115</inkml:trace>
</inkml:ink>
</file>

<file path=ppt/ink/ink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6:02.153"/>
    </inkml:context>
    <inkml:brush xml:id="br0">
      <inkml:brushProperty name="width" value="0.025" units="cm"/>
      <inkml:brushProperty name="height" value="0.025" units="cm"/>
    </inkml:brush>
  </inkml:definitions>
  <inkml:trace contextRef="#ctx0" brushRef="#br0">0 1 18922,'8'27'9993,"6"-19"-11209,-1 2-429,1-15-10092,-4 0 404</inkml:trace>
</inkml:ink>
</file>

<file path=ppt/ink/ink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6:02.295"/>
    </inkml:context>
    <inkml:brush xml:id="br0">
      <inkml:brushProperty name="width" value="0.025" units="cm"/>
      <inkml:brushProperty name="height" value="0.025" units="cm"/>
    </inkml:brush>
  </inkml:definitions>
  <inkml:trace contextRef="#ctx0" brushRef="#br0">149 41 22178,'-30'8'2936,"38"-18"-483,0 1 2747,-35 9-11885,3 3 3309,-6-14-3321,-24-10-6328</inkml:trace>
</inkml:ink>
</file>

<file path=ppt/ink/ink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6:02.655"/>
    </inkml:context>
    <inkml:brush xml:id="br0">
      <inkml:brushProperty name="width" value="0.025" units="cm"/>
      <inkml:brushProperty name="height" value="0.025" units="cm"/>
    </inkml:brush>
  </inkml:definitions>
  <inkml:trace contextRef="#ctx0" brushRef="#br0">0 113 19982,'288'-35'5614,"93"3"-3478,493 21-1,374 89 765,-381-35-2900,-811-43-1696,106-14 0,-143 11 1024,1-1 0,0-2-1,-1 0 1,0-1-1,0 0 1,-1-2 0,0 0-1,23-16 1,-38 23-19,0 0 0,-1 0 0,1 0 0,-1 0 0,1 0 0,-1-1 0,0 1 0,0-1 0,0 0 0,3-4 0,-4 4-723,-1-1-1,1 1 1,0 0-1,-1-1 1,0 1-1,0-1 0,0 1 1,-1-6-1,1 9 1407</inkml:trace>
</inkml:ink>
</file>

<file path=ppt/ink/ink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14.009"/>
    </inkml:context>
    <inkml:brush xml:id="br0">
      <inkml:brushProperty name="width" value="0.025" units="cm"/>
      <inkml:brushProperty name="height" value="0.025" units="cm"/>
    </inkml:brush>
  </inkml:definitions>
  <inkml:trace contextRef="#ctx0" brushRef="#br0">315 57 6533,'0'0'46,"0"0"1,1 0 0,-1 0 0,0 0 0,1-1-1,-1 1 1,0 0 0,1 0 0,-1 0 0,0-1-1,1 1 1,-1 0 0,0 0 0,0-1 0,1 1 0,-1 0-1,0 0 1,0-1 0,0 1 0,1 0 0,-1-1-1,0 1 1,0 0 0,0-1 0,0 1 0,0 0-1,0-1 1,0 1 0,0 0 0,0-1 0,0 0-1,-10 1 1107,9 1-1100,-2-1 4376,19-24-156,-9-1-593,-12 46-3507,0 1 0,2-1 0,1 1 0,0 0 1,2 27-1,0-17-89,-31 428 957,-23 127-741,26-402-166,2-6 197,-4 172 725,-31 269 730,37-364-1278,12-105-222,-8 157 268,17-245-456,-10 216 280,2 140 229,27-143-137,2-122 3,-16-135-269,1 0 0,1 0 0,8 23-1,-11-40 93,10 79-454,-9-71 193,0 0-1,1 1 0,0-1 1,0-1-1,1 1 0,5 9 1,-3-6 16,-1-1 0,0 1 0,4 18 1,-6-18-28,-1 0 0,0 0 0,-1 0 0,-1 0 0,0 1 0,-1-1 0,0 0 0,-1 0 0,-1 0 0,-5 18 0,6-27-36,1 0 0,0-1 0,0 1-1,0 0 1,1-1 0,0 1 0,-1 0 0,1 4-1,-10-19-735,6 3 438,2 1 1,-1 0-1,1 0 1,0-1-1,0 1 0,1-1 1,0 0-1,1 1 1,0-10-1,-4-28-1226,-17-129-4358,14 49-1163,7-8-3944</inkml:trace>
</inkml:ink>
</file>

<file path=ppt/ink/ink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16.491"/>
    </inkml:context>
    <inkml:brush xml:id="br0">
      <inkml:brushProperty name="width" value="0.025" units="cm"/>
      <inkml:brushProperty name="height" value="0.025" units="cm"/>
    </inkml:brush>
  </inkml:definitions>
  <inkml:trace contextRef="#ctx0" brushRef="#br0">113 123 5457,'0'-1'127,"-1"0"0,0 0 0,0 0 0,1 0 1,-1 0-1,0 1 0,0-1 0,0 0 0,0 0 1,0 1-1,0-1 0,0 0 0,0 1 1,-1-1-1,1 1 0,0 0 0,0-1 0,0 1 1,-1 0-1,1 0 0,0-1 0,0 1 1,0 0-1,-1 0 0,1 0 0,0 1 0,0-1 1,-1 0-1,1 0 0,0 1 0,-1 0 1,-8 2 667,0 0 1,1 1 0,-10 5-1,0 0 766,18-9-1442,1 0-1,-1 1 1,1-1-1,-1 0 0,1 0 1,-1 0-1,1 0 1,0 1-1,-1-1 1,1 0-1,-1 0 0,1 1 1,0-1-1,-1 0 1,1 1-1,0-1 1,-1 0-1,1 1 0,0-1 1,-1 1-1,1-1 1,0 0-1,0 1 1,0-1-1,-1 1 0,1-1 1,0 1-1,0-1 1,0 1-1,0-1 1,0 1-1,0-1 0,0 1 1,0-1-1,0 1 1,0-1-1,0 1 0,0-1 1,0 1-1,0-1 1,1 0-1,-1 1 1,0-1-1,0 1 0,0-1 1,1 1-1,-1-1 1,13 9 3218,-2-7-4437,259-11 2291,-167 8-977,240-4 189,506-17-141,-455 5-135,7 0-46,-143 0-23,393-16 140,-316 25-239,171-1 90,-267 11-4,420 16 41,-281 21-167,121 7 52,351-75 55,-614 22-7,-27 1-60,589-16-17,-577 19 64,166-11 91,-13 1-20,-207 12-121,180-8 45,-171 2-15,23-3 326,57-5-277,-57 23 7,-157-3 129,-1 1 1,67 20 0,-98-23-112,0 1 1,-1 1-1,0 0 1,0 0-1,0 1 1,-1 0-1,0 1 1,0 0-1,0 0 0,-1 0 1,0 1-1,-1 0 1,0 1-1,0-1 1,0 1-1,-1 0 0,4 13 1,3 6 38,-1 1 1,-2 0-1,-1 1 1,6 47 0,0 8 98,32 250 142,-45-330-332,32 545 387,-61-97-223,-10-137-46,29-241-34,4-1 1,3 1-1,9 91 1,53 220 210,-45-301-275,-3 1 1,1 113 0,-26 173 98,9-312 11,2-1-1,3 1 1,2-1-1,3 1 1,24 101-1,-13-84-61,7 29-30,-12-67-12,11 79 0,-12-54-7,-11-61-22,1 0 23,0 0 0,0-1 0,-1 1-1,1 0 1,-1 0 0,0 0-1,0 0 1,0 3 0,-1-5-23,0 1 0,0 0 0,0-1 0,0 1-1,0-1 1,0 0 0,-1 1 0,1-1 0,-1 0 0,1 0 0,-1 0 0,1 0 0,-1 0 0,1 0 0,-1 0 0,0-1 0,0 1 0,1 0-1,-1-1 1,0 0 0,0 1 0,0-1 0,0 0 0,1 0 0,-1 0 0,0 0 0,-3-1 0,-2 2-4,-311-1 54,91-2-93,122 3 32,-321 17 110,227-7-2,-415 35 59,218-16-55,-360-10-13,270-12-137,-1 21 19,-346 36-106,649-56 140,-271 6-17,320-14 25,-186-4 129,61 3-234,167 3 181,-797-9-316,618-5 176,145 6 30,-60-6-70,-403-25 15,-138 15-29,721 20 101,-213 2-4,-141 17-38,181-20 32,165 2 6,-265-16 139,82 16-218,70 2 127,103-3 234,-29-5 0,51 6-30,-15-3 219,2 3-289,13 0 6,-1 0 0,-27 0-145,-4 0-39,29 1 8,-16-4-61,20 2-398,18-4-4570,-3 2 3095,19-3-1971,-6 4-6076,-8 2 1503</inkml:trace>
</inkml:ink>
</file>

<file path=ppt/ink/ink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16.599"/>
    </inkml:context>
    <inkml:brush xml:id="br0">
      <inkml:brushProperty name="width" value="0.025" units="cm"/>
      <inkml:brushProperty name="height" value="0.025" units="cm"/>
    </inkml:brush>
  </inkml:definitions>
  <inkml:trace contextRef="#ctx0" brushRef="#br0">184 156 11621,'-35'-37'1228,"13"34"-500,3-13-584,-13-8-364,16 5-464,-6 0-680,0 0-2012,6 0-1717</inkml:trace>
</inkml:ink>
</file>

<file path=ppt/ink/ink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17.131"/>
    </inkml:context>
    <inkml:brush xml:id="br0">
      <inkml:brushProperty name="width" value="0.025" units="cm"/>
      <inkml:brushProperty name="height" value="0.025" units="cm"/>
    </inkml:brush>
  </inkml:definitions>
  <inkml:trace contextRef="#ctx0" brushRef="#br0">1052 1 8285,'-27'11'1947,"27"-11"-1814,-1 1 1,0-1-1,0 1 0,0-1 1,0 0-1,0 1 1,0-1-1,0 0 1,0 0-1,0 0 1,0 0-1,0 0 1,0 0-1,0 0 1,0 0-1,0-1 1,0 1-1,-2-1 0,-4 0 330,-9 0 560,-1 1-1,0 1 1,0 1 0,-25 5 0,-14 2 234,-505 36 5738,442-44-6179,-14 0-2988,117 1 820,12-2-483</inkml:trace>
</inkml:ink>
</file>

<file path=ppt/ink/ink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18.072"/>
    </inkml:context>
    <inkml:brush xml:id="br0">
      <inkml:brushProperty name="width" value="0.025" units="cm"/>
      <inkml:brushProperty name="height" value="0.025" units="cm"/>
    </inkml:brush>
  </inkml:definitions>
  <inkml:trace contextRef="#ctx0" brushRef="#br0">0 4003 8465,'13'35'1513,"-12"-23"105,-1-11-1421,0 0-1,0 0 1,0 0-1,1 0 0,-1 0 1,0 0-1,0 0 1,1 0-1,-1 0 1,0 0-1,1 0 1,-1 0-1,1-1 1,0 1-1,-1 0 1,1 0-1,0 0 0,-1-1 1,2 2-1,0-1 1549,11 8 16,-11-8-1633,1 0 0,-1 0 1,1 0-1,-1 0 0,0-1 0,1 1 0,-1-1 1,1 0-1,-1 0 0,1 0 0,0 0 0,-1 0 1,1 0-1,-1 0 0,1-1 0,-1 0 0,0 1 1,4-2-1,51-23 672,-41 17-440,135-75 1069,474-215-35,-304 132-925,-86 42-73,226-133 355,-103 53-338,146-78 17,98-53-92,-198 136-194,-304 151-102,148-70-58,424-208 197,-228 111 67,-276 135-172,128-57 39,57-27 5,-29 20 19,-50 23 70,387-159 379,222-25 164,-845 293-733,-6 2 30,52-22-1,-59 15-122,-47 1-2090,2 4-696,1 1 1,-25-10 0,17 8-3104,-8-5-5235</inkml:trace>
</inkml:ink>
</file>

<file path=ppt/ink/ink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20.377"/>
    </inkml:context>
    <inkml:brush xml:id="br0">
      <inkml:brushProperty name="width" value="0.025" units="cm"/>
      <inkml:brushProperty name="height" value="0.025" units="cm"/>
    </inkml:brush>
  </inkml:definitions>
  <inkml:trace contextRef="#ctx0" brushRef="#br0">9 146 9193,'0'0'8655,"-1"3"-7781,-1 0-750,1 1 1,0-1 0,0 1 0,0 0-1,1 0 1,-1-1 0,1 1 0,0 0 0,0 0-1,0 0 1,1-1 0,-1 1 0,1 0-1,0 0 1,0-1 0,0 1 0,1-1-1,2 6 1,6 12 276,23 36 0,-32-56-368,5 9 36,2 4 85,1 0 1,1 0 0,0-1 0,19 18-1,-25-27-71,1 1 0,-1-1 0,0 1 0,0 0-1,6 8 1,-9-10 1371,-1-6-1139,1-8-221,0 0 1,-1 0-1,-1 0 1,0 0-1,0 0 1,-5-14-1,-3-30 34,1-125 316,8 175-424,0-1-1,1 1 1,-1-1 0,1 1 0,1-1 0,-1 1 0,1 0-1,0 0 1,0 0 0,0 0 0,1 0 0,4-6 0,-5 8-84,0 0 1,0 1-1,1-1 1,-1 1-1,1-1 0,0 1 1,0 0-1,-1 0 1,1 0-1,1 1 1,-1-1-1,0 1 1,0 0-1,0-1 1,1 1-1,-1 1 1,1-1-1,-1 0 1,1 1-1,3 0 1,35 3-3397,-38-2 2250,0 0 0,1 1 0,-1-1 0,0 1 1,0 0-1,0 0 0,5 3 0,8 8-7859</inkml:trace>
</inkml:ink>
</file>

<file path=ppt/ink/ink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20.853"/>
    </inkml:context>
    <inkml:brush xml:id="br0">
      <inkml:brushProperty name="width" value="0.025" units="cm"/>
      <inkml:brushProperty name="height" value="0.025" units="cm"/>
    </inkml:brush>
  </inkml:definitions>
  <inkml:trace contextRef="#ctx0" brushRef="#br0">79 97 15773,'7'-7'-1037,"17"-16"12688,-14 14-10189,-9 9-1458,-1-1 0,1 0 0,-1 1 0,0-1 0,1 0 0,-1 1 0,1-1 0,-1 0 0,0 1 0,0-1 0,0 0 0,1 0 0,-1 1 0,0-1 0,0 0 0,0 0 0,0 1 0,0-2 0,0-2 16,12-34 862,-11 36-589,-5 3-274,-1 0 1,0 0-1,1 0 1,0 0-1,-1 1 1,1 0-1,0 0 1,0 0-1,0 0 1,0 1-1,0-1 0,0 1 1,1 0-1,-6 6 1,1-1-17,0 1 0,1-1 1,0 1-1,-11 20 0,14-22-19,1 0 0,0 0 1,0 1-1,1-1 0,-1 1 0,2 0 1,-3 15-1,4-20-21,0 0 0,0 0 1,0 0-1,1 0 0,-1 0 1,1 0-1,-1-1 0,1 1 1,0 0-1,0 0 0,0-1 1,1 1-1,-1 0 0,0-1 0,1 0 1,0 1-1,0-1 0,-1 0 1,1 0-1,1 0 0,-1 0 1,0 0-1,0 0 0,6 2 1,0 0-212,0 0 1,0-1-1,1 0 1,-1 0 0,1-1-1,0 0 1,0 0-1,0-1 1,0-1 0,0 1-1,0-2 1,0 1-1,0-1 1,0 0 0,17-5-1,-13 2-400,54-15-3450,-23 1-2517,-2-3-3466</inkml:trace>
</inkml:ink>
</file>

<file path=ppt/ink/ink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21.231"/>
    </inkml:context>
    <inkml:brush xml:id="br0">
      <inkml:brushProperty name="width" value="0.025" units="cm"/>
      <inkml:brushProperty name="height" value="0.025" units="cm"/>
    </inkml:brush>
  </inkml:definitions>
  <inkml:trace contextRef="#ctx0" brushRef="#br0">162 1 10781,'-29'4'1115,"26"-3"-897,1 0 0,-1 0 0,1 0 0,-1 0-1,1 0 1,-1 1 0,1-1 0,0 1-1,-1 0 1,1-1 0,0 1 0,-3 4 0,-2 0 173,4-3-277,0 0-1,-1 0 0,1 0 0,0 1 1,1-1-1,-1 1 0,1-1 1,-4 7-1,6-8 239,-3-1 182,-19 10 946,20-9 2312,4-4-3302,107-73 5656,-107 73-5446,23 14 68,-23-8-742,-1 0 0,1 1 1,-1-1-1,0 0 0,0 1 1,-1 0-1,0-1 0,1 6 1,-1 3 19,5 64 92,-3 0-1,-4 0 1,-19 121-1,-13-11-885,24-147-750,-2-1 0,-26 59 0,35-91 762,-1 0 0,0 0 0,-1 0 0,1-1 1,-1 0-1,-1 0 0,-6 6 0,-2-1-5722,-2-9-4205</inkml:trace>
</inkml:ink>
</file>

<file path=ppt/ink/ink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21.769"/>
    </inkml:context>
    <inkml:brush xml:id="br0">
      <inkml:brushProperty name="width" value="0.025" units="cm"/>
      <inkml:brushProperty name="height" value="0.025" units="cm"/>
    </inkml:brush>
  </inkml:definitions>
  <inkml:trace contextRef="#ctx0" brushRef="#br0">36 432 6929,'-3'2'232,"1"0"0,0 0 0,0 0 0,0 1 0,1-1 1,-1 0-1,0 1 0,1-1 0,0 1 0,-1-1 0,1 1 1,-1 5-1,-10 35 864,12-40-1040,-1 0-1,1 0 1,0-1-1,0 1 1,0 0-1,1 0 1,0 5-1,0-4 102,-1-1 386,1-1 253,6 22 8894,-4-24-8930,26-2 414,-26 2 442,-2 2-1692,0 1 42,0-1-1,0 0 1,0 1-1,0-1 1,0 0-1,1 0 1,-1 0-1,1 0 1,1 2 0,7 10-243,-8-10 233,0 0-1,1 0 1,-1-1 0,1 1-1,0-1 1,0 1-1,0-1 1,0 0-1,1 0 1,-1-1 0,1 1-1,0-1 1,0 0-1,0 0 1,0 0-1,0 0 1,0-1 0,0 1-1,6 0 1,-3-1 69,1 0 1,-1 0-1,1-1 1,0 0 0,-1-1-1,1 1 1,0-2-1,-1 1 1,1-1-1,13-5 1,-4 1 111,0 0 167,0-1 0,0 0-1,30-20 1,-43 25-323,0-1 0,0 0 0,0-1 0,0 1 1,-1-1-1,1 0 0,-1 0 0,0 0 0,0 0 0,-1 0 0,1-1 1,-1 1-1,0-1 0,0 1 0,0-1 0,-1 0 0,0 0 0,0 0 1,1-10-1,-2-8-258,-1 0 0,-1 0 0,-2 1 0,-8-35 0,-34-88-310,34 110 1506,-1 0 0,-3 1 1,0 1-1,-30-45 0,45 77 252,40 55-353,-6 17-854,-3 1 1,26 93 0,-53-153-127,48 130-4425,-28-82-449,-6-24-1710,6-9-4140</inkml:trace>
</inkml:ink>
</file>

<file path=ppt/ink/ink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22.319"/>
    </inkml:context>
    <inkml:brush xml:id="br0">
      <inkml:brushProperty name="width" value="0.025" units="cm"/>
      <inkml:brushProperty name="height" value="0.025" units="cm"/>
    </inkml:brush>
  </inkml:definitions>
  <inkml:trace contextRef="#ctx0" brushRef="#br0">273 260 9917,'-34'12'624,"9"-3"521,1 0-1,-39 22 1,48-21-553,1 2-1,0-1 0,1 2 0,0-1 1,1 2-1,-16 21 0,12-14 822,14-19-114,28 7 751,-12-12-1369,1 0-1,-1 0 0,0-2 1,19-8-1,25-7 397,-18 8-1537,-38 11 19,-21-3-1835,4 3 2338,12 1 68,4-3 134,4-5-72,1 0 1,-1 1 0,1-1 0,1 1 0,-1 1 0,1-1 0,1 1 0,-1 0-1,1 1 1,0 0 0,0 0 0,0 0 0,1 1 0,0 1 0,-1-1-1,2 1 1,15-3 0,-21 6-361,1 0-1,0 0 1,-1 1 0,1-1-1,0 1 1,-1 0-1,1 0 1,-1 1-1,1-1 1,-1 1-1,1 0 1,-1 0 0,0 0-1,0 1 1,5 4-1,6 2-448,13 2-1056,-26-11 1646,0 1 1,0-1-1,1 0 1,-1 0-1,0-1 0,0 1 1,1 0-1,-1-1 0,0 1 1,0-1-1,0 0 0,0 0 1,0 1-1,4-4 0,-6 4 24,4-2 61,0 0 0,0-1 0,-1 0 1,1 0-1,-1 0 0,0 0 0,0-1 0,0 1 1,0-1-1,3-4 0,22-47 1520,-2 6 115,80-98 2978,-80 113-3788,-24 32-943,-5 7-7606,2-2 6421,0-1 1,0 1-1,1 0 0,-1 0 0,1 0 0,-1 4 1</inkml:trace>
</inkml:ink>
</file>

<file path=ppt/ink/ink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22.963"/>
    </inkml:context>
    <inkml:brush xml:id="br0">
      <inkml:brushProperty name="width" value="0.025" units="cm"/>
      <inkml:brushProperty name="height" value="0.025" units="cm"/>
    </inkml:brush>
  </inkml:definitions>
  <inkml:trace contextRef="#ctx0" brushRef="#br0">326 0 7309,'-3'0'242,"1"1"1,-1-1-1,0 1 1,0-1 0,0 1-1,0 0 1,1 0-1,-1 0 1,0 0 0,1 1-1,-1-1 1,1 1-1,-1-1 1,1 1-1,0 0 1,-3 3 0,-18 11 839,-19 9-547,0 2 0,2 2 0,-52 48 0,87-72-114,0 1-1,1 0 0,0 0 1,0 1-1,1-1 0,-1 1 0,1 0 1,1 0-1,-3 7 0,5-13-344,1 0 0,0-1 0,-1 1 0,1-1 0,-1 1 0,1-1 0,0 1 0,0-1 0,-1 1 0,1-1 0,0 1 0,0-1 0,-1 0 0,1 0 0,0 1 0,0-1 0,0 0 0,1 0 0,-1 0 63,3 1 36,0 0-1,0-1 1,0 0-1,1 0 1,-1 0-1,0 0 1,0 0-1,0-1 1,0 0-1,1 0 1,-1 0-1,0-1 1,6-2 0,2-2 472,0 0 1,-1-1 0,14-10 0,43-32 1486,32-24 671,-98 71-2659,22-17 730,-19 14-689,-13 11-302,-1 3 3,-1 0 0,1 0 0,1 1 0,0 0 0,-7 12 0,-34 61-474,17-22 204,2 1 0,3 1 1,3 2-1,3 0 0,2 1 0,-11 79 1,28-127 2,1-1 1,0 1-1,1-1 1,1 1 0,1-1-1,0 1 1,10 32 0,-12-49 226,0 0 1,1 0 0,-1 0 0,1 0-1,0 0 1,-1 0 0,1 0 0,0 0-1,0 0 1,0 0 0,-1-1 0,1 1-1,0 0 1,0 0 0,0-1 0,0 1-1,0-1 1,1 1 0,-1-1 0,0 1-1,0-1 1,0 0 0,0 1 0,0-1-1,2 0 1,27-1-2626,-25 0 1832,0-1 0,0 1-1,-1-1 1,1 0 0,5-3-1,29-17-8240</inkml:trace>
</inkml:ink>
</file>

<file path=ppt/ink/ink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23.544"/>
    </inkml:context>
    <inkml:brush xml:id="br0">
      <inkml:brushProperty name="width" value="0.025" units="cm"/>
      <inkml:brushProperty name="height" value="0.025" units="cm"/>
    </inkml:brush>
  </inkml:definitions>
  <inkml:trace contextRef="#ctx0" brushRef="#br0">106 146 7501,'7'-10'-21,"3"-4"8232,-12 10-4481,-8 6-2904,-4 3-592,0 1-1,1 0 1,0 1-1,0 1 1,-24 18 0,36-25-217,1-1-1,0 0 1,-1 0 0,1 1 0,-1-1 0,1 0 0,0 1 0,0-1 0,-1 0 0,1 1 0,0-1-1,-1 0 1,1 1 0,0-1 0,0 1 0,0-1 0,-1 0 0,1 1 0,0-1 0,0 1 0,0-1 0,0 1-1,0-1 1,0 0 0,0 1 0,0-1 0,0 1 0,0-1 0,0 1 0,0-1 0,0 1 0,0-1-1,1 0 1,-1 1 0,0-1 0,0 1 0,0-1 0,1 0 0,-1 1 0,0-1 0,0 1 0,1-1 0,-1 0-1,0 0 1,1 1 0,-1-1 0,0 0 0,1 1 0,-1-1 0,1 0 0,-1 0 0,0 0 0,1 1-1,-1-1 1,1 0 0,0 0 0,1 1 16,1 0-1,-1 0 1,1 0-1,-1 0 1,1 0-1,0-1 1,-1 0-1,6 1 1,9-4 100,0-1 0,0 0 0,0-2 0,20-9 0,-25 11 6,14-8-201,-23 12-4,0-2-104,0 1 89,1 0 0,-1 0 1,1 0-1,-1 0 0,7-1 1,-2 1 89,-4 1 53,0-1 0,0 1 0,0-1 0,0 0 0,0 0 1,0-1-1,5-1 0,32-21 778,53-22 1,-61 31-627,-3 3 152,-24 10-310,0 0 1,0 0-1,0-1 1,-1 0-1,6-4 0,-6 4-143,0 0-1,0 1 1,0-1-1,1 1 1,-1 0-1,1 1 0,0-1 1,-1 1-1,1 0 1,0 0-1,7 0 1,-11 1-33,1 2-259,-1 1 356,1 0 0,0 0 0,0 1 0,-1-1 0,0 1 0,0-1 0,0 1 0,0 0 0,0-1 0,-1 1 0,1 0 0,-1 0 0,0 0 0,-1 0 0,2 7 0,-1 11 18,-1 40 1,-1-26-77,1-9-44,1-10 124,-1 1 1,-3 22-1,2-35-229,0 0 0,0-1 1,-1 1-1,1 0 0,-1 0 0,0-1 0,0 1 0,-1-1 0,1 0 0,-1 0 1,0 1-1,-5 4 0,-31 32-8404,24-30-658</inkml:trace>
</inkml:ink>
</file>

<file path=ppt/ink/ink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24.396"/>
    </inkml:context>
    <inkml:brush xml:id="br0">
      <inkml:brushProperty name="width" value="0.025" units="cm"/>
      <inkml:brushProperty name="height" value="0.025" units="cm"/>
    </inkml:brush>
  </inkml:definitions>
  <inkml:trace contextRef="#ctx0" brushRef="#br0">2172 1 10133,'0'0'9029,"-3"3"-8603,-5 4-281,0 2 1,1-1-1,-1 1 1,2 0 0,-10 17-1,-26 57 358,24-43-296,-148 383 966,131-324-882,-497 1600 4525,366-1055-3845,-114 428-166,-40-13-638,4-190-782,271-759-456,-70 120-1,115-229 1032,-1 0-1,1 0 0,0 1 1,-1-1-1,0 0 0,1-1 0,-1 1 1,1 0-1,-1 0 0,0 0 1,0 0-1,0 0 0,1-1 1,-1 1-1,0 0 0,0-1 0,0 1 1,0-1-1,0 1 0,0-1 1,0 1-1,0-1 0,0 0 0,0 1 1,-1-1-1,1 0 0,0 0 1,0 0-1,0 0 0,0 0 0,0 0 1,0 0-1,0 0 0,-1 0 1,1-1-1,0 1 0,0 0 0,0-1 1,0 1-1,-1-2 0,-1 1-74,1-2 0,-1 1-1,1 0 1,0 0 0,-1-1-1,1 1 1,0-1 0,1 0-1,-1 0 1,0 0 0,-2-5-1,0-8-380,1 1-1,0-1 0,1 0 1,0 0-1,2 0 0,-1 0 1,2 0-1,0 1 0,7-29 0,-7 39 416,0 1 0,1-1 0,0 1 1,0-1-1,0 1 0,5-8 0,-6 11 989,-3-16-556,0-16-1124,2 18-574,-1 1 0,-3-16 0,-4-20-3134,3-2-2556</inkml:trace>
</inkml:ink>
</file>

<file path=ppt/ink/ink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26.484"/>
    </inkml:context>
    <inkml:brush xml:id="br0">
      <inkml:brushProperty name="width" value="0.025" units="cm"/>
      <inkml:brushProperty name="height" value="0.025" units="cm"/>
    </inkml:brush>
  </inkml:definitions>
  <inkml:trace contextRef="#ctx0" brushRef="#br0">36 10 10625,'-1'-9'2306,"-6"13"7625,5-4-8503,1 0-1344,0-1-1,0 1 1,0 0-1,0 0 0,0 0 1,0 0-1,0 0 1,0 0-1,0 0 1,1 0-1,-1 0 1,0 0-1,0 1 1,0-1-1,0 0 0,0 1 1,0-1-1,1 0 1,-1 1-1,0-1 1,0 1-1,1-1 1,-1 1-1,0 0 1,0-1-1,1 1 0,-1 0 1,1 0-1,-1 0 1,1 2 70,0 1 1,0-1 0,1 0-1,0 0 1,-1 0-1,1 0 1,0 0-1,3 5 1,-3-5-122,25 79 1162,24 128-1,-29-109-889,127 696-1068,-127-669 119,24 84-1865,-38-179 1443,-5-22 538,-6-15 42,-9-27-250,11 25 640,-24-70-448,3-2-1,-21-127 1,23 80 1426,-10-207 1,32 296-295,0 1-1,3 0 1,0 0-1,12-41 1,0 23 941,42-98-1,-58 151-1524,22-43 566,-21 42-526,0-1-1,1 0 0,-1 1 1,0-1-1,0 1 1,1 0-1,-1-1 1,0 1-1,1 0 1,-1 0-1,1 0 0,0 0 1,-1 0-1,1 0 1,0 0-1,0 1 1,0-1-1,-1 1 1,1-1-1,0 1 0,3-1 1,-3 2-36,-1-1 1,0 1-1,0 0 1,0-1-1,0 1 1,0 0-1,1 0 1,-2 0-1,1 0 0,0-1 1,0 1-1,0 1 1,0-1-1,0 0 1,-1 0-1,1 0 1,-1 0-1,1 0 1,-1 1-1,1-1 1,-1 0-1,0 0 0,1 1 1,-1-1-1,0 0 1,0 1-1,0-1 1,0 0-1,0 3 1,-2 45-334,1-44 267,-3 26-1253,-2 0 0,-1-1 0,-22 60 0,-20 23-9603,19-51-1556</inkml:trace>
</inkml:ink>
</file>

<file path=ppt/ink/ink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26.873"/>
    </inkml:context>
    <inkml:brush xml:id="br0">
      <inkml:brushProperty name="width" value="0.025" units="cm"/>
      <inkml:brushProperty name="height" value="0.025" units="cm"/>
    </inkml:brush>
  </inkml:definitions>
  <inkml:trace contextRef="#ctx0" brushRef="#br0">71 27 14705,'-3'-9'626,"-5"-9"3437,-4 45 134,5-16-3983,1-1 0,1 1-1,0 0 1,0 0-1,1 1 1,0-1-1,1 1 1,-2 19-1,3-12 207,1 0 0,1 0 0,1 0 0,5 36 0,6-5 361,2-1 0,1-1 0,29 58 0,-10-34-395,72 111-1,-97-170-875,0-1 0,13 13 0,2 2-3132,-5 1-8561</inkml:trace>
</inkml:ink>
</file>

<file path=ppt/ink/ink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27.445"/>
    </inkml:context>
    <inkml:brush xml:id="br0">
      <inkml:brushProperty name="width" value="0.025" units="cm"/>
      <inkml:brushProperty name="height" value="0.025" units="cm"/>
    </inkml:brush>
  </inkml:definitions>
  <inkml:trace contextRef="#ctx0" brushRef="#br0">179 0 10929,'-3'1'100,"0"0"-1,1 0 1,-1 1-1,1-1 1,0 0-1,-1 1 1,1-1-1,0 1 1,0 0-1,0 0 1,0 0 0,0 0-1,0 0 1,-2 3-1,1 2 139,-1 0-1,1 1 1,-4 13-1,3-10-248,-2 6-257,-2 0 0,0 0 0,0-1-1,-2 0 1,-11 14 0,-6 11 504,22-33 248,0 0-1,1 0 0,0 0 1,1 1-1,0-1 0,0 1 0,1 0 1,-2 11-1,4-18-312,0 1 0,-1-1 0,1 1 0,0-1 0,0 1 1,1 0-1,-1-1 0,0 1 0,1-1 0,0 1 0,-1-1 0,1 1 0,0-1 0,0 0 0,1 1 0,-1-1 1,0 0-1,1 0 0,-1 0 0,1 0 0,0 0 0,-1 0 0,1-1 0,0 1 0,0 0 0,0-1 0,1 1 1,-1-1-1,0 0 0,0 0 0,1 0 0,4 1 0,-2 0 205,1-1 0,0-1-1,0 1 1,0-1 0,0 0 0,0 0-1,0-1 1,0 0 0,10-2 0,54-20 1677,-52 16-1815,-14 5-245,0 0 0,-1 0 0,1 0 0,-1-1 0,1 0 0,-1 0 0,0 0 0,0 0 0,-1 0 0,1 0 0,-1-1 0,3-4 0,5-5-687,-9 11 569,1-1-1,-1 1 1,0 0-1,0 0 1,-1-1-1,1 1 0,0-1 1,-1 1-1,1-1 1,-1 1-1,0-5 1,0 3-122,1 3 207,-1 0-1,0 1 1,0-1-1,0 0 1,0 1 0,0-1-1,-1 0 1,1 0-1,0 1 1,0-1 0,0 0-1,-1 0 1,1 1-1,0-1 1,-1 0 0,1 1-1,0-1 1,-1 1-1,1-1 1,-1 0 0,-5-11-717,1-13 1025,5 23 2943,4 2-2798,23 1 2,0 3 1,0 0-1,41 12 0,41 7-3166,-105-22 2647,-1-1 0,1 0 1,0 0-1,0 0 0,-1 0 1,1-1-1,0 1 0,0-1 1,-1 0-1,1 0 0,-1-1 1,1 1-1,-1-1 0,1 1 1,-1-1-1,0 0 0,0 0 0,0-1 1,0 1-1,5-6 0,2-3 85,-2-1-1,0 0 0,0 0 1,8-19-1,-10 18 682,1 0 0,0 1-1,19-23 1,-21 29-409,0 1 1,0 0-1,1 1 0,0-1 0,10-5 0,-13 9-168,-1-1 0,1 1-1,0 0 1,0 0-1,0 0 1,0 0-1,0 1 1,0-1 0,0 1-1,0 0 1,0 0-1,1 0 1,-1 0-1,0 0 1,0 1 0,0-1-1,6 3 1,-4-1-3,0 0 0,0 0 0,0 1 1,-1 0-1,1 0 0,-1 0 0,1 0 0,-1 1 1,0 0-1,0 0 0,-1 0 0,1 0 0,3 7 1,-3-5-19,-1 1 0,0 1 0,0-1 1,0 0-1,-1 1 0,0 0 0,0-1 1,0 12-1,-1 4-353,-1 1 0,-2-1 0,0 0 0,-1 0 0,-9 32 0,6-30-1156,-16 39-1,1-23-2248,-8-5-4359,2-10-4425</inkml:trace>
</inkml:ink>
</file>

<file path=ppt/ink/ink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27.942"/>
    </inkml:context>
    <inkml:brush xml:id="br0">
      <inkml:brushProperty name="width" value="0.025" units="cm"/>
      <inkml:brushProperty name="height" value="0.025" units="cm"/>
    </inkml:brush>
  </inkml:definitions>
  <inkml:trace contextRef="#ctx0" brushRef="#br0">203 85 11645,'-1'-2'239,"0"1"1,1 0-1,-1 0 0,0 0 0,0 0 0,0 0 1,0 1-1,0-1 0,0 0 0,0 0 1,0 0-1,0 1 0,0-1 0,0 1 0,-1-1 1,1 1-1,0-1 0,0 1 0,-1 0 0,1 0 1,0-1-1,0 1 0,-1 0 0,1 0 1,0 0-1,-1 0 0,1 1 0,-2-1 0,2 1-191,0-1 0,-1 1 0,1 0 0,0-1 0,0 1 0,0 0 0,0 0 0,0 0 0,0 0 0,0 0 0,-2 2 0,-15 22 127,1 1 1,2 0-1,0 1 1,2 1-1,-11 31 1,24-57-177,1 1 0,-1-1 0,0 0 0,0 0 0,1 0 0,-1 0 0,1 0 0,-1 0 0,1 0 0,1 3 0,-1-4 5,0 0 3,0-1 1,0 0-1,0 1 0,0-1 0,0 0 1,0 0-1,0 0 0,0 0 1,1 0-1,-1 0 0,0 0 1,0 0-1,0 0 0,0-1 1,0 1-1,1-1 0,-1 1 8,9-2 53,-1-1 0,0 0 1,0-1-1,0 0 0,0 0 1,-1-1-1,0 0 0,14-10 1,4-7 331,25-28 0,-37 36-246,-12 12-121,47-51 703,-45 47-442,0 0 0,-1 1 0,0-1 0,1-1 1,-2 1-1,1 0 0,-1-1 0,2-8 0,6-32 2063,-9 45-1306,-1 6-680,2 30-143,-2 0 1,-1 1-1,-9 56 1,-1 4-27,-34 435 885,31-378-817,-62 277 1,67-394-745,-1-1 0,-1-1 1,-2 0-1,-1-1 0,-20 34 1,33-65 346,0 1 0,0-1 0,1 1 0,-1-1 0,0 1 0,0-1 0,-1 0 0,1 1 0,0-1 0,0 0 0,-1 0 0,1 0 0,-1 0 0,1 0 0,-1 0 0,1 0 0,-1-1 1,1 1-1,-1-1 0,0 1 0,1-1 0,-1 1 0,0-1 0,1 0 0,-1 0 0,0 0 0,0 0 0,1 0 0,-1 0 0,0 0 0,0-1 0,1 1 0,-3-1 0,1-1-552,0 0 1,0 0-1,-1 0 0,2-1 0,-1 1 0,0-1 0,0 0 0,1 0 1,0 0-1,-1 0 0,1 0 0,0 0 0,0-1 0,-1-4 0,-14-35-10846</inkml:trace>
</inkml:ink>
</file>

<file path=ppt/ink/ink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28.568"/>
    </inkml:context>
    <inkml:brush xml:id="br0">
      <inkml:brushProperty name="width" value="0.025" units="cm"/>
      <inkml:brushProperty name="height" value="0.025" units="cm"/>
    </inkml:brush>
  </inkml:definitions>
  <inkml:trace contextRef="#ctx0" brushRef="#br0">254 214 9997,'-1'-1'259,"0"0"-1,0 0 1,-1 1 0,1-1 0,0 0-1,-1 1 1,1-1 0,-1 0-1,1 1 1,-1 0 0,1-1 0,-1 1-1,1 0 1,-1 0 0,1 0 0,-1 0-1,0 0 1,1 0 0,-1 0-1,1 0 1,-1 1 0,1-1 0,-3 2-1,-15 0 1634,13-1-1790,0 0 0,0 0-1,0 1 1,1-1 0,-1 1 0,1 0-1,-1 1 1,1-1 0,0 1-1,0 0 1,0 1 0,0-1 0,-6 7-1,-1 1 66,0 1 0,0 0 0,-13 20 0,18-22 85,0 0 0,0 1-1,1-1 1,1 1 0,0 1 0,0-1 0,1 1 0,-4 17 0,8-26-135,0-1 0,0 1-1,0-1 1,1 1 0,-1-1 0,0 1 0,1-1 0,0 1 0,1 2 0,0 3 279,-1-8-347,-1 1 1,1 0 0,-1-1 0,1 1 0,-1-1 0,1 1-1,0-1 1,-1 1 0,1-1 0,0 0 0,-1 1 0,1-1-1,0 0 1,0 0 0,-1 1 0,1-1 0,0 0 0,0 0-1,-1 0 1,1 0 0,1 0 0,-1 0 81,3 1-43,0-1 1,0 1-1,-1-1 1,1-1-1,0 1 1,0 0-1,0-1 1,0 0-1,-1 0 1,1 0-1,0 0 1,-1-1-1,1 1 1,-1-1-1,4-2 1,8-5 167,27-23 0,-35 27-176,11-11-375,-2 0 0,0 0-1,-1-2 1,20-29 0,-33 45 182,-1 0 0,0 0 0,0 0 0,0-1 0,-1 1 0,1 0 0,-1-1 0,1-3 0,0 1-67,0 2-85,0 0-290,3-22 344,-3 23 177,1 2 52,55 1 978,-29 1-426,0-2 0,0-1 0,0-1 0,35-7 0,-37 3-516,-1-1 1,1-2-1,32-16 0,-52 22-253,-1-1 0,0 0 0,0-1 1,0 0-1,0 1 0,-1-1 0,0-1 1,0 1-1,0-1 0,-1 1 0,0-1 0,0 0 1,0 0-1,-1 0 0,4-14 0,10-20-476,-16 37 732,1 1 1,-1 0-1,0 0 0,0-1 0,0 1 1,0 0-1,-1-1 0,1 1 0,-1 0 0,1-1 1,-2-2-1,1 2 248,1 0 488,2 1-632,1 1 0,0-1 0,0 1 0,0 0 0,1 0 0,-1 0 0,0 0-1,0 1 1,0-1 0,1 1 0,-1 0 0,0 0 0,1 0 0,-1 0 0,0 1 0,0-1 0,1 1 0,-1 0 0,0 0 0,0 0 0,0 0-1,0 1 1,0-1 0,0 1 0,0 0 0,2 2 0,5 3 102,-2 1 0,1 0-1,-1 1 1,0 0 0,-1 0 0,0 0 0,0 1-1,-1 0 1,0 1 0,8 20 0,-13-28-261,2 5-60,0 1 0,-1 0 0,0 0 0,0 0 0,-1 0 0,0 0 0,-1 1-1,0-1 1,0 0 0,-1 0 0,0 0 0,-1 0 0,0 0 0,0 0 0,-1 0 0,0-1 0,-1 1 0,0-1 0,0 0 0,-9 12 0,12-19-92,0 0 1,0 1 0,0-1 0,-1 0 0,1-1 0,0 1-1,-1 0 1,1 0 0,-1-1 0,1 1 0,-1 0-1,1-1 1,-1 0 0,0 1 0,1-1 0,-1 0 0,1 0-1,-1 0 1,0 0 0,1 0 0,-1 0 0,1 0 0,-1-1-1,-2 0 1,-4-2-700,-1 0-1,2 0 0,-14-8 0,0 0-1511,-15-4-4796,3-9-4760</inkml:trace>
</inkml:ink>
</file>

<file path=ppt/ink/ink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30.961"/>
    </inkml:context>
    <inkml:brush xml:id="br0">
      <inkml:brushProperty name="width" value="0.025" units="cm"/>
      <inkml:brushProperty name="height" value="0.025" units="cm"/>
    </inkml:brush>
  </inkml:definitions>
  <inkml:trace contextRef="#ctx0" brushRef="#br0">154 31 15329,'-13'-10'804,"0"0"271,1 0 3162,13 11-4052,0 0 0,-1 0-1,1 0 1,-1 1 0,1-1 0,-1 0 0,0 0 0,0 1 0,1-1 0,-1 0 0,0 1 0,0-1 0,-1 2 0,2 1 175,-2 17 191,0 0 0,-2-1-1,-6 28 1,-2 16 124,-84 1023 1654,100-746-6683,11-197-7716</inkml:trace>
</inkml:ink>
</file>

<file path=ppt/ink/ink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31.150"/>
    </inkml:context>
    <inkml:brush xml:id="br0">
      <inkml:brushProperty name="width" value="0.025" units="cm"/>
      <inkml:brushProperty name="height" value="0.025" units="cm"/>
    </inkml:brush>
  </inkml:definitions>
  <inkml:trace contextRef="#ctx0" brushRef="#br0">84 20 14057,'-6'0'474,"-14"-1"1070,16 0-454,10-2 519,-4 2 2051,20-12-211,-18 13-3298,0 1-1,-1 0 1,1 0 0,-1 0 0,1 0-1,-1 0 1,0 1 0,0 0 0,1 0-1,-1 0 1,5 4 0,-1 0 31,0 0 0,0 1 0,7 8 1,-8-7-110,0 1 1,-1 0-1,0 0 1,-1 0-1,0 1 1,-1-1-1,1 1 1,-2 0 0,0 0-1,0 0 1,0 0-1,-2 1 1,1-1-1,-1 0 1,0 0-1,-3 11 1,-1 6-544,-1-1 1,-1 1-1,-1-1 1,-19 45-1,20-57-242,-1-1-1,0 1 0,0-1 1,-1 0-1,-1-1 0,0 0 1,-1-1-1,-12 13 0,20-23 513,1 0 0,0-1 0,0 1 0,0 0 0,-1 0 0,1-1-1,0 1 1,-1-1 0,1 1 0,-1-1 0,1 0 0,0 0 0,-1 1 0,1-1 0,-1 0-1,1 0 1,-1 0 0,1-1 0,0 1 0,-1 0 0,1 0 0,-2-1 0,0 0-354,0 0 1,1 0 0,-1-1-1,1 1 1,0 0 0,-1-1 0,1 1-1,0-1 1,-4-4 0,4 3-560,0 0 0,0 0 0,0 0 1,1-1-1,-1 1 0,-1-5 0</inkml:trace>
</inkml:ink>
</file>

<file path=ppt/ink/ink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31.533"/>
    </inkml:context>
    <inkml:brush xml:id="br0">
      <inkml:brushProperty name="width" value="0.025" units="cm"/>
      <inkml:brushProperty name="height" value="0.025" units="cm"/>
    </inkml:brush>
  </inkml:definitions>
  <inkml:trace contextRef="#ctx0" brushRef="#br0">57 3 14273,'-34'-3'2064,"27"3"2641,12 11-2874,-3-4-1653,-1 0 1,0 0 0,0 0-1,-1 1 1,0-1 0,0 0-1,-1 0 1,0 0-1,-3 12 1,0 9 153,-12 283 1589,17-309-1862,-1-1 0,1 0 1,-1 0-1,1 1 0,0-1 1,0 0-1,-1 0 0,1 0 1,0 0-1,0 0 0,0 0 1,0 0-1,0 0 0,0 0 0,1 0 1,-1-1-1,0 1 0,0 0 1,1-1-1,-1 1 0,0-1 1,0 0-1,2 1 0,1-2 17,0 0-1,0-1 1,0 1-1,0-1 1,-1 0 0,1 0-1,-1 0 1,1-1-1,-1 1 1,0-1-1,5-5 1,-1 2 51,10-10 227,-1-1 0,0-1-1,24-35 1,3-4 196,104-134 590,-90 125-3781,-55 64 737,-1 4-905,5 27-8358,-10-6 198</inkml:trace>
</inkml:ink>
</file>

<file path=ppt/ink/ink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32.641"/>
    </inkml:context>
    <inkml:brush xml:id="br0">
      <inkml:brushProperty name="width" value="0.025" units="cm"/>
      <inkml:brushProperty name="height" value="0.025" units="cm"/>
    </inkml:brush>
  </inkml:definitions>
  <inkml:trace contextRef="#ctx0" brushRef="#br0">135 347 11245,'0'0'9032,"-2"-1"-8176,-13-13 447,10 10 4184,9 4-5280,-1-1 0,0 0-1,1 0 1,-1 0 0,0 0-1,0-1 1,5-2 0,7-3 167,83-36 565,-96 42-1158,-1-1-171,0-1 251,0 1 1,-1 0-1,1 0 0,-1-1 1,1 1-1,-1 0 1,0 0-1,0-1 1,0 1-1,0-1 0,0 1 1,-1 0-1,1 0 1,-1-1-1,0-1 1,0 2 59,0 1 0,0-1 0,0 1 1,0 0-1,0-1 0,-1 1 0,1 0 1,-1 0-1,1 0 0,0 0 0,-1 0 1,0 0-1,1 0 0,-1 1 0,1-1 1,-1 1-1,0-1 0,1 1 0,-1-1 1,0 1-1,0 0 0,0 0 0,-1 0 1,-7 0-73,0 0 1,0 0 0,1 1 0,-1 1-1,1 0 1,-1 0 0,-13 6 0,-63 30-90,85-37 246,-2 1 84,-1 0 0,1 0 1,0 0-1,0 0 1,0 1-1,0 0 1,1-1-1,-1 1 1,1 0-1,-1 0 0,1 0 1,0 1-1,-3 6 1,4-8-20,1 0 1,-1 1-1,0-1 1,1 0-1,-1 1 1,1-1 0,-1 1-1,1-1 1,0 0-1,0 1 1,1-1-1,-1 1 1,0-1-1,1 1 1,-1-1-1,1 0 1,0 1-1,0-1 1,0 0-1,0 0 1,0 1-1,0-1 1,3 2 0,2 3 51,0-1 1,1 0 0,0-1 0,0 1 0,0-1 0,1-1 0,0 1 0,0-2 0,0 1 0,0-1 0,1 0 0,-1 0 0,1-1 0,17 2 0,-3-1-130,1-2 0,0 0 0,0-2 1,35-4-1,-24-1-1431,51-13 1,-72 14 818,0 0 0,-1 0 1,1-1-1,-1-1 0,0-1 1,12-8-1,-21 12 425,0 0 0,0-1-1,0 1 1,-1-1 0,0 0 0,0 0 0,0 0 0,0 0-1,-1 0 1,0 0 0,2-7 0,2-3 177,-6 13 86,0 0 0,0 0 0,0 0 0,0 1-1,-1-1 1,1 0 0,0 0 0,-1 1 0,1-1 0,-1 0 0,1 1 0,-3-4 0,2 3 134,1-1 256,6-9 722,0 1 1418,-12 19-1313,0 2-1113,0 0-1,1 0 0,0 1 0,-3 11 0,-8 18-657,15-39 79,2 2-2,0 9 156,1 1-265,-1-13 507,-1 0-1,1 0 1,0 0 0,-1 0 0,1-1 0,-1 1-1,1 0 1,-1 0 0,1-1 0,-1 1 0,1 0-1,-1 0 1,0-1 0,1 1 0,-1-1 0,1 1-1,-1 0 1,0-1 0,1 1 0,-1-1-1,0 1 1,0-1 0,1 1 0,-1-1 0,0 1-1,0-1 1,1 0 0,27-37-239,-17 24 232,0-1 0,11-19-1,-14 20 212,2-1 0,0 2 0,1-1 0,13-12 0,19-24 1035,-38 44-1118,0 0-1,0 1 1,0 0-1,0 0 0,8-4 1,-10 7 54,-1 3-142,-1 0 0,1 0 0,-1 1-1,0-1 1,1 1 0,-1-1 0,0 1 0,0-1 0,0 1 0,0 0 0,0-1-1,-1 1 1,1 0 0,0 2 0,7 24-63,19 91-2319,-26-114 2229,1 0 0,0-1 0,0 1 0,0-1-1,0 1 1,1-1 0,3 4 0,-2-2 4,-3-5 109,0-1 1,-1 1 0,1-1-1,0 1 1,-1-1-1,1 0 1,0 1-1,-1-1 1,1 0-1,0 0 1,0 0 0,-1 0-1,1 1 1,0-1-1,0 0 1,-1 0-1,1 0 1,0 0-1,0-1 1,-1 1-1,1 0 1,1 0 0,15-6-7,-5-1 121,-1-1 0,0 0 0,0 0 0,17-19 0,37-47 720,-26 29-83,-8 8-181,-13 16 176,34-32 0,-52 53-725,0-1 0,1 1 0,-1 0 1,0 0-1,0 0 0,1-1 0,-1 1 1,0 0-1,0 0 0,1 0 0,-1 0 1,0 0-1,1-1 0,-1 1 0,0 0 1,1 0-1,-1 0 0,0 0 0,1 0 0,-1 0 1,0 0-1,1 0 0,-1 0 0,0 0 1,1 0-1,-1 1 0,0-1 0,1 0 1,-1 0-1,0 0 0,0 0 0,1 1 1,7 11 131,0 24-2,-7-30-122,4 23 42,18 85-374,-19-101 225,0 0 0,0 0 1,1-1-1,1 1 0,0-1 1,10 13-1,-15-23 86,1 1 0,0-1-1,0 0 1,0 0 0,1 0 0,-1 0 0,0 0-1,1-1 1,-1 1 0,1-1 0,-1 0 0,1 1 0,0-1-1,0 0 1,-1-1 0,1 1 0,0 0 0,0-1-1,0 0 1,0 1 0,0-1 0,0-1 0,0 1-1,0 0 1,0-1 0,-1 1 0,6-2 0,5-3 6,-1 1 0,-1-2 0,1 0 0,18-12 0,-21 12 4,147-93 1042,-127 85-423,-28 15-605,0-1-1,-1 0 1,1 0-1,-1 1 1,1-1 0,0 0-1,-1 1 1,1-1 0,-1 1-1,1-1 1,-1 0-1,1 1 1,-1-1 0,0 1-1,1-1 1,-1 1-1,0 0 1,1-1 0,-1 1-1,0-1 1,1 1-1,-1 0 1,0-1 0,0 2-1,1-1 32,0 4-22,0 0-1,0 0 0,0 1 0,0-1 0,-1 0 1,0 0-1,0 1 0,-1-1 0,1 0 0,-1 0 1,0 0-1,-1 1 0,-2 6 0,0 6-7,-31 123-1107,10-44-4068,21-79 2548,3-14-981,-13-15-11305</inkml:trace>
</inkml:ink>
</file>

<file path=ppt/ink/ink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32.749"/>
    </inkml:context>
    <inkml:brush xml:id="br0">
      <inkml:brushProperty name="width" value="0.025" units="cm"/>
      <inkml:brushProperty name="height" value="0.025" units="cm"/>
    </inkml:brush>
  </inkml:definitions>
  <inkml:trace contextRef="#ctx0" brushRef="#br0">192 14 13325,'-16'-5'2060,"0"-1"-407,0 3 623,-6 6-1820,3 3-824,-2-4-1212,-12 12-21,9 2-3155,0 3-3725</inkml:trace>
</inkml:ink>
</file>

<file path=ppt/ink/ink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33.697"/>
    </inkml:context>
    <inkml:brush xml:id="br0">
      <inkml:brushProperty name="width" value="0.025" units="cm"/>
      <inkml:brushProperty name="height" value="0.025" units="cm"/>
    </inkml:brush>
  </inkml:definitions>
  <inkml:trace contextRef="#ctx0" brushRef="#br0">65 149 7129,'0'0'5083,"-2"2"-4688,-2 1-823,2-1 788,0 0 1,1-1 0,-1 1-1,0-1 1,0 0-1,0 1 1,-1-1-1,1 0 1,0 0 0,0-1-1,-1 1 1,1 0-1,-5 0 1,6-1-271,0 0 1,0 0-1,0 0 1,0 0-1,0 0 1,0 0-1,1 0 1,-1 0-1,0 1 0,0-1 1,0 0-1,0 1 1,0-1-1,0 0 1,0 1-1,1-1 1,-1 1-1,0-1 1,0 1-1,1 0 0,-1-1 1,0 1-1,1 0 1,-1-1-1,1 1 1,-2 1-1,2 0-21,0 0 0,-1-1-1,1 1 1,0 0 0,0 0-1,0 0 1,0-1 0,0 1-1,0 0 1,0 0 0,1-1-1,-1 1 1,1 2 0,3 6 134,1 0-1,-1 0 1,10 13 0,-6-10-107,0-1 1,0-1-1,1 0 0,1 0 1,0-1-1,1 0 1,-1 0-1,2-1 0,-1-1 1,24 13-1,-32-19-306,0-4-109,1 1 264,-1 0-23,0 0 0,0 0 0,0 0 0,0 0-1,-1-1 1,1 1 0,0-1 0,-1 1 0,1-1-1,-1 0 1,0 0 0,0 0 0,1-1 0,-1 1-1,0 0 1,-1-1 0,1 1 0,0-1 0,1-4 0,6-13 87,-1-1 0,-1 0 0,7-38 0,-14 56 234,9-4 254,-8 6-445,1 0-1,-1 0 1,1 0-1,-1 1 1,1-1 0,0 1-1,-1-1 1,1 1-1,-1 0 1,1-1-1,0 1 1,0 0-1,-1 0 1,1 0-1,0 0 1,-1 1 0,1-1-1,0 0 1,-1 1-1,1-1 1,1 2-1,34 18 159,-19-9-135,-16-10-137,-1 1-7,10 18-265,-10-18 71,2-3-666,5-2 925,0 0 0,-1-1 0,1 0 0,-1 0 0,0-1 0,0 1 0,0-2 0,-1 1 0,1-1 0,-1 0 0,5-7 0,-5 6 216,0 1 0,0 0 1,0 0-1,1 0 0,0 1 1,1 0-1,14-8 0,-20 12 104,-2 4-254,-2 3-73,0 1 0,0-1-1,0 0 1,-1 0 0,1 0-1,-2 0 1,-3 6-1,-19 36-238,52-60 300,-11 2 79,-1 0 0,-1-1 1,0 0-1,0-1 0,16-20 0,22-21 1401,50-43 2168,-100 96-3675,-1-1-1,1 0 1,-1 1 0,1-1-1,0 1 1,-1-1-1,1 1 1,0-1-1,-1 1 1,1-1-1,0 1 1,-1 0 0,1 0-1,0-1 1,0 1-1,-1 0 1,1 0-1,0 0 1,0-1 0,0 1-1,-1 0 1,1 0-1,0 0 1,0 1-1,0-1 1,-1 0-1,1 0 1,0 0 0,1 1-1,-1 0-1,0 0-1,0 0 1,0 1-1,0-1 1,0 0-1,0 1 1,0-1-1,-1 0 1,1 1-1,0-1 1,-1 1 0,1-1-1,-1 1 1,1 1-1,1 10 35,-1 0 0,0 23 1,-1-35-49,-1 59-73,0-17-599,6 71 0,-5-112 658,1 0 0,-1 0 0,0 0 0,1 0 0,-1 0 0,1 0-1,0 0 1,0 0 0,0-1 0,0 1 0,0 0 0,2 3 0,-2-4 20,1 0-1,-1-1 0,0 1 0,0 0 1,0-1-1,0 1 0,1-1 0,-1 1 0,0-1 1,1 0-1,-1 1 0,0-1 0,1 0 1,-1 0-1,0 0 0,1 0 0,-1 0 0,0 0 1,1 0-1,-1-1 0,0 1 0,2-1 1,21-7 227,-1-1 1,0-1 0,-1-2-1,36-23 1,-2 2 310,-12 6-180,-25 15-150,0 1 1,1 1-1,27-11 0,-47 21-216,1 0 0,0-1 0,0 1 0,-1 0 0,1 0 0,0 0 0,0 0 0,-1-1-1,1 1 1,0 0 0,0 0 0,0 0 0,-1 1 0,1-1 0,0 0 0,0 0 0,0 0 0,-1 1 0,1-1 0,0 0 0,-1 0 0,1 1 0,0-1 0,-1 1 0,1-1 0,0 1 0,-1-1 0,1 1 0,0 0 0,0 1-34,0 0 1,0 0 0,0 0 0,0 0 0,-1 0 0,1 0-1,-1 0 1,0 0 0,1 0 0,-1 0 0,0 3 0,-1 8-453,0-1 0,-5 23 0,6-33 419,-2 7-676,-1 1 1,0-1-1,0 0 1,-1 0-1,0 0 1,-10 15 0,-20 21-8890,10-17-2501</inkml:trace>
</inkml:ink>
</file>

<file path=ppt/ink/ink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34.252"/>
    </inkml:context>
    <inkml:brush xml:id="br0">
      <inkml:brushProperty name="width" value="0.025" units="cm"/>
      <inkml:brushProperty name="height" value="0.025" units="cm"/>
    </inkml:brush>
  </inkml:definitions>
  <inkml:trace contextRef="#ctx0" brushRef="#br0">596 128 10037,'-3'-3'733,"-1"1"0,0 0 0,1 0 0,-1 0 0,0 1 1,0 0-1,0-1 0,-1 1 0,1 1 0,-6-2 0,7 3-617,0-1-1,0 0 0,0 1 1,0-1-1,1 1 0,-1 0 1,0 0-1,0 0 1,0 0-1,0 1 0,-2 1 1,-23 15 222,0 1 0,1 1 0,1 1 0,1 1 1,-38 45-1,-2 17 466,63-81-603,16 3 238,-11-6-394,0-1 1,0 1-1,0-1 1,0 0-1,0 0 1,0 0-1,0 0 1,0 0-1,-1-1 0,1 1 1,0-1-1,-1 0 1,1 0-1,-1 0 1,0 0-1,4-4 1,9-7 260,30-23 762,-2-3 0,53-59 0,43-40 1070,-117 115-1543,-14 14-343,-13 18-30,-28 40-76,3 2 0,-32 69 0,-36 118-34,65-153-54,-14 31 19,-187 462 1075,230-570-1379,0 0-1,0 0 0,0 0 0,-1 0 0,0-1 1,-1 0-1,-10 11 0,16-18 196,0 0 0,0 0-1,0 1 1,0-1 0,0 0 0,0 0 0,-1 0-1,1 0 1,0 0 0,0 0 0,0 0-1,0 0 1,0 0 0,-1 0 0,1 0-1,0 0 1,0 1 0,0-1 0,0 0-1,0 0 1,-1 0 0,1 0 0,0 0 0,0-1-1,0 1 1,0 0 0,-1 0 0,1 0-1,0 0 1,0 0 0,0 0 0,0 0-1,0 0 1,-1 0 0,1 0 0,0 0 0,0 0-1,0-1 1,0 1 0,0 0 0,-5-2-274,1-1 0,0 1 1,0-1-1,0 0 1,0-1-1,1 1 0,0 0 1,-1-1-1,1 0 0,0 0 1,1 0-1,-1 0 1,1 0-1,-1-1 0,1 1 1,1-1-1,-3-5 0,-2-11-2960,2-1 0,-5-35 0,9 57 3196,-6-56-10719</inkml:trace>
</inkml:ink>
</file>

<file path=ppt/ink/ink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34.819"/>
    </inkml:context>
    <inkml:brush xml:id="br0">
      <inkml:brushProperty name="width" value="0.025" units="cm"/>
      <inkml:brushProperty name="height" value="0.025" units="cm"/>
    </inkml:brush>
  </inkml:definitions>
  <inkml:trace contextRef="#ctx0" brushRef="#br0">310 3 11833,'-14'-1'483,"11"0"-349,0 1 0,0 0 0,0 0 0,0 0 0,0 0 0,0 0-1,0 1 1,1-1 0,-1 1 0,0 0 0,0 0 0,0 0 0,1 0 0,-5 2 0,-14 5 895,17-7-802,-1 1 0,1-1 0,0 1 0,-1 0 0,-7 5 0,3-1 9,-1 0 1,0-1 0,0 0-1,-16 4 1,-23 12 1060,47-19-1071,0-1 0,-1 0-1,0 0 1,1-1-1,-1 1 1,0 0 0,-4-1-1,-2 2 324,6-1 264,0-1 33,-37 0 2405,60-19-2068,-12 16-1047,0 1 0,-1-1 0,1 2-1,0-1 1,15-1 0,-5 1 11,0-2-201,-13 3-212,0 0 0,0 0-1,0 0 1,0 1 0,1 0 0,-1 0 0,6 0 0,-9 1 201,-1-1 0,0 1 0,1 0 0,-1-1 0,0 1 1,0 0-1,0-1 0,1 1 0,-1 0 0,0 0 0,0 0 0,0 0 0,0 0 0,-1 0 0,1 0 1,0 1-1,0-1 0,-1 0 0,1 0 0,-1 1 0,1-1 0,-1 0 0,1 1 0,-1-1 0,0 0 1,0 1-1,1-1 0,-1 1 0,0-1 0,0 0 0,-1 1 0,1 1 0,0 7-214,0-1 29,0-1 0,0 1 0,1 0-1,4 16 1,-2-10 104,-2-10 143,1 0-1,-1 0 0,1 0 0,0 0 1,3 6-1,-4-9 19,1 0 0,-1 0 0,1-1 0,-1 1 1,1-1-1,-1 1 0,1-1 0,0 1 0,0-1 0,0 0 0,0 0 1,0 0-1,0 0 0,0 0 0,0-1 0,4 2 0,-3-2 35,1 1-1,0-1 1,0 0-1,0 0 0,-1 0 1,1 0-1,0-1 0,0 1 1,-1-1-1,1 0 1,7-3-1,38-21 1101,-25 11-523,55-30 985,-55 29-1215,-20 12-484,-1 0 1,1 1-1,0-1 1,0 1 0,0 0-1,0 1 1,0-1 0,1 1-1,4-2 1,-1 3-444,0 0 1,-1 0-1,16 3 0,-23-3 559,3 0 225,0 1-65,0-1 0,0 1 0,-1-1 1,1 0-1,0 0 0,-1 0 1,1 0-1,0-1 0,4 0 0,7-1 350,181 1 5279,-181 5-5818,-13-2 0,0 0 0,0 1 0,0-1 0,0 1 0,0-1 0,-1 1 0,1-1 0,-1 1 0,0-1 0,1 1 0,-1 0 0,-1-1 0,1 1 0,0 0 0,-1-1 0,0 5 0,-3 2-19,1 1 0,-2-1 1,1 1-1,-1-1 0,0-1 0,-1 1 0,0-1 1,-11 11-1,14-15-32,-2 1-477,0 0 1,-1 1-1,0-2 0,0 1 1,0-1-1,-1 0 1,-13 7-1,-15 8-4022,4 1-3212,-6-11-5268</inkml:trace>
</inkml:ink>
</file>

<file path=ppt/ink/ink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39.819"/>
    </inkml:context>
    <inkml:brush xml:id="br0">
      <inkml:brushProperty name="width" value="0.025" units="cm"/>
      <inkml:brushProperty name="height" value="0.025" units="cm"/>
    </inkml:brush>
  </inkml:definitions>
  <inkml:trace contextRef="#ctx0" brushRef="#br0">9216 787 7801,'3'1'1510,"35"1"11338,-40-5-12606,0 0-173,-1-1-8,1 1 1,0-1-1,-1 1 0,0 0 0,0 0 1,0 0-1,0 0 0,-4-3 0,-2 0 112,1-1 0,-16-14-1,-12-10 4,-261-129 809,221 123-771,13 3 98,28 15 24,0 2 0,-56-21 0,-230-37 1420,-13 2-1081,85 17 9,144 38-371,-210-7-1,66 27-207,77 1 133,-217-14 224,234 1-409,-394-15-114,207 20 136,-65-16-21,326 14-56,-329-27-22,323 28 8,-74-9-42,122 12 13,0 1 0,-57 5 0,48-1-5,-191 5-106,-258 11-74,403-16 166,-41 3 7,6 4 11,-74 9-37,-310 81-387,396-68 373,-149 40 42,89-20 40,-47 14-34,-38 33 61,215-77-16,1 2 0,1 3 0,-59 43 0,-13 21-22,4 4-1,-143 157 0,231-223 30,2 1-1,1 1 1,2 0-1,1 2 0,1 1 1,1 0-1,-18 56 1,-142 424-17,160-469-97,-18 87 0,32-113 84,0 0 1,1 1-1,1 0 1,1-1 0,1 1-1,0-1 1,7 32-1,7 3-8,4 0 0,1 0 0,2-2-1,44 71 1,-56-104 39,0-1-1,1 0 1,1-1 0,1 0-1,0-1 1,1-1-1,0 0 1,33 23-1,-2-11 1,0-1 1,2-3-1,71 22 0,74 36-105,49 22-362,-207-91 414,0-2 0,61 8 0,-4-1 43,-15-1-23,107 26-5,-150-31 13,-1 1 0,0 1 0,45 25 1,-20-7 69,1-3 1,74 24 0,127 27 127,-142-45-118,-18-4-71,20 7 30,221 38-1,-14-23-5,93 17-272,-3-24-343,2-29 156,-252-11 423,-5-1-80,208-23-1,110-33 97,-324 32 1065,78-7-697,22 7-289,-26 1 54,-153 13-7,0-3-1,122-33 0,142-65-113,-307 97 15,206-61 74,-53 29 13,-157 35-54,41-17 1,-24 8-41,128-54-5,-99 40-28,119-43 64,-138 56-53,117-42 35,-147 49-23,-2-1 0,0-1 0,0-1 1,36-28-1,11-20-30,-2-3 0,78-95 0,-121 128 26,-2-1-1,-1-2 0,-2 0 1,-2-1-1,-1-1 0,-2-1 1,-1 0-1,-2-1 0,-2-1 1,8-55-1,-4-1 22,30-164-11,-16 143-60,12-71 246,-37 151 2,-1-58-1,1-19 132,29-63-116,-31 169-188,0-1 0,-1 1-1,0-1 1,0 1 0,-1-1 0,0 1 0,0-1-1,-1 1 1,-3-14 0,0 3 27,0 0 1,-2 1-1,-12-29 0,0 3 2,10 23-34,0-1-1,-2 2 1,-1-1 0,-24-35 0,11 25-18,11 13 53,-2 0 0,0 0 1,0 1-1,-2 1 0,-27-21 0,22 21-33,-2 1 0,0 1-1,0 1 1,-1 1 0,-31-9 0,33 15-304,0 1-1,-29-3 0,-30-6-5328,79 14 5176,-28-6-2608,6 4-4245,8 2-3499</inkml:trace>
</inkml:ink>
</file>

<file path=ppt/ink/ink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40.797"/>
    </inkml:context>
    <inkml:brush xml:id="br0">
      <inkml:brushProperty name="width" value="0.025" units="cm"/>
      <inkml:brushProperty name="height" value="0.025" units="cm"/>
    </inkml:brush>
  </inkml:definitions>
  <inkml:trace contextRef="#ctx0" brushRef="#br0">1 658 10661,'0'0'6103,"2"-1"-4345,41-22 3266,1-1-3313,126-37-344,2 8-1,185-32 1,358-28 2043,-224 63-3410,-199 22 0,-228 20-18,0-3 1,-1-2-1,0-4 1,-1-2-1,84-38 1,-72 18-1879,-40 27-942,-34 12 2593,1-1 1,-1 0-1,0 1 1,1-1 0,-1 0-1,0 0 1,0 1-1,0-1 1,1 0-1,-1 0 1,0 1-1,0-1 1,0 0-1,0 0 1,0 1-1,-1-1 1,1 0-1,0 0 1,0 1-1,-1-2 1,1 1-424,-4-14-6493,-11 3-4820</inkml:trace>
</inkml:ink>
</file>

<file path=ppt/ink/ink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41.017"/>
    </inkml:context>
    <inkml:brush xml:id="br0">
      <inkml:brushProperty name="width" value="0.025" units="cm"/>
      <inkml:brushProperty name="height" value="0.025" units="cm"/>
    </inkml:brush>
  </inkml:definitions>
  <inkml:trace contextRef="#ctx0" brushRef="#br0">0 28 18478,'10'-6'1322,"1"2"0,-1-1 1,22-5-1,-27 9-857,1 0 0,0 1 0,0 0 0,0 0 0,0 0 0,0 0 1,0 1-1,0 0 0,11 4 0,-1 1-317,0 0 0,0 2 0,0 0 1,-1 0-1,0 2 0,-1 0 0,0 0 0,0 2 1,-1-1-1,-1 2 0,0 0 0,-1 0 0,0 1 0,-1 0 1,0 1-1,13 30 0,-11-19 35,-1 1 0,-2 0 0,-1 0 0,-1 1 0,-1-1 0,-1 2 0,-2-1 0,-1 0 0,-2 52 0,-4-23-1416,-13 66 1,13-105 785,0-1 1,-1 0-1,-1 0 1,-1-1-1,0 0 1,-1 0-1,0-1 1,-13 17-1,-15 15-4185,10-20-1844,-1-3-5715</inkml:trace>
</inkml:ink>
</file>

<file path=ppt/ink/ink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41.461"/>
    </inkml:context>
    <inkml:brush xml:id="br0">
      <inkml:brushProperty name="width" value="0.025" units="cm"/>
      <inkml:brushProperty name="height" value="0.025" units="cm"/>
    </inkml:brush>
  </inkml:definitions>
  <inkml:trace contextRef="#ctx0" brushRef="#br0">473 419 17250,'-1'-2'473,"1"1"-1,0 0 1,0 0 0,0-1 0,0 1 0,0 0 0,0 0 0,1-1 0,-1 1 0,0 0 0,1 0 0,-1-1 0,0 1 0,2-2 0,0 1-133,0-1 0,0 1 0,1 0 0,-1-1-1,0 1 1,1 0 0,5-2 0,15-16 1154,-17 13-1114,-2 3-314,-1 0 0,1 0-1,-1 0 1,0 0 0,0-1-1,0 0 1,-1 1 0,0-1-1,0 0 1,0 0 0,0 0 0,-1 0-1,0 0 1,0-1 0,0 1-1,0-7 1,-2-4-368,0-1 0,-1 1 0,-1 0-1,0 0 1,-1 0 0,-11-26 0,12 35 134,-1-1-1,0 0 1,-1 1 0,0 0-1,0 0 1,0 0 0,-1 0-1,0 1 1,-1 0 0,1 0 0,-1 1-1,0 0 1,-1 0 0,-12-6-1,12 7 153,-1 0-1,0 1 1,1 0-1,-1 1 0,0 0 1,0 0-1,0 1 1,0 0-1,-1 0 0,-10 2 1,15-1 107,0 1 1,1 0-1,-1 0 0,0 0 1,0 1-1,1-1 0,-1 1 1,1 0-1,0 1 0,-1-1 1,1 1-1,0 0 1,0 0-1,1 0 0,-1 0 1,1 1-1,-1 0 0,1-1 1,0 1-1,-3 6 0,0 2 263,0 0 0,1 1-1,0-1 1,1 1-1,1 0 1,-3 19-1,-5 80 1427,10-95-1531,3 241 429,3-182-533,-4 0 0,-17 143 0,-36-2-488,49-208-169,0 1 1,-1-1-1,-1 0 0,0 0 0,0-1 0,0 1 0,-13 12 0,-15 13-3943,-2-4-3756,17-16-4468</inkml:trace>
</inkml:ink>
</file>

<file path=ppt/ink/ink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41.631"/>
    </inkml:context>
    <inkml:brush xml:id="br0">
      <inkml:brushProperty name="width" value="0.025" units="cm"/>
      <inkml:brushProperty name="height" value="0.025" units="cm"/>
    </inkml:brush>
  </inkml:definitions>
  <inkml:trace contextRef="#ctx0" brushRef="#br0">1 17 22942,'0'0'2980,"21"-9"-599,1 1-365,5 8-400,19 3-784,-14 0-832,1 5 0,4-3 0,-23 1 0,15-4 0,15 9-552,-31-3-1764,1-19-877,-1 3-339,9 0-16658</inkml:trace>
</inkml:ink>
</file>

<file path=ppt/ink/ink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41.960"/>
    </inkml:context>
    <inkml:brush xml:id="br0">
      <inkml:brushProperty name="width" value="0.025" units="cm"/>
      <inkml:brushProperty name="height" value="0.025" units="cm"/>
    </inkml:brush>
  </inkml:definitions>
  <inkml:trace contextRef="#ctx0" brushRef="#br0">99 0 12813,'-15'7'8721,"5"5"-5438,1 20-3924,5-14 1681,-16 44 98,9-33-1018,2 1 1,-11 59-1,19-75-628,2 1-1,-1-1 1,4 18 0,-2-20-78,-1-11 501,-1-1 0,1 0 0,-1 1 0,1-1 0,-1 0 1,1 0-1,0 0 0,-1 1 0,1-1 0,0 0 0,-1 0 0,1 0 0,0 0 0,-1 0 0,1 0 0,-1 0 0,1 0 0,0-1 0,-1 1 0,1 0 0,0 0 0,-1 0 0,1-1 0,-1 1 1,1 0-1,-1-1 0,2 1 0,-2-1-94,5-1-433,0-2 0,0 1 0,-1-1 0,1 1 0,-1-1 0,0-1-1,0 1 1,0 0 0,0-1 0,5-10 0,5-4-2932,12-17-4734</inkml:trace>
</inkml:ink>
</file>

<file path=ppt/ink/ink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42.385"/>
    </inkml:context>
    <inkml:brush xml:id="br0">
      <inkml:brushProperty name="width" value="0.025" units="cm"/>
      <inkml:brushProperty name="height" value="0.025" units="cm"/>
    </inkml:brush>
  </inkml:definitions>
  <inkml:trace contextRef="#ctx0" brushRef="#br0">255 7 12805,'0'0'3669,"-4"0"-2186,-1 0-1126,4 0-254,-1-1 1,1 1 0,-1 0-1,1 0 1,-1 1 0,1-1 0,-1 0-1,1 0 1,0 1 0,-1-1 0,1 1-1,-1-1 1,1 1 0,0-1-1,-1 1 1,1 0 0,0 0 0,0 0-1,-1 0 1,1 0 0,0 0 0,0 0-1,0 0 1,0 0 0,0 0-1,1 0 1,-1 1 0,0-1 0,0 2-1,-33 52 1145,3 1-1,2 2 1,3 1-1,-26 84 1,43-109-1102,0-1 0,2 2 0,2-1 0,1 0-1,2 1 1,1 0 0,2 0 0,1-1 0,13 66 0,-13-90-137,1 0 0,0-1 1,0 1-1,1 0 0,1-1 0,-1 0 0,9 12 1,-10-18-29,-1 0 0,1 0 0,0 0 0,0-1 1,0 1-1,0-1 0,0 1 0,1-1 0,-1 0 0,1 0 0,-1 0 1,1-1-1,0 0 0,0 1 0,-1-1 0,1 0 0,0-1 1,0 1-1,0-1 0,0 0 0,8 0 0,-3-1-136,0 0 0,0-1 0,0 0-1,0 0 1,0-1 0,0 0 0,-1-1 0,0 0-1,1 0 1,13-10 0,-11 5-37,0 0 0,-1-1-1,0 0 1,0 0 0,-1-1 0,10-17-1,-1-2-146,-2-1-1,-1 0 1,-1-2-1,17-62 1,8-77-245,-23 93 478,-9 47 274,-2 0 1,-1 0-1,-1 0 0,-1 0 0,-2-1 0,-8-60 0,6 86 68,0-1 1,-1 1-1,0-1 1,-4-7-1,7 15-182,-1-1-1,0 1 1,1 0-1,-1-1 1,0 1-1,1 0 1,-1-1-1,0 1 1,0 0-1,1 0 1,-1 0-1,0 0 1,0 0-1,0 0 1,1 0-1,-1 0 1,0 0-1,0 0 1,0 0-1,1 1 1,-1-1-1,0 0 1,0 0-1,-1 1 1,2 0 56,-2-1-41,0 1 0,1 0 0,-1 0 0,1 0-1,-1 0 1,1 0 0,-1 0 0,1 0 0,0 1 0,-1-1 0,1 1 0,0-1 0,0 0 0,0 1 0,0 0 0,0-1 0,0 1 0,-1 3 0,-7 36 1008,6-24-685,-10 68 82,3 0-1,4 1 0,4-1 0,4 1 1,23 161-1,1-123-1364,-21-105 439,1 0-1,1-1 1,0 1-1,12 18 1,-17-34-121,0 0 0,0 0 0,0 0 0,0 0 0,1 0 0,0 0 0,-1-1-1,1 1 1,0-1 0,4 2 0,19 5-7535,0-9-4110</inkml:trace>
</inkml:ink>
</file>

<file path=ppt/ink/ink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42.684"/>
    </inkml:context>
    <inkml:brush xml:id="br0">
      <inkml:brushProperty name="width" value="0.025" units="cm"/>
      <inkml:brushProperty name="height" value="0.025" units="cm"/>
    </inkml:brush>
  </inkml:definitions>
  <inkml:trace contextRef="#ctx0" brushRef="#br0">152 1 16329,'1'0'136,"10"4"2098,-20-3 2246,12 11-1569,0-6-2603,-1 1 0,0 0 1,0 0-1,-1 0 1,0 0-1,0 0 0,-1 11 1,-6 53 528,4-51-512,-63 461 1626,15-129-5646,48-339 3243,-12 75-2100,-2-33-3799,2-56-9285</inkml:trace>
</inkml:ink>
</file>

<file path=ppt/ink/ink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43.300"/>
    </inkml:context>
    <inkml:brush xml:id="br0">
      <inkml:brushProperty name="width" value="0.025" units="cm"/>
      <inkml:brushProperty name="height" value="0.025" units="cm"/>
    </inkml:brush>
  </inkml:definitions>
  <inkml:trace contextRef="#ctx0" brushRef="#br0">3 105 11817,'-2'20'2033,"2"-18"-1783,0 0-1,0-1 1,1 1-1,-1-1 1,1 1 0,0-1-1,-1 1 1,1-1 0,0 1-1,0-1 1,0 1 0,0-1-1,0 0 1,0 0 0,1 2-1,2 1 333,7 9 609,22 22 0,-12-12-764,-9-10-300,1 0 1,0-1-1,1 0 1,0-1-1,1-1 1,0 0-1,1-1 1,0-1 0,0 0-1,1-1 1,-1-1-1,20 5 1,-29-10-112,1-1 0,0 1-1,-1-1 1,1 0 0,0-1 0,0 0 0,-1 0 0,1 0 0,-1-1 0,1-1-1,-1 1 1,0-1 0,0 0 0,0-1 0,0 1 0,8-7 0,-5 0 92,1 0-1,-1 0 1,-1-1 0,0-1 0,0 1 0,-1-2 0,-1 1 0,0-1-1,-1 0 1,0 0 0,-1-1 0,6-24 0,-10 34 74,-1-1 1,1 0-1,-1 1 1,0-1-1,0 0 0,0 1 1,-1-1-1,0 0 1,1 1-1,-2-1 0,1 1 1,-1-1-1,1 1 1,-4-6-1,-3-5 398,-1 1-1,-15-20 1,21 30-457,-2 2 54,1 3-159,0-1 1,0 1-1,0 0 1,1 0-1,-1 0 1,0 0-1,1 1 1,-1-1-1,1 1 1,-1 0-1,1 0 1,0 0-1,0 1 0,0-1 1,0 1-1,0 0 1,1-1-1,-1 1 1,1 0-1,0 1 1,0-1-1,0 0 1,0 1-1,0-1 1,-1 8-1,-3 15 26,2 0 0,0 33 0,3-51-23,1 0-1,0-1 1,1 1 0,0 0-1,0-1 1,1 1 0,0-1-1,0 0 1,0 1 0,1-1-1,0 0 1,1 0-1,4 6 1,1-1 39,0-1 0,0-1-1,1 0 1,1 0 0,0-1 0,13 9-1,8 6-57,-1 2 0,45 49-1,-69-68-164,1 0 1,-1 0-1,1-1 0,0 0 0,0 0 0,1-1 0,-1 0 1,1 0-1,1-1 0,-1 0 0,17 4 0,-8-5-46,-1 0 0,1-1-1,0 0 1,0-2-1,29-2 1,-6-1 26,-6 1 459,0-1 0,0-2 0,49-12 0,-82 16 200,1 0-407,0 0 0,-1 0 0,1 0 0,0 0-1,-1 1 1,1 0 0,0-1 0,2 1 0,-2 0 645,11 11-602,-8-6-430,1 0 0,0-1 0,1 0 0,-1-1 0,1 0 0,0 0 0,-1 0 0,1-1 0,0 0 0,0-1 0,1 0 0,14 1 0,-1 0-2472,-18-2-617,9-5-13575</inkml:trace>
</inkml:ink>
</file>

<file path=ppt/ink/ink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43.625"/>
    </inkml:context>
    <inkml:brush xml:id="br0">
      <inkml:brushProperty name="width" value="0.025" units="cm"/>
      <inkml:brushProperty name="height" value="0.025" units="cm"/>
    </inkml:brush>
  </inkml:definitions>
  <inkml:trace contextRef="#ctx0" brushRef="#br0">122 47 10749,'-6'-10'2263,"-1"-12"8781,3 8-5788,4 18-4219,-4 17-280,-1 35 0,-2 23 147,-22 109-1486,-3 193-1,32-349-846,6 50 1,-1-27-1520,-8-20-1514,3-36 4404,0 1 0,0 0-1,0 0 1,0 0-1,-1 0 1,1 0 0,0 0-1,0 0 1,0 0 0,0 0-1,0 0 1,0 0 0,0 0-1,0 0 1,0 0 0,0 0-1,0 0 1,0 0-1,0 0 1,-1 0 0,1 0-1,0 0 1,0 0 0,0 0-1,0 0 1,0 0 0,0 0-1,0 0 1,0 0 0,0 0-1,0 0 1,0 0-1,0 0 1,-1 0 0,1 0-1,0 0 1,0 0 0,0 0-1,0 0 1,0 0 0,0 0-1,0 0 1,0 0 0,0 0-1,0 0 1,0 1-1,0-1 1,0 0 0,0 0-1,0 0 1,0 0 0,0 0-1,-14-16-5797,-5-14-3546</inkml:trace>
</inkml:ink>
</file>

<file path=ppt/ink/ink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44.595"/>
    </inkml:context>
    <inkml:brush xml:id="br0">
      <inkml:brushProperty name="width" value="0.025" units="cm"/>
      <inkml:brushProperty name="height" value="0.025" units="cm"/>
    </inkml:brush>
  </inkml:definitions>
  <inkml:trace contextRef="#ctx0" brushRef="#br0">1 389 13553,'9'-5'1221,"31"-15"9675,-19 14-10670,36-2 1248,1 2 0,0 3 0,98 6 0,-62 5-1000,176 21-1342,-208-26-207,-52-3 635,-1 0 0,1 0 1,0 1-1,0 1 0,0-1 0,-1 2 0,10 2 0,-17-4 9,-36 7-542,11-2 938,3-2 770,-1 2-1,-31 12 1,45-14-595,0 0 0,0 1 1,0 1-1,1-1 0,0 1 0,0 0 0,-7 10 0,-1 2 98,-16 28-1,1 9-155,28-52-244,13 18-1426,-11-21 1548,0 0 1,0 0 0,0 0-1,0 0 1,0 0 0,0 0-1,0 0 1,0-1 0,0 1-1,0 0 1,-1-1 0,1 1-1,0-1 1,0 1 0,0-1-1,0 1 1,1-2 0,19-13-380,-16 10 313,30-23-320,3-2 43,1 1 0,72-40 0,-110 68 396,1 0 0,-1 0 0,0 0 0,1 0 0,-1 1 0,1-1 1,0 0-1,-1 1 0,1-1 0,-1 1 0,1 0 0,0-1 0,-1 1 0,1 0 0,0 0 0,0 0 0,-1 0 1,1 0-1,0 1 0,-1-1 0,1 0 0,0 1 0,-1-1 0,1 1 0,-1 0 0,1-1 0,-1 1 0,1 0 0,-1 0 1,1 0-1,1 2 0,-2-2-17,-1-1 11,1 1 1,-1 0-1,1 0 0,-1-1 0,1 1 0,-1 0 0,0 0 0,0 0 1,1-1-1,-1 1 0,0 0 0,0 0 0,0 0 0,0 0 0,0 0 0,0-1 1,0 1-1,0 0 0,0 0 0,-1 1 0,1 0 27,1 11 97,-1-8-126,0-1 0,0 1 1,1-1-1,-1 1 1,3 7-1,-2-11 1,-1 0-1,1 0 1,-1 0-1,1 0 1,0 0 0,-1 0-1,1 0 1,0 0 0,0 0-1,0 0 1,0-1-1,0 1 1,0 0 0,0-1-1,0 1 1,0 0-1,0-1 1,0 1 0,0-1-1,0 0 1,0 1 0,1-1-1,-1 0 1,0 0-1,2 1 1,23-2-178,-1 0 1,28-5-1,-26 2 34,371-54-1194,-376 56 1337,39 0 0,-47 2 39,-12 0-41,-1 0 0,1 0-1,-1 1 1,1-1 0,-1 0-1,0 1 1,1-1 0,-1 0-1,0 1 1,1 0 0,-1-1-1,0 1 1,1 0 0,-1 0-1,0-1 1,0 1 0,0 0 0,0 0-1,0 0 1,0 0 0,0 1-1,0-1 1,0 0 0,-1 0-1,1 1 1,0-1 0,-1 0-1,1 1 1,0 2 0,1 2 258,-1 1 0,0 0-1,-1 0 1,1 12 0,-2-13 342,26 1 309,-20-8-862,-1-1-1,0 0 1,0 0-1,0-1 0,0 1 1,0-1-1,0 0 0,-1 0 1,5-4-1,13-10 101,-14 11-106,-5 4-33,1-1-1,0 1 1,0 0-1,0 0 1,0 1-1,0-1 1,0 1-1,5-2 1,-6 2-11,0 0 0,1 0 1,-1 0-1,0 1 1,1-1-1,-1 1 1,1-1-1,-1 1 1,1 0-1,-1 0 1,1 0-1,-1 0 1,0 1-1,1-1 1,-1 1-1,1-1 1,-1 1-1,0 0 1,1 0-1,-1 0 1,0 0-1,0 0 1,3 3-1,3 3-24,0 0 1,0 0 0,-1 1-1,9 12 1,16 16-72,-18-24-64,1-1 1,1 0-1,0-1 1,1-1-1,-1-1 1,2 0-1,-1-1 1,1-1-1,0-1 1,0 0-1,1-2 1,28 3-1,-29-4 77,1-2-1,-1 0 1,1-1 0,0-1 0,-1 0-1,0-2 1,0 0 0,0-1 0,0 0-1,-1-2 1,1 0 0,25-16 0,-32 15 98,0 0 1,-1 0 0,-1-1-1,0 0 1,0-1 0,0 0-1,-1 0 1,-1-1 0,0 0-1,0 0 1,-1-1 0,-1 0-1,0 0 1,0 0 0,2-14 0,4-20 784,-3-1 1,5-86 0,-7 60 291,10-62 2467,-16 131-2822,-9 20-52,-3 13-686,1-1 0,2 2 0,1-1 0,-7 47 0,1-5 0,-41 195 0,-16 72 0,25-96-2510,44-200-1305,7-29 242,-4-13 3334,-1 0 0,0 0 0,1 0-1,-1 0 1,0 0 0,1 0 0,-1 1 0,0-1 0,1 0 0,-1 0 0,0 0 0,1 0 0,-1 0 0,0 0 0,1-1 0,-1 1 0,1 0 0,-1 0 0,0 0 0,1 0 0,-1 0 0,0 0 0,1-1-1,-1 1 1,0 0 0,0 0 0,1 0 0,-1-1 0,0 1 0,0 0 0,1-1 0,-1 1 0,18-17-11757</inkml:trace>
</inkml:ink>
</file>

<file path=ppt/ink/ink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7:44.815"/>
    </inkml:context>
    <inkml:brush xml:id="br0">
      <inkml:brushProperty name="width" value="0.025" units="cm"/>
      <inkml:brushProperty name="height" value="0.025" units="cm"/>
    </inkml:brush>
  </inkml:definitions>
  <inkml:trace contextRef="#ctx0" brushRef="#br0">617 0 13133,'-22'0'2370,"-42"5"-1,15-1-323,26-1-1507,0 0-1,0 2 1,-29 9-1,-70 29 669,88-30-990,12-5 97,0 1 0,0 1 0,1 1 0,1 1 0,0 1 0,-36 29 0,54-40-213,0-1 1,1 1-1,-1-1 1,1 1-1,-1-1 1,1 1-1,0 0 1,-1 0-1,1 0 1,0 0-1,0 0 1,0 0-1,1 0 1,-1 0-1,0 0 1,1 0-1,0 0 1,-1 1-1,1-1 1,0 0-1,0 0 1,0 0 0,0 1-1,0-1 1,1 3-1,2-1 26,-1 0 0,0 0 0,1 0 1,0 0-1,0 0 0,0-1 0,1 1 0,-1-1 0,1 0 0,5 4 0,16 12 380,2-2 0,0 0 0,51 22 0,92 23-988,-158-59-393,1-1-1,0 0 0,16 1 1,5 0-4123,-22 0-2415</inkml:trace>
</inkml:ink>
</file>

<file path=ppt/ink/ink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5:53.880"/>
    </inkml:context>
    <inkml:brush xml:id="br0">
      <inkml:brushProperty name="width" value="0.025" units="cm"/>
      <inkml:brushProperty name="height" value="0.025" units="cm"/>
    </inkml:brush>
  </inkml:definitions>
  <inkml:trace contextRef="#ctx0" brushRef="#br0">355 1 12801,'-27'19'4434,"16"-13"-3659,1 1 0,1 1-1,-1-1 1,-15 18 0,-11 24-265,3 2 0,2 1 1,2 1-1,-24 61 1,33-63 275,1 1 0,-20 97 0,38-146-680,0 1-1,1 0 1,-1 0-1,1-1 1,0 1-1,0 0 1,0 0-1,1 0 1,0-1-1,-1 1 1,1 0-1,0-1 1,1 1-1,-1-1 1,3 6-1,-1-5 57,-1-1 0,1 1 0,0-1 0,1 0-1,-1 0 1,0 0 0,1 0 0,0-1 0,-1 1 0,1-1 0,0 0 0,8 3-1,4 0 120,2 1 0,-1-2 0,0-1 0,1 0 0,27 1 0,90-5 980,-125 0-1252,167-8-9,-74 3-267,-70 3-205,-32 3 310,0 0 0,1 0 0,-1 0-1,0 0 1,0 0 0,0-1 0,0 1-1,0 0 1,0 0 0,0-1 0,0 1-1,-1-1 1,1 1 0,0-1 0,0 1-1,0-1 1,0 0 0,0 1 0,-1-1 0,1 0-1,0 0 1,-1 1 0,1-1 0,0 0-1,-1 0 1,1 0 0,-1 0 0,0 0-1,1 0 1,-1 0 0,0 0 0,1-1-1,-1 1 66,0 1-1,0 0 1,0-1-1,0 1 0,0 0 1,0-1-1,0 1 1,0 0-1,0-1 0,0 1 1,0 0-1,0-1 1,0 1-1,0 0 0,-1-1 1,1 1-1,0 0 1,0-1-1,0 1 1,0 0-1,-1 0 0,1-1 1,0 1-1,0 0 1,-1 0-1,1-1 0,0 1 1,0 0-1,-1 0 1,1 0-1,0-1 0,-1 1 1,1 0-1,0 0 1,-1 0-1,1 0 0,0 0 1,-1 0-1,0 0 1,-15 4-5510,11-2 3753,-27 6-10472</inkml:trace>
</inkml:ink>
</file>

<file path=ppt/ink/ink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5:54.211"/>
    </inkml:context>
    <inkml:brush xml:id="br0">
      <inkml:brushProperty name="width" value="0.025" units="cm"/>
      <inkml:brushProperty name="height" value="0.025" units="cm"/>
    </inkml:brush>
  </inkml:definitions>
  <inkml:trace contextRef="#ctx0" brushRef="#br0">231 6 12753,'-44'-5'2406,"20"4"1902,18 17-942,-36 155 908,15-58-3346,-53 307-77,73-252-3545,7-140 1722,0-26 668,0 1 0,0-1 0,0 0 1,0 0-1,0 0 0,1 0 0,-1 0 0,1 0 1,-1 0-1,1 0 0,0 0 0,-1-1 1,1 1-1,0 0 0,3 3 0,-4-5 134,1 1 0,-1-1 0,0 0 0,1 0 0,-1 1 0,1-1 0,-1 0 0,1 0 0,-1 0 0,1 0 0,-1 1 0,1-1-1,-1 0 1,1 0 0,-1 0 0,1 0 0,-1 0 0,1 0 0,-1-1 0,1 1 0,-1 0 0,1 0 0,16-12-4280,13-22-4564</inkml:trace>
</inkml:ink>
</file>

<file path=ppt/ink/ink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5:54.607"/>
    </inkml:context>
    <inkml:brush xml:id="br0">
      <inkml:brushProperty name="width" value="0.025" units="cm"/>
      <inkml:brushProperty name="height" value="0.025" units="cm"/>
    </inkml:brush>
  </inkml:definitions>
  <inkml:trace contextRef="#ctx0" brushRef="#br0">130 0 8253,'-8'5'1669,"1"0"-1,0 0 1,-12 11 0,15-11-1257,0-1 0,1 0 0,0 1 0,0 0 0,0 0 0,0 0 0,1 0 0,-1 0 0,1 0 0,1 1 0,-2 7 0,-5 14 650,6-24-881,1 1 0,0-1 1,-1 1-1,1-1 0,1 1 0,-1 0 0,1-1 1,-1 1-1,1 0 0,0-1 0,0 1 1,1 0-1,-1-1 0,1 1 0,-1-1 1,1 1-1,1-1 0,-1 1 0,0-1 1,1 1-1,2 3 0,0-2 38,0 0-1,0 0 1,0-1 0,1 1 0,0-1-1,0 0 1,0-1 0,0 1 0,0-1-1,1 0 1,0 0 0,-1-1 0,1 0-1,0 0 1,0 0 0,11 1 0,12 2 651,0-2 0,39 0 1,-41-2-370,10 0-247,0-2 0,0-1-1,47-9 1,-84 11-254,1 0 0,0 0 0,0 0 0,0 0 0,0 0 0,0-1 0,0 1 0,0 0 0,0-1 0,-1 1 0,1 0 0,0-1 0,0 1 0,-1-1 0,1 1 0,0-1 0,0 0 0,-1 1 0,1-1 0,-1 0 0,1 1 0,0-2 0,-5-7 0,3 8 0,-2-5-185,-1 0 0,0 1 1,0 0-1,0 0 0,-1 0 0,1 0 0,-1 1 1,-1 0-1,-8-6 0,-58-31-2598,61 35 2514,-21-9-1116,-1 1 1,-1 1 0,-59-13 0,6 6-3403,16 4-2651,47 12 317</inkml:trace>
</inkml:ink>
</file>

<file path=ppt/ink/ink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5:54.829"/>
    </inkml:context>
    <inkml:brush xml:id="br0">
      <inkml:brushProperty name="width" value="0.025" units="cm"/>
      <inkml:brushProperty name="height" value="0.025" units="cm"/>
    </inkml:brush>
  </inkml:definitions>
  <inkml:trace contextRef="#ctx0" brushRef="#br0">677 0 15057,'13'4'2132,"-21"4"-701,-4 0-782,1 2-139,1 0-1,-1 0 1,2 2 0,-1-1-1,2 1 1,-14 24 0,-38 89 1626,58-121-2076,-306 854 3984,165-272-5416,115-421-61,-1 3-2595,14-61-4705,11-75-1794</inkml:trace>
</inkml:ink>
</file>

<file path=ppt/ink/ink9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5:55.002"/>
    </inkml:context>
    <inkml:brush xml:id="br0">
      <inkml:brushProperty name="width" value="0.025" units="cm"/>
      <inkml:brushProperty name="height" value="0.025" units="cm"/>
    </inkml:brush>
  </inkml:definitions>
  <inkml:trace contextRef="#ctx0" brushRef="#br0">1 0 21970,'0'0'10797,"21"3"-12845,-2 2-272</inkml:trace>
</inkml:ink>
</file>

<file path=ppt/ink/ink9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5:55.160"/>
    </inkml:context>
    <inkml:brush xml:id="br0">
      <inkml:brushProperty name="width" value="0.025" units="cm"/>
      <inkml:brushProperty name="height" value="0.025" units="cm"/>
    </inkml:brush>
  </inkml:definitions>
  <inkml:trace contextRef="#ctx0" brushRef="#br0">47 3 20818,'-22'-2'4352,"8"7"-10140,4 3 19</inkml:trace>
</inkml:ink>
</file>

<file path=ppt/ink/ink9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8:47.947"/>
    </inkml:context>
    <inkml:brush xml:id="br0">
      <inkml:brushProperty name="width" value="0.025" units="cm"/>
      <inkml:brushProperty name="height" value="0.025" units="cm"/>
    </inkml:brush>
  </inkml:definitions>
  <inkml:trace contextRef="#ctx0" brushRef="#br0">53 316 11213,'-2'0'122,"1"0"0,0 0 0,0 1 0,0-1 0,0 0 0,0 0 0,-1 1 0,1-1 0,0 0 0,0 1 0,0-1 0,0 1 0,0 0 0,0-1 0,0 1 0,0 0-1,1-1 1,-1 1 0,0 0 0,0 0 0,0 0 0,1 0 0,-2 1 0,1 2 312,0-1 0,0 1-1,1-1 1,-1 1 0,1-1-1,0 7 1,-1 15 605,-8 118 1997,2-10-1891,0-31-650,8 103-1,-1-155-498,-1-23-34,5 36 1,-4-69 28,0 0 0,0 0-1,1 0 1,2-8 0,1-11-4,3-126-48,-3 57 31,0-39 163,11-118 117,-14 236-237,29-182 956,-25 175-630,1 1 0,0 0-1,2 1 1,0 0 0,2 0 0,22-36-1,-31 54-310,0 1-1,0-1 1,0 0-1,0 1 1,1-1-1,-1 1 1,0-1-1,1 1 1,-1 0-1,1 0 1,-1 0-1,1-1 1,0 2-1,0-1 1,-1 0-1,1 0 1,0 0-1,0 1 0,0-1 1,0 1-1,0 0 1,0-1-1,-1 1 1,1 0-1,0 0 1,0 0-1,0 0 1,0 1-1,0-1 1,0 0-1,0 1 1,0 0-1,0-1 1,0 1-1,-1 0 1,1 0-1,0 0 0,-1 0 1,1 0-1,0 0 1,-1 0-1,0 1 1,1-1-1,-1 1 1,0-1-1,1 1 1,-1-1-1,0 1 1,0 0-1,0-1 1,-1 1-1,2 3 1,1 6-189,-1 0 1,0 0-1,0 1 1,-1-1 0,-1 1-1,0-1 1,0 1 0,-4 18-1,1-8-469,-2 1 1,0-1-1,-1 0 0,-1 0 0,-11 24 0,10-30-252,0 0 0,-1 0-1,-1 0 1,0-1-1,-1 0 1,-25 24 0,26-31-387,0-1 1,0 0 0,0-1 0,-16 8 0,21-12 351,-13 8-5791</inkml:trace>
</inkml:ink>
</file>

<file path=ppt/ink/ink9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8:48.276"/>
    </inkml:context>
    <inkml:brush xml:id="br0">
      <inkml:brushProperty name="width" value="0.025" units="cm"/>
      <inkml:brushProperty name="height" value="0.025" units="cm"/>
    </inkml:brush>
  </inkml:definitions>
  <inkml:trace contextRef="#ctx0" brushRef="#br0">548 14 15317,'-8'-5'965,"-5"-2"143,4 5 3762,-4 12-1920,4-4-2642,0 1-1,1 1 0,0-1 1,0 1-1,0 0 1,-9 16-1,-36 63 376,42-68-525,-49 91 243,5 1 1,5 4 0,5 1 0,5 2 0,6 2 0,-33 201 0,56-232-433,3 0 1,5 0-1,3 1 1,20 151-1,-15-210-237,2 0-1,21 58 0,-23-76 24,1 0-1,0-1 1,1 1 0,0-1-1,1-1 1,0 0 0,1 0-1,0 0 1,11 9 0,-17-18 71,0 1 0,0-1 1,0 0-1,0 0 0,0 0 1,0 0-1,1-1 0,-1 1 0,0-1 1,1 0-1,0 0 0,-1 0 1,1 0-1,-1-1 0,1 0 0,0 1 1,-1-1-1,6-1 0,-2-1-346,0 0 0,0 0-1,0 0 1,0-1 0,-1 0-1,1-1 1,-1 1 0,8-7-1,32-27-5792,0-12-4010</inkml:trace>
</inkml:ink>
</file>

<file path=ppt/ink/ink9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8:48.607"/>
    </inkml:context>
    <inkml:brush xml:id="br0">
      <inkml:brushProperty name="width" value="0.025" units="cm"/>
      <inkml:brushProperty name="height" value="0.025" units="cm"/>
    </inkml:brush>
  </inkml:definitions>
  <inkml:trace contextRef="#ctx0" brushRef="#br0">60 0 10653,'-13'23'1887,"10"-19"5638,-18 17-4009,17-12-3159,0 1-1,1 0 0,0 0 0,1 0 0,0 1 0,1-1 1,0 0-1,0 16 0,0-7 85,0 37 372,3 0 1,10 66-1,-6-62-475,8 66-837,-13-110-564,1-1 0,0 0-1,8 26 1,-9-38-795,-11-7-3134,-6-18-936,15 22 5575,-13-28-8786</inkml:trace>
</inkml:ink>
</file>

<file path=ppt/ink/ink9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8:48.952"/>
    </inkml:context>
    <inkml:brush xml:id="br0">
      <inkml:brushProperty name="width" value="0.025" units="cm"/>
      <inkml:brushProperty name="height" value="0.025" units="cm"/>
    </inkml:brush>
  </inkml:definitions>
  <inkml:trace contextRef="#ctx0" brushRef="#br0">93 70 12437,'-10'-13'3054,"6"5"4489,10 2-5459,4-1-1492,1 1 1,0 0-1,0 1 0,0 0 1,1 1-1,22-6 1,-30 13-1021,-2 0 258,0 1 0,0 0 0,0 0 1,0 0-1,-1 0 0,0 0 1,1 0-1,-2 1 0,1-1 0,0 0 1,-1 1-1,0-1 0,0 8 0,-7 27-1181,-1 0-1,-2-1 1,-2 0-1,-1-1 1,-20 40-1,0-1 3877,13-60 2562,29-17-4345,1 0 106,0 0 0,0-1 0,10-3 0,7-3-314,0 2 0,1 1 0,-1 1 0,29 0 0,-54 4-534,1 0 0,-1 0 0,0 0 0,0 0 0,1 0 0,-1 0 0,0 1 0,0-1 0,0 1 0,1-1 0,1 2 0,-3-1 0,0-1 0,-1 1 0,1-1 0,0 1 0,-1-1 0,1 1 0,-1 0 0,1-1 0,0 1 0,-1 0 0,0 0 0,1-1 0,-1 1 0,1 0 0,-1 0 0,0-1 0,0 1 0,1 0 0,-1 0 0,0 1 0,0 4 0,-1-1 0,1 1 0,-1-1 0,0 1 0,-1-1 0,1 0 0,-4 8 0,3-8 0,-9 22-565,0 0-1,-2-1 1,-16 25-1,19-35-5,-1-1 1,0 0-1,-1-1 0,0 0 0,-27 21 0,32-29-196,-1-1-1,0 0 0,0 0 0,-1 0 1,1-1-1,-11 3 0,13-5-492,-1-1 0,0 1 0,0-1 0,0 0 0,-8-1 0,-28-2-9902</inkml:trace>
</inkml:ink>
</file>

<file path=ppt/ink/ink9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8:49.283"/>
    </inkml:context>
    <inkml:brush xml:id="br0">
      <inkml:brushProperty name="width" value="0.025" units="cm"/>
      <inkml:brushProperty name="height" value="0.025" units="cm"/>
    </inkml:brush>
  </inkml:definitions>
  <inkml:trace contextRef="#ctx0" brushRef="#br0">799 1 16073,'0'0'79,"1"0"-1,-1 0 0,1 0 1,-1 0-1,1 1 0,-1-1 0,0 0 1,1 0-1,-1 0 0,1 1 1,-1-1-1,0 0 0,1 1 0,-1-1 1,0 0-1,1 1 0,-1-1 0,0 0 1,1 1-1,-1-1 0,0 1 1,0-1-1,0 0 0,1 1 0,-1-1 1,0 1-1,0-1 0,0 1 1,0-1-1,0 1 0,0-1 0,0 0 1,0 1-1,0-1 0,0 2 0,-15 9 1988,-5 2-1089,7 0-495,2 0 0,-1 1-1,2 0 1,0 1 0,-10 19 0,7-11-203,-47 84 821,-82 206-1,-13 130-159,130-370-863,-150 530-2172,128-423 448,-24 95-6781,64-244 3236,5-26-2782</inkml:trace>
</inkml:ink>
</file>

<file path=ppt/ink/ink9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8:49.986"/>
    </inkml:context>
    <inkml:brush xml:id="br0">
      <inkml:brushProperty name="width" value="0.025" units="cm"/>
      <inkml:brushProperty name="height" value="0.025" units="cm"/>
    </inkml:brush>
  </inkml:definitions>
  <inkml:trace contextRef="#ctx0" brushRef="#br0">125 463 7161,'-2'2'1862,"-3"3"-1345,1 0 1,-1 0 0,1 0-1,0 1 1,1 0-1,-1 0 1,1 0 0,0 0-1,1 0 1,-1 1-1,-2 12 1,0 6 227,3-16-282,0 0-1,0 0 1,0 0-1,-6 12 1,6-18-414,-1 4 193,-1 0 0,1 0 1,0 1-1,1-1 0,0 1 0,-2 11 0,-10 196 2521,14-215-2744,0 1 0,0 0 0,0 0 0,-1-1-1,1 1 1,0 0 0,0 0 0,0-1 0,-1 1 0,1 0 0,0-1 0,-1 1 0,1 0 0,-1-1 0,1 1 0,-1 0 0,1-1 0,-1 1 0,0 0 0,-2 2 74,1 0-42,-3 5 457,3-22-207,2 12-310,-1-43 152,2 1 0,8-48-1,20-87-112,-9 67-77,24-95-21,-27 142 237,-10 35 316,1-1 1,24-55-1,-31 84-398,1-1 0,-1 1-1,1-1 1,-1 1 0,1-1-1,0 1 1,0 0-1,0 0 1,3-2 0,-4 3-51,0 0 0,0 1 0,0-1 0,0 1 0,0-1 0,0 1-1,0 0 1,0 0 0,0-1 0,0 1 0,0 0 0,0 0 0,0 0 0,0 0 0,0 0 0,0 0 0,0 0 0,2 1 0,0 0 23,0 1 1,1 0-1,-1-1 1,0 2-1,0-1 0,0 0 1,0 1-1,0-1 0,0 1 1,-1 0-1,0 0 1,4 4-1,2 7 73,0 0 0,0 0 0,-2 1 0,0 0 0,8 29 0,-4-13 12,17 62 303,26 175 0,-21 11-2904,-19-182-990,-13-94 2808,0 1-1,0 0 1,0 0-1,0 0 1,-1-1-1,0 1 1,0 0-1,0-1 1,0 1-1,-1-1 1,1 1-1,-1-1 1,-2 4-1,-1 2-2673</inkml:trace>
</inkml:ink>
</file>

<file path=ppt/ink/ink9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8:50.141"/>
    </inkml:context>
    <inkml:brush xml:id="br0">
      <inkml:brushProperty name="width" value="0.025" units="cm"/>
      <inkml:brushProperty name="height" value="0.025" units="cm"/>
    </inkml:brush>
  </inkml:definitions>
  <inkml:trace contextRef="#ctx0" brushRef="#br0">19 105 18538,'-18'-21'2408,"34"15"-356,-3 4-300,12-7-344,2 1-340,0 3-219,21-3-137,-13 8-436,-3-3-520,9-2-852,-9-6-589,-13-5 109,-5 10-5608,2 1-7110</inkml:trace>
</inkml:ink>
</file>

<file path=ppt/ink/ink9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8:50.558"/>
    </inkml:context>
    <inkml:brush xml:id="br0">
      <inkml:brushProperty name="width" value="0.025" units="cm"/>
      <inkml:brushProperty name="height" value="0.025" units="cm"/>
    </inkml:brush>
  </inkml:definitions>
  <inkml:trace contextRef="#ctx0" brushRef="#br0">45 0 6005,'-1'2'1505,"0"0"-1263,0 0-1,0-1 1,0 1 0,0-1-1,0 1 1,0 0 0,1 0-1,-1-1 1,1 1 0,-1 0-1,1 0 1,0 0-1,0 0 1,-1 0 0,1 0-1,1 0 1,-1-1 0,0 1-1,0 0 1,1 0 0,-1 0-1,1 0 1,-1-1 0,2 3-1,-2-3-80,1 0 0,-1 0 0,0 0 0,0 0-1,1 0 1,-1 1 0,0-1 0,0 0 0,0 0 0,0 0-1,-1 0 1,1 0 0,0 0 0,-1 2 0,0 4 311,-2 26 1777,0 0-1,-2 0 0,-16 53 1,20-83-2307,-1 1 0,2-1 0,-1 1 1,0-1-1,1 1 0,-1-1 0,1 1 1,0-1-1,0 1 0,0-1 0,1 1 0,-1 0 1,1-1-1,0 0 0,0 1 0,2 3 1,-2-5-1477</inkml:trace>
</inkml:ink>
</file>

<file path=ppt/ink/ink9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8:51.219"/>
    </inkml:context>
    <inkml:brush xml:id="br0">
      <inkml:brushProperty name="width" value="0.025" units="cm"/>
      <inkml:brushProperty name="height" value="0.025" units="cm"/>
    </inkml:brush>
  </inkml:definitions>
  <inkml:trace contextRef="#ctx0" brushRef="#br0">1 1 5981,'0'0'5634,"2"1"-4360,0-1-1016,-1 1 0,1-1 1,0 1-1,-1 0 0,1 0 1,-1-1-1,1 1 1,-1 0-1,0 0 0,1 1 1,-1-1-1,2 3 0,2 21 2238,-4-16-2457,1 23 953,-2-1 0,-7 62 1,-1 24-901,3-67-5287</inkml:trace>
</inkml:ink>
</file>

<file path=ppt/ink/ink9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8:51.548"/>
    </inkml:context>
    <inkml:brush xml:id="br0">
      <inkml:brushProperty name="width" value="0.025" units="cm"/>
      <inkml:brushProperty name="height" value="0.025" units="cm"/>
    </inkml:brush>
  </inkml:definitions>
  <inkml:trace contextRef="#ctx0" brushRef="#br0">16 1 13953,'-1'0'181,"0"0"-1,0 1 1,1-1-1,-1 0 0,0 1 1,0-1-1,0 1 1,1-1-1,-1 1 1,0-1-1,1 1 0,-1 0 1,0-1-1,1 1 1,-1 0-1,1 0 1,-1-1-1,1 1 1,-1 0-1,1 0 0,-1 0 1,1-1-1,0 2 1,0 1 143,1-1 1,-1 0 0,1 0-1,0 0 1,0 0-1,0 0 1,0 0 0,0-1-1,0 1 1,3 3 0,28 39 1420,-2 1 0,-2 2 0,36 82 0,-32-37-1023,-4 1 0,29 169 1,-1 198 1038,-54-439-1757,16 207-2581,-15 312 1,-17-393-2241,-2-53-1909,-7 11-6361</inkml:trace>
</inkml:ink>
</file>

<file path=ppt/ink/ink9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8:57.590"/>
    </inkml:context>
    <inkml:brush xml:id="br0">
      <inkml:brushProperty name="width" value="0.025" units="cm"/>
      <inkml:brushProperty name="height" value="0.025" units="cm"/>
    </inkml:brush>
  </inkml:definitions>
  <inkml:trace contextRef="#ctx0" brushRef="#br0">0 22 10541,'0'0'9077,"9"-8"-4900,-7 7-3896,0 0 0,0 0-1,0-1 1,1 1 0,-1 1 0,0-1 0,1 0 0,-1 1 0,0-1 0,1 1-1,-1-1 1,3 1 0,36 1 2023,-12 0-870,0-3-392,43-2-439,-64 5-645,0-1-1,0 1 1,0 0 0,0 0-1,0 1 1,8 3-1,-15-5-77,-1 1 0,0-1 0,1 1 0,-1 0 0,1-1 0,-1 1 0,0 0 0,1-1 0,-1 1 0,0 0 0,0 0 0,0-1 0,1 1 0,-1 0-1,0 0 1,0-1 0,0 1 0,0 0 0,0 0 0,-1-1 0,1 1 0,0 1 0,0 0-288,-1 0 84,1 1-1,-1-1 0,0 1 1,1 0-1,-1-1 1,0 0-1,-1 1 0,1-1 1,0 1-1,-1-1 1,1 0-1,-1 0 0,-3 3 1,-30 26-5249,17-17 1325,-20 16-7766</inkml:trace>
</inkml:ink>
</file>

<file path=ppt/ink/ink9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8:57.748"/>
    </inkml:context>
    <inkml:brush xml:id="br0">
      <inkml:brushProperty name="width" value="0.025" units="cm"/>
      <inkml:brushProperty name="height" value="0.025" units="cm"/>
    </inkml:brush>
  </inkml:definitions>
  <inkml:trace contextRef="#ctx0" brushRef="#br0">0 159 18966,'119'-42'4600,"2"5"1,167-29-1,-265 62-5126,17-5-3272,-87 26-8228,8-8-1407</inkml:trace>
</inkml:ink>
</file>

<file path=ppt/ink/ink9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8:58.350"/>
    </inkml:context>
    <inkml:brush xml:id="br0">
      <inkml:brushProperty name="width" value="0.025" units="cm"/>
      <inkml:brushProperty name="height" value="0.025" units="cm"/>
    </inkml:brush>
  </inkml:definitions>
  <inkml:trace contextRef="#ctx0" brushRef="#br0">227 2 13457,'0'0'4932,"-3"0"-3868,-7 0-455,8-1-483,-1 1-1,0 0 1,0 0-1,1 0 1,-1 0-1,0 0 1,0 1-1,0-1 1,1 1-1,-1 0 0,0-1 1,1 2-1,-1-1 1,1 0-1,-1 0 1,1 1-1,0-1 1,-1 1-1,1 0 1,0 0-1,0-1 1,0 1-1,-2 3 0,-16 22 574,1 0 0,-21 42 0,31-52-182,2-1 0,0 1 0,1 1 0,0-1 0,-5 37 0,11-46-341,0-1 0,1 1 0,-1-1 0,1 1 0,1-1 0,0 0 0,0 1 0,0-1 0,1 0 0,0 0 0,0 0 0,1-1 0,0 1 0,0-1 0,1 0 0,-1 0 0,11 9 0,-7-9-120,0 0 0,0 0 0,0-1 1,1-1-1,0 1 0,0-1 0,0-1 0,0 0 0,1 0 0,-1 0 0,1-2 0,0 1 0,0-1 1,13 0-1,-8-1-2,1-1-1,0 0 1,0-1 0,-1 0 0,1-2 0,-1 1 0,0-2 0,21-9 0,-33 13-54,1-1 0,-1 1 0,0-1 0,0 0 0,0 0 0,0-1 0,0 1 0,0 0 0,0-1 0,-1 0 0,1 0 0,-1 1 0,0-1 0,0-1 0,0 1 0,0 0 0,0 0 0,-1-1 0,1 1 0,-1-1 0,0 0 0,0 1 0,-1-1 0,1 0 0,-1 1 0,1-1 0,-1 0 0,0 1 0,-1-1 0,1 0 0,-1 0 0,1 1 0,-1-1 0,0 0 0,-1 1 0,-1-5 0,-4-7-559,-1 1 0,-1 0-1,0 0 1,-1 0 0,0 2 0,-1-1 0,0 1-1,-20-15 1,12 12-425,-2 0-1,0 1 1,0 2-1,-1 0 1,-24-9-1,-67-27-4965,72 30 612,13 6-2217</inkml:trace>
</inkml:ink>
</file>

<file path=ppt/ink/ink9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8:58.507"/>
    </inkml:context>
    <inkml:brush xml:id="br0">
      <inkml:brushProperty name="width" value="0.025" units="cm"/>
      <inkml:brushProperty name="height" value="0.025" units="cm"/>
    </inkml:brush>
  </inkml:definitions>
  <inkml:trace contextRef="#ctx0" brushRef="#br0">49 19 13389,'-22'8'2580,"1"-13"5021,15-17-28187</inkml:trace>
</inkml:ink>
</file>

<file path=ppt/ink/ink9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8:59.072"/>
    </inkml:context>
    <inkml:brush xml:id="br0">
      <inkml:brushProperty name="width" value="0.025" units="cm"/>
      <inkml:brushProperty name="height" value="0.025" units="cm"/>
    </inkml:brush>
  </inkml:definitions>
  <inkml:trace contextRef="#ctx0" brushRef="#br0">19 161 13281,'-3'-3'2378,"3"3"-1840,-1-1-227,0 0-1,0 0 1,0 0 0,0 0 0,0 0 0,0 0 0,0 1 0,0-1-1,0 0 1,0 1 0,-1-1 0,-1 0 0,9-18 3438,-5 16-3451,1 0 0,0-1 0,0 1 1,0 0-1,0 0 0,0 0 0,0 0 0,1 1 0,0-1 1,-1 1-1,1-1 0,0 1 0,3-2 0,46-25 2310,-47 27-2426,29-14 716,49-14-1,-74 27-876,14-3-25,-17 7-56,-1 1-74,12 1-339,-17-3 418,1 1 0,0-1 0,-1 1 0,1-1 0,0 1 0,-1 0 0,1-1 0,-1 1 0,1 0-1,-1 0 1,1-1 0,-1 1 0,0 0 0,0 0 0,1 0 0,-1-1 0,0 1 0,0 0 0,0 0 0,0 0 0,1 0-1,-2 1 1,2-1-146,3 22-982,0 0-1,-2 0 1,0 33 0,-1-28 344,4 35 1,-5-62 891,0 0-1,0-1 1,0 1-1,0 0 1,0 0-1,0 0 1,0 0 0,0 0-1,-1 0 1,1 0-1,0 0 1,-1-1-1,1 1 1,0 0-1,-1 0 1,1 0-1,-1-1 1,1 1-1,-2 1 1,1-2 0,1 1-1,0-1 1,-1 0 0,1 1 0,0-1-1,0 0 1,-1 1 0,1-1-1,0 1 1,0-1 0,-1 0 0,1 1-1,0-1 1,0 1 0,0-1-1,0 1 1,0-1 0,-1 1 0,1-1-1,0 1 1,0-1 0,0 1-1,0-1 1,1 1 0,-1-1 0,0 0-1,0 1 1,0-1 0,0 1-1,0-1 1,1 1 0,-1-1 0,0 1-1,0-1 1,1 0 0,-1 1-1,0-1 1,0 0 0,1 1 0,-1-1-1,1 0 1,-1 1 0,0-1-1,1 0 1,-1 1 0,1-1 0,6 5 349,0-1 0,1 0 0,-1 0 0,1 0 0,0-1 0,0 0 0,0-1 0,0 0 1,12 2-1,17 5 485,8 3-772,-27-8-115,0 1-1,0 1 1,-1 0-1,0 1 0,21 12 1,-37-18 0,1 0 0,-1 0 0,1 0 0,-1 0 0,0 0 0,0 0 0,1 1 0,-1-1 0,0 1 0,0-1 0,0 0 0,0 1 0,-1 0 0,1-1 0,0 1 0,-1-1 0,1 1 0,-1 0 0,1 0 0,-1-1 0,1 3 0,-2 0 0,1-1 0,-1 0 0,1 0 0,-1 0 0,0-1 0,0 1 0,0 0 0,0 0 0,-1 0 0,1-1 0,-3 5 0,-6 5 0,0-1 0,0 1 0,-23 18 0,28-26 0,-15 13-5,0 0 0,-2-1-1,0 0 1,0-2 0,-1-1 0,-1-1-1,-39 14 1,59-25-6,-28 10-373,0-2-1,-1-1 1,-39 4-1,-13-4-1206,82-8 1111,6-3-2252,-2 2 2404,0 0 1,1 0 0,-1 0-1,1 0 1,-1 0 0,1 0 0,-1 1-1,1-1 1,0 0 0,2 0-1,1 0-2499,6-3-3557,5 3-4193</inkml:trace>
</inkml:ink>
</file>

<file path=ppt/ink/ink9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01.090"/>
    </inkml:context>
    <inkml:brush xml:id="br0">
      <inkml:brushProperty name="width" value="0.025" units="cm"/>
      <inkml:brushProperty name="height" value="0.025" units="cm"/>
    </inkml:brush>
  </inkml:definitions>
  <inkml:trace contextRef="#ctx0" brushRef="#br0">82 243 14497,'-25'23'2090,"20"-19"3179,-8 10-2735,11-12-2400,0 0 0,0 1 0,1-1 0,-1 1-1,1 0 1,-1-1 0,1 1 0,0 0 0,0 0 0,0 0-1,0 5 1,-2 35 418,2-25-324,-15 203 854,15 226-1,9-345-2788,7-118 747,-12 12 860,0 0-1,0-1 1,0 0 0,-1 1-1,0-1 1,0 0-1,0 0 1,0 0-1,-1 0 1,0-1-1,1-8 1,-1-9-355,-1-34 1,-1 20 82,-8-208-917,8 218 1207,6-160 180,0 83 396,-4 86-125,0-1-1,1 1 0,0-1 1,2 1-1,0 0 0,1 0 1,1 0-1,1 1 0,0 0 0,1 0 1,1 1-1,1 0 0,0 1 1,14-16-1,-14 18 100,2 0 0,0 0 0,1 1 0,0 1-1,0 0 1,1 1 0,1 0 0,17-8 0,-31 18-467,-1-1 0,1 1 0,0 0 1,-1 0-1,1-1 0,-1 1 0,1 0 0,-1 0 0,1 0 0,0 0 1,-1-1-1,1 1 0,0 0 0,-1 0 0,1 0 0,-1 1 0,1-1 0,0 0 1,-1 0-1,1 0 0,-1 0 0,1 0 0,0 1 0,-1-1 0,2 1 1,0 8-7,-2-7 4,1 2-40,0 0 0,-1 0 0,0 1 0,0-1 0,0 0 0,0 0 0,-1 1 1,0-1-1,0 0 0,0 0 0,0 0 0,-3 5 0,-3 8-543,-17 25 1,6-9-145,3-5-452,0-1 0,-2-1-1,-20 24 1,26-37-224,-1 0-1,-20 16 1,22-22-260,0 1 0,0-2 1,-1 0-1,-13 7 0,-12 1-8439</inkml:trace>
</inkml:ink>
</file>

<file path=ppt/ink/ink9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01.452"/>
    </inkml:context>
    <inkml:brush xml:id="br0">
      <inkml:brushProperty name="width" value="0.025" units="cm"/>
      <inkml:brushProperty name="height" value="0.025" units="cm"/>
    </inkml:brush>
  </inkml:definitions>
  <inkml:trace contextRef="#ctx0" brushRef="#br0">889 0 15397,'-55'14'3321,"45"-12"-2777,-1 0-1,1 1 1,-1 0-1,1 0 1,-13 7-1,-10 10 1,1 1 0,1 2-1,1 2 1,1 0 0,1 2-1,-33 42 1,8-2 304,-78 134 0,78-104-521,3 2 0,5 2 0,4 2 0,5 2 0,4 1 1,-28 177-1,54-242-376,2 0 0,1 0 0,3 1 0,5 52 0,-2-76-92,0 0 0,1-1 0,1 0 0,1 0-1,8 19 1,-9-26-55,1 1-1,0-1 1,1 0 0,0-1 0,1 1-1,-1-1 1,2-1 0,13 13-1,-12-15-239,0 1 0,0-2 0,0 1-1,1-1 1,0-1 0,-1 0-1,2 0 1,-1-1 0,17 2-1,-4-2-1998,0-1-1,1-1 1,33-2-1,11-10-7387</inkml:trace>
</inkml:ink>
</file>

<file path=ppt/ink/ink9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02.443"/>
    </inkml:context>
    <inkml:brush xml:id="br0">
      <inkml:brushProperty name="width" value="0.025" units="cm"/>
      <inkml:brushProperty name="height" value="0.025" units="cm"/>
    </inkml:brush>
  </inkml:definitions>
  <inkml:trace contextRef="#ctx0" brushRef="#br0">75 11 11673,'4'-11'1786,"-9"12"-227,-11 15 1245,14-14-1256,0-1-1374,0-1 0,0 0 1,0 1-1,0-1 0,0 1 0,1-1 1,-1 1-1,0 0 0,0 0 0,0 0 1,1 0-1,-1 0 0,0 0 0,1 0 1,-1 1-1,1-1 0,-1 1 0,1-1 1,0 1-1,0-1 0,0 1 1,0 0-1,0 0 0,0-1 0,0 1 1,0 0-1,1 0 0,-1 0 0,1 0 1,-1 2-1,-2 9 38,1-1 0,1 1 0,0 20-1,1-22 12,-3 55 236,1 103 249,3-137-1125,2 0 1,1-1-1,10 37 0,-3-10-3104,-10-54 1624</inkml:trace>
</inkml:ink>
</file>

<file path=ppt/ink/ink9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02.866"/>
    </inkml:context>
    <inkml:brush xml:id="br0">
      <inkml:brushProperty name="width" value="0.025" units="cm"/>
      <inkml:brushProperty name="height" value="0.025" units="cm"/>
    </inkml:brush>
  </inkml:definitions>
  <inkml:trace contextRef="#ctx0" brushRef="#br0">68 83 9953,'-4'7'2406,"0"-12"-255,5 3-1648,0 0 0,0 0 0,-1 0 0,1 1 0,0-1 1,1 0-1,-1 1 0,0-1 0,0 1 0,1-1 0,2-2 0,-4 4-224,5-5 426,1 0 1,0 1-1,-1-1 1,1 1-1,1 1 1,-1-1-1,0 1 1,14-5-1,8 1 2088,35-6 0,-60 12-2787,-2 1-20,0 0 0,-1 0 0,1 0 0,0 0 0,-1 0 0,1 0 0,0 0 0,-1 1 0,1-1 0,0 0 0,-1 0 0,1 1 0,0-1 0,-1 0 0,1 1 0,-1-1 0,1 0 0,0 1 0,-1-1 0,1 1 1,-1-1-1,0 1 0,1-1 0,-1 1 0,1 0 0,-1-1 0,0 1 0,1-1 0,-1 1 0,0 0 0,0-1 0,1 1 0,-1 0 0,0-1 0,0 1 0,0 0 0,0-1 0,0 2 0,1 35-1133,-1-31 953,-3 41-2119,-3-1 0,-12 53 0,-6-3-235,-2-3 3498,25-90 2564,26 4 357,-6-9-3107,0 0-1,35-8 1,2-1-17,-37 10-747,-18 1 0,0 0 0,0 0 0,0 0 0,0 0 0,0 1 0,-1-1 0,1 0 0,0 1 0,0-1 0,0 0 0,0 1 0,0-1 0,0 1 0,-1-1 0,1 1 0,0-1 0,0 1 0,-1 0 0,1 0 0,0-1 0,-1 1 0,1 0 0,-1 0 0,1-1 0,-1 1 0,1 0 0,-1 0 0,0 0 0,1 0 0,-1 0 0,0 0 0,0 0 0,0 0 0,1 0 0,-1 0 0,0 0 0,0 0 0,-1 0 0,1 0 0,0-1 0,0 1 0,0 0 0,-1 0 0,1 0 0,0 0 0,-1 0 0,1 0 0,-1 0 0,1-1 0,-1 2 0,-5 7 0,1-1 0,-1 0 0,-1 0 0,-7 7 0,8-9 0,-15 17-1629,0-2 0,-47 37 1,58-52 956,0 1 1,0-2-1,0 1 0,0-1 1,-1-1-1,0 0 1,0-1-1,0 0 1,0 0-1,-23 1 1,-16-3-6043,5-3-4082</inkml:trace>
</inkml:ink>
</file>

<file path=ppt/ink/ink9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03.214"/>
    </inkml:context>
    <inkml:brush xml:id="br0">
      <inkml:brushProperty name="width" value="0.025" units="cm"/>
      <inkml:brushProperty name="height" value="0.025" units="cm"/>
    </inkml:brush>
  </inkml:definitions>
  <inkml:trace contextRef="#ctx0" brushRef="#br0">907 0 16422,'3'13'1946,"-10"-12"387,0-1 164,5 2-961,-121 164 1940,59-62-2873,-85 186 1,-21 126-196,158-386-380,-198 538-650,121-280-3189,17 4-8580,68-269 2346</inkml:trace>
</inkml:ink>
</file>

<file path=ppt/ink/ink9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03.659"/>
    </inkml:context>
    <inkml:brush xml:id="br0">
      <inkml:brushProperty name="width" value="0.025" units="cm"/>
      <inkml:brushProperty name="height" value="0.025" units="cm"/>
    </inkml:brush>
  </inkml:definitions>
  <inkml:trace contextRef="#ctx0" brushRef="#br0">39 880 14701,'-1'0'173,"0"0"1,0-1-1,0 1 0,0 0 0,0 0 0,0 0 0,0 0 0,0 0 0,0 0 0,0 0 0,0 1 0,0-1 0,0 0 0,0 0 0,0 1 1,0-1-1,1 1 0,-1-1 0,0 1 0,0-1 0,0 1 0,0-1 0,1 1 0,-2 1 0,-11 7 4298,12-28-3099,1-4-1024,1 0 1,1 0-1,0 0 1,10-32-1,-4 14-153,18-95 534,86-253 0,-96 350 159,31-56 1,-45 92-792,0 0 0,0 0 0,0 0 1,0 0-1,0 1 0,0-1 0,6-4 1,-8 7-82,1 0-1,0-1 1,-1 1 0,1 0 0,-1-1 0,1 1 0,0 0 0,-1 0 0,1 0 0,0 0 0,-1-1 0,1 1 0,0 0 0,-1 0 0,1 0 0,0 0 0,-1 1 0,1-1 0,0 0 0,-1 0-1,1 0 1,-1 0 0,1 1 0,0-1 0,-1 0 0,1 1 0,-1-1 0,1 0 0,-1 1 0,1-1 0,-1 1 0,1-1 0,-1 1 0,1-1 0,-1 1 0,1-1 0,-1 1 0,0-1-1,1 1 1,-1 0 0,0-1 0,1 2 0,5 11 85,0 1-1,0 0 1,-1 1 0,-1-1-1,4 28 1,4 81 88,-10-106-189,3 77-253,15 136-2241,-15-193 1731,10 85-2895,-14-99 686,-3 35 0,-1-18-3318,3-20-3623</inkml:trace>
</inkml:ink>
</file>

<file path=ppt/ink/ink9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03.832"/>
    </inkml:context>
    <inkml:brush xml:id="br0">
      <inkml:brushProperty name="width" value="0.025" units="cm"/>
      <inkml:brushProperty name="height" value="0.025" units="cm"/>
    </inkml:brush>
  </inkml:definitions>
  <inkml:trace contextRef="#ctx0" brushRef="#br0">1 65 18934,'8'-5'2456,"0"16"-352,11-19-264,3 0-380,-1 2-331,6 1-229,0-1-464,5 6-444,-5-2-892,22-6-505,-22-6-1167,-16 6-452,10 5-3293,4 1-5732</inkml:trace>
</inkml:ink>
</file>

<file path=ppt/ink/ink9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04.260"/>
    </inkml:context>
    <inkml:brush xml:id="br0">
      <inkml:brushProperty name="width" value="0.025" units="cm"/>
      <inkml:brushProperty name="height" value="0.025" units="cm"/>
    </inkml:brush>
  </inkml:definitions>
  <inkml:trace contextRef="#ctx0" brushRef="#br0">31 114 13177,'-27'3'2310,"27"-3"-2226,0-1 1,0 1-1,0 0 1,-1 0 0,1 0-1,0 0 1,0 0-1,0 0 1,-1 0-1,1-1 1,0 1 0,0 0-1,0 0 1,0 0-1,-1-1 1,1 1-1,0 0 1,0 0 0,0 0-1,0-1 1,0 1-1,0 0 1,0 0-1,0 0 1,-1-1 0,1 1-1,0 0 1,0 0-1,0-1 1,0 1-1,0 0 1,0 0 0,1-1-1,-1 1 1,0 0-1,0 0 1,0-1-1,0 1 1,0 0 0,0 0-1,0 0 1,0-1-1,3-8 834,-2 6-665,0 1 1,0 0-1,0 0 1,1 0 0,-1 0-1,0 1 1,1-1-1,-1 0 1,1 0 0,0 1-1,0-1 1,-1 1 0,1-1-1,0 1 1,3-1-1,35-16 1699,-26 13-1061,13-5 1535,39-9-1,-13 5-1450,-39 11-975,-13 3 0,0 0 0,0-1 0,0 1 0,0 0 0,0 0 0,0 0 0,0 0 0,-1 0 0,1 0 0,0 0 0,0 1 0,0-1 0,0 0 0,0 0 0,1 1 0,0 3 0,0-1 0,-1 1 0,1 0 0,-1-1 0,0 1 0,0 0 0,0 0 0,-1-1 0,1 1 0,-1 0 0,0 0 0,0 4 0,0-3 0,0 13-406,-1 1 1,-6 29-1,3-26-278,-1 38-1,5-47 516,0 0 0,1 1 0,1-1 0,5 20 0,-7-30 182,1 0-1,0 0 0,0-1 1,0 1-1,0 0 0,1 0 1,-1-1-1,1 1 0,-1-1 0,1 1 1,0-1-1,0 0 0,0 0 1,0 0-1,0 0 0,1 0 0,-1 0 1,1-1-1,-1 1 0,1-1 1,0 0-1,-1 1 0,1-1 1,0-1-1,0 1 0,0 0 0,3 0 1,5-1 33,0 0-1,-1 0 1,1-1 0,0 0 0,-1-1 0,1 0 0,14-6 0,0-1-656,45-25 0,-61 29 5,-1-1-1,1 0 1,-1 0-1,0-1 1,9-9 0,-13 11-433,0 0 1,0 1 0,0-2 0,-1 1 0,1 0 0,-1-1 0,0 1 0,-1-1 0,0 0 0,2-6 0,-3-22-9767</inkml:trace>
</inkml:ink>
</file>

<file path=ppt/ink/ink9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04.528"/>
    </inkml:context>
    <inkml:brush xml:id="br0">
      <inkml:brushProperty name="width" value="0.025" units="cm"/>
      <inkml:brushProperty name="height" value="0.025" units="cm"/>
    </inkml:brush>
  </inkml:definitions>
  <inkml:trace contextRef="#ctx0" brushRef="#br0">1 0 19462,'0'0'7162,"2"2"-5716,3 4-933,0 1 0,0 0 0,-1 0 0,1 0 0,5 15 0,15 44 923,-25-66-1434,24 67 58,-3 1 1,16 89-1,-19-26-60,-5 0 0,-7 249 0,-38-23-2134,17-264 198,-46 166-1,30-156-3149,14-37-1271,1 5-5976</inkml:trace>
</inkml:ink>
</file>

<file path=ppt/ink/ink9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04.875"/>
    </inkml:context>
    <inkml:brush xml:id="br0">
      <inkml:brushProperty name="width" value="0.025" units="cm"/>
      <inkml:brushProperty name="height" value="0.025" units="cm"/>
    </inkml:brush>
  </inkml:definitions>
  <inkml:trace contextRef="#ctx0" brushRef="#br0">17 1 18606,'-16'3'2716,"26"2"-212,1 0 3189,11-7-4497,-3-1-176,-3-2-228,3 2-552,0 6-240,-1 2 0,1-2-228,-2-3-1324,-1 2-340,3 4-813,-25 5-1155,1 2-2789,-11 3-6248</inkml:trace>
</inkml:ink>
</file>

<file path=ppt/ink/ink9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05.018"/>
    </inkml:context>
    <inkml:brush xml:id="br0">
      <inkml:brushProperty name="width" value="0.025" units="cm"/>
      <inkml:brushProperty name="height" value="0.025" units="cm"/>
    </inkml:brush>
  </inkml:definitions>
  <inkml:trace contextRef="#ctx0" brushRef="#br0">0 65 18906,'27'-30'2764,"16"22"-172,-10 0-348,-17 8-447,14-3-361,15-2-328,-10 2-276,1 1-540,-23-4-604,14 6-768,0 0-708</inkml:trace>
</inkml:ink>
</file>

<file path=ppt/ink/ink9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05.523"/>
    </inkml:context>
    <inkml:brush xml:id="br0">
      <inkml:brushProperty name="width" value="0.025" units="cm"/>
      <inkml:brushProperty name="height" value="0.025" units="cm"/>
    </inkml:brush>
  </inkml:definitions>
  <inkml:trace contextRef="#ctx0" brushRef="#br0">263 4 10149,'15'5'1414,"-12"-5"1450,-4 0-2245,-3-2-434,0 1-1,0-1 1,1 1 0,-1 1-1,0-1 1,0 0 0,0 1-1,0 0 1,0 0 0,0 0-1,0 0 1,0 1-1,0 0 1,0-1 0,0 2-1,0-1 1,-6 3 0,-9 3 909,0 0 0,1 2 0,-30 18 0,38-20-660,0 1-1,1-1 1,0 2-1,0-1 0,1 1 1,0 1-1,-10 14 1,16-19-250,-1 0 1,1 0-1,0 0 1,0 0 0,0 1-1,1-1 1,-1 0-1,1 1 1,1 0-1,-1-1 1,1 1 0,0 6-1,2 3 394,0 1 0,6 25 0,-6-34-490,0 0 0,1 0 1,0-1-1,0 0 0,0 1 1,1-1-1,0 0 0,0-1 1,0 1-1,1-1 0,0 0 0,0 0 1,0 0-1,1-1 0,6 5 1,8 3 246,1 0 1,45 18 0,-65-30-336,21 8 0,0-1 0,0-1 0,0-1 0,1-1 0,0 0 0,0-2 0,0-1 0,35-3 0,-56 2-20,1 0 1,0-1-1,-1 1 1,1-1-1,0 1 1,-1-1-1,1 0 1,-1 0-1,1 0 1,-1 0-1,0-1 0,1 1 1,-1-1-1,0 1 1,0-1-1,2-2 1,-3 2-33,1 0 1,-1 0-1,0 0 1,0 0-1,0 0 1,0 0-1,-1 0 1,1 0-1,-1-1 1,1 1-1,-1 0 1,0 0-1,0-1 1,0 1-1,0-4 1,-1-2-181,-1-1 0,0 1 0,-1 0 0,0 0 0,0-1 0,0 2 0,-1-1 0,-9-12 0,1 3-1109,-1 0 0,0 2-1,-24-22 1,-53-39-4969,81 69 5442,-33-25-4600,3 4-3060</inkml:trace>
</inkml:ink>
</file>

<file path=ppt/ink/ink9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05.678"/>
    </inkml:context>
    <inkml:brush xml:id="br0">
      <inkml:brushProperty name="width" value="0.025" units="cm"/>
      <inkml:brushProperty name="height" value="0.025" units="cm"/>
    </inkml:brush>
  </inkml:definitions>
  <inkml:trace contextRef="#ctx0" brushRef="#br0">36 0 20242,'-19'19'2224,"3"-11"3341,19-24-17811,2 5-555</inkml:trace>
</inkml:ink>
</file>

<file path=ppt/ink/ink9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06.105"/>
    </inkml:context>
    <inkml:brush xml:id="br0">
      <inkml:brushProperty name="width" value="0.025" units="cm"/>
      <inkml:brushProperty name="height" value="0.025" units="cm"/>
    </inkml:brush>
  </inkml:definitions>
  <inkml:trace contextRef="#ctx0" brushRef="#br0">399 0 14389,'-10'3'834,"1"-2"-1,0 1 0,-18 0 1,-3 0 1290,23 0-1785,0 1-1,0-1 1,1 1 0,-1 1-1,1-1 1,0 1 0,0 0-1,0 0 1,1 1 0,-1 0-1,1 0 1,-4 6 0,-1-2-67,-19 19 480,1 2-1,1 2 0,-34 52 1,50-67-566,1 0 0,1 1-1,1 0 1,0 0 0,1 1 0,1 0 0,1 0 0,1 1 0,-3 26 0,7-38-119,0 1 0,0-1-1,0 0 1,1 0 0,1 0 0,-1 0 0,1 0 0,1 0 0,-1 0 0,1-1 0,1 1 0,-1-1 0,7 9 0,-4-7 16,1 0 1,1-1 0,0 0-1,0 0 1,0 0 0,1-1-1,0-1 1,17 11 0,-4-7 46,-1 0 0,1-1 0,1-2 0,-1 0 0,1-1 0,0-1 0,1-2 1,34 2-1,-42-4-150,-1-2 0,0 0 1,0 0-1,1-1 1,-1-1-1,21-7 0,-36 10 9,0 0-1,0 0 0,0 0 1,0 0-1,0 0 1,1 0-1,-1 0 0,0 0 1,0 0-1,0 0 1,0 0-1,0 0 0,0 0 1,1-1-1,-1 1 1,0 0-1,0 0 0,0 0 1,0 0-1,0 0 0,0 0 1,0 0-1,0 0 1,0 0-1,1-1 0,-1 1 1,0 0-1,0 0 1,0 0-1,0 0 0,0 0 1,0 0-1,0-1 1,0 1-1,0 0 0,0 0 1,0 0-1,0 0 1,0 0-1,0-1 0,0 1 1,0 0-1,0 0 0,0 0 1,0 0-1,0 0 1,0 0-1,0-1 0,0 1 1,-1 0-1,1 0 1,0 0-1,0 0 0,0 0 1,0 0-1,-1-5-232,-1 0-1,0 0 1,0 0 0,0 1-1,-1-1 1,1 1 0,-1-1-1,0 1 1,0 0-1,-1 0 1,1 0 0,-1 1-1,0-1 1,0 1-1,0 0 1,0 0 0,0 0-1,-1 1 1,1 0 0,-1-1-1,0 2 1,0-1-1,-6-1 1,-11-5-981,-81-26-4334,33 18-1401,18 7-1907</inkml:trace>
</inkml:ink>
</file>

<file path=ppt/ink/ink9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06.890"/>
    </inkml:context>
    <inkml:brush xml:id="br0">
      <inkml:brushProperty name="width" value="0.025" units="cm"/>
      <inkml:brushProperty name="height" value="0.025" units="cm"/>
    </inkml:brush>
  </inkml:definitions>
  <inkml:trace contextRef="#ctx0" brushRef="#br0">76 33 13241,'-32'5'2588,"21"-13"6529,-5 5-8201,0 1-588,24-12-12393,0 3 924</inkml:trace>
</inkml:ink>
</file>

<file path=ppt/ink/ink9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08.583"/>
    </inkml:context>
    <inkml:brush xml:id="br0">
      <inkml:brushProperty name="width" value="0.025" units="cm"/>
      <inkml:brushProperty name="height" value="0.025" units="cm"/>
    </inkml:brush>
  </inkml:definitions>
  <inkml:trace contextRef="#ctx0" brushRef="#br0">67 108 13481,'0'0'1922,"-2"2"-220,-5 3-822,5-4-728,1 0 1,-1 0 0,1 0-1,-1 0 1,1 0-1,0 1 1,0-1 0,0 0-1,-1 1 1,1-1-1,1 0 1,-1 1 0,0-1-1,0 1 1,0 0-1,1-1 1,-1 1 0,1 0-1,-1-1 1,1 1-1,0 0 1,0 0 0,0 2-1,-11 188 4700,-5 149-2933,10-135-2464,5-194 482,-2 16-337,3-28 397,0 0 1,0 0-1,1 0 0,-1 0 0,0 0 0,0 0 1,0 0-1,0 0 0,0 0 0,0 0 1,0-1-1,0 1 0,0 0 0,0 0 0,0 0 1,0 0-1,1 0 0,-1 0 0,0 0 1,0 0-1,0 0 0,0 0 0,0 0 0,0 0 1,0 0-1,0 0 0,0 1 0,0-1 1,0 0-1,0 0 0,1 0 0,-1 0 0,0 0 1,0 0-1,0 0 0,0 0 0,0 0 0,0 0 1,0 0-1,0 0 0,0 0 0,0 0 1,0 0-1,0 0 0,0 0 0,0 0 0,0 1 1,0-1-1,0 0 0,0 0 0,0 0 1,0 0-1,0 0 0,0 0 0,0 0 0,0 0 1,0 0-1,0 0 0,0 0 0,0 1 1,0-1-1,0 0 0,0 0 0,0 0 0,0 0 1,0 0-1,0 0 0,0 0 0,0 0 1,8-14-95,0-10 71,-1 0 1,-2-1-1,0 1 0,2-29 0,2-10 9,5-20 6,52-274 765,-8 137-30,-44 179-1146,-12 36-169,0 6-36,-4 21-423,-7 19-1652,-19 55-1,-7-5-5974,16-48-7</inkml:trace>
</inkml:ink>
</file>

<file path=ppt/ink/ink9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08.930"/>
    </inkml:context>
    <inkml:brush xml:id="br0">
      <inkml:brushProperty name="width" value="0.025" units="cm"/>
      <inkml:brushProperty name="height" value="0.025" units="cm"/>
    </inkml:brush>
  </inkml:definitions>
  <inkml:trace contextRef="#ctx0" brushRef="#br0">658 8 15461,'-5'-2'563,"-1"0"0,1 1 0,-1 0 0,0 0 0,1 1 0,-1 0 0,0 0 0,1 0 0,-1 0 0,0 1 0,1 0 0,-10 3 0,6-1-210,1 0 0,0 1-1,-1 1 1,1-1-1,1 1 1,-1 0 0,-7 8-1,-7 8 34,2 0-1,0 2 1,-29 44-1,-5 14 145,4 4-1,3 1 0,5 2 1,-51 149-1,66-151-532,4 1 1,4 0-1,4 2 1,4 0-1,0 110 1,11-168-224,1-1 1,2 0 0,1 0 0,1 0-1,12 37 1,-12-55 4,0 1-1,0-1 1,1 0 0,1 0-1,0 0 1,9 10-1,-10-15-16,0 0 0,0-1 0,0 0-1,1 0 1,0-1 0,0 0 0,1 0 0,-1-1-1,1 0 1,10 4 0,-12-6-138,0 0 0,1 0 0,0-1 0,-1 0 0,1 0 0,0 0 0,-1-1 0,1 0 0,0-1 0,8-1 0,1-1-1571,1-1 0,-1-1 0,16-7 0,32-16-7398</inkml:trace>
</inkml:ink>
</file>

<file path=ppt/ink/ink9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09.527"/>
    </inkml:context>
    <inkml:brush xml:id="br0">
      <inkml:brushProperty name="width" value="0.025" units="cm"/>
      <inkml:brushProperty name="height" value="0.025" units="cm"/>
    </inkml:brush>
  </inkml:definitions>
  <inkml:trace contextRef="#ctx0" brushRef="#br0">220 258 14437,'-9'4'475,"0"0"-1,0 1 1,1 0-1,0 0 1,0 1-1,0 0 1,1 1-1,-1-1 1,2 1-1,-1 1 1,1-1-1,0 1 1,1 0-1,0 1 0,-5 9 1,-4 11 462,2 0 1,1 1-1,-9 42 0,-16 99 1122,32-145-1725,2 1 0,0 1-1,2-1 1,5 38-1,-3-52-48,2 0 0,7 19 0,0-41-130,-9 7-161,0 0-1,-1 0 1,1 0-1,-1-1 0,0 1 1,0 0-1,0-1 0,0 1 1,0-1-1,-1 1 1,1-1-1,0-4 0,0-34-174,-1 26 96,-4-107-700,0 22-122,2 1 42,0-55-201,4 130 1170,0-1 1,1 0 0,2 1-1,8-26 1,-5 29 330,2 1-1,0 0 0,1 1 1,1 0-1,1 0 1,17-18-1,-10 11 341,-17 23-688,-1 0 1,1 0 0,0 0-1,0 0 1,0 1-1,0-1 1,0 1 0,1 0-1,5-3 1,-8 5-78,-1 1 1,1-1-1,0 1 1,-1-1-1,1 1 1,-1 0-1,1-1 1,-1 1-1,1-1 1,-1 1-1,1 0 0,-1-1 1,0 1-1,1 0 1,-1 0-1,0-1 1,1 1-1,-1 0 1,0 0-1,0 0 1,0-1-1,0 2 1,1 6-65,0 0 0,0 0 1,-1 0-1,0 0 1,-1 0-1,0 0 1,0-1-1,-1 1 0,-5 15 1,-5 9-684,-16 31 1,1-2-534,-66 212-5052,80-232 5683,-21 39 1591,33-77 148,2-2-841,0 0 1,0 0-1,1 1 0,-1-1 0,1 0 1,-1 0-1,1 0 0,-1-1 0,1 1 0,-1 0 1,1-1-1,0 1 0,-1-1 0,3 1 1,5-2 230,-1 0 0,1 0 0,-1-1 0,15-6 1,17-3 829,71-6-392,-96 16-866,0 0 0,0 1-1,0 1 1,0 0 0,21 5 0,-34-6-62,11 6 0,-12-5 0,-1 0 0,0 0 0,1 1 0,-1-1 0,0 0 0,0 0 0,1 0 0,-1 0 0,0 1 0,0-1 0,0 0 0,-1 0 0,1 0 0,0 0 0,-1 2 0,-2 9-78,0-1 0,-1 0 0,0 1-1,-1-2 1,-1 1 0,0-1 0,0 1 0,-12 13 0,3-5-441,0-2 0,-1 1 0,-31 23-1,27-28-1943,0 0-1,-1-1 1,-1-2-1,-35 14 0,38-17-430,-33 13-8897</inkml:trace>
</inkml:ink>
</file>

<file path=ppt/ink/ink9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09.842"/>
    </inkml:context>
    <inkml:brush xml:id="br0">
      <inkml:brushProperty name="width" value="0.025" units="cm"/>
      <inkml:brushProperty name="height" value="0.025" units="cm"/>
    </inkml:brush>
  </inkml:definitions>
  <inkml:trace contextRef="#ctx0" brushRef="#br0">558 20 15225,'14'-16'2323,"-12"13"-192,-21 8 1418,17-5-3401,0 1 0,0 0-1,-1 0 1,1 0 0,0 0 0,0 1-1,0-1 1,0 0 0,0 1 0,0-1-1,0 1 1,1 0 0,-1 0-1,1 0 1,-3 2 0,-16 35 621,15-27-574,-156 370 2646,21 8-1763,85-232-1227,-30 97-1219,67-192-1057,4 0 0,-7 68 0,20-130 2283,0 13-1760</inkml:trace>
</inkml:ink>
</file>

<file path=ppt/ink/ink9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10.313"/>
    </inkml:context>
    <inkml:brush xml:id="br0">
      <inkml:brushProperty name="width" value="0.025" units="cm"/>
      <inkml:brushProperty name="height" value="0.025" units="cm"/>
    </inkml:brush>
  </inkml:definitions>
  <inkml:trace contextRef="#ctx0" brushRef="#br0">1 818 11329,'8'38'11495,"-9"-40"-11315,1 0 0,0 0 0,0 0 0,0 1 0,0-1 0,0 0 0,0 0 0,1 0 0,0-2 0,1-8 162,37-199 2558,-12 77-2463,71-286-286,-97 415-141,13-34 94,-14 38-99,0 1 0,0-1 0,1 0 0,-1 0 0,0 1 0,1-1 0,-1 0 0,1 1 0,-1-1 0,0 1 1,1-1-1,-1 0 0,1 1 0,0-1 0,-1 1 0,1-1 0,-1 1 0,1 0 0,0-1 0,-1 1 0,1 0 0,0-1 0,0 1 0,-1 0 0,1 0 0,0-1 0,0 1 1,-1 0-1,1 0 0,0 0 0,0 0 0,-1 0 0,1 0 0,0 0 0,0 1 0,-1-1 0,1 0 0,0 0 0,0 0 0,-1 1 0,1-1 0,1 1 0,4 4 16,1 1 1,-1 0-1,-1 0 0,1 0 0,-1 0 0,0 1 0,0 0 1,-1 0-1,0 0 0,4 11 0,5 13 12,10 41 1,-10-28 30,96 256-2306,-64-187-1408,-23-39-5978,-18-52-1017</inkml:trace>
</inkml:ink>
</file>

<file path=ppt/ink/ink9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10.489"/>
    </inkml:context>
    <inkml:brush xml:id="br0">
      <inkml:brushProperty name="width" value="0.025" units="cm"/>
      <inkml:brushProperty name="height" value="0.025" units="cm"/>
    </inkml:brush>
  </inkml:definitions>
  <inkml:trace contextRef="#ctx0" brushRef="#br0">1 22 20406,'16'11'2332,"-3"-1"-252,6-15-280,19 2-415,-22 3-285,19-2-132,17-1-476,-15 0-556,1 1-704,-3-4-816,-8-5-1185,-3 3-515,-7 11-3241</inkml:trace>
</inkml:ink>
</file>

<file path=ppt/ink/ink9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11.656"/>
    </inkml:context>
    <inkml:brush xml:id="br0">
      <inkml:brushProperty name="width" value="0.025" units="cm"/>
      <inkml:brushProperty name="height" value="0.025" units="cm"/>
    </inkml:brush>
  </inkml:definitions>
  <inkml:trace contextRef="#ctx0" brushRef="#br0">2 68 6945,'-1'6'10123,"3"-10"-6184,-1 1-3570,0 1 0,0-1 1,1 1-1,-1-1 0,1 1 1,0 0-1,4-5 1,4 2 264,1 0 0,0 0 0,0 1 0,0 1 0,0-1 0,17-1 0,8-3 309,-25 6-606,0 0 1,20-1-1,-28 3-275,-1 2-140,-1-1-1,1 0-1,-1 0 1,0 0-1,0 0 1,1 0-1,-1 0 1,0 1-1,0-1 1,0 0-1,-1 1 1,1-1-1,0 1 1,0-1-1,-1 1 1,1-1-1,-1 1 1,0 0-1,1-1 1,-1 1-1,0 1 0,0 4-415,-1 0 0,0 0 0,0-1 0,-4 10 0,4-12 348,-50 134-4998,47-128 5699,3-7 2309,18 5-456,-10-6-2052,0 0-1,0 0 0,0-1 0,0 0 0,0 0 0,0-1 0,1 0 0,-1 0 0,0-1 0,11-1 0,22-1 985,-5 1-1011,30 2 36,-59 1-351,0-1-1,0 1 1,0 1 0,-1-1 0,1 1 0,0 0-1,-1 0 1,8 5 0,-12-7-12,0 1 0,-1-1 0,1 1 1,-1-1-1,1 1 0,0-1 0,-1 1 0,1 0 0,-1-1 0,0 1 0,1 0 1,-1-1-1,1 1 0,-1 0 0,0-1 0,0 1 0,1 0 0,-1 0 0,0 0 1,0-1-1,0 1 0,0 0 0,0 0 0,0 1 0,0 0 3,-1 1-1,1 0 1,-1 0-1,0-1 1,0 1-1,0 0 1,-2 3-1,-2 2-73,0 1-1,0-1 1,-12 12 0,10-12-577,0-1 0,-1 0 0,0-1 0,-1 1 1,1-2-1,-13 7 0,7-5-2288,1-2 0,-1 0 0,-26 7-1,-9-3-10353</inkml:trace>
</inkml:ink>
</file>

<file path=ppt/ink/ink9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12.001"/>
    </inkml:context>
    <inkml:brush xml:id="br0">
      <inkml:brushProperty name="width" value="0.025" units="cm"/>
      <inkml:brushProperty name="height" value="0.025" units="cm"/>
    </inkml:brush>
  </inkml:definitions>
  <inkml:trace contextRef="#ctx0" brushRef="#br0">0 0 17038,'13'0'1205,"0"1"1,0 0-1,0 1 1,-1 0-1,1 1 1,-1 0 0,13 6-1,-14-4-607,1 0 1,-2 1-1,1 1 0,-1 0 1,0 0-1,0 1 1,13 15-1,-3-1-514,0 1 0,-2 0-1,-1 2 1,-1 0 0,-2 0 0,18 40 0,-17-25 17,-1 1 0,-2 0 0,12 79-1,-15-26-23,-4 1 0,-4-1 0,-15 129 0,-98 401-2151,58-435-3481,7-69-5084,27-77-876</inkml:trace>
</inkml:ink>
</file>

<file path=ppt/ink/ink9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12.347"/>
    </inkml:context>
    <inkml:brush xml:id="br0">
      <inkml:brushProperty name="width" value="0.025" units="cm"/>
      <inkml:brushProperty name="height" value="0.025" units="cm"/>
    </inkml:brush>
  </inkml:definitions>
  <inkml:trace contextRef="#ctx0" brushRef="#br0">32 2 15889,'-11'2'422,"-5"1"4399,12-2 135,17-4-2684,-4 1-1664,-1 1 1,1 0 0,0 1-1,0 0 1,17 2-1,6 0 32,167 16-2063,-199-17 1254,0-1 1,0 1-1,1-1 0,-1 0 0,0 1 0,0-1 0,0 1 1,0-1-1,0 1 0,-1-1 0,1 1 0,0-1 1,0 1-1,0-1 0,0 1 0,0-1 0,-1 0 1,1 1-1,0-1 0,0 1 0,-1-1 0,1 0 0,0 1 1,0-1-1,-1 0 0,1 1 0,-1-1 0,1 0 1,-1 1-1,-4 4-1414,0 0 1,0-1 0,-1 1-1,0-1 1,0 0 0,-8 4-1,-22 4-10520</inkml:trace>
</inkml:ink>
</file>

<file path=ppt/ink/ink9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12.504"/>
    </inkml:context>
    <inkml:brush xml:id="br0">
      <inkml:brushProperty name="width" value="0.025" units="cm"/>
      <inkml:brushProperty name="height" value="0.025" units="cm"/>
    </inkml:brush>
  </inkml:definitions>
  <inkml:trace contextRef="#ctx0" brushRef="#br0">0 43 18750,'49'-30'2568,"5"22"-152,-17 6-200,-2-1-423,1 3-373,4 0-292,0 0-204,-2 0-208,-14 0-492,1 0-516,2 0-748,-8 0-616,-1 5-841,-28 9-8092,-1 5-2508</inkml:trace>
</inkml:ink>
</file>

<file path=ppt/ink/ink9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13.041"/>
    </inkml:context>
    <inkml:brush xml:id="br0">
      <inkml:brushProperty name="width" value="0.025" units="cm"/>
      <inkml:brushProperty name="height" value="0.025" units="cm"/>
    </inkml:brush>
  </inkml:definitions>
  <inkml:trace contextRef="#ctx0" brushRef="#br0">189 1 8973,'0'0'4982,"-2"1"-4497,-18 8 374,18-9-331,-1 0 149,-7 0 265,0 1 0,0 0 0,0 0 0,1 1 0,-1 0 1,-18 7-1,25-8-764,-1 1-1,1-1 1,0 1 0,0 0-1,0 0 1,0 0 0,0 0 0,1 0-1,-1 1 1,0-1 0,1 1 0,0 0-1,0 0 1,0 0 0,0 0-1,0 0 1,0 0 0,1 0 0,-1 0-1,1 1 1,0-1 0,0 4-1,-2 9 120,2 0 0,0-1 0,1 1 0,1 0 0,0 0 0,2-1 0,-1 1 0,2-1 0,9 28 0,-9-32-111,1-1 1,0 1-1,0-1 1,1 0-1,0-1 1,1 1-1,1-1 1,-1 0-1,1-1 1,0 0-1,1 0 1,0-1-1,19 12 1,-6-6-187,0-2 0,1 0 0,0-1 0,0-2 0,1 0 0,39 6 0,-62-14-3,1 1 0,-1-1 1,1 0-1,-1 1 0,1-1 0,-1 0 0,1 0 1,-1-1-1,1 1 0,0 0 0,-1 0 0,1-1 1,-1 1-1,1-1 0,-1 1 0,0-1 0,1 0 0,-1 1 1,0-1-1,1 0 0,-1 0 0,0 0 0,2-1 1,-3 0-11,1 1 1,0-1 0,-1 1 0,1-1 0,-1 0 0,1 1-1,-1-1 1,0 0 0,0 0 0,0 1 0,0-1-1,0 0 1,0 1 0,0-1 0,-1 0 0,1 1-1,-1-3 1,-2-6-187,-1-1-1,-1 1 0,0 0 0,-10-17 1,4 12-728,0 1 1,0 0-1,-1 1 1,-1 0 0,-28-21-1,-76-43-4876,35 33 458,51 29 1009,-2-2-3119</inkml:trace>
</inkml:ink>
</file>

<file path=ppt/ink/ink9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13.163"/>
    </inkml:context>
    <inkml:brush xml:id="br0">
      <inkml:brushProperty name="width" value="0.025" units="cm"/>
      <inkml:brushProperty name="height" value="0.025" units="cm"/>
    </inkml:brush>
  </inkml:definitions>
  <inkml:trace contextRef="#ctx0" brushRef="#br0">103 14 13761,'0'0'5269,"-17"0"-3141,1 2 2404,-5-4-8196,2-1 336,5-5-2249,-2 5-4560</inkml:trace>
</inkml:ink>
</file>

<file path=ppt/ink/ink9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13.449"/>
    </inkml:context>
    <inkml:brush xml:id="br0">
      <inkml:brushProperty name="width" value="0.025" units="cm"/>
      <inkml:brushProperty name="height" value="0.025" units="cm"/>
    </inkml:brush>
  </inkml:definitions>
  <inkml:trace contextRef="#ctx0" brushRef="#br0">16 57 13477,'-1'0'148,"0"0"1,0 0-1,0-1 0,0 1 0,0 0 1,1 0-1,-1 0 0,0-1 0,0 1 0,0-1 1,1 1-1,-1 0 0,0-1 0,1 1 1,-1-1-1,0 0 0,0 0 0,1 0-29,0 1 0,0 0 0,0-1 0,0 1 0,1-1 0,-1 1 0,0 0 0,0-1 0,0 1 0,1 0 0,-1-1 0,0 1 0,1 0 0,-1-1 0,0 1 0,1 0 0,-1 0 0,0 0 0,1-1 0,-1 1 0,0 0 0,1 0 0,-1 0 0,1 0 0,0-1 0,44-11 4071,17 0-1799,0 4-1,68-1 0,-51 8-1564,97 12 1,-138-5-3053,-32-4 81,-22-4-294,-23 2-2307,11 4-1338,-11 2-5545</inkml:trace>
</inkml:ink>
</file>

<file path=ppt/ink/ink9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13.735"/>
    </inkml:context>
    <inkml:brush xml:id="br0">
      <inkml:brushProperty name="width" value="0.025" units="cm"/>
      <inkml:brushProperty name="height" value="0.025" units="cm"/>
    </inkml:brush>
  </inkml:definitions>
  <inkml:trace contextRef="#ctx0" brushRef="#br0">25 0 16786,'10'13'6470,"-6"4"-3619,-3 23-2975,0-4 425,4-8-170,0-2 0,16 47 0,-16-60 85,0-1 0,1 1 0,1-1 0,0-1 0,0 1 0,1-1 0,16 17 0,44 32 1271,-48-45-983,-1 2-1,-1 0 1,23 27 0,-40-42-484,1 0 1,0 0 0,-1 1-1,1-1 1,-1 1-1,1 0 1,-1-1-1,0 1 1,0 0-1,-1 0 1,1-1 0,-1 1-1,1 0 1,-1 0-1,0 0 1,0 0-1,0 0 1,0 0-1,0-1 1,-2 6 0,0-4-87,0 0 0,0 0 0,0 0 1,0 0-1,-1 0 0,0-1 0,1 1 1,-1-1-1,-1 0 0,1 0 0,0 0 1,-5 3-1,-5 2-560,0 0-1,0-1 1,-1-1-1,0 0 1,0 0-1,-1-2 1,-15 4-1,-31-1-4310,20-6-1165,-13-1-6347</inkml:trace>
</inkml:ink>
</file>

<file path=ppt/ink/ink9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14.114"/>
    </inkml:context>
    <inkml:brush xml:id="br0">
      <inkml:brushProperty name="width" value="0.025" units="cm"/>
      <inkml:brushProperty name="height" value="0.025" units="cm"/>
    </inkml:brush>
  </inkml:definitions>
  <inkml:trace contextRef="#ctx0" brushRef="#br0">22 87 14849,'-18'-7'2985,"14"6"-318,5 0-2217,1 0 0,-1 0 1,0 0-1,0 0 0,1 0 0,-1 1 1,0-1-1,1 0 0,-1 1 1,1-1-1,-1 1 0,1-1 1,-1 1-1,1 0 0,-1-1 1,1 1-1,-1 0 0,3 0 1,90-2 3259,-80 2-3911,-14 0 177,0 0 0,0-1 0,0 1-1,0 0 1,0 0 0,0 0-1,0 0 1,0 0 0,0 0 0,0 0-1,0 0 1,0 0 0,-1 0 0,1 0-1,0 0 1,0 0 0,0-1-1,0 1 1,0 0 0,0 0 0,0 0-1,0 0 1,0 0 0,0 0 0,0 0-1,0 0 1,0 0 0,0-1-1,0 1 1,0 0 0,0 0 0,0 0-1,0 0 1,0 0 0,0 0 0,0 0-1,0 0 1,0 0 0,1-1-1,-1 1 1,0 0 0,0 0 0,0 0-1,0 0 1,0 0 0,0 0 0,0 0-1,0 0 1,0 0 0,0 0 0,0 0-1,0 0 1,1 0 0,-1 0-1,0 0 1,0 0 0,-7-13-2032,-4-9-1006,0 7-7014,-1 4-2929</inkml:trace>
</inkml:ink>
</file>

<file path=ppt/ink/ink9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17.949"/>
    </inkml:context>
    <inkml:brush xml:id="br0">
      <inkml:brushProperty name="width" value="0.025" units="cm"/>
      <inkml:brushProperty name="height" value="0.025" units="cm"/>
    </inkml:brush>
  </inkml:definitions>
  <inkml:trace contextRef="#ctx0" brushRef="#br0">29 13 7489,'-3'0'1360,"-2"1"-2658,-13 2 8209,15-4-2879,11-5-2824,0 4-965,0 0 0,0 0 0,0 1 0,1 0 0,-1 0-1,1 1 1,14 1 0,-9-1-61,42 2 70,84 15-1,-86-9-207,79 3-1,443-21 757,247 4-178,174 53 29,-853-39-262,187-4 1976,-221-4-1394,3-6-285,-48 4-2819,-62 1 1382,-6-2-220,-4-7-335,4 5 567,-1 0-1,1 1 1,-1 0-1,0 0 0,-7-6 1,8 8-45,0 0 0,0 0 0,-1 0-1,1 1 1,0-1 0,-1 1 0,-4-1 0,-40-8-9262</inkml:trace>
</inkml:ink>
</file>

<file path=ppt/ink/ink9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22.012"/>
    </inkml:context>
    <inkml:brush xml:id="br0">
      <inkml:brushProperty name="width" value="0.025" units="cm"/>
      <inkml:brushProperty name="height" value="0.025" units="cm"/>
    </inkml:brush>
  </inkml:definitions>
  <inkml:trace contextRef="#ctx0" brushRef="#br0">1 19 6161,'0'0'1120,"8"-8"-216,3-3 1576</inkml:trace>
</inkml:ink>
</file>

<file path=ppt/ink/ink9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27.384"/>
    </inkml:context>
    <inkml:brush xml:id="br0">
      <inkml:brushProperty name="width" value="0.025" units="cm"/>
      <inkml:brushProperty name="height" value="0.025" units="cm"/>
    </inkml:brush>
  </inkml:definitions>
  <inkml:trace contextRef="#ctx0" brushRef="#br0">8 11 4256,'-8'-11'2212,"14"13"1168,12 4-1007,-33 3-566,14-5 468,11-6-1440,3-3-631,0 2 1,1 0-1,-1 1 0,1 0 1,-1 1-1,1 0 1,0 1-1,25 3 1,15 0-45,-5-4-259,1 3-1,77 12 1,-95-9-537,-24-4-68,-1 1 0,1-1 0,0 1 0,10 4 0,-12-2-672,-6-2-52,-16 0-1808,15-2 3060,-32 3-5308</inkml:trace>
</inkml:ink>
</file>

<file path=ppt/ink/ink9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28.786"/>
    </inkml:context>
    <inkml:brush xml:id="br0">
      <inkml:brushProperty name="width" value="0.025" units="cm"/>
      <inkml:brushProperty name="height" value="0.025" units="cm"/>
    </inkml:brush>
  </inkml:definitions>
  <inkml:trace contextRef="#ctx0" brushRef="#br0">33 162 6309,'-33'-8'13739,"49"9"-12514,-6 0-1008,-1-1 0,1 0 0,-1-1 0,1 0 1,-1 0-1,16-5 0,18-3 268,10 2-23,127-13 606,-63 11-614,-34 1 168,-57 6 197,31-8 0,-55 10-781,0-1 1421,6-3-1101,4 0-891,-6-1-3063,13-20-1874,0 5-1577,12-3-2700</inkml:trace>
</inkml:ink>
</file>

<file path=ppt/ink/ink9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29.668"/>
    </inkml:context>
    <inkml:brush xml:id="br0">
      <inkml:brushProperty name="width" value="0.025" units="cm"/>
      <inkml:brushProperty name="height" value="0.025" units="cm"/>
    </inkml:brush>
  </inkml:definitions>
  <inkml:trace contextRef="#ctx0" brushRef="#br0">0 176 8413,'16'-1'1682,"-1"0"0,22-5 0,21-3 442,214-3 2249,-7 1-2012,-262 10-2328,361-17 4618,-362 18-4612,0-1 1,0 1-1,0 0 1,0 0-1,1-1 0,-1 0 1,0 1-1,0-1 0,3-1 1,12-3 28,-25-11-511,7 13 320,0 1 1,0 0-1,-1 0 0,1 0 1,-1 0-1,0 0 0,1 0 1,-1 0-1,0 0 0,0 1 1,0-1-1,-1 1 0,1 0 1,0-1-1,-4 0 0,2-1-356,-1 1-1,1-1 1,0 0 0,-1 0-1,-3-4 1,2 1-414,-12-12-1336,6 3-4020</inkml:trace>
</inkml:ink>
</file>

<file path=ppt/ink/ink9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44.879"/>
    </inkml:context>
    <inkml:brush xml:id="br0">
      <inkml:brushProperty name="width" value="0.025" units="cm"/>
      <inkml:brushProperty name="height" value="0.025" units="cm"/>
    </inkml:brush>
  </inkml:definitions>
  <inkml:trace contextRef="#ctx0" brushRef="#br0">11 84 14669,'-11'-16'6712,"14"15"-5299,150-20 1263,204-1 1,158 30 1943,49 3-4620,-496-6-114,-67-4-23,1-1 0,-1 0 0,0 0 0,1 0 0,-1 0 0,0 0-1,1 0 1,-1 0 0,0-1 0,1 1 0,-1 0 0,0-1 0,0 1 0,1-1 0,0 0 0,-2 0 58,1 1 1,-1 0 0,0-1-1,0 1 1,0 0-1,0-1 1,0 1-1,1 0 1,-1-1 0,0 1-1,0-1 1,0 1-1,0 0 1,0-1 0,0 1-1,0-1 1,0 1-1,0 0 1,-1-1-1,1 1 1,0 0 0,0-1-1,0 1 1,0-1-1,0 1 1,-1 0 0,1-1-1,0 1 1,0 0-1,-1 0 1,1-1-1,-17-14-4333,-4 4-3490,-3 4-4750</inkml:trace>
</inkml:ink>
</file>

<file path=ppt/ink/ink9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47.912"/>
    </inkml:context>
    <inkml:brush xml:id="br0">
      <inkml:brushProperty name="width" value="0.025" units="cm"/>
      <inkml:brushProperty name="height" value="0.025" units="cm"/>
    </inkml:brush>
  </inkml:definitions>
  <inkml:trace contextRef="#ctx0" brushRef="#br0">28 10 3820,'-11'-7'2723,"6"12"2192,5-4-4827,-1-1 1,1 1-1,0 0 1,-1-1-1,1 1 1,-1-1-1,1 1 1,-1 0-1,1-1 1,-1 1-1,1-1 1,-6 3 9497,11-3-9473,-1 0 1,1 0-1,0 0 1,-1-1-1,1 1 0,8-4 1,2 1 113,46-3 700,0 2 0,79 6 0,-32 1-506,555 16 439,-272-3-787,400 3 50,1 22-69,-478-19-4,-49-1-186,40 3-158,488 21-726,-478-30 497,265 11 175,420 17-40,-984-42 377,495 21-401,1-26 323,325-33-43,-402 10 229,96-4-140,-173 18-18,367-19 7,-657 27 58,536-34-34,1 25 179,-40 23 551,334 2-60,-452-18-512,81 1-2,-184 6 10,150 2 32,-423 0-113,541 25 789,-453-11-2016,-158-15 1109,-1-1-1,1 0 1,-1 0-1,0 0 1,1 0-1,-1 0 1,0 0-1,1 0 0,-1 0 1,1 0-1,-1 0 1,0 0-1,1 0 1,-1 0-1,0 0 1,1 0-1,-1-1 1,0 1-1,1 0 1,-1 0-1,0 0 1,1 0-1,-1-1 1,0 1-1,1 0 1,-1 0-1,0-1 1,0 1-1,1 0 1,-1-1-1,0 1 1,0 0-1,0-1 1,1 1-1,-1 0 1,0-1-1,0 1 1,0 0-1,0-1 1,0 1-1,0 0 1,0-1-1,0 1 1,0-1-1,0 1 1,0 0-1,0-1 1,0 0-1,0 0-135,0 0 0,-1 0 0,1 0 0,0-1 0,-1 1 0,1 0 0,-1 0-1,0 0 1,1 0 0,-1 0 0,0 0 0,1 0 0,-2-1 0,-4-2-1086,0 0 1,0 1-1,-1 0 0,-6-2 1,-43-17-9233</inkml:trace>
</inkml:ink>
</file>

<file path=ppt/ink/ink9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48.631"/>
    </inkml:context>
    <inkml:brush xml:id="br0">
      <inkml:brushProperty name="width" value="0.025" units="cm"/>
      <inkml:brushProperty name="height" value="0.025" units="cm"/>
    </inkml:brush>
  </inkml:definitions>
  <inkml:trace contextRef="#ctx0" brushRef="#br0">1 620 12281,'2'-1'1808,"30"-14"612,1 2 1,0 1 0,42-9-1,108-13 198,-102 20-1682,514-72 2021,5 24-472,341-2-2485,1 34 0,25 21 0,-506 7 0,-420 2 0,-25 1 0,0-1 0,0-1 0,0 0 0,0-1 0,19-5 0,-33 7-44,-1-1 1,0 1-1,1-1 0,-1 0 0,0 1 1,1-1-1,-1 0 0,0 0 1,0 0-1,0 0 0,0 0 0,0 0 1,0 0-1,0 0 0,0-1 0,0 1 1,0 0-1,-1-1 0,1 1 1,0-2-1,0 0-176,0 0 1,-1 0-1,1 0 1,-1 0-1,0 0 0,0 0 1,0 0-1,0-1 1,-2-3-1,-1-6-998,-1 1 0,0-1 0,-9-18 0,10 26 813,-18-41-4077,6 16-1409,-6-10-5128</inkml:trace>
</inkml:ink>
</file>

<file path=ppt/ink/ink9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1:33.646"/>
    </inkml:context>
    <inkml:brush xml:id="br0">
      <inkml:brushProperty name="width" value="0.025" units="cm"/>
      <inkml:brushProperty name="height" value="0.025" units="cm"/>
    </inkml:brush>
  </inkml:definitions>
  <inkml:trace contextRef="#ctx0" brushRef="#br0">5390 335 5909,'33'-21'3325,"-31"20"-2281,21-8 10883,-87-6-11659,-109-12 1,55 11-88,-153-29 384,-561-85 358,-7 60-603,-55 94-383,25 72 17,51 56 208,689-118-240,112-28 71,1 0 0,0 1 0,0 1-1,1 1 1,-22 15 0,20-10-2,1 1 1,0 0 0,1 1-1,1 0 1,0 1-1,1 1 1,1 0-1,-10 21 1,-5 11 25,3 2 0,-28 85 0,50-129-17,-22 67-4,-17 99 0,29-23 51,11-127-46,0-1-1,1 0 1,1 1-1,2-1 1,0 0-1,1 0 1,2 0 0,0-1-1,1 1 1,1-1-1,2-1 1,18 33-1,8 4 18,2-1-1,3-2 0,48 50 0,-45-59 24,1-1 0,3-3 0,1-2 0,64 40 0,228 110 243,48-29-114,14-33-211,-385-123 30,601 146-274,-475-124 227,1-7 0,1-6 0,0-6-1,211-17 1,-31-13-87,216-23-18,-490 39 136,366-55 95,53-26 104,-225 42 80,180-39 375,-346 66-487,3 0 661,-2-3 0,105-42 0,-175 57-676,1 1 1,-1-2-1,-1 1 0,1-1 0,-1-1 0,0 0 0,-1-1 0,0 1 1,15-20-1,-14 13 1,-1 0 0,0 0 0,0-1 1,-2 0-1,0-1 0,6-22 0,-3-3 33,-2-1-1,-2 0 1,-2 0-1,-2 0 1,-3-44 0,-1 8-51,-9-159 756,7 197-714,-3-1-1,-1 1 0,-22-67 0,-14 17-149,31 63 0,-2 2 0,0 0 0,-2 0 0,0 2 0,-2 0 0,-1 1 0,0 1 0,-2 1 0,-1 1 0,-25-19 0,-8 0 0,-1 3 0,-2 2 0,-90-38 0,55 33-748,-1 3 0,-2 5-1,-1 4 1,-102-14 0,-186 6-5480,129 35-2797,101 7-1764</inkml:trace>
</inkml:ink>
</file>

<file path=ppt/ink/ink9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1:38.510"/>
    </inkml:context>
    <inkml:brush xml:id="br0">
      <inkml:brushProperty name="width" value="0.025" units="cm"/>
      <inkml:brushProperty name="height" value="0.025" units="cm"/>
    </inkml:brush>
  </inkml:definitions>
  <inkml:trace contextRef="#ctx0" brushRef="#br0">3346 671 11005,'-23'-4'1077,"19"3"1681,4-1-2669,-1 1-1,1-1 1,0 1-1,-1-1 1,1 1-1,-1-1 1,0 1-1,1 0 1,-1-1 0,0 1-1,0 0 1,0 0-1,0 0 1,0-1-1,0 1 1,0 0-1,-1 0 1,1 0-1,0 1 1,0-1 0,-1 0-1,1 0 1,-3 0-1,-37-13 419,30 11-331,-49-12 448,-1 2 0,-78-5 0,74 10-312,-925-67 2419,862 72-2519,0 6 0,-209 31-1,242-17-166,2 4-1,0 5 1,1 3-1,-100 48 1,-90 67 13,212-101-4,-119 94 0,166-117-53,1 0 1,2 2-1,0 0 1,1 2-1,1 0 1,2 0-1,-14 28 1,19-32 15,2 0 0,1 0 0,1 1 0,0 0 0,2 0 1,0 1-1,1-1 0,2 1 0,0 0 0,1 27 1,5-24 6,0-1 0,2 0 1,1 0-1,17 41 1,-10-28 19,-1-5 13,2 0 1,35 56-1,50 54 43,-63-91-81,155 188 187,-111-143-119,-32-38 9,2-3 0,3-2 0,76 58-1,-84-77-29,1-2 0,2-2 0,2-2 0,102 40 0,-75-42 51,95 18 0,84 3 81,-166-31-162,500 80 3,-230-48-407,-212-31 150,452 13-186,129-78 319,-306-8 123,-397 52-34,94-19-40,0-4 1,-2-6-1,168-70 0,-99 37 36,-87 33-42,37-12 176,82-31-166,-175 58 200,0-3-1,72-44 0,-102 55-65,-1 0 0,0-1-1,0-1 1,-1 0-1,-1-1 1,0 0 0,-1-1-1,0 0 1,-1-1 0,0 0-1,-2-1 1,1 0-1,-2 0 1,0-1 0,-2 1-1,1-2 1,-2 1 0,4-27-1,3-142 741,-4 43-191,-2 83-368,-4 0 0,-10-113 0,3 140-248,-1 0 1,-2 0 0,-1 1 0,-2 0-1,0 1 1,-25-43 0,2 15-13,-3 1 1,-53-63-1,17 34-11,-5 4-1,-103-86 1,-203-117-8,282 222-20,-3 4-1,-127-51 1,83 52-12,-175-45 0,211 76-183,-1 6 0,-1 5 0,0 4 0,-1 6 0,0 5 0,-1 5 0,2 5 1,-178 35-1,169-15-1188,2 4 0,-219 91 1,230-71-1992,1 4 1,-200 139 0,141-65-6603,164-125 9559</inkml:trace>
</inkml:ink>
</file>

<file path=ppt/ink/ink9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1:34.570"/>
    </inkml:context>
    <inkml:brush xml:id="br0">
      <inkml:brushProperty name="width" value="0.025" units="cm"/>
      <inkml:brushProperty name="height" value="0.025" units="cm"/>
    </inkml:brush>
  </inkml:definitions>
  <inkml:trace contextRef="#ctx0" brushRef="#br0">85 339 14761,'-9'-1'786,"0"0"467,0 0 6408,-2 18-6276,7-10-1255,1 0 1,0 0 0,0 0 0,1 1 0,0-1-1,0 1 1,0-1 0,1 1 0,0 9-1,-2 6 55,-8 71 510,1 158-1,26 40-560,-10-263-173,1 11-968,9-413-2462,4-37 3253,-17 383 574,2 1 0,1 0 0,1 1 0,2 0 0,0 0 0,15-28 0,-16 38-78,1 0 0,1 0 0,0 1 0,1 0 0,0 0 0,1 2 0,1-1 0,0 2 0,1-1-1,16-9 1,-26 18-131,1 0-1,-1 1 0,1 0 0,-1-1 0,1 2 0,10-4 1,-14 5-142,0 0 0,0 0 0,0 0 0,0 0 0,0 0 0,-1 0 0,1 0 1,0 0-1,0 1 0,0-1 0,0 0 0,0 0 0,0 1 0,0-1 0,-1 1 0,1-1 1,0 1-1,0-1 0,-1 1 0,1-1 0,0 1 0,-1 0 0,1-1 0,0 1 0,-1 0 1,1 0-1,-1-1 0,1 1 0,-1 0 0,0 0 0,1 0 0,-1 0 0,0-1 0,0 1 1,1 0-1,-1 0 0,0 0 0,0 0 0,0 0 0,0 1 0,0 8-177,0 0 1,-1 0-1,0 0 0,0 0 0,-1 0 1,0 0-1,-1 0 0,0-1 0,-1 1 0,-8 16 1,-6 8-1948,-35 47 1,37-59 332,-1 0 0,-21 19 1,-16 8-5316,12-16-2411</inkml:trace>
</inkml:ink>
</file>

<file path=ppt/ink/ink9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1:34.869"/>
    </inkml:context>
    <inkml:brush xml:id="br0">
      <inkml:brushProperty name="width" value="0.025" units="cm"/>
      <inkml:brushProperty name="height" value="0.025" units="cm"/>
    </inkml:brush>
  </inkml:definitions>
  <inkml:trace contextRef="#ctx0" brushRef="#br0">580 33 18178,'-7'-4'736,"1"-1"0,-2 1 1,1 0-1,0 0 0,-15-4 0,18 7-388,0 1 0,-1-1 0,1 0-1,0 1 1,-1 0 0,1 0 0,0 0 0,-1 1-1,1-1 1,0 1 0,-1 0 0,-7 3-1,3 1-115,-1-1-1,1 2 0,0-1 1,0 1-1,1 1 0,0-1 0,-15 16 1,-45 62 460,61-76-604,-34 48 148,1 2-1,4 2 1,2 1 0,2 1 0,-38 111 0,58-135-253,2 2 1,2-1 0,2 1 0,-3 64-1,9-74-80,1 1-1,2 0 0,1 0 0,1-1 1,2 1-1,17 47 0,-18-63-159,1 0 0,0-1 0,1 0 0,0 0 0,1-1 1,1 0-1,0 0 0,1-1 0,1-1 0,21 18 0,-18-18-733,1 0 0,0-1 0,24 11 1,-20-13-1967,-1 0 0,40 8 0,11-4-8803</inkml:trace>
</inkml:ink>
</file>

<file path=ppt/ink/ink9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1:35.483"/>
    </inkml:context>
    <inkml:brush xml:id="br0">
      <inkml:brushProperty name="width" value="0.025" units="cm"/>
      <inkml:brushProperty name="height" value="0.025" units="cm"/>
    </inkml:brush>
  </inkml:definitions>
  <inkml:trace contextRef="#ctx0" brushRef="#br0">99 101 12633,'-1'8'652,"0"0"-1,1 1 0,1 14 1,1 8 1717,-4-12-1255,0-1 1,-6 22 0,2-13-464,-7 52 1816,-5 111-1,22-65-1546,-4-116-1059,-1-1 0,2 1 0,-1-1 0,1 1 0,1-1 0,-1 1 0,1-1 0,1 0 0,6 16 0,-8-22-435,-12-13-1260,1 1 1383,3-1 341,0 0-1,1 0 1,1-1 0,-1 0 0,2 0 0,0 0-1,0 0 1,1-1 0,1 0 0,0 1-1,0-16 1,2-7 420,1-1-1,10-63 1,-8 78 151,1 0 0,1 1 0,1-1 0,0 1 1,2 0-1,0 1 0,1 0 0,1 0 0,14-19 1,-20 33-326,77-106 2234,-64 90-1811,1 1 0,40-35 1,-57 55-573,0 1 1,-1-1 0,1 1-1,-1-1 1,1 1 0,-1 0-1,0-1 1,1 1-1,-1-1 1,1 1 0,-1 0-1,0-1 1,0 1-1,1 0 1,-1-1 0,0 1-1,0 0 1,0-1-1,0 1 1,0 0 0,0 1-1,0 5-132,0 0 0,-1 0 0,0 0 0,0 0 0,0 0 0,-1 0 0,0 0 0,-5 9 0,-3 15-842,-19 56-2380,-4-1 1,-47 88-1,78-171 5932,6-4-1163,22-4 341,-1-1 1,42-15-1,-3 0 260,134-21 620,-194 41-2623,-1 1 0,1-1 0,-1 1 0,1 0 0,-1 0 0,1 1 0,0-1 0,-1 1 0,6 1 0,-8-2 0,0 1 0,0-1 0,1 1 0,-1-1 0,0 1 0,-1 0 0,1-1 0,0 1 0,0 0 0,0 0 0,0 0 0,0-1 0,-1 1 0,1 0 0,0 0 0,-1 0 0,1 0 0,-1 0 0,1 0 0,-1 1 0,1-1 0,-1 0 0,0 0 0,0 0 0,1 0 0,-1 0 0,0 1 0,0-1 0,0 0 0,-1 2 0,0 6-43,-1 0 0,-1 0 1,0 0-1,0 0 0,-1 0 0,0-1 0,0 0 1,-1 0-1,-11 15 0,-61 67-1323,74-86 1280,-10 9-1028,-1 0 0,0-1 1,0 0-1,-28 15 0,30-20-910,0-1-1,0-1 1,-1 0 0,-13 4-1,-20-1-10187</inkml:trace>
</inkml:ink>
</file>

<file path=ppt/ink/ink9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1:35.955"/>
    </inkml:context>
    <inkml:brush xml:id="br0">
      <inkml:brushProperty name="width" value="0.025" units="cm"/>
      <inkml:brushProperty name="height" value="0.025" units="cm"/>
    </inkml:brush>
  </inkml:definitions>
  <inkml:trace contextRef="#ctx0" brushRef="#br0">73 429 9129,'-10'26'1431,"8"-19"-692,0 0 0,0-1 1,-1 0-1,0 0 0,-6 9 0,7-10-231,-1 0 1,1 0 0,0 0-1,1 0 1,-1 0 0,1 0-1,0 0 1,1 1 0,-1-1-1,1 0 1,0 9 0,-13-6 1037,13-8-1456,0 1 0,0-1 0,-1 0 0,1 0 1,0 1-1,0-1 0,0 0 0,-1 0 0,1 0 0,0 0 1,0 1-1,-1-1 0,1 0 0,0 0 0,0 0 0,-1 0 1,1 0-1,0 0 0,0 0 0,-1 0 0,1 0 1,0 0-1,-1 0 0,1 0 0,0 0 0,0 0 0,-1 0 1,1 0-1,0 0 0,0 0 0,-1 0 0,1 0 0,0 0 1,-1 0-1,1-1 0,0 1 0,0 0 0,0 0 0,-1 0 1,1 0-1,0-1 0,0 1 0,0 0 0,-1 0 0,1 0 1,0-1-1,0 1 0,0 0 0,0 0 0,-1-1 1,0-22 977,9-32-945,7-17 106,3 1-1,4 1 0,30-69 1,-46 125-157,1 1 1,0 0-1,1 0 1,0 0-1,1 1 1,0 1-1,1-1 1,1 2-1,-1-1 1,14-9-1,-22 19-50,0 0-1,0 0 1,0 1 0,0-1 0,0 0-1,0 1 1,1-1 0,-1 1-1,0 0 1,0 0 0,0-1-1,1 1 1,-1 1 0,0-1-1,0 0 1,0 1 0,0-1-1,1 1 1,-1-1 0,0 1-1,0 0 1,0 0 0,0 0-1,0 0 1,0 0 0,1 2 0,2 1 7,-1-1 1,0 1 0,0 0 0,0 0 0,0 0 0,-1 0 0,1 1-1,-1 0 1,2 5 0,4 10 37,-1 1 0,-1 0 0,-1 0 0,6 35 0,3 94-272,-6-53-641,-2-17-510,7 47-1705,4-44-2993,-7-52-400,-5-12-3951</inkml:trace>
</inkml:ink>
</file>

<file path=ppt/ink/ink9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1:36.319"/>
    </inkml:context>
    <inkml:brush xml:id="br0">
      <inkml:brushProperty name="width" value="0.025" units="cm"/>
      <inkml:brushProperty name="height" value="0.025" units="cm"/>
    </inkml:brush>
  </inkml:definitions>
  <inkml:trace contextRef="#ctx0" brushRef="#br0">10 856 13381,'-1'-1'181,"0"0"0,0 0-1,0-1 1,0 1 0,1-1-1,-1 1 1,0-1 0,0 1 0,1-1-1,-1 1 1,1-1 0,0 0-1,-1 1 1,1-1 0,0 0 0,0-2-1,8-26 3265,-2 16-2356,58-151 5153,78-392-3796,-136 517-2533,-6 38 95,0 1 0,1 0 1,-1 0-1,1 0 0,0-1 0,-1 1 1,1 0-1,0 0 0,0 0 0,-1 0 0,1 0 1,0 0-1,0 1 0,0-1 0,0 0 0,0 0 1,0 1-1,0-1 0,1 1 0,-1-1 1,2 0-1,1 5 19,1 0 0,-1 0 0,0 0 0,-1 1 0,1 0 0,-1 0 1,6 10-1,-7-12-8,19 38 145,-2 1 1,27 82-1,-26-63-98,100 333-1319,-107-349 262,-5-21-1642,5 30 0,-11-46 747,-2-1-1,1 0 1,-1 1-1,-1 13 1,-3-7-8752</inkml:trace>
</inkml:ink>
</file>

<file path=ppt/ink/ink9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1:36.477"/>
    </inkml:context>
    <inkml:brush xml:id="br0">
      <inkml:brushProperty name="width" value="0.025" units="cm"/>
      <inkml:brushProperty name="height" value="0.025" units="cm"/>
    </inkml:brush>
  </inkml:definitions>
  <inkml:trace contextRef="#ctx0" brushRef="#br0">36 3 16654,'-35'-3'2472,"48"12"-580,1-7-332,10 1-288,17 0-268,-1-1-816,3 4-564,3-4-580,-3-2-912,-8 6-1040,-8-1-2737,-10-2-4660</inkml:trace>
</inkml:ink>
</file>

<file path=ppt/ink/ink9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1:36.759"/>
    </inkml:context>
    <inkml:brush xml:id="br0">
      <inkml:brushProperty name="width" value="0.025" units="cm"/>
      <inkml:brushProperty name="height" value="0.025" units="cm"/>
    </inkml:brush>
  </inkml:definitions>
  <inkml:trace contextRef="#ctx0" brushRef="#br0">68 1 13033,'-59'27'2712,"53"-16"125,4 7-473,2 1-300,8-5-324,-3 5-144,3 2-547,-2 1-209,-1 2-192,1 0-140,-1 1-352,-2-4-476,2-2-828,0-3-541,-21-32-10096,-3-13 164</inkml:trace>
</inkml:ink>
</file>

<file path=ppt/ink/ink9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1:36.977"/>
    </inkml:context>
    <inkml:brush xml:id="br0">
      <inkml:brushProperty name="width" value="0.025" units="cm"/>
      <inkml:brushProperty name="height" value="0.025" units="cm"/>
    </inkml:brush>
  </inkml:definitions>
  <inkml:trace contextRef="#ctx0" brushRef="#br0">224 0 18854,'4'11'931,"0"-1"1,1 0-1,0 0 1,1 0-1,12 16 1,-9-12 233,0 0 1,8 17-1,4 18-589,-3 1 0,-2 0 0,-2 1 1,12 82-1,-18-67-90,-4 1 1,-2 0 0,-9 79 0,-3-53-592,-4 0-1,-4-1 1,-4-1-1,-66 171 1,71-224-1368,-2 0 1,-45 67-1,-18 3-8119,14-30-5654</inkml:trace>
</inkml:ink>
</file>

<file path=ppt/ink/ink9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1:39.406"/>
    </inkml:context>
    <inkml:brush xml:id="br0">
      <inkml:brushProperty name="width" value="0.025" units="cm"/>
      <inkml:brushProperty name="height" value="0.025" units="cm"/>
    </inkml:brush>
  </inkml:definitions>
  <inkml:trace contextRef="#ctx0" brushRef="#br0">74 545 13633,'-68'7'2279,"68"-7"-2212,0 0 0,0 0 0,0 0 0,-1 0 0,1 0 0,0 0 0,0 0 0,0 0 0,-1 0 0,1 0 0,0 0 0,0 0 0,0 0 0,-1 0 0,1 0 0,0 0 0,0 0 0,0 0 0,0 0 0,-1 0 0,1 0 0,0 1 0,0-1 0,0 0 0,0 0 0,0 0 0,-1 0 0,1 0 0,0 1 0,0-1 0,0 0 0,0 0 0,0 0 0,0 0 0,0 1 0,0-1 0,0 0 0,0 0 0,0 0 0,-1 1-1,1-1 1,0 0 0,0 0 0,0 0 0,1 1 0,-1-1 0,0 0 0,0 0 0,0 0 0,0 1 0,8 10 1049,-2-3 130,-4 34 898,-2-17-1350,6 187 2671,1 6-2282,15 21-1351,-22-236 58,0 0 0,1 0 0,-1 0 0,1 0 0,0 0-1,-1 0 1,4 5 0,-4-8 90,0 0-1,1 0 0,-1 0 1,0 0-1,0 0 0,0 0 1,1 1-1,-1-1 0,0 0 1,0 0-1,0 0 0,1 0 1,-1 0-1,0 0 0,0 0 1,1 0-1,-1 0 0,0-1 1,0 1-1,0 0 0,1 0 1,-1 0-1,0 0 0,0 0 1,0 0-1,1 0 0,-1 0 1,0-1-1,0 1 0,0 0 1,0 0-1,1 0 0,-1 0 1,0-1-1,0 1 0,0 0 1,0 0-1,0 0 0,0-1 1,1 1-1,-1 0 0,0 0 1,0 0-1,0-1 0,0 1 1,0 0-1,0 0 0,0-1 1,0 1-1,0 0 0,0-1 1,2-6-262,0-1 0,0 0 0,-1 0 0,1-14 0,-4-65-1386,-14-91 1,2 29 474,12 118 1023,-5-55-80,9-168 0,3 218 774,2 0 0,1 0 0,2 1 1,25-60-1,-21 69 248,0 0 0,2 0 0,1 1 0,0 2 0,2-1-1,39-36 1,-53 55-582,1 0 0,0 0 0,1 1 0,-1-1 0,1 1 0,0 0 0,0 1 0,0 0-1,0 0 1,1 1 0,13-4 0,-19 6-135,0 0 1,0 0-1,-1 0 0,1 0 0,0 0 1,0 0-1,0 0 0,0 1 0,-1-1 1,1 1-1,0-1 0,0 1 1,-1 0-1,1-1 0,0 1 0,-1 0 1,1 0-1,-1 0 0,1 0 0,-1 1 1,1-1-1,-1 0 0,0 1 0,0-1 1,1 1-1,-1-1 0,1 4 0,0-2-29,-1 0 0,1 1-1,-1-1 1,0 1 0,0-1-1,0 1 1,-1-1 0,1 1-1,-1 0 1,0-1 0,0 1-1,-1 6 1,-3 9-253,-1 0 1,-1 0-1,-14 30 0,-32 52-2174,49-96 2248,-13 24-1845,-3-1 0,-31 39-1,-17 7-7670,31-40-951</inkml:trace>
</inkml:ink>
</file>

<file path=ppt/ink/ink9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1:39.737"/>
    </inkml:context>
    <inkml:brush xml:id="br0">
      <inkml:brushProperty name="width" value="0.025" units="cm"/>
      <inkml:brushProperty name="height" value="0.025" units="cm"/>
    </inkml:brush>
  </inkml:definitions>
  <inkml:trace contextRef="#ctx0" brushRef="#br0">607 21 15265,'-21'-8'2306,"17"6"-1862,1 0 0,-1 1-1,0-1 1,0 1 0,1 0-1,-1 0 1,0 0 0,0 0-1,0 1 1,0 0 0,0 0-1,0 0 1,0 0 0,0 0-1,0 1 1,-4 1 0,-3 3-204,0 0 1,1 1 0,0 1 0,1-1-1,-1 2 1,1-1 0,1 1 0,-1 0 0,1 1-1,-9 13 1,-11 17 260,-27 51-1,41-66-274,-37 66 254,4 3 0,4 1 0,4 3-1,-35 134 1,58-170-477,3 1-1,3 1 1,3-1-1,2 1 1,4 1-1,1-1 1,4 0-1,16 89 1,-14-127-200,0-1 0,1 0 0,2 0 0,0-1 0,19 33 0,-23-47-62,1 0 0,0 0-1,0-1 1,1 1 0,0-2 0,0 1-1,1-1 1,0 0 0,1-1 0,-1 0-1,1 0 1,0 0 0,1-2 0,-1 1-1,17 5 1,0-4-1658,0-1 1,35 3-1,14-4-4917,-7-5-3679</inkml:trace>
</inkml:ink>
</file>

<file path=ppt/ink/ink9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1:40.353"/>
    </inkml:context>
    <inkml:brush xml:id="br0">
      <inkml:brushProperty name="width" value="0.025" units="cm"/>
      <inkml:brushProperty name="height" value="0.025" units="cm"/>
    </inkml:brush>
  </inkml:definitions>
  <inkml:trace contextRef="#ctx0" brushRef="#br0">76 250 10089,'-26'57'9163,"19"-43"-7678,3-5-914,1 1 1,-1 0-1,2 1 1,-1-1-1,1 0 1,1 1-1,-1 14 1,5 80 1534,-1-75-1581,10 115 539,2 73 333,-16-178-1501,2-36-80,-2-5-124,0 0 242,0 0 0,0 0 0,1 0-1,-1 0 1,0 0 0,1 0 0,-1 0 0,1-1-1,-1 1 1,1-1 0,-2-2 0,1 1-6,1 1 1,0-2 0,0 1 0,1 0-1,-1 0 1,0 0 0,1 0 0,0-5-1,-8-101-1229,-5-225-367,15 292 1848,2 0-1,12-51 1,-12 76 89,1 0-1,0 0 1,1 1 0,1 0-1,1 0 1,0 0-1,1 1 1,12-15 0,-10 16-4,87-101 2005,-94 116-2038,-2 0-232,0 0 1,0 1 0,0-1 0,0 1 0,-1 0 0,1-1 0,-1 1 0,1 0 0,-1 0 0,0 0 0,1 0 0,-1 0 0,0 1 0,0-1-1,-1 0 1,1 0 0,0 1 0,-1-1 0,0 0 0,1 1 0,-1-1 0,0 1 0,0-1 0,0 0 0,0 1 0,-1-1 0,0 3 0,-2 10-221,-1 0 0,0-1 0,-10 21 0,2-3-459,-10 39-827,-24 67-1842,32-103 2555,-17 52-1269,28-78 2477,1 0 0,0 1 0,1-1 0,0 11 0,17-17 2097,-4-3-1828,0-1-1,1 1 1,-1-2-1,0 0 1,23-6-1,17-3 717,163-8-603,-211 19-797,0 0 0,0 0 0,0 1 0,0-1 0,0 1 0,0 0 0,0 0 0,0 0 0,0 1 0,0-1 0,5 4 0,-8-4 0,0 0 0,0 0 0,1 0 0,-1 1 0,0-1 0,0 0 0,0 1 0,0-1 0,-1 1 0,1-1 0,0 1 0,0-1 0,-1 1 0,1-1 0,-1 1 0,0 0 0,1-1 0,-1 1 0,0 0 0,0-1 0,0 1 0,0 0 0,0 0 0,-1-1 0,1 1 0,0-1 0,-1 1 0,1 0 0,-1-1 0,-1 3 0,-3 9 6,-1 0 0,-1-1 0,0 0 0,0 0 0,-1-1 0,-19 21 0,-67 59-446,85-83 340,-17 16-1938,-31 20 0,11-17-2125,36-22 1525,0-1-1,-19 6 0,-19-2-10491</inkml:trace>
</inkml:ink>
</file>

<file path=ppt/ink/ink9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1:40.969"/>
    </inkml:context>
    <inkml:brush xml:id="br0">
      <inkml:brushProperty name="width" value="0.025" units="cm"/>
      <inkml:brushProperty name="height" value="0.025" units="cm"/>
    </inkml:brush>
  </inkml:definitions>
  <inkml:trace contextRef="#ctx0" brushRef="#br0">22 548 8149,'-21'108'16433,"20"-113"-16271,1 1 0,0-1 0,1 1 0,-1-1 0,1 1 0,0 0 0,2-9 0,2-11 45,5-43 67,29-101 0,-27 130-225,1 0 0,2 1 0,2 1-1,23-38 1,-27 53 306,26-32 0,-34 47-223,0 1 1,1-1-1,-1 1 1,1 0-1,0 0 1,0 1-1,1 0 1,0 0-1,9-4 1,-13 7-82,-1 1-1,1-1 1,-1 1 0,1-1 0,0 1-1,-1 0 1,1 0 0,-1 0 0,1 0-1,0 0 1,-1 1 0,1-1 0,-1 1-1,1 0 1,-1 0 0,1-1-1,-1 2 1,0-1 0,1 0 0,-1 0-1,0 1 1,3 2 0,0 0 12,-1 0 1,0 0 0,0 1-1,-1-1 1,1 1 0,-1 0-1,0 0 1,5 10-1,0 8 61,0 1 0,-2-1-1,-1 1 1,0 0 0,1 48-1,-10 128-1576,-1-94-1419,3-65 859,-1 14-2783,6-19-1711,5-8-4261</inkml:trace>
</inkml:ink>
</file>

<file path=ppt/ink/ink9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1:41.348"/>
    </inkml:context>
    <inkml:brush xml:id="br0">
      <inkml:brushProperty name="width" value="0.025" units="cm"/>
      <inkml:brushProperty name="height" value="0.025" units="cm"/>
    </inkml:brush>
  </inkml:definitions>
  <inkml:trace contextRef="#ctx0" brushRef="#br0">13 921 10857,'15'6'1761,"-14"-5"-618,-3-1 122,-1-1-655,0 0 1,1-1-1,-1 1 1,1 0-1,-1-1 0,1 0 1,0 1-1,-3-4 1,4 5-570,1 0-1,0 0 1,0 0 0,0 0-1,0 0 1,0 0 0,0 0 0,0-1-1,0 1 1,0 0 0,0 0-1,0 0 1,-1 0 0,1 0 0,0 0-1,0 0 1,0-1 0,0 1-1,0 0 1,0 0 0,0 0 0,0 0-1,0 0 1,0 0 0,0 0-1,0-1 1,0 1 0,0 0 0,0 0-1,0 0 1,0 0 0,1 0-1,-1 0 1,0-1 0,0 1 0,0 0-1,0 0 1,0 0 0,0 0-1,0 0 1,0 0 0,0 0-1,0 0 1,0 0 0,1 0 0,-1-1-1,0 1 1,0 0 0,89-138 6399,-65 93-5755,-1-1 1,30-94-1,-2-42-327,30-93-294,-79 268 4,1 1 0,-1-1 0,1 1-1,0-1 1,0 1 0,1 0 0,0 0 0,0 1 0,0-1 0,10-8 0,-13 13-59,0 1 1,0-1 0,0 1 0,0-1 0,0 1-1,0 0 1,0-1 0,0 1 0,0 0 0,0 0-1,0 0 1,0 0 0,0 0 0,0 0 0,0 0-1,0 0 1,0 0 0,0 1 0,0-1 0,0 0-1,0 1 1,0-1 0,0 0 0,-1 1 0,1-1-1,0 1 1,0 0 0,0-1 0,0 1 0,-1 0-1,1-1 1,0 1 0,-1 0 0,1 0 0,0 0-1,-1-1 1,1 1 0,0 2 0,3 3 31,-1 1 0,0 0 0,0-1 0,3 12 0,22 77-41,28 186 0,-25 0-3945,-30-268 2585,0 1 0,-2-1 0,0 14 0,-9 14-7190,-3-15-3298</inkml:trace>
</inkml:ink>
</file>

<file path=ppt/ink/ink9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1:41.520"/>
    </inkml:context>
    <inkml:brush xml:id="br0">
      <inkml:brushProperty name="width" value="0.025" units="cm"/>
      <inkml:brushProperty name="height" value="0.025" units="cm"/>
    </inkml:brush>
  </inkml:definitions>
  <inkml:trace contextRef="#ctx0" brushRef="#br0">0 14 19106,'14'-5'2424,"5"0"-448,5 5-364,6-3-360,-3 3-311,0 3-633,2-3-849,4 0-411,-4 0-1088,4-3-1160,-9 3-2989,3 0-5524</inkml:trace>
</inkml:ink>
</file>

<file path=ppt/ink/ink9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1:41.945"/>
    </inkml:context>
    <inkml:brush xml:id="br0">
      <inkml:brushProperty name="width" value="0.025" units="cm"/>
      <inkml:brushProperty name="height" value="0.025" units="cm"/>
    </inkml:brush>
  </inkml:definitions>
  <inkml:trace contextRef="#ctx0" brushRef="#br0">2 61 13325,'0'0'85,"-1"0"-1,1 0 1,0 0-1,0 0 1,0-1-1,0 1 1,0 0-1,0 0 1,0 0-1,0 0 1,0 0-1,0-1 1,-1 1-1,1 0 1,0 0-1,0 0 1,0 0-1,0-1 1,0 1-1,0 0 1,0 0-1,0 0 1,0 0-1,0-1 1,0 1-1,0 0 1,1 0-1,-1 0 1,0 0-1,0 0 1,0-1-1,0 1 1,0 0-1,0 0 1,0 0-1,0 0 1,0 0-1,1 0 1,-1-1-1,0 1 1,0 0-1,0 0 1,0 0-1,0 0 1,1 0-1,11-10 2167,16-6 1035,-11 10-2023,1 2 0,-1 0 0,34-2 0,-2-1-87,-44 6-1104,1 1 0,-1-1 0,1 1 0,0 0-1,-1 1 1,1-1 0,0 1 0,-1 0 0,1 1 0,6 2-1,-11-3-88,-1-1 0,1 1 0,-1-1-1,0 1 1,1 0 0,-1-1 0,0 1 0,0 0-1,1 0 1,-1-1 0,0 1 0,0 0-1,0 0 1,0-1 0,0 1 0,0 0 0,0 0-1,0-1 1,0 1 0,-1 1 0,1-1-30,-4 60-600,2-41 752,0 40 0,3-58-61,-1-1 0,0 1 0,1 0 0,-1 0 0,1-1 0,-1 1 0,1 0 0,0-1 0,0 1 0,-1-1-1,1 1 1,0-1 0,1 1 0,-1-1 0,0 0 0,0 1 0,1-1 0,1 1 0,1 1 71,-1-1 0,2 1 0,-1-1 0,0 0 0,0-1-1,1 1 1,4 0 0,6 1 196,1 0 0,0-1 0,23-1 0,27 0 218,-18 0-726,88-8 1,-76-6-5808,-60 12 5808,0 1 1,0 0-1,1 0 1,-1 0-1,0 0 1,0-1-1,1 1 1,-1 0-1,0 0 1,0 0 0,0-1-1,0 1 1,1 0-1,-1 0 1,0-1-1,0 1 1,0 0-1,0 0 1,0-1-1,0 1 1,0 0-1,0 0 1,1-1-1,-1 1 1,0 0-1,0 0 1,0-1 0,0 1-1,-1 0 1,1-1-1,0 1 1,0 0-1,0 0 1,0-1-1,0 1 1,-3-12-2953,2 12 2228,-10-26-11043</inkml:trace>
</inkml:ink>
</file>

<file path=ppt/ink/ink9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1:42.247"/>
    </inkml:context>
    <inkml:brush xml:id="br0">
      <inkml:brushProperty name="width" value="0.025" units="cm"/>
      <inkml:brushProperty name="height" value="0.025" units="cm"/>
    </inkml:brush>
  </inkml:definitions>
  <inkml:trace contextRef="#ctx0" brushRef="#br0">49 1 13745,'3'1'536,"0"1"0,-1 0 0,1 0 1,-1 0-1,0 0 0,1 0 0,-1 1 0,0-1 0,2 4 0,13 15 1830,34 29 1754,-3-4-1791,-2 1 0,49 68 1,-71-80-2313,-3 0 0,-1 1 0,-1 1 0,-2 0 0,-2 2 0,-1 0 0,-2 0 0,-2 1 0,-2 1 0,6 69 0,-10-28-467,-3 0-1,-4 0 1,-4 0-1,-3-1 1,-36 139-1,29-162-163,-2-2-1,-3 0 0,-2-1 1,-2-1-1,-3-2 1,-1-1-1,-4-1 0,-61 72 1,72-97-3399,-29 24-1,-21 4-9508</inkml:trace>
</inkml:ink>
</file>

<file path=ppt/ink/ink9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1:43.855"/>
    </inkml:context>
    <inkml:brush xml:id="br0">
      <inkml:brushProperty name="width" value="0.025" units="cm"/>
      <inkml:brushProperty name="height" value="0.025" units="cm"/>
    </inkml:brush>
  </inkml:definitions>
  <inkml:trace contextRef="#ctx0" brushRef="#br0">5087 230 7649,'-15'2'495,"1"0"635,0-1 10137,1-14-10468,9 11-750,1 0-1,-1 0 1,0 0 0,0 1-1,0-1 1,0 1 0,0 0-1,0 0 1,0 1 0,0-1 0,-1 1-1,1 0 1,0 0 0,-8 1-1,-4-1 37,-514-45 641,399 24-677,-284-40 94,331 50-92,-448-45 179,281 43-75,-384 28 0,341 23-34,-300 79 0,431-73 43,-261 106 0,184-45-144,170-72 14,1 3 0,-84 60 0,117-73-54,18-10 32,1 0 0,0 2-1,1 0 1,1 0 0,0 1 0,-21 30 0,14-12-29,2 0-1,-29 64 1,6 23-7,24-63 1,10-27 19,-8 50-1,9-39-8,6-31 15,1 0 0,0 0 0,1-1 0,0 1 0,0 0 0,1 0 0,1-1 0,0 1 0,0 0 0,1-1 0,0 0 0,1 0 0,0 0 0,1 0 0,0 0 0,0-1 0,1 0 0,8 10 0,17 11 69,2-1 0,1-1 0,1-2 1,1-1-1,2-2 0,40 18 0,21 4 144,131 39-1,243 46-25,10-28-523,470 60-270,-3-90 487,4-71 172,-241-27-76,-523 10 62,323-71 0,-409 60 284,-1-4-1,-1-5 1,-2-4 0,146-81-1,-207 98-17,-2-1-1,-1-1 1,-1-2-1,-1-2 1,37-40-1,-60 56-219,-2 0 1,1-1-1,-2 0 0,1-1 0,-2 0 0,0 0 1,-1-1-1,-1 1 0,0-1 0,-1 0 0,-1-1 0,0 1 1,0-22-1,-2 18-38,-2-1 1,0 1-1,-1-1 1,-1 1 0,-1 0-1,-1 0 1,-1 1-1,0-1 1,-1 1-1,-15-27 1,4 18-28,0 1 1,-2 0 0,-1 1 0,-1 2 0,-1 0-1,-1 1 1,-1 1 0,-1 2 0,-32-21 0,-37-16-30,-139-61 0,203 104 3,-190-83-211,-232-68-1,-244-24-1241,295 109-343,319 69 377,-1 4 0,-155 6 0,190 5-429,-52 12-1,3 10-3464,-11 17-4671</inkml:trace>
</inkml:ink>
</file>

<file path=ppt/ink/ink9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1:44.618"/>
    </inkml:context>
    <inkml:brush xml:id="br0">
      <inkml:brushProperty name="width" value="0.025" units="cm"/>
      <inkml:brushProperty name="height" value="0.025" units="cm"/>
    </inkml:brush>
  </inkml:definitions>
  <inkml:trace contextRef="#ctx0" brushRef="#br0">167 334 12905,'-1'0'83,"-22"2"1735,23-2-1762,-1 0 1,1 0-1,0 0 1,-1 0-1,1 1 1,0-1-1,-1 0 1,1 0-1,0 1 1,-1-1-1,1 0 1,0 0-1,0 1 1,0-1-1,-1 0 1,1 1-1,0-1 1,0 0-1,0 1 1,0-1-1,-1 0 1,1 1-1,0-1 1,0 0-1,0 1 1,0-1-1,0 1 1,0-1-1,0 0 1,0 1-1,0-1 0,0 0 1,0 1-1,0-1 1,1 1-1,-1-1 1,0 0-1,0 1 1,0-1-1,0 0 1,1 1-1,-1-1 1,0 1 71,0 0 0,0-1 0,0 1 0,0 0 0,0-1 0,0 1 0,0 0 0,0-1 0,0 1 0,0 0 0,0-1 0,-1 1 0,1 0 0,0-1 0,0 1 0,-1-1 0,1 1 0,0-1 0,-1 1 0,1 0 0,-1-1 0,1 1 0,-1 0 0,-1 0 328,-3 11 63,0 0 1,0 0-1,1 0 0,1 0 1,0 1-1,0 0 1,0 12-1,-3 14 163,-72 441 1476,65-311-3456,10-104 359,4-29 316,1-27 208,2-26 198,11-230-258,-11 108 287,23-190-113,-15 242 405,39-150-1,-43 211 277,1 1 1,1-1-1,1 2 1,2 0-1,14-23 1,-23 41-195,1 1 1,-1 0-1,1 0 1,0 1-1,0-1 1,6-3-1,-10 7-158,0 0-1,-1 0 1,1 1-1,0-1 1,0 0-1,0 1 1,0-1-1,0 1 1,0-1-1,0 1 1,0 0-1,0-1 1,0 1-1,0 0 1,1 0-1,-1 0 1,0 0-1,0 0 1,0 0-1,0 0 1,0 0-1,0 0 1,0 0-1,1 1 1,-1-1-1,0 0 0,0 1 1,0-1-1,0 1 1,0-1-1,0 1 1,0-1-1,-1 1 1,1 0-1,0 0 1,0-1-1,0 1 1,-1 0-1,1 0 1,0 0-1,-1 0 1,2 1-1,1 6 3,0-1 0,-1 1 0,0 0 1,0-1-1,-1 1 0,0 0 0,0 0 0,-1 0 0,0 0 0,0 0 0,-1 0 0,-2 8 0,-3 15-677,-17 50-1,18-68 401,-11 38-1728,-29 61-1,35-93-71,-24 36-1,25-43 104,0 0 1,-1-1-1,-20 17 1,0-7-6381</inkml:trace>
</inkml:ink>
</file>

<file path=ppt/ink/ink9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1:44.901"/>
    </inkml:context>
    <inkml:brush xml:id="br0">
      <inkml:brushProperty name="width" value="0.025" units="cm"/>
      <inkml:brushProperty name="height" value="0.025" units="cm"/>
    </inkml:brush>
  </inkml:definitions>
  <inkml:trace contextRef="#ctx0" brushRef="#br0">536 0 16430,'-29'3'694,"14"-3"-229,0 2 0,1-1 1,-1 2-1,1 0 0,0 1 0,0 0 1,-15 7-1,15-4 0,1 2-1,0-1 1,1 1 0,0 1-1,1 0 1,0 1 0,0 0 0,1 1-1,0 0 1,1 1 0,-7 13-1,-9 19 404,-35 89 0,59-132-851,-31 85 366,3 1 1,5 1-1,3 1 0,4 1 1,-8 147-1,25-183-337,1-1-1,4 1 1,1 0-1,3-1 1,22 74-1,-25-106-175,2 0 0,0-1 0,1 0 0,1-1 0,1 1 0,1-2 0,22 27 0,-25-35-437,0 0 1,2-1 0,-1 0-1,1-1 1,1 0-1,-1-1 1,2-1 0,-1 1-1,1-2 1,0 0-1,0 0 1,27 6 0,15-1-6681,1-2-4867</inkml:trace>
</inkml:ink>
</file>

<file path=ppt/ink/ink9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1:45.186"/>
    </inkml:context>
    <inkml:brush xml:id="br0">
      <inkml:brushProperty name="width" value="0.025" units="cm"/>
      <inkml:brushProperty name="height" value="0.025" units="cm"/>
    </inkml:brush>
  </inkml:definitions>
  <inkml:trace contextRef="#ctx0" brushRef="#br0">160 1 14513,'-73'37'3622,"70"-35"-3377,0 0-1,0 1 1,-1-1-1,1 1 1,1-1-1,-1 1 1,0 0 0,1 0-1,-1 0 1,1 0-1,0 1 1,0-1-1,0 1 1,-2 6 0,-2 5 511,1 1 0,-4 21 0,-1 17 326,3 0 1,2 1-1,2 58 1,19 164 614,-4-106-2349,-13-170 562,1-1 0,0 1 0,0-1 0,1 1 0,-1-1-1,0 1 1,0-1 0,0 0 0,0 1 0,0-1 0,0 1-1,1-1 1,-1 1 0,0-1 0,0 0 0,1 1 0,-1-1-1,0 0 1,0 1 0,1-1 0,-1 0 0,1 1 0,-1-1-1,0 0 1,1 1 0,-1-1 0,0 0 0,1 0 0,-1 0-1,1 1 1,-1-1 0,1 0 0,-1 0 0,1 0 0,0 0-1,-1 0-36,1 0-1,0-1 0,-1 1 1,1 0-1,-1-1 0,1 1 1,-1-1-1,1 1 1,0 0-1,-1-1 0,1 1 1,-1-1-1,0 0 0,1 1 1,-1-1-1,1 1 0,-1-1 1,0 0-1,0 1 0,1-1 1,-1 1-1,0-1 0,0 0 1,0 1-1,1-1 0,-1 0 1,0 0-1,0 0 0,0-8-521,-1 1 0,1-1 0,-1 1 0,-1 0 0,-3-11-1,1-4-845,-5-27-3976,-2-1-3183</inkml:trace>
</inkml:ink>
</file>

<file path=ppt/ink/ink9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1:45.499"/>
    </inkml:context>
    <inkml:brush xml:id="br0">
      <inkml:brushProperty name="width" value="0.025" units="cm"/>
      <inkml:brushProperty name="height" value="0.025" units="cm"/>
    </inkml:brush>
  </inkml:definitions>
  <inkml:trace contextRef="#ctx0" brushRef="#br0">14 146 12329,'6'-3'683,"0"0"0,-1-1 0,1 0 0,-1 0 0,0 0 0,0-1-1,5-6 1,-4 4 333,1 1-1,0 0 1,10-8-1,4 3 864,1 1-1,0 0 1,47-12 0,-66 21-1803,63-15 1954,-59 14-1869,0 1 1,0 0-1,0 1 1,0-1-1,0 1 1,0 1 0,12 1-1,-17-1-161,0 0 0,0 0 0,0 0 0,0 0 0,0 0 0,0 0 0,0 0 0,-1 1 0,1-1 0,0 1 0,-1-1 0,1 1 0,-1 0 0,1 0 0,-1-1 0,0 1 0,0 0 0,0 0 0,0 0 0,0 0 0,-1 0 0,1 1 0,0-1 0,-1 0 0,0 0 0,1 0 0,-1 1 0,0-1 0,0 4 0,-1 4 0,0 0 0,0 0 0,0 0 0,-2-1 0,-4 15 0,-8 17-1264,-39 72 0,-31 33-2314,-112 129-6878,189-263 10184,-22 37 1992,28-47-406,6-3 327,88-20 845,-18 2 2351,133-15-1,-178 32-4836,-10 0 0,-1 0 0,1 1 0,0 1 0,-1 1 0,30 5 0,-46-5 0,0 0 0,0 0 0,0 0 0,0 0 0,0 0 0,0 0 0,-1 0 0,1 1 0,0-1 0,-1 1 0,1-1 0,-1 1 0,1-1 0,-1 1 0,0 0 0,0 0 0,0 0 0,0 0 0,0 0 0,0 0 0,-1 0 0,1 0 0,-1 0 0,1 0 0,-1 0 0,0 0 0,1 4 0,-1-1 0,0 1 0,-1-1 0,1 1 0,-1-1 0,0 1 0,0-1 0,0 0 0,-1 0 0,-4 10 0,-4 2-219,-1 0 1,-1 0-1,0-1 0,-1-1 1,-20 19-1,0-4-1342,-52 36 0,63-51-1194,-25 13 0,-4-6-4039,-8-4-6251</inkml:trace>
</inkml:ink>
</file>

<file path=ppt/ink/ink9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1:45.939"/>
    </inkml:context>
    <inkml:brush xml:id="br0">
      <inkml:brushProperty name="width" value="0.025" units="cm"/>
      <inkml:brushProperty name="height" value="0.025" units="cm"/>
    </inkml:brush>
  </inkml:definitions>
  <inkml:trace contextRef="#ctx0" brushRef="#br0">85 686 14309,'-1'18'1161,"1"-18"-1097,0 0 1,0 0 0,0 0-1,0 0 1,-1-1 0,1 1-1,0 0 1,0 0-1,0 0 1,0 0 0,0 0-1,0 0 1,-1 0 0,1 0-1,0 0 1,0-1 0,0 1-1,0 0 1,0 0-1,-1 0 1,1 0 0,0 0-1,0 0 1,0 0 0,0 0-1,-1 0 1,1 0-1,0 0 1,0 0 0,0 0-1,0 0 1,0 1 0,-1-1-1,1 0 1,0 0-1,0 0 1,0 0 0,0 0-1,0 0 1,-1 0 0,1 0-1,0 0 1,0 1-1,0-1 1,0 0 0,0 0-1,0 0 1,0 0 0,0 0-1,0 0 1,-1 1 0,1-1-1,0 0 1,0 0-1,-16 8 2017,13-6-1927,0 0 1,1 0-1,-1 0 0,0 1 0,1-1 0,0 1 0,-1-1 0,1 1 1,0 0-1,1 0 0,-1 0 0,0 0 0,1 0 0,-1 0 1,1 0-1,0 1 0,0-1 0,0 5 0,0-5 1434,0-6-992,-2 1-533,1 0 0,1 0 0,-1 0 0,0-1 0,1 1 0,-1-1 0,1 1 0,0-1 0,-1 0 0,1 0 0,1 1 0,-1-1 0,0 0 0,1 0 0,-1 0 0,1 0 0,0 0 0,0 0 0,0 1 0,0-1 0,2-5 1,3-27 212,3 1 1,0 0-1,3 1 1,0 0-1,3 0 1,0 1 0,2 1-1,21-32 1,29-33 1041,83-93 0,-126 160-1281,30-29-37,-53 58 0,1-1 0,-1 1 0,1-1 0,-1 1 0,1-1 0,-1 1 0,1-1 0,0 1 0,-1 0 0,1-1 0,-1 1 0,1 0 0,0 0 0,-1-1 0,1 1 0,0 0 0,-1 0 0,1 0 0,0 0 0,-1 0 0,1 0 0,0 0 0,0 0 0,-1 0 0,1 0 0,0 0 0,-1 0 0,1 1 0,0-1 0,-1 0 0,1 0 0,-1 1 0,1-1 0,0 1 0,-1-1 0,1 0 0,-1 1 0,1-1 0,-1 1 0,1-1 0,-1 1 0,0-1 0,1 1 0,-1 0 0,1-1 0,-1 1 0,0-1 0,0 1 0,1 0 0,-1-1 0,0 1 0,0 0 0,0 0 0,2 4 0,0 1 0,-1 0 0,1-1 0,-1 1 0,0 6 0,-1 6 0,0-1 0,-2 1 0,-6 34 0,-21 55 0,9-32 0,-4 40-3434,-11 174 0,32-225-1778,7-25-1016,5 1-5247</inkml:trace>
</inkml:ink>
</file>

<file path=ppt/ink/ink9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1:46.303"/>
    </inkml:context>
    <inkml:brush xml:id="br0">
      <inkml:brushProperty name="width" value="0.025" units="cm"/>
      <inkml:brushProperty name="height" value="0.025" units="cm"/>
    </inkml:brush>
  </inkml:definitions>
  <inkml:trace contextRef="#ctx0" brushRef="#br0">0 873 16642,'7'-22'937,"-5"14"-482,0 0-1,0 1 1,1-1 0,0 1-1,0 0 1,1 0-1,0 0 1,5-6 0,10-13 1576,-5 9-522,-1-1 1,19-36-1,-11 8-814,-3-2 1,-1-1-1,15-72 1,-19 52-875,7-140 0,-19 189 125,-1-4-60,6-33 0,-6 56 121,0 0 0,0 0 0,0 0 0,0 0 0,0 0 0,1 0-1,-1 0 1,1 0 0,-1 1 0,0-1 0,1 0 0,-1 0 0,1 0 0,0 0 0,-1 1 0,1-1 0,0 0 0,-1 1-1,1-1 1,0 0 0,0 1 0,0-1 0,1 0 0,-1 1 9,0 0 0,0 0 0,0 0 0,0 0-1,0 0 1,0 0 0,0 1 0,1-1 0,-1 0 0,0 1 0,0-1 0,0 0-1,-1 1 1,1 0 0,0-1 0,0 1 0,2 1 0,1 2 54,1 0 0,-1 1 0,0 0 0,0-1 1,0 2-1,3 5 0,8 22 171,-1 1 0,-2 0 0,12 53 0,-2-4-22,33 157-382,-29-109-2299,-10-54-1615,-16-76 3537,0 1 1,1 0-1,-1-1 1,0 1-1,0 0 0,0 0 1,0-1-1,0 1 1,-1 0-1,1-1 1,0 1-1,-1 0 1,1-1-1,-1 1 1,0 0-1,0-1 0,1 1 1,-3 1-1,2-1-64,-7 14-11352</inkml:trace>
</inkml:ink>
</file>

<file path=ppt/ink/ink9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1:46.459"/>
    </inkml:context>
    <inkml:brush xml:id="br0">
      <inkml:brushProperty name="width" value="0.025" units="cm"/>
      <inkml:brushProperty name="height" value="0.025" units="cm"/>
    </inkml:brush>
  </inkml:definitions>
  <inkml:trace contextRef="#ctx0" brushRef="#br0">0 68 18506,'22'-24'2360,"8"18"-460,7-2-280,-4 0-320,-12 8-404,12 0-788,18 0-824,-11-3-868,-4-5-1236,-23 0-3561,11 6-5824</inkml:trace>
</inkml:ink>
</file>

<file path=ppt/ink/ink9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1:46.916"/>
    </inkml:context>
    <inkml:brush xml:id="br0">
      <inkml:brushProperty name="width" value="0.025" units="cm"/>
      <inkml:brushProperty name="height" value="0.025" units="cm"/>
    </inkml:brush>
  </inkml:definitions>
  <inkml:trace contextRef="#ctx0" brushRef="#br0">12 129 13741,'-1'0'102,"1"-1"0,-1 1 0,1 0 0,-1 0 0,1 0 0,-1 0 0,1-1 0,-1 1 1,1 0-1,-1 0 0,1-1 0,-1 1 0,1 0 0,0-1 0,-1 1 0,1-1 0,-1 1 0,1 0 0,0-1 0,-1 1 0,1-1 0,0 1 0,0-1 0,-1 1 0,1-1 0,0 1 0,0-1 0,0 0 0,0 0 34,0 0 0,1 0 0,-1 0 0,1 1 0,-1-1-1,1 0 1,-1 0 0,1 1 0,-1-1 0,1 0 0,0 1 0,-1-1 0,1 0 0,0 1-1,1-2 1,46-22 3024,-33 18-2031,23-9 1104,1 1 1,0 2-1,80-12 1,-92 19-1615,0 1-559,-21 5-61,-1 2-7,-4-3 9,0 0-1,-1 0 1,1 0-1,0 0 1,-1 0 0,1 1-1,0-1 1,-1 0-1,1 0 1,-1 0 0,1 1-1,0-1 1,-1 0-1,1 1 1,-1-1 0,1 1-1,-1-1 1,1 0 0,-1 1-1,1-1 1,-1 1-1,0-1 1,1 1 0,-1 0-1,0-1 1,1 1-1,-1-1 1,0 1 0,0 0-1,1-1 1,-1 1-1,0 0 1,0-1 0,0 1-1,0 0 1,0-1-1,0 1 1,0 1 0,-1 2-20,-1-1 1,1 1 0,-1 0-1,0-1 1,-4 7-1,6-9 11,-20 31-646,0 0-624,1 1 0,-15 36 1,33-67 1374,1-1 0,0 1 1,0-1-1,0 1 0,0-1 1,0 1-1,0-1 0,0 1 1,0-1-1,1 1 1,-1-1-1,1 1 0,-1-1 1,1 1-1,0-1 0,-1 0 1,1 1-1,0-1 0,0 0 1,0 0-1,0 0 1,0 1-1,0-1 0,0 0 1,0 0-1,0 0 0,1-1 1,-1 1-1,0 0 1,3 1-1,7 2 156,1 0-1,0-1 1,0 0 0,25 1 0,13 4 47,-16 0-300,-1 1 0,0 2 0,34 15 0,-61-23 0,-1 0 0,0 0 0,1 1 0,-1-1 0,0 1 0,7 9 0,-11-12 0,0 1 0,0-1 0,-1 1 0,1-1 0,-1 1 0,1-1 0,-1 1 0,1-1 0,-1 1 0,0-1 0,0 1 0,0-1 0,0 1 0,0 0 0,0-1 0,-1 1 0,1-1 0,0 1 0,-1-1 0,1 1 0,-1-1 0,0 1 0,1-1 0,-1 1 0,-1 1 0,-22 31 0,12-23-4,0 0-1,-1-2 1,-1 1-1,0-2 1,0 0-1,0 0 1,-20 6-1,31-13 0,-16 7-939,0-1-1,0-1 1,-38 6-1,-64 0-12197,60-10 320</inkml:trace>
</inkml:ink>
</file>

<file path=ppt/ink/ink9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1:47.185"/>
    </inkml:context>
    <inkml:brush xml:id="br0">
      <inkml:brushProperty name="width" value="0.025" units="cm"/>
      <inkml:brushProperty name="height" value="0.025" units="cm"/>
    </inkml:brush>
  </inkml:definitions>
  <inkml:trace contextRef="#ctx0" brushRef="#br0">106 1 17674,'15'14'1060,"-1"1"0,-1 1 1,-1 0-1,0 1 1,18 34-1,1 10 2040,-3-9-356,31 84 0,-34-59-2729,-3 1-1,-4 1 0,-3 1 0,-3 1 1,-4-1-1,-4 1 0,-3 1 0,-4-1 1,-18 116-1,6-132-89,-2-1 0,-4-1 1,-2 0-1,-62 117 0,68-149-1846,-2-1-1,-43 54 1,-17-3-7831,17-29-4141</inkml:trace>
</inkml:ink>
</file>

<file path=ppt/ink/ink9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45.259"/>
    </inkml:context>
    <inkml:brush xml:id="br0">
      <inkml:brushProperty name="width" value="0.025" units="cm"/>
      <inkml:brushProperty name="height" value="0.025" units="cm"/>
    </inkml:brush>
  </inkml:definitions>
  <inkml:trace contextRef="#ctx0" brushRef="#br0">0 159 17430,'22'-9'1235,"0"1"1,1 1 0,0 1 0,0 1 0,0 1-1,40-2 1,-4-1 499,1019-75 3036,-913 73-4590,194-7-181,-254 19-115,-101-3-678,-5 1-1045,-4 2 1114,0-1 0,0 1 1,-1-1-1,1 0 0,0-1 0,-1 1 1,0-1-1,1 0 0,-7 0 0,-10 2-1439,-24 10-4573,-3 3-4164</inkml:trace>
</inkml:ink>
</file>

<file path=ppt/ink/ink9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59:45.701"/>
    </inkml:context>
    <inkml:brush xml:id="br0">
      <inkml:brushProperty name="width" value="0.025" units="cm"/>
      <inkml:brushProperty name="height" value="0.025" units="cm"/>
    </inkml:brush>
  </inkml:definitions>
  <inkml:trace contextRef="#ctx0" brushRef="#br0">1 133 17990,'26'-11'1083,"1"2"1,1 2-1,0 0 0,42-4 1,98-12 4127,13-1-1374,1247-17-3525,-1399 42-312,145 9 0,-140-4 0,-34-6 0,1 0 0,-1 0 0,1 0 0,-1 0 0,1 0 0,-1 0 0,1 0 0,-1 0 0,1 0 0,-1 1 0,1-1 0,-1 0 0,0 0 0,1 0 0,-1 1 0,1-1 0,-1 0 0,1 0 0,-1 1 0,0-1 0,1 0 0,-1 1 0,0-1 0,1 0 0,-1 1 0,0-1 0,0 1 0,1-1 0,-1 1 0,0-1 0,0 0 0,0 1 0,0-1 0,0 1 0,1-1 0,-1 2 0,-5 3 0,-4 9 0,7-11 0,-14 14 0,13-13 0,-13 9 0,14-12 0,-3 4 0,-1-1 0,0 0 0,0-1 0,-1 1 0,1-1 0,-1-1 0,0 1 0,-11 2 0,-9 0-405,-48 6-2903,68-10 2944,1-1 1,-1 0 0,1-1 0,-1 1 0,1-1 0,-1 0-1,1-1 1,-13-4 0,16 5-198,0-1 0,0 0 0,0 0 0,0 0 0,0 0 0,1 0 0,-1 0 0,1-1 0,-5-4 0,-4-9-6279,3-2-3511</inkml:trace>
</inkml:ink>
</file>

<file path=ppt/ink/ink9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2:01.402"/>
    </inkml:context>
    <inkml:brush xml:id="br0">
      <inkml:brushProperty name="width" value="0.025" units="cm"/>
      <inkml:brushProperty name="height" value="0.025" units="cm"/>
    </inkml:brush>
  </inkml:definitions>
  <inkml:trace contextRef="#ctx0" brushRef="#br0">181 394 9909,'-14'14'11654,"13"-12"-10717,-3 7-646,1-1 1,0 1-1,0 1 1,1-1-1,1 0 0,-1 1 1,1-1-1,1 19 1,-2 3 70,-4 52 258,-9 172 310,17-104-877,23 162 1,-22-299-149,-1-25-220,-2-29-131,-18-256-794,1 16 783,22 1 144,-2 240 541,1-1 0,3 1 0,1 1 0,2-1 0,1 2 1,3-1-1,27-56 0,-34 83-63,0 0 0,1 0 0,0 0 1,1 1-1,15-14 0,-22 23-125,0 0 0,0 0 0,0 0-1,0 0 1,0 0 0,0 0 0,0 1 0,0-1 0,1 1 0,-1-1 0,0 1 0,0 0-1,0 0 1,1 0 0,-1 0 0,0 0 0,0 0 0,0 1 0,0-1 0,1 1 0,-1-1 0,0 1-1,0 0 1,2 1 0,-2 0-21,-1 0-1,0 1 1,0-1-1,1 0 0,-2 0 1,1 0-1,0 1 1,0-1-1,-1 1 1,1-1-1,-1 0 1,0 1-1,1 2 0,-1 34 7,-2-21-191,-1 0-1,0 0 1,-1-1 0,-1 1-1,-8 17 1,-40 82-1741,48-107 1708,-15 31-1193,-3-1-1,-29 38 0,35-55-656,-1-1 0,0-2 0,-2 1-1,-34 26 1,10-18-5811</inkml:trace>
</inkml:ink>
</file>

<file path=ppt/ink/ink9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2:01.715"/>
    </inkml:context>
    <inkml:brush xml:id="br0">
      <inkml:brushProperty name="width" value="0.025" units="cm"/>
      <inkml:brushProperty name="height" value="0.025" units="cm"/>
    </inkml:brush>
  </inkml:definitions>
  <inkml:trace contextRef="#ctx0" brushRef="#br0">843 44 16794,'-12'-8'1654,"0"1"0,-1 0 0,1 1 0,-22-6 0,30 11-1476,0 0 1,0 0 0,0 1 0,-1-1-1,1 1 1,0 0 0,0 1-1,-1-1 1,1 1 0,0-1 0,0 1-1,-7 3 1,-2 1 68,0 1-1,-15 9 1,7-3 12,1 2 0,1 0 1,-26 25-1,-46 57 300,40-34-394,2 2-1,3 2 0,3 2 0,3 1 1,3 3-1,3 0 0,4 3 0,3 0 1,3 2-1,3 1 0,-14 107 0,29-132-220,2 0-1,2 0 0,3 0 1,8 59-1,-5-81-199,1-1 0,2 0 0,1 0 0,1-1 0,2 0 0,1 0 0,1-2 0,25 40 0,-29-54-145,1 0 1,0-1 0,0 0 0,1-1 0,1 0 0,0-1-1,0 0 1,1-1 0,16 9 0,-17-13-864,-1 1-1,1-2 1,0 1 0,0-2-1,0 0 1,1 0 0,16 1 0,36-2-10743</inkml:trace>
</inkml:ink>
</file>

<file path=ppt/ink/ink9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2:02.329"/>
    </inkml:context>
    <inkml:brush xml:id="br0">
      <inkml:brushProperty name="width" value="0.025" units="cm"/>
      <inkml:brushProperty name="height" value="0.025" units="cm"/>
    </inkml:brush>
  </inkml:definitions>
  <inkml:trace contextRef="#ctx0" brushRef="#br0">186 26 15309,'-4'6'469,"-1"0"0,0 0 0,0 0 0,-1-1-1,0 0 1,-8 7 0,11-10-198,0 1-1,0-1 1,0 1-1,1 0 1,-1 0 0,1 0-1,0 0 1,-1 1 0,-2 6-1,-13 38 1367,11-28-1038,-6 23 291,3 0 0,1 0 0,-4 65 0,9-74-612,-1 32 285,3 0-1,9 108 1,6-54-887,4-125-780,-15 4 1012,0 1 1,0-1 0,0 0-1,-1 0 1,1 0 0,0 0 0,0 0-1,0 0 1,-1 0 0,1 0-1,0-1 1,-1 1 0,1-1 0,-1 1-1,0-1 1,0 0 0,1 1 0,1-5-1,-2 2-52,1 0-1,-1 0 0,0-1 0,0 1 1,0 0-1,-1-1 0,1 1 1,-1-8-1,-2-5-481,0-1-1,-1 1 1,-7-26 0,-55-155-1338,61 183 2345,1 0 0,0-1 0,1 1 0,1-1 0,0 0 0,1 1-1,1-1 1,0 0 0,1 1 0,1-1 0,1 1 0,0 0 0,0 0 0,2 0 0,0 1 0,1-1-1,0 2 1,1-1 0,16-21 0,0 7 457,0 2-1,2 0 0,1 2 0,1 1 1,39-25-1,-67 47-837,0 1 0,1-1 0,-1 1 0,1 0 0,-1-1 0,1 1 0,-1 0 0,1 0 0,-1-1 0,1 1 0,-1 0 0,1 0 0,0 0 0,-1 0 0,1 0 0,-1 0 0,1 0 0,-1 0 0,1 0 0,0 0 0,-1 0 0,2 0 0,-1 1 2,0 0-1,-1 0 1,1 0 0,0 1 0,0-1-1,-1 0 1,1 0 0,-1 1 0,1-1-1,-1 0 1,1 1 0,-1-1-1,0 1 1,0-1 0,1 0 0,-1 1-1,0 2 1,-3 28-158,-1-13-364,-2 1-1,0-1 0,-1 0 1,-10 18-1,0 3-490,-23 54-2118,-5-2 1,-95 147-1,121-206 4028,15-23 71,11-17 1563,0-1-2048,0 0 0,0 1 0,1 0 0,0 0 0,0 1 0,0 0 0,14-7 1,70-30 1957,-58 28-1616,-13 7-565,1 0 0,0 1 0,1 2 0,0 0 0,25-2 0,-45 7-262,1-1 0,-1 1 0,1 0 0,-1 0 0,1 1 0,-1-1 0,1 1 0,-1-1 0,1 1 0,-1 0 0,6 3 0,-7-3 0,0 1 0,0-1 0,0 0 0,-1 1 0,1-1 0,0 1 0,-1 0 0,1-1 0,-1 1 0,0 0 0,0 0 0,1 0 0,-1 0 0,1 3 0,-1 0 0,1 1 0,-1 0 0,-1 0 0,1-1 0,-1 1 0,0 0 0,0 0 0,-1-1 0,1 1 0,-1 0 0,-1-1 0,-2 9 0,-9 26-828,-2-1 0,-2 0 0,-1-2 1,-2 0-1,-2-1 0,-1-1 0,-1-1 0,-38 39 0,52-63 15,0 0 1,-1-1-1,0 0 0,-1-1 0,-21 12 0,25-16-417,-1 0 0,0-1 0,0 0-1,0-1 1,-16 3 0,-26-4-8844</inkml:trace>
</inkml:ink>
</file>

<file path=ppt/ink/ink9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2:03.197"/>
    </inkml:context>
    <inkml:brush xml:id="br0">
      <inkml:brushProperty name="width" value="0.025" units="cm"/>
      <inkml:brushProperty name="height" value="0.025" units="cm"/>
    </inkml:brush>
  </inkml:definitions>
  <inkml:trace contextRef="#ctx0" brushRef="#br0">162 165 9637,'0'0'1867,"-2"2"-330,-4 3-1130,1 0 0,0 0 1,1 1-1,-1-1 0,1 1 1,0 0-1,1 0 1,0 1-1,-5 11 0,-2 10 163,-6 31 1,8-25 29,-62 260 1990,61-211-1508,10-76-949,3-8-31,8-14 34,14-32 19,29-115 94,-18 46-130,-9 36-106,-1 0 16,60-122-1,-86 199-15,1 1 0,-1 0 0,0-1-1,1 1 1,0 0 0,-1 0 0,1 0 0,0 0-1,0 0 1,0 0 0,0 1 0,0-1-1,0 1 1,1-1 0,-1 1 0,1 0-1,-1 0 1,1 0 0,-1 0 0,1 0-1,4 0 1,-5 1-3,0 0 0,0 0-1,0 1 1,0-1 0,0 1 0,1-1-1,-1 1 1,0 0 0,0 0 0,-1 0-1,1 0 1,0 0 0,0 1 0,0-1-1,-1 0 1,1 1 0,-1-1 0,1 1-1,-1 0 1,1-1 0,-1 1 0,0 0-1,0 0 1,0 0 0,1 3 0,11 24 88,-2-1 1,-1 2-1,10 49 1,5 94-14,-6-29-454,-2-23-1753,-15-102-300,-4 41 0,0-25-3092,4-15-3158</inkml:trace>
</inkml:ink>
</file>

<file path=ppt/ink/ink9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2:03.733"/>
    </inkml:context>
    <inkml:brush xml:id="br0">
      <inkml:brushProperty name="width" value="0.025" units="cm"/>
      <inkml:brushProperty name="height" value="0.025" units="cm"/>
    </inkml:brush>
  </inkml:definitions>
  <inkml:trace contextRef="#ctx0" brushRef="#br0">1 1047 8373,'0'0'9013,"0"-3"-7798,9-164 3509,-5 103-3425,30-160 1217,-24 167-2079,7-25 118,3 1 0,4 0 0,3 2 0,41-81 0,-66 155-484,0 0-1,1 1 1,0-1-1,0 0 1,1 1 0,-1 0-1,6-5 1,-9 8-54,1 0 0,0 1 0,0-1-1,0 0 1,0 1 0,0-1 0,0 1 0,0-1 0,1 1 0,-1-1 0,0 1-1,0 0 1,0-1 0,0 1 0,0 0 0,1 0 0,-1 0 0,0 0 0,0 0 0,0 0-1,1 1 1,-1-1 0,0 0 0,0 0 0,0 1 0,0-1 0,0 1 0,0-1 0,0 1-1,0-1 1,0 1 0,0 0 0,0 0 0,0-1 0,0 1 0,0 0 0,-1 0-1,1 0 1,1 2 0,7 9 32,0 1-1,-1 1 0,-1-1 1,0 1-1,-1 0 0,-1 1 1,0 0-1,4 21 1,16 129 151,-25-160-200,23 318-1185,-16-107-2940,-6-183 3010,0-12-167,-1 20-1903,-5-12-4924,-3-13-2134</inkml:trace>
</inkml:ink>
</file>

<file path=ppt/ink/ink9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2:03.940"/>
    </inkml:context>
    <inkml:brush xml:id="br0">
      <inkml:brushProperty name="width" value="0.025" units="cm"/>
      <inkml:brushProperty name="height" value="0.025" units="cm"/>
    </inkml:brush>
  </inkml:definitions>
  <inkml:trace contextRef="#ctx0" brushRef="#br0">11 163 16041,'-11'-41'2429,"33"33"-249,13-3-272,-5 3-272,-6-3-340,6 3-300,-3-2-208,5 1-167,-2 4-269,-1 0-248,1-3-760,-14 8-377,6-9-923,8-9-1040,-25 7-3425</inkml:trace>
</inkml:ink>
</file>

<file path=ppt/ink/ink9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2:04.351"/>
    </inkml:context>
    <inkml:brush xml:id="br0">
      <inkml:brushProperty name="width" value="0.025" units="cm"/>
      <inkml:brushProperty name="height" value="0.025" units="cm"/>
    </inkml:brush>
  </inkml:definitions>
  <inkml:trace contextRef="#ctx0" brushRef="#br0">131 1 11433,'0'0'6698,"0"4"-5649,-9 51 909,-2-1-1,-30 86 0,-11 47 394,45-159-2102,5-21-280,0 0 0,0 0 0,0 1 0,1-1 0,0 0 0,0 1 0,1-1 0,0 0 0,1 1 0,-1-1 0,3 12 0,-3-19-35,1 1 1,-1-1 0,0 1-1,0 0 1,0-1-1,0 1 1,1-1 0,-1 1-1,0-1 1,1 1-1,-1-1 1,0 1 0,1-1-1,-1 1 1,1-1-1,-1 1 1,0-1-1,1 1 1,-1-1 0,1 0-1,-1 1 1,1-1-1,0 0 1,0 1 0,-1-2-29,1 1 0,-1 0 1,1 0-1,-1-1 1,1 1-1,-1 0 0,1-1 1,-1 1-1,0 0 1,1-1-1,-1 1 0,1-1 1,-1 1-1,0 0 1,1-1-1,-1 1 0,0-1 1,0 1-1,1-1 1,-1 0-1,2-4-572,0 0-1,-1 0 1,0 0-1,0 0 1,1-10-1,-1-36-5646,1 1-4070</inkml:trace>
</inkml:ink>
</file>

<file path=ppt/ink/ink10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2:05.045"/>
    </inkml:context>
    <inkml:brush xml:id="br0">
      <inkml:brushProperty name="width" value="0.025" units="cm"/>
      <inkml:brushProperty name="height" value="0.025" units="cm"/>
    </inkml:brush>
  </inkml:definitions>
  <inkml:trace contextRef="#ctx0" brushRef="#br0">3 93 4644,'-2'6'918,"4"-7"-423,4-6 3976,-5 5-3545,0 2-1229,4-5-280,3-1 5349,-1 7 872,-2 6-4669,-5-6-935,1 1 0,-1-1 0,1 1 0,-1-1 0,0 1-1,0-1 1,0 1 0,0-1 0,0 1 0,0-1 0,0 1 0,0 0-1,-1-1 1,1 1 0,-1-1 0,1 1 0,-1-1 0,0 2 0,-3 8 102,0 11 266,0 0 0,2 0 0,0 0 0,1 1 0,2-1 0,0 1 0,7 32 0,-5-40-187,1 0 1,0-1-1,1 0 1,1 0-1,0 0 0,1-1 1,0 0-1,1 0 1,1-1-1,0 0 0,1 0 1,0-1-1,0 0 1,16 12-1,-17-16-60,0-1 0,1 1 0,-1-2 0,1 1 0,1-1 0,-1-1 0,1 1 0,0-2 0,-1 0 0,2 0 0,-1-1 0,0 0 0,0-1 0,1 0 0,-1-1 0,0 0 0,1-1 0,-1 0 0,17-5 0,-17 3-121,-1-1 0,1-1 1,-1 0-1,1-1 0,-1 0 1,-1 0-1,1-1 0,-1 0 1,0 0-1,-1-1 0,0-1 1,0 1-1,-1-1 0,0-1 1,9-15-1,-8 12-45,-1 0 0,-1-1-1,0 0 1,0 0 0,-2 0-1,0-1 1,0 0 0,-1 0 0,-1 0-1,-1 0 1,0-21 0,-2 24-175,-1 1 1,0-1-1,-1 1 1,0 0 0,-1 0-1,0 0 1,-1 0-1,0 1 1,-12-19-1,-4 0-2045,-44-47 0,60 71 1259,-1 1-1,0-1 1,0 1-1,0 0 0,0 1 1,-1 0-1,-11-4 1,-1-2-5824</inkml:trace>
</inkml:ink>
</file>

<file path=ppt/ink/ink10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2:05.768"/>
    </inkml:context>
    <inkml:brush xml:id="br0">
      <inkml:brushProperty name="width" value="0.025" units="cm"/>
      <inkml:brushProperty name="height" value="0.025" units="cm"/>
    </inkml:brush>
  </inkml:definitions>
  <inkml:trace contextRef="#ctx0" brushRef="#br0">149 254 13997,'0'0'6525,"-1"2"-5882,-12 36-75,1-1 0,2 2 0,1-1 0,-3 45 0,1 160 1145,13-203-1677,13 72 0,-13-102-230,-2-7-92,2-5-384,5-3 454,-5 5 191,-1-1 0,0 0 0,0 0 0,0 0 0,1 0 0,-1 0-1,0 0 1,0 0 0,0 0 0,0 0 0,-1-1 0,1 1 0,0 0 0,0 0-1,-1-1 1,1 1 0,-1-1 0,1 1 0,-1 0 0,0-1 0,1 1 0,-1-1-1,0 1 1,0-1 0,0 1 0,0-1 0,-1-2 0,-12-184-1220,5 116 1146,3-77 0,5 90 288,0 25 92,1 1-1,2-1 1,8-41-1,-7 61 49,1 0-1,1 1 1,0-1-1,1 1 0,0 0 1,1 1-1,1-1 1,0 2-1,1-1 0,0 1 1,0 1-1,1 0 0,1 0 1,-1 1-1,2 1 1,24-14-1,-34 21-159,7 5-12,-9-4-162,0 0-1,-1 0 1,1 0 0,-1 0-1,1 0 1,0 0 0,-1 0 0,1 1-1,-1-1 1,1 0 0,-1 0-1,1 1 1,-1-1 0,1 0-1,-1 1 1,1-1 0,-1 0-1,1 1 1,-1-1 0,1 0 0,-1 1-1,0-1 1,1 1 0,-1-1-1,0 1 1,1-1 0,-1 1-1,0 0 1,0 4-125,0 1 0,0-1-1,-1 1 1,0-1 0,0 0 0,0 1-1,-1-1 1,0 0 0,-4 8 0,3-5-75,-13 27-1153,-1-1 0,-2-1 0,-30 40 0,43-64 1000,-50 67-2521,-9 14 72,29-29 3761,38-59-507,1 1 0,0-1 0,0 0 1,0-1-1,0 1 0,3 1 0,1-2 857,68-7 2428,102 5 0,-150 2-3142,1 2 0,0 0 1,-1 2-1,0 1 0,41 15 0,-67-20-589,0-1-1,0 1 1,0 0-1,0 0 1,0 0-1,-1 0 1,1 0-1,0 0 1,0 0-1,-1 0 1,1 1-1,-1-1 1,1 0-1,-1 0 1,1 1-1,-1-1 1,0 0-1,0 0 1,1 1-1,-1-1 1,0 0-1,0 1 1,0-1-1,0 0 1,-1 0-1,1 1 1,0-1-1,-1 0 1,1 1-1,0-1 1,-2 2-1,-1 5-1,1 0 1,-2-1-1,-5 12 0,-5 0-282,0-1 0,-1-1 0,-1 0 0,-1-1 0,-22 17 0,19-16-157,1 0-513,-2-1 0,0 0-1,-33 17 1,40-26 2,-1 0 1,-1-1-1,1-1 1,-1 0-1,0-1 0,-24 3 1,-29 0-5619,5-1-4040</inkml:trace>
</inkml:ink>
</file>

<file path=ppt/ink/ink10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2:06.317"/>
    </inkml:context>
    <inkml:brush xml:id="br0">
      <inkml:brushProperty name="width" value="0.025" units="cm"/>
      <inkml:brushProperty name="height" value="0.025" units="cm"/>
    </inkml:brush>
  </inkml:definitions>
  <inkml:trace contextRef="#ctx0" brushRef="#br0">128 415 8621,'-42'24'1303,"37"-20"-998,0 0 0,1 0 1,0 0-1,0 1 0,0-1 1,0 1-1,1 0 0,0 1 0,0-1 1,0 0-1,0 1 0,1 0 1,0-1-1,0 1 0,1 0 1,0 0-1,-1 10 0,-17 65 4856,19-78-3955,-1-1-601,-9 12 806,16-20 577,22-28-610,-13 13-1206,0-1 1,-2-1-1,0 0 0,16-45 1,-17 37-211,4-11-433,12-46-1,-14 33-46,35-87-1,-46 136 633,1-1 0,-1 1 0,1 1 0,0-1 0,0 0-1,1 1 1,0 0 0,0 0 0,0 0 0,10-6-1,-12 8-31,0 1 0,1 0-1,-1 0 1,0 1 0,1-1-1,-1 1 1,1-1-1,0 1 1,-1 0 0,1 1-1,0-1 1,0 1-1,0-1 1,-1 1 0,1 0-1,0 1 1,0-1 0,0 1-1,-1-1 1,1 1-1,4 2 1,0 1 12,0 1 0,0 0 0,0 0 0,0 1 1,-1 0-1,0 0 0,-1 1 0,1 0 0,-1 0 0,-1 0 0,1 1 0,-1 0 0,0 0 1,-1 0-1,0 0 0,0 1 0,4 17 0,1 6 64,-2 0-1,-1 1 1,2 59-1,-6-29-925,-10 94 0,-9-11-4845,17-142 5397,-4 72-10500,4-57 397</inkml:trace>
</inkml:ink>
</file>

<file path=ppt/ink/ink10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2:06.758"/>
    </inkml:context>
    <inkml:brush xml:id="br0">
      <inkml:brushProperty name="width" value="0.025" units="cm"/>
      <inkml:brushProperty name="height" value="0.025" units="cm"/>
    </inkml:brush>
  </inkml:definitions>
  <inkml:trace contextRef="#ctx0" brushRef="#br0">2 939 11741,'0'0'9454,"0"-2"-8316,-1-56 2553,1-53-2555,0 103-1080,3-63 269,11-70 0,-1 57-290,24-127 107,-26 158 132,37-98 0,-47 148-240,1 0 0,-1 0 0,0 0 1,1 0-1,-1 0 0,1 0 0,0 1 1,0-1-1,0 1 0,0-1 0,1 1 1,-1 0-1,1 0 0,-1 0 0,1 0 1,5-2-1,-6 3-6,1 0 1,0 1-1,0-1 1,-1 1-1,1-1 1,0 1-1,0 0 1,-1 0-1,1 1 1,0-1-1,0 0 0,-1 1 1,1 0-1,0-1 1,4 3-1,1 1 26,0 1 0,-1-1 0,1 2 0,-1-1 1,0 1-1,0 0 0,-1 0 0,0 0 0,0 1 0,8 12 0,-2 2 20,0 1 1,-1 0-1,-1 1 1,-2 0-1,0 1 1,6 28-1,16 152-422,-21-132-335,-4-29-264,9 88-3301,-13-112 458,-1-1-1,-5 30 1,0-29-6373</inkml:trace>
</inkml:ink>
</file>

<file path=ppt/ink/ink10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2:06.932"/>
    </inkml:context>
    <inkml:brush xml:id="br0">
      <inkml:brushProperty name="width" value="0.025" units="cm"/>
      <inkml:brushProperty name="height" value="0.025" units="cm"/>
    </inkml:brush>
  </inkml:definitions>
  <inkml:trace contextRef="#ctx0" brushRef="#br0">3 76 16494,'14'5'2588,"-22"-15"-504,0 2 1268,19 2-2064,-1 1-268,15-3-247,15 5-173,-2 3-240,0 0-428,-1 0-844,4-8-349,-6 0-1127,-3 2-1320,1-2-2297,2-2-5228</inkml:trace>
</inkml:ink>
</file>

<file path=ppt/ink/ink10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2:07.406"/>
    </inkml:context>
    <inkml:brush xml:id="br0">
      <inkml:brushProperty name="width" value="0.025" units="cm"/>
      <inkml:brushProperty name="height" value="0.025" units="cm"/>
    </inkml:brush>
  </inkml:definitions>
  <inkml:trace contextRef="#ctx0" brushRef="#br0">1 116 13609,'13'-11'2105,"1"0"0,23-13 0,71-30 2499,-66 39-3083,-40 14-857,2 2-594,-1-1-1,1 1 1,0 0 0,0 0-1,-1 1 1,1-1 0,4 3-1,-8-3-70,1 0 0,-1 0 0,1 1 0,-1-1 0,0 0-1,1 0 1,-1 1 0,0-1 0,0 0 0,0 0-1,0 1 1,0-1 0,0 0 0,0 1 0,0-1-1,-1 2 1,-7 26-162,6-21 112,-3 20-76,1 0 1,1 1-1,1-1 1,4 55-1,-2-79 211,0-1 0,1 1 0,-1-1 0,1 0 1,0 1-1,0-1 0,0 0 0,0 0 0,1 1 0,-1-1 0,1 0 0,0 0 0,0 0 0,0-1 0,0 1 1,0 0-1,1-1 0,-1 0 0,1 1 0,-1-1 0,1 0 0,0 0 0,0-1 0,0 1 0,0 0 0,1-1 1,-1 0-1,0 0 0,0 0 0,1 0 0,5 0 0,15 2 281,1-2 1,-1 0-1,42-6 0,22 0-519,-85 5-59,0 0 0,1 0 0,-1-1-1,0 1 1,1-1 0,-1 1-1,0-1 1,1 0 0,-1-1-1,0 1 1,4-3 0,-6 3 20,0 1 1,0-1 0,0 0-1,-1 0 1,1 0 0,0 1-1,0-1 1,-1 0-1,1 0 1,-1 0 0,1 0-1,-1 0 1,1 0 0,-1-1-1,1 1 1,-1 0-1,0 0 1,0 0 0,0 0-1,1 0 1,-1-1-1,0 1 1,-1 0 0,1 0-1,0 0 1,0 0 0,0 0-1,-1 0 1,1-1-1,0 1 1,-1 0 0,-1-2-1,-11-24-6851,-5 4-4421</inkml:trace>
</inkml:ink>
</file>

<file path=ppt/ink/ink10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2:08.195"/>
    </inkml:context>
    <inkml:brush xml:id="br0">
      <inkml:brushProperty name="width" value="0.025" units="cm"/>
      <inkml:brushProperty name="height" value="0.025" units="cm"/>
    </inkml:brush>
  </inkml:definitions>
  <inkml:trace contextRef="#ctx0" brushRef="#br0">37 117 8041,'5'-13'9421,"-13"22"-7733,8-8-1539,-1 0-1,0 0 0,0 0 1,1 0-1,-1 0 1,1 0-1,-1 1 0,1-1 1,0 0-1,-1 0 0,1 1 1,0-1-1,0 0 0,0 0 1,0 1-1,0-1 0,0 0 1,0 1-1,0-1 1,1 0-1,-1 2 0,1-1-113,-1 0-1,0-1 0,1 1 1,-1 0-1,0 0 0,0 0 0,0 0 1,-1 0-1,1 0 0,0 0 1,-2 2-1,-4 12 340,1 1-1,1-1 1,0 1 0,0-1 0,2 1-1,0 0 1,1 0 0,3 32-1,-1-38-189,1 0 0,0 0 0,1 0 0,0-1 0,1 1 0,0-1 0,0 0 0,1 0 0,1-1 0,0 1 0,0-1 0,1 0 0,0-1 0,14 14 0,-5-9 107,1-1 0,0 0-1,0-2 1,2 0 0,-1-1-1,1-1 1,0-1 0,1 0 0,-1-1-1,1-2 1,1 0 0,34 2-1,-46-6-287,0 0 0,0-1-1,-1 0 1,1 0 0,0-1-1,-1 0 1,1-1 0,-1 1 0,0-2-1,0 1 1,0-1 0,0-1-1,-1 1 1,1-1 0,-1-1-1,0 1 1,-1-1 0,0 0-1,0-1 1,0 1 0,0-1 0,5-10-1,-4 7-16,-2 0-1,1 0 0,-1 0 1,-1-1-1,0 1 0,0-1 1,-1 0-1,0 0 0,-1 0 1,0-1-1,-1 1 0,0-1 1,-1 1-1,-1 0 0,1-1 1,-5-21-1,-1 14-497,0-1-1,-2 1 1,0 0-1,-1 0 1,0 1-1,-2 1 1,-21-28-1,17 27-1006,0 1-1,-2 1 0,-32-26 1,18 19-1017,16 12 100,1 0-3417</inkml:trace>
</inkml:ink>
</file>

<file path=ppt/ink/ink10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2:08.905"/>
    </inkml:context>
    <inkml:brush xml:id="br0">
      <inkml:brushProperty name="width" value="0.025" units="cm"/>
      <inkml:brushProperty name="height" value="0.025" units="cm"/>
    </inkml:brush>
  </inkml:definitions>
  <inkml:trace contextRef="#ctx0" brushRef="#br0">139 107 10541,'0'16'1754,"1"-11"-1042,-1 0 0,0 1 1,0-1-1,0 0 0,-1 0 0,1 0 0,-1 0 0,-1 0 0,-2 9 0,-13 23 801,2 0 0,2 1 0,-15 67 0,-10 124 413,26-146-1329,10-69-621,1 1 1,0 0 0,1 0 0,0 0-1,1 0 1,1 0 0,1 0-1,5 19 1,-7-31-361,15-16-826,-12 8 1083,0-1 1,-1 1-1,1-1 0,-1 1 0,-1-1 1,1 0-1,-1 0 0,0 0 0,2-13 1,6-65-568,-8 66 570,5-67 11,-3 0 0,-13-147 0,4 202 499,4 23-212,-1 0 0,1 0-1,0 0 1,0 0 0,1 0 0,0 0 0,1 0 0,-1 0-1,1 0 1,1 0 0,-1 0 0,1 0 0,0 0 0,4-8-1,0 6 74,-1 0-1,2 0 0,-1 1 0,1 0 1,0 0-1,0 1 0,1 0 0,12-8 0,-3 3 262,1 1-1,0 1 1,25-10-1,-40 19-459,0 0 0,0 1 0,0-1 0,0 0-1,0 1 1,0 0 0,0 0 0,1 0 0,4 0 0,-7 0-51,0 0 1,0 1 0,0-1-1,0 0 1,0 1-1,1-1 1,-1 0-1,0 1 1,0-1-1,0 1 1,0-1 0,0 1-1,0 0 1,0 0-1,-1-1 1,1 1-1,0 0 1,0 0 0,0 0-1,-1 0 1,1 0-1,0 0 1,-1 0-1,1 0 1,-1 0 0,1 0-1,-1 0 1,1 2-1,-1 3-84,0 1-1,0-1 1,0 0 0,-1 0-1,1 0 1,-2 0-1,1 0 1,-1 0-1,-3 8 1,-27 55-1673,16-39 819,-12 22-1417,-48 67 0,50-80 1603,24-37 805,0 1 1,0-1-1,1 1 1,-1 0-1,1 0 1,0 0-1,0 0 1,-1 5-1,3-6 142,0-1 0,1 1 1,0-1-1,-1 1 0,1-1 0,0 0 0,0 1 0,-1-1 0,1 0 0,4 1 1,6 3 429,1-1 0,1-1 0,-1 1 0,1-2 0,23 2 0,-19-3-78,-1 1 0,0 1 0,29 8-1,-41-9-384,1 1 0,0-1 0,0 1-1,-1 0 1,1 0 0,6 6 0,-10-7-122,0-1 1,-1 1 0,1 0-1,0 0 1,-1 0 0,0-1 0,1 2-1,-1-1 1,0 0 0,0 0 0,0 0-1,0 0 1,0 1 0,-1-1 0,1 0-1,-1 1 1,1-1 0,-1 1 0,0-1-1,0 5 1,-1 2-63,-1 1-1,0 0 1,-1-1-1,0 0 1,0 1-1,-1-1 1,0-1 0,0 1-1,-1 0 1,-9 11-1,-7 6-1096,-42 41-1,55-59 782,-2 2-170,0-1 1,0-1 0,-1 0 0,0 0 0,0-1-1,-1 0 1,0-1 0,-13 5 0,18-9-66,0 0 0,0 0 0,0-1 0,0 0 1,0 0-1,-1-1 0,-7 0 0,9 0-323,0-1 0,1 0-1,-1 0 1,0-1 0,1 0-1,0 0 1,-1 0 0,1 0-1,-10-7 1,-7-11-7802</inkml:trace>
</inkml:ink>
</file>

<file path=ppt/ink/ink10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2:09.366"/>
    </inkml:context>
    <inkml:brush xml:id="br0">
      <inkml:brushProperty name="width" value="0.025" units="cm"/>
      <inkml:brushProperty name="height" value="0.025" units="cm"/>
    </inkml:brush>
  </inkml:definitions>
  <inkml:trace contextRef="#ctx0" brushRef="#br0">87 464 8745,'-25'79'4762,"16"-53"-2362,0 1 0,-4 32 0,4-24 1075,8-34-3201,0 0 0,0 0 0,0-1 1,0 1-1,0 0 0,-1-1 1,1 1-1,0-1 0,0 0 1,0 1-1,-1-1 0,1 0 1,0 0-1,0 0 0,-3 0 1,10-38 84,1-1 0,2 1 0,19-47 1,54-114-157,-42 107-141,6 0-35,-9 22 20,-35 66-27,-1 1 0,1 0 0,-1 0 0,1 1 0,0-1 1,0 0-1,0 1 0,1-1 0,-1 1 0,1-1 0,-1 1 0,1 0 0,0 0 1,4-2-1,-5 3 0,0 1 1,0-1 0,0 1 0,0 0 0,0-1-1,0 1 1,0 0 0,0 0 0,0 1-1,0-1 1,0 0 0,0 1 0,0-1 0,0 1-1,0-1 1,0 1 0,0 0 0,0 0-1,0 0 1,-1 0 0,1 0 0,-1 0-1,1 1 1,0-1 0,-1 1 0,2 1 0,7 8 38,-2 0 0,1 1 0,-2 0 0,1 0 0,-2 1 0,1 0 0,-2 0 0,0 0 0,4 19 0,1 6-4,-2 1 1,3 48-1,-6 45-804,1 1-2761,-5-107 2026,1 8-1547,4-12-5290,1-11-3566</inkml:trace>
</inkml:ink>
</file>

<file path=ppt/ink/ink10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2:09.867"/>
    </inkml:context>
    <inkml:brush xml:id="br0">
      <inkml:brushProperty name="width" value="0.025" units="cm"/>
      <inkml:brushProperty name="height" value="0.025" units="cm"/>
    </inkml:brush>
  </inkml:definitions>
  <inkml:trace contextRef="#ctx0" brushRef="#br0">25 900 10101,'0'0'11083,"-1"-3"-10232,-1-3 50,-12-39 2808,12 36-3575,0-1 1,0 0-1,1 0 1,0 0-1,2-14 1,7-64 207,4 1 0,4 0 0,4 1-1,59-159 1,-66 214-86,2 0 0,1 2-1,2 0 1,23-30-1,-40 59-230,0 0-1,0 1 0,0-1 0,0 1 1,0-1-1,0 1 0,0-1 0,0 1 1,0-1-1,0 1 0,0 0 0,-1-1 0,1 1 1,0 0-1,0 1 0,0-1-9,2 3 8,0 0-1,0 0 0,-1 0 1,1 1-1,-1 0 1,0-1-1,0 1 1,-1 0-1,2 7 0,7 52 63,-7-38-53,14 200 106,8 53-2802,-7-157-4,-12-77-1011,1 0-4631,-5-27-2706</inkml:trace>
</inkml:ink>
</file>

<file path=ppt/ink/ink10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2:10.038"/>
    </inkml:context>
    <inkml:brush xml:id="br0">
      <inkml:brushProperty name="width" value="0.025" units="cm"/>
      <inkml:brushProperty name="height" value="0.025" units="cm"/>
    </inkml:brush>
  </inkml:definitions>
  <inkml:trace contextRef="#ctx0" brushRef="#br0">14 0 15825,'-14'6'4089,"36"-9"-2249,-3 0-284,-6 6-308,1 3-348,10-4-112,-2 4-264,15-4-652,20-2-572,-22 0-640,-5-8-964,2 3-236,0 2-3337,-2 0-5020</inkml:trace>
</inkml:ink>
</file>

<file path=ppt/ink/ink10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2:10.588"/>
    </inkml:context>
    <inkml:brush xml:id="br0">
      <inkml:brushProperty name="width" value="0.025" units="cm"/>
      <inkml:brushProperty name="height" value="0.025" units="cm"/>
    </inkml:brush>
  </inkml:definitions>
  <inkml:trace contextRef="#ctx0" brushRef="#br0">6 65 12941,'0'0'12603,"-1"-3"-11963,0 0-581,1 3-19,-1-1-1,1 0 1,-1 0-1,1 0 1,-1 0 0,1 0-1,0 0 1,0 0-1,-1 0 1,1 0-1,0 0 1,0 0-1,0 0 1,0 1 0,0-1-1,0 0 1,0 0-1,1 0 1,-1 0-1,0 0 1,0 0-1,1 0 1,-1 0-1,1 0 1,-1 0 0,1 0-1,-1 1 1,1-1-1,-1 0 1,1 0-1,0 1 1,-1-1-1,1 0 1,0 1-1,0-1 1,0 0 0,6-3 65,0 1 0,0 0 1,0 1-1,0-1 1,1 2-1,12-3 1,49-2 284,-51 5-289,58 4 146,-74-3-244,0 0 0,0 1-1,-1-1 1,1 1-1,0 0 1,-1-1 0,1 1-1,0 0 1,-1 0 0,1 0-1,-1 0 1,0 0 0,1 0-1,-1 1 1,0-1-1,0 0 1,2 3 0,-3 2-89,-1 0 1,0 0-1,0 0 1,-1 0 0,1 0-1,-1 0 1,-1 0-1,-3 7 1,2-4-146,-59 120-2622,37-77 1989,24-49 889,0-1 1,0 1 0,-1-1 0,1 0 0,0 0 0,-1 0 0,1 0 0,-1 0-1,0-1 1,-4 3 0,2-1 168,2-1 387,16 12 794,-7-9-1151,0 1 0,0-2-1,1 1 1,0-1 0,-1 0 0,2 0 0,-1-1 0,0 0 0,1 0 0,0-1-1,13 3 1,-7-2 166,0 2-1,17 7 0,-18-5-32,0 2 0,-1-1-1,14 13 1,2 1 172,-26-21-528,0 1 0,0-1 1,-1 0-1,1 1 0,0 0 1,-1-1-1,0 1 0,1 0 0,-1 0 1,0 0-1,0 0 0,0 0 1,0 0-1,0 0 0,0 0 1,-1 0-1,1 1 0,-1-1 1,1 0-1,-1 0 0,0 1 1,0-1-1,0 0 0,0 0 0,-1 1 1,1-1-1,0 0 0,-1 0 1,0 0-1,1 1 0,-1-1 1,0 0-1,0 0 0,0 0 1,0 0-1,-1-1 0,-2 5 1,-3 3-344,-1 0 0,0 0 1,-1 0-1,0-1 1,-20 13-1,23-17-135,0 0 1,0 0-1,-1-1 0,0 0 0,0 0 1,0 0-1,0-1 0,0 0 0,0-1 0,0 0 1,-15 1-1,13-2-1148,-1 0 1,0-1-1,1-1 0,-1 0 0,-10-3 1,-26-10-10681</inkml:trace>
</inkml:ink>
</file>

<file path=ppt/ink/ink10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7:02:10.934"/>
    </inkml:context>
    <inkml:brush xml:id="br0">
      <inkml:brushProperty name="width" value="0.025" units="cm"/>
      <inkml:brushProperty name="height" value="0.025" units="cm"/>
    </inkml:brush>
  </inkml:definitions>
  <inkml:trace contextRef="#ctx0" brushRef="#br0">114 0 15261,'-1'1'150,"1"0"0,0 0 0,0 0 0,-1-1 0,1 1 0,0 0 0,0 0 0,0 0 0,0 0 0,0 0 0,0 0 0,0 0 0,0 0 0,0-1 0,1 1 0,-1 0 0,0 0 0,1 0 0,-1 0 0,0 0 0,1-1 0,-1 1 0,1 0 0,-1 0 0,1-1 0,0 1 0,-1 0 0,1-1 0,0 1 0,-1-1 0,2 2 0,31 19 1841,-23-15-1276,14 10 478,-1 1 1,-1 2-1,0 0 1,-1 2-1,19 24 0,-8-5 156,53 89-1,-68-98-1324,-2 1 0,-1 0 0,-1 1-1,-2 1 1,14 64 0,-18-52-15,-2 0 0,-2 0 0,-6 91 0,-7-56-16,-4-1-1,-3 0 1,-3-2 0,-56 140 0,-49 48-1162,97-211 609,5-10-1744,-3-1 0,-1-1 1,-55 67-1,30-49-4880,11-8-4471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64E130D9-E425-457B-ACBB-F0C2E6A682B1}" type="datetimeFigureOut">
              <a:rPr lang="en-IN"/>
              <a:pPr>
                <a:defRPr/>
              </a:pPr>
              <a:t>08-08-2026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478FC0C7-B5CC-47DC-B866-C56246D7500F}" type="slidenum">
              <a:rPr lang="en-IN" altLang="en-US"/>
              <a:pPr/>
              <a:t>‹#›</a:t>
            </a:fld>
            <a:endParaRPr lang="en-IN" altLang="en-US"/>
          </a:p>
        </p:txBody>
      </p:sp>
    </p:spTree>
    <p:extLst>
      <p:ext uri="{BB962C8B-B14F-4D97-AF65-F5344CB8AC3E}">
        <p14:creationId xmlns:p14="http://schemas.microsoft.com/office/powerpoint/2010/main" val="14657381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4274" name="Google Shape;36;p1:notes"/>
          <p:cNvSpPr>
            <a:spLocks noGrp="1" noChangeArrowheads="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numCol="1" anchor="t" anchorCtr="0" compatLnSpc="1"/>
          <a:lstStyle/>
          <a:p>
            <a:pPr>
              <a:spcBef>
                <a:spcPct val="0"/>
              </a:spcBef>
              <a:buSzPts val="1100"/>
            </a:pPr>
            <a:endParaRPr lang="x-none" altLang="x-none" dirty="0"/>
          </a:p>
        </p:txBody>
      </p:sp>
      <p:sp>
        <p:nvSpPr>
          <p:cNvPr id="54275" name="Google Shape;37;p1:notes"/>
          <p:cNvSpPr>
            <a:spLocks noGrp="1" noRot="1" noChangeAspect="1" noTextEdit="1"/>
          </p:cNvSpPr>
          <p:nvPr>
            <p:ph type="sldImg" idx="2"/>
          </p:nvPr>
        </p:nvSpPr>
        <p:spPr bwMode="auto">
          <a:xfrm>
            <a:off x="1143000" y="685800"/>
            <a:ext cx="4572000" cy="3429000"/>
          </a:xfrm>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cap="flat">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14768295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6E638C57-FA78-4465-A16E-061E11A07CA5}" type="datetimeFigureOut">
              <a:rPr lang="en-US" smtClean="0"/>
              <a:pPr>
                <a:defRPr/>
              </a:pPr>
              <a:t>8/8/2026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a:xfrm>
            <a:off x="0" y="6521852"/>
            <a:ext cx="914400" cy="365125"/>
          </a:xfrm>
        </p:spPr>
        <p:txBody>
          <a:bodyPr/>
          <a:lstStyle/>
          <a:p>
            <a:fld id="{EF406659-594D-4C8C-9DC4-2E8C6B112FAB}" type="slidenum">
              <a:rPr lang="en-US" altLang="en-US" smtClean="0"/>
              <a:pPr/>
              <a:t>‹#›</a:t>
            </a:fld>
            <a:endParaRPr lang="en-US" altLang="en-US"/>
          </a:p>
        </p:txBody>
      </p:sp>
    </p:spTree>
    <p:extLst>
      <p:ext uri="{BB962C8B-B14F-4D97-AF65-F5344CB8AC3E}">
        <p14:creationId xmlns:p14="http://schemas.microsoft.com/office/powerpoint/2010/main" val="1948047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fld id="{CF497629-2743-49E9-BFF6-D72148661D86}" type="datetimeFigureOut">
              <a:rPr lang="en-US" smtClean="0"/>
              <a:pPr>
                <a:defRPr/>
              </a:pPr>
              <a:t>8/8/2026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0228BFB1-FC66-4AB1-B320-171BC5405B15}" type="slidenum">
              <a:rPr lang="en-US" altLang="en-US" smtClean="0"/>
              <a:pPr/>
              <a:t>‹#›</a:t>
            </a:fld>
            <a:endParaRPr lang="en-US" altLang="en-US"/>
          </a:p>
        </p:txBody>
      </p:sp>
    </p:spTree>
    <p:extLst>
      <p:ext uri="{BB962C8B-B14F-4D97-AF65-F5344CB8AC3E}">
        <p14:creationId xmlns:p14="http://schemas.microsoft.com/office/powerpoint/2010/main" val="2786160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6C992D67-88F9-465C-A6D7-8C767C17590B}" type="datetimeFigureOut">
              <a:rPr lang="en-US" smtClean="0"/>
              <a:pPr>
                <a:defRPr/>
              </a:pPr>
              <a:t>8/8/2026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24921C08-076E-4AF6-9082-66CE845E7B53}" type="slidenum">
              <a:rPr lang="en-US" altLang="en-US" smtClean="0"/>
              <a:pPr/>
              <a:t>‹#›</a:t>
            </a:fld>
            <a:endParaRPr lang="en-US" altLang="en-US"/>
          </a:p>
        </p:txBody>
      </p:sp>
    </p:spTree>
    <p:extLst>
      <p:ext uri="{BB962C8B-B14F-4D97-AF65-F5344CB8AC3E}">
        <p14:creationId xmlns:p14="http://schemas.microsoft.com/office/powerpoint/2010/main" val="575878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F2824D82-D428-412B-BF04-1C651D99E8F6}" type="datetimeFigureOut">
              <a:rPr lang="en-US" smtClean="0"/>
              <a:pPr>
                <a:defRPr/>
              </a:pPr>
              <a:t>8/8/2026</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fld id="{95D5C063-5826-4956-A3D9-8CFF3C1D3BD3}" type="slidenum">
              <a:rPr lang="en-US" altLang="en-US" smtClean="0"/>
              <a:pPr/>
              <a:t>‹#›</a:t>
            </a:fld>
            <a:endParaRPr lang="en-US" altLang="en-US"/>
          </a:p>
        </p:txBody>
      </p:sp>
    </p:spTree>
    <p:extLst>
      <p:ext uri="{BB962C8B-B14F-4D97-AF65-F5344CB8AC3E}">
        <p14:creationId xmlns:p14="http://schemas.microsoft.com/office/powerpoint/2010/main" val="413573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913DAA1E-5EB7-4FEC-B1A5-4CA6CED9EA2A}" type="datetimeFigureOut">
              <a:rPr lang="en-US" smtClean="0"/>
              <a:pPr>
                <a:defRPr/>
              </a:pPr>
              <a:t>8/8/2026</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fld id="{34DAF4F5-D805-49A4-88BE-83AAF576205A}" type="slidenum">
              <a:rPr lang="en-US" altLang="en-US" smtClean="0"/>
              <a:pPr/>
              <a:t>‹#›</a:t>
            </a:fld>
            <a:endParaRPr lang="en-US" altLang="en-US"/>
          </a:p>
        </p:txBody>
      </p:sp>
    </p:spTree>
    <p:extLst>
      <p:ext uri="{BB962C8B-B14F-4D97-AF65-F5344CB8AC3E}">
        <p14:creationId xmlns:p14="http://schemas.microsoft.com/office/powerpoint/2010/main" val="1738000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DB8C9F29-9B0C-4241-9E7C-DF554C4405B4}" type="datetimeFigureOut">
              <a:rPr lang="en-US" smtClean="0"/>
              <a:pPr>
                <a:defRPr/>
              </a:pPr>
              <a:t>8/8/2026</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fld id="{96082E71-27E1-4208-9888-DDAC50854E61}" type="slidenum">
              <a:rPr lang="en-US" altLang="en-US" smtClean="0"/>
              <a:pPr/>
              <a:t>‹#›</a:t>
            </a:fld>
            <a:endParaRPr lang="en-US" altLang="en-US"/>
          </a:p>
        </p:txBody>
      </p:sp>
    </p:spTree>
    <p:extLst>
      <p:ext uri="{BB962C8B-B14F-4D97-AF65-F5344CB8AC3E}">
        <p14:creationId xmlns:p14="http://schemas.microsoft.com/office/powerpoint/2010/main" val="2430084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a:defRPr/>
            </a:pPr>
            <a:fld id="{13731018-BA37-4FE0-BF18-DEBE2047A334}" type="datetimeFigureOut">
              <a:rPr lang="en-US" smtClean="0"/>
              <a:pPr>
                <a:defRPr/>
              </a:pPr>
              <a:t>8/8/2026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5F335B2E-A190-410C-ADBC-A4EF4E713DFC}" type="slidenum">
              <a:rPr lang="en-US" altLang="en-US" smtClean="0"/>
              <a:pPr/>
              <a:t>‹#›</a:t>
            </a:fld>
            <a:endParaRPr lang="en-US" altLang="en-US"/>
          </a:p>
        </p:txBody>
      </p:sp>
    </p:spTree>
    <p:extLst>
      <p:ext uri="{BB962C8B-B14F-4D97-AF65-F5344CB8AC3E}">
        <p14:creationId xmlns:p14="http://schemas.microsoft.com/office/powerpoint/2010/main" val="11884972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a:defRPr/>
            </a:pPr>
            <a:fld id="{933C0747-4BBB-4A78-A7EA-A8E4D9B2362F}" type="datetimeFigureOut">
              <a:rPr lang="en-US" smtClean="0"/>
              <a:pPr>
                <a:defRPr/>
              </a:pPr>
              <a:t>8/8/2026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CD785D5B-74E4-458E-A7A2-21EF743CEE0C}" type="slidenum">
              <a:rPr lang="en-US" altLang="en-US" smtClean="0"/>
              <a:pPr/>
              <a:t>‹#›</a:t>
            </a:fld>
            <a:endParaRPr lang="en-US" altLang="en-US"/>
          </a:p>
        </p:txBody>
      </p:sp>
    </p:spTree>
    <p:extLst>
      <p:ext uri="{BB962C8B-B14F-4D97-AF65-F5344CB8AC3E}">
        <p14:creationId xmlns:p14="http://schemas.microsoft.com/office/powerpoint/2010/main" val="1829719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E04E1B34-9F8C-4CC6-8C90-4F73A1205166}" type="datetimeFigureOut">
              <a:rPr lang="en-US" smtClean="0"/>
              <a:pPr>
                <a:defRPr/>
              </a:pPr>
              <a:t>8/8/2026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6EEE8062-60C9-421D-A5E5-A14A89CED5EF}" type="slidenum">
              <a:rPr lang="en-US" altLang="en-US" smtClean="0"/>
              <a:pPr/>
              <a:t>‹#›</a:t>
            </a:fld>
            <a:endParaRPr lang="en-US" altLang="en-US"/>
          </a:p>
        </p:txBody>
      </p:sp>
    </p:spTree>
    <p:extLst>
      <p:ext uri="{BB962C8B-B14F-4D97-AF65-F5344CB8AC3E}">
        <p14:creationId xmlns:p14="http://schemas.microsoft.com/office/powerpoint/2010/main" val="870489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2FE5693-2203-48EA-AEC6-222163D19B17}" type="datetimeFigureOut">
              <a:rPr lang="en-US" smtClean="0"/>
              <a:pPr>
                <a:defRPr/>
              </a:pPr>
              <a:t>8/8/2026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D0114116-6328-4B5E-BA58-9F389645577F}" type="slidenum">
              <a:rPr lang="en-US" altLang="en-US" smtClean="0"/>
              <a:pPr/>
              <a:t>‹#›</a:t>
            </a:fld>
            <a:endParaRPr lang="en-US" altLang="en-US"/>
          </a:p>
        </p:txBody>
      </p:sp>
    </p:spTree>
    <p:extLst>
      <p:ext uri="{BB962C8B-B14F-4D97-AF65-F5344CB8AC3E}">
        <p14:creationId xmlns:p14="http://schemas.microsoft.com/office/powerpoint/2010/main" val="2184706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52400" y="1417319"/>
            <a:ext cx="8839200" cy="4907281"/>
          </a:xfrm>
          <a:gradFill>
            <a:gsLst>
              <a:gs pos="0">
                <a:schemeClr val="accent4">
                  <a:lumMod val="4000"/>
                  <a:lumOff val="96000"/>
                  <a:alpha val="36000"/>
                </a:schemeClr>
              </a:gs>
              <a:gs pos="35000">
                <a:schemeClr val="accent3">
                  <a:lumMod val="9000"/>
                  <a:lumOff val="91000"/>
                  <a:alpha val="39000"/>
                </a:schemeClr>
              </a:gs>
              <a:gs pos="100000">
                <a:schemeClr val="accent4">
                  <a:lumMod val="0"/>
                  <a:lumOff val="100000"/>
                  <a:alpha val="54000"/>
                </a:schemeClr>
              </a:gs>
            </a:gsLst>
          </a:gradFill>
          <a:ln>
            <a:noFill/>
          </a:ln>
          <a:effectLst>
            <a:softEdge rad="50800"/>
          </a:effectLst>
        </p:spPr>
        <p:style>
          <a:lnRef idx="1">
            <a:schemeClr val="accent3"/>
          </a:lnRef>
          <a:fillRef idx="2">
            <a:schemeClr val="accent3"/>
          </a:fillRef>
          <a:effectRef idx="1">
            <a:schemeClr val="accent3"/>
          </a:effectRef>
          <a:fontRef idx="none"/>
        </p:style>
        <p:txBody>
          <a:bodyPr lIns="72000" tIns="36000" rIns="72000" bIns="36000"/>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anose="020B0604020202020204" pitchFamily="34" charset="0"/>
              <a:buNone/>
              <a:defRPr sz="2400">
                <a:latin typeface="Arial" panose="020B0604020202020204" pitchFamily="34" charset="0"/>
                <a:cs typeface="Arial" panose="020B0604020202020204"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sz="2400">
                <a:latin typeface="Arial" panose="020B0604020202020204" pitchFamily="34" charset="0"/>
                <a:cs typeface="Arial" panose="020B0604020202020204" pitchFamily="34" charset="0"/>
              </a:defRPr>
            </a:lvl2pPr>
            <a:lvl3pPr>
              <a:defRPr sz="2000"/>
            </a:lvl3pPr>
            <a:lvl4pPr>
              <a:defRPr baseline="0"/>
            </a:lvl4pPr>
            <a:lvl5pPr>
              <a:defRPr/>
            </a:lvl5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anose="020B0604020202020204" pitchFamily="34" charset="0"/>
              <a:buChar char="•"/>
              <a:defRPr/>
            </a:pPr>
            <a:r>
              <a:rPr kumimoji="0" lang="en-GB" sz="2400" u="none" strike="noStrike" kern="1200" cap="none" spc="0" normalizeH="0" baseline="0" noProof="0" dirty="0" err="1">
                <a:ln>
                  <a:noFill/>
                </a:ln>
                <a:solidFill>
                  <a:srgbClr val="101141"/>
                </a:solidFill>
                <a:effectLst/>
                <a:uLnTx/>
                <a:uFillTx/>
                <a:latin typeface="Arial" panose="020B0604020202020204"/>
                <a:cs typeface="Arial" panose="020B0604020202020204"/>
              </a:rPr>
              <a:t>Lorem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sit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amet</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p>
          <a:p>
            <a:pPr marL="1143000" marR="0" lvl="2"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Third Level</a:t>
            </a:r>
          </a:p>
          <a:p>
            <a:pPr marL="1600200" marR="0" lvl="3"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Fourth level</a:t>
            </a:r>
          </a:p>
          <a:p>
            <a:pPr marL="2057400" marR="0" lvl="4"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Fifth Level</a:t>
            </a: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endPar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anose="020B0604020202020204" pitchFamily="34" charset="0"/>
              <a:buChar char="•"/>
              <a:defRPr/>
            </a:pPr>
            <a:r>
              <a:rPr kumimoji="0" lang="en-GB" sz="2400" u="none" strike="noStrike" kern="1200" cap="none" spc="0" normalizeH="0" baseline="0" noProof="0" dirty="0" err="1">
                <a:ln>
                  <a:noFill/>
                </a:ln>
                <a:solidFill>
                  <a:srgbClr val="101141"/>
                </a:solidFill>
                <a:effectLst/>
                <a:uLnTx/>
                <a:uFillTx/>
                <a:latin typeface="Arial" panose="020B0604020202020204"/>
                <a:cs typeface="Arial" panose="020B0604020202020204"/>
              </a:rPr>
              <a:t>Lorem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sit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amet</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anose="020B0604020202020204" pitchFamily="34" charset="0"/>
              <a:buChar char="•"/>
              <a:defRPr/>
            </a:pPr>
            <a:r>
              <a:rPr kumimoji="0" lang="en-GB" sz="2400" u="none" strike="noStrike" kern="1200" cap="none" spc="0" normalizeH="0" baseline="0" noProof="0" dirty="0" err="1">
                <a:ln>
                  <a:noFill/>
                </a:ln>
                <a:solidFill>
                  <a:srgbClr val="101141"/>
                </a:solidFill>
                <a:effectLst/>
                <a:uLnTx/>
                <a:uFillTx/>
                <a:latin typeface="Arial" panose="020B0604020202020204"/>
                <a:cs typeface="Arial" panose="020B0604020202020204"/>
              </a:rPr>
              <a:t>Lorem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sit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amet</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anose="020B0604020202020204" pitchFamily="34" charset="0"/>
              <a:buChar char="•"/>
              <a:defRPr/>
            </a:pPr>
            <a:r>
              <a:rPr kumimoji="0" lang="en-GB" sz="2400" u="none" strike="noStrike" kern="1200" cap="none" spc="0" normalizeH="0" baseline="0" noProof="0" dirty="0" err="1">
                <a:ln>
                  <a:noFill/>
                </a:ln>
                <a:solidFill>
                  <a:srgbClr val="101141"/>
                </a:solidFill>
                <a:effectLst/>
                <a:uLnTx/>
                <a:uFillTx/>
                <a:latin typeface="Arial" panose="020B0604020202020204"/>
                <a:cs typeface="Arial" panose="020B0604020202020204"/>
              </a:rPr>
              <a:t>Lorem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sit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amet</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endParaRPr lang="en-US" dirty="0"/>
          </a:p>
        </p:txBody>
      </p:sp>
      <p:grpSp>
        <p:nvGrpSpPr>
          <p:cNvPr id="12" name="Group 11"/>
          <p:cNvGrpSpPr/>
          <p:nvPr/>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Picture 15" descr="Picture 7.png"/>
          <p:cNvPicPr>
            <a:picLocks noChangeAspect="1"/>
          </p:cNvPicPr>
          <p:nvPr/>
        </p:nvPicPr>
        <p:blipFill>
          <a:blip r:embed="rId2" cstate="print"/>
          <a:srcRect l="1923" b="5336"/>
          <a:stretch>
            <a:fillRect/>
          </a:stretch>
        </p:blipFill>
        <p:spPr>
          <a:xfrm>
            <a:off x="6950807" y="-1"/>
            <a:ext cx="2193193" cy="692697"/>
          </a:xfrm>
          <a:prstGeom prst="rect">
            <a:avLst/>
          </a:prstGeom>
        </p:spPr>
      </p:pic>
      <p:grpSp>
        <p:nvGrpSpPr>
          <p:cNvPr id="19" name="Group 18"/>
          <p:cNvGrpSpPr/>
          <p:nvPr/>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8" name="Rectangle 2" descr="Large confetti"/>
          <p:cNvSpPr>
            <a:spLocks noGrp="1" noChangeArrowheads="1"/>
          </p:cNvSpPr>
          <p:nvPr>
            <p:ph type="title" idx="4294967295" hasCustomPrompt="1"/>
          </p:nvPr>
        </p:nvSpPr>
        <p:spPr>
          <a:xfrm>
            <a:off x="66239" y="26442"/>
            <a:ext cx="6791761" cy="1192758"/>
          </a:xfrm>
        </p:spPr>
        <p:txBody>
          <a:bodyPr>
            <a:noAutofit/>
          </a:bodyPr>
          <a:lstStyle>
            <a:lvl1pPr algn="l" eaLnBrk="1" hangingPunct="1">
              <a:defRPr sz="3600">
                <a:latin typeface="Arial" panose="020B0604020202020204" pitchFamily="34" charset="0"/>
                <a:cs typeface="Arial" panose="020B0604020202020204" pitchFamily="34" charset="0"/>
              </a:defRPr>
            </a:lvl1pPr>
          </a:lstStyle>
          <a:p>
            <a:pPr eaLnBrk="1" hangingPunct="1"/>
            <a:r>
              <a:rPr lang="en-US" dirty="0"/>
              <a:t>Slide heading here and </a:t>
            </a:r>
            <a:br>
              <a:rPr lang="en-US" dirty="0"/>
            </a:br>
            <a:r>
              <a:rPr lang="en-US" dirty="0"/>
              <a:t>it can run in two lines</a:t>
            </a:r>
            <a:endParaRPr lang="en-US" altLang="en-US" dirty="0"/>
          </a:p>
        </p:txBody>
      </p:sp>
    </p:spTree>
    <p:extLst>
      <p:ext uri="{BB962C8B-B14F-4D97-AF65-F5344CB8AC3E}">
        <p14:creationId xmlns:p14="http://schemas.microsoft.com/office/powerpoint/2010/main" val="11520798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90688"/>
            <a:ext cx="4038600" cy="44338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690688"/>
            <a:ext cx="4038600" cy="4433887"/>
          </a:xfrm>
        </p:spPr>
        <p:txBody>
          <a:bodyPr/>
          <a:lstStyle/>
          <a:p>
            <a:pPr lvl="0"/>
            <a:r>
              <a:rPr lang="en-US" noProof="0"/>
              <a:t>Click icon to add online image</a:t>
            </a:r>
          </a:p>
        </p:txBody>
      </p:sp>
      <p:sp>
        <p:nvSpPr>
          <p:cNvPr id="5" name="Slide Number Placeholder 4"/>
          <p:cNvSpPr>
            <a:spLocks noGrp="1"/>
          </p:cNvSpPr>
          <p:nvPr>
            <p:ph type="sldNum" sz="quarter" idx="10"/>
          </p:nvPr>
        </p:nvSpPr>
        <p:spPr>
          <a:xfrm>
            <a:off x="6553200" y="6248400"/>
            <a:ext cx="2133600" cy="476250"/>
          </a:xfrm>
        </p:spPr>
        <p:txBody>
          <a:bodyPr/>
          <a:lstStyle>
            <a:lvl1pPr>
              <a:defRPr/>
            </a:lvl1pPr>
          </a:lstStyle>
          <a:p>
            <a:fld id="{65A81A0D-4507-432C-ADFD-66D1EF0C23E1}" type="slidenum">
              <a:rPr lang="en-US" altLang="en-US" smtClean="0"/>
              <a:pPr/>
              <a:t>‹#›</a:t>
            </a:fld>
            <a:endParaRPr lang="en-US" altLang="en-US"/>
          </a:p>
        </p:txBody>
      </p:sp>
    </p:spTree>
    <p:extLst>
      <p:ext uri="{BB962C8B-B14F-4D97-AF65-F5344CB8AC3E}">
        <p14:creationId xmlns:p14="http://schemas.microsoft.com/office/powerpoint/2010/main" val="34752800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395640" y="274680"/>
            <a:ext cx="6120360" cy="849960"/>
          </a:xfrm>
          <a:prstGeom prst="rect">
            <a:avLst/>
          </a:prstGeom>
        </p:spPr>
        <p:txBody>
          <a:bodyPr lIns="0" tIns="0" rIns="0" bIns="0" anchor="ctr"/>
          <a:lstStyle/>
          <a:p>
            <a:r>
              <a:rPr lang="en-US" sz="1400" b="0" strike="noStrike" spc="-1">
                <a:solidFill>
                  <a:srgbClr val="000000"/>
                </a:solidFill>
                <a:latin typeface="Arial" panose="020B0604020202020204"/>
              </a:rPr>
              <a:t>Click to edit Master title style</a:t>
            </a:r>
            <a:endParaRPr lang="en-IN" sz="1400" b="0" strike="noStrike" spc="-1">
              <a:solidFill>
                <a:srgbClr val="000000"/>
              </a:solidFill>
              <a:latin typeface="Arial" panose="020B0604020202020204"/>
            </a:endParaRPr>
          </a:p>
        </p:txBody>
      </p:sp>
      <p:sp>
        <p:nvSpPr>
          <p:cNvPr id="61" name="PlaceHolder 2"/>
          <p:cNvSpPr>
            <a:spLocks noGrp="1"/>
          </p:cNvSpPr>
          <p:nvPr>
            <p:ph type="body"/>
          </p:nvPr>
        </p:nvSpPr>
        <p:spPr>
          <a:xfrm>
            <a:off x="457200" y="1600200"/>
            <a:ext cx="8229240" cy="4525920"/>
          </a:xfrm>
          <a:prstGeom prst="rect">
            <a:avLst/>
          </a:prstGeom>
        </p:spPr>
        <p:txBody>
          <a:bodyPr lIns="0" tIns="0" rIns="0" bIns="0">
            <a:normAutofit/>
          </a:bodyPr>
          <a:lstStyle/>
          <a:p>
            <a:pPr lvl="0"/>
            <a:r>
              <a:rPr lang="en-US" sz="1400" b="0" strike="noStrike" spc="-1">
                <a:solidFill>
                  <a:srgbClr val="000000"/>
                </a:solidFill>
                <a:latin typeface="Arial" panose="020B0604020202020204"/>
              </a:rPr>
              <a:t>Edit Master text styles</a:t>
            </a:r>
          </a:p>
        </p:txBody>
      </p:sp>
    </p:spTree>
    <p:extLst>
      <p:ext uri="{BB962C8B-B14F-4D97-AF65-F5344CB8AC3E}">
        <p14:creationId xmlns:p14="http://schemas.microsoft.com/office/powerpoint/2010/main" val="15820699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4" name="TextBox 3"/>
          <p:cNvSpPr txBox="1"/>
          <p:nvPr/>
        </p:nvSpPr>
        <p:spPr>
          <a:xfrm>
            <a:off x="3276600" y="6596065"/>
            <a:ext cx="5867400" cy="219291"/>
          </a:xfrm>
          <a:prstGeom prst="rect">
            <a:avLst/>
          </a:prstGeom>
          <a:noFill/>
        </p:spPr>
        <p:txBody>
          <a:bodyPr>
            <a:spAutoFit/>
          </a:bodyPr>
          <a:lstStyle/>
          <a:p>
            <a:pPr algn="r">
              <a:defRPr/>
            </a:pPr>
            <a:r>
              <a:rPr lang="en-US" sz="825" b="1" dirty="0">
                <a:solidFill>
                  <a:srgbClr val="101141"/>
                </a:solidFill>
                <a:latin typeface="Arial" panose="020B0604020202020204"/>
                <a:cs typeface="Arial" panose="020B0604020202020204"/>
              </a:rPr>
              <a:t>BITS </a:t>
            </a:r>
            <a:r>
              <a:rPr lang="en-US" sz="825" dirty="0">
                <a:solidFill>
                  <a:srgbClr val="101141"/>
                </a:solidFill>
                <a:latin typeface="Arial" panose="020B0604020202020204"/>
                <a:cs typeface="Arial" panose="020B0604020202020204"/>
              </a:rPr>
              <a:t>Pilani, Pilani Campus</a:t>
            </a:r>
          </a:p>
        </p:txBody>
      </p:sp>
      <p:grpSp>
        <p:nvGrpSpPr>
          <p:cNvPr id="5" name="Group 11"/>
          <p:cNvGrpSpPr/>
          <p:nvPr/>
        </p:nvGrpSpPr>
        <p:grpSpPr bwMode="auto">
          <a:xfrm>
            <a:off x="2084388" y="6550027"/>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grpSp>
        <p:nvGrpSpPr>
          <p:cNvPr id="10" name="Group 18"/>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grpSp>
      <p:grpSp>
        <p:nvGrpSpPr>
          <p:cNvPr id="14" name="Group 22"/>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grpSp>
      <p:sp>
        <p:nvSpPr>
          <p:cNvPr id="3" name="Content Placeholder 2"/>
          <p:cNvSpPr>
            <a:spLocks noGrp="1"/>
          </p:cNvSpPr>
          <p:nvPr>
            <p:ph idx="1"/>
          </p:nvPr>
        </p:nvSpPr>
        <p:spPr>
          <a:xfrm>
            <a:off x="304800" y="1493839"/>
            <a:ext cx="8229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anose="020B0604020202020204" pitchFamily="34" charset="0"/>
              <a:buNone/>
              <a:defRPr sz="1800">
                <a:latin typeface="Arial" panose="020B0604020202020204" pitchFamily="34" charset="0"/>
                <a:cs typeface="Arial" panose="020B0604020202020204" pitchFamily="34" charset="0"/>
              </a:defRPr>
            </a:lvl1pPr>
            <a:lvl2pPr marL="557530" marR="0" indent="-214630" algn="l" defTabSz="685800" rtl="0" eaLnBrk="1" fontAlgn="auto" latinLnBrk="0" hangingPunct="1">
              <a:lnSpc>
                <a:spcPct val="100000"/>
              </a:lnSpc>
              <a:spcBef>
                <a:spcPct val="20000"/>
              </a:spcBef>
              <a:spcAft>
                <a:spcPts val="0"/>
              </a:spcAft>
              <a:buClrTx/>
              <a:buSzTx/>
              <a:buFont typeface="Arial" panose="020B0604020202020204" pitchFamily="34" charset="0"/>
              <a:buChar char="–"/>
              <a:defRPr sz="1200">
                <a:latin typeface="Arial" panose="020B0604020202020204" pitchFamily="34" charset="0"/>
                <a:cs typeface="Arial" panose="020B0604020202020204" pitchFamily="34" charset="0"/>
              </a:defRPr>
            </a:lvl2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anose="020B0604020202020204" pitchFamily="34" charset="0"/>
                <a:cs typeface="Arial" panose="020B0604020202020204" pitchFamily="34" charset="0"/>
              </a:defRPr>
            </a:lvl1pPr>
          </a:lstStyle>
          <a:p>
            <a:pPr lvl="0"/>
            <a:r>
              <a:rPr lang="en-US"/>
              <a:t>Edit Master text styles</a:t>
            </a:r>
          </a:p>
        </p:txBody>
      </p:sp>
      <p:sp>
        <p:nvSpPr>
          <p:cNvPr id="18" name="TextBox 17"/>
          <p:cNvSpPr txBox="1">
            <a:spLocks noChangeArrowheads="1"/>
          </p:cNvSpPr>
          <p:nvPr userDrawn="1"/>
        </p:nvSpPr>
        <p:spPr bwMode="auto">
          <a:xfrm>
            <a:off x="3276600" y="6596063"/>
            <a:ext cx="5867400" cy="261937"/>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fontAlgn="auto" hangingPunct="1">
              <a:spcBef>
                <a:spcPts val="0"/>
              </a:spcBef>
              <a:spcAft>
                <a:spcPts val="0"/>
              </a:spcAft>
              <a:defRPr/>
            </a:pPr>
            <a:r>
              <a:rPr lang="en-US" sz="1100" b="1">
                <a:solidFill>
                  <a:srgbClr val="101141"/>
                </a:solidFill>
              </a:rPr>
              <a:t>BITS </a:t>
            </a:r>
            <a:r>
              <a:rPr lang="en-US" sz="1100">
                <a:solidFill>
                  <a:srgbClr val="101141"/>
                </a:solidFill>
              </a:rPr>
              <a:t>Pilani, Pilani Campus</a:t>
            </a:r>
          </a:p>
        </p:txBody>
      </p:sp>
      <p:grpSp>
        <p:nvGrpSpPr>
          <p:cNvPr id="19" name="Group 11"/>
          <p:cNvGrpSpPr>
            <a:grpSpLocks/>
          </p:cNvGrpSpPr>
          <p:nvPr userDrawn="1"/>
        </p:nvGrpSpPr>
        <p:grpSpPr bwMode="auto">
          <a:xfrm>
            <a:off x="2084388" y="6550025"/>
            <a:ext cx="7059612" cy="49213"/>
            <a:chOff x="2083888" y="6550671"/>
            <a:chExt cx="7060112" cy="48665"/>
          </a:xfrm>
        </p:grpSpPr>
        <p:sp>
          <p:nvSpPr>
            <p:cNvPr id="20" name="Rectangle 19"/>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1" name="Rectangle 20"/>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2" name="Rectangle 21"/>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23" name="Picture 11" descr="Picture 7.png"/>
          <p:cNvPicPr>
            <a:picLocks noChangeAspect="1" noChangeArrowheads="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 name="Group 18"/>
          <p:cNvGrpSpPr>
            <a:grpSpLocks/>
          </p:cNvGrpSpPr>
          <p:nvPr userDrawn="1"/>
        </p:nvGrpSpPr>
        <p:grpSpPr bwMode="auto">
          <a:xfrm>
            <a:off x="2133600" y="6553200"/>
            <a:ext cx="7010400" cy="46038"/>
            <a:chOff x="1905000" y="6553200"/>
            <a:chExt cx="7010400" cy="45719"/>
          </a:xfrm>
        </p:grpSpPr>
        <p:sp>
          <p:nvSpPr>
            <p:cNvPr id="25" name="Rectangle 2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6" name="Rectangle 2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8" name="Rectangle 27"/>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29" name="Group 22"/>
          <p:cNvGrpSpPr>
            <a:grpSpLocks/>
          </p:cNvGrpSpPr>
          <p:nvPr userDrawn="1"/>
        </p:nvGrpSpPr>
        <p:grpSpPr bwMode="auto">
          <a:xfrm>
            <a:off x="0" y="1295400"/>
            <a:ext cx="7010400" cy="46038"/>
            <a:chOff x="1905000" y="6553200"/>
            <a:chExt cx="7010400" cy="45719"/>
          </a:xfrm>
        </p:grpSpPr>
        <p:sp>
          <p:nvSpPr>
            <p:cNvPr id="30" name="Rectangle 2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2" name="Rectangle 3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Tree>
    <p:extLst>
      <p:ext uri="{BB962C8B-B14F-4D97-AF65-F5344CB8AC3E}">
        <p14:creationId xmlns:p14="http://schemas.microsoft.com/office/powerpoint/2010/main" val="41490651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
        <p:cNvGrpSpPr/>
        <p:nvPr/>
      </p:nvGrpSpPr>
      <p:grpSpPr>
        <a:xfrm>
          <a:off x="0" y="0"/>
          <a:ext cx="0" cy="0"/>
          <a:chOff x="0" y="0"/>
          <a:chExt cx="0" cy="0"/>
        </a:xfrm>
      </p:grpSpPr>
      <p:pic>
        <p:nvPicPr>
          <p:cNvPr id="5" name="Google Shape;9;p6"/>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9144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 name="Google Shape;10;p6"/>
          <p:cNvPicPr preferRelativeResize="0">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6858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1;p6"/>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5950" y="2551113"/>
            <a:ext cx="7259638"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12;p6"/>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675"/>
            <a:ext cx="8058150" cy="805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15;p6"/>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92863" y="896938"/>
            <a:ext cx="2322512"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16;p6"/>
          <p:cNvPicPr preferRelativeResize="0">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083175" y="4800600"/>
            <a:ext cx="3843338"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3429001" y="2549770"/>
            <a:ext cx="5498123" cy="1600725"/>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240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14" name="Google Shape;14;p6"/>
          <p:cNvSpPr txBox="1">
            <a:spLocks noGrp="1"/>
          </p:cNvSpPr>
          <p:nvPr>
            <p:ph type="subTitle" idx="1"/>
          </p:nvPr>
        </p:nvSpPr>
        <p:spPr>
          <a:xfrm>
            <a:off x="4431323" y="4452631"/>
            <a:ext cx="4495800" cy="343327"/>
          </a:xfrm>
          <a:prstGeom prst="rect">
            <a:avLst/>
          </a:prstGeom>
          <a:noFill/>
          <a:ln>
            <a:noFill/>
          </a:ln>
        </p:spPr>
        <p:txBody>
          <a:bodyPr spcFirstLastPara="1" lIns="91425" tIns="45700" rIns="91425" bIns="45700" anchor="ctr">
            <a:normAutofit/>
          </a:bodyPr>
          <a:lstStyle>
            <a:lvl1pPr lvl="0" algn="r">
              <a:lnSpc>
                <a:spcPct val="90000"/>
              </a:lnSpc>
              <a:spcBef>
                <a:spcPts val="750"/>
              </a:spcBef>
              <a:spcAft>
                <a:spcPts val="0"/>
              </a:spcAft>
              <a:buClr>
                <a:srgbClr val="1C1573"/>
              </a:buClr>
              <a:buSzPts val="1700"/>
              <a:buNone/>
              <a:defRPr sz="1275" b="1">
                <a:solidFill>
                  <a:srgbClr val="1C1573"/>
                </a:solidFill>
                <a:latin typeface="Helvetica Neue"/>
                <a:ea typeface="Helvetica Neue"/>
                <a:cs typeface="Helvetica Neue"/>
                <a:sym typeface="Helvetica Neue"/>
              </a:defRPr>
            </a:lvl1pPr>
            <a:lvl2pPr lvl="1" algn="ctr">
              <a:lnSpc>
                <a:spcPct val="90000"/>
              </a:lnSpc>
              <a:spcBef>
                <a:spcPts val="375"/>
              </a:spcBef>
              <a:spcAft>
                <a:spcPts val="0"/>
              </a:spcAft>
              <a:buClr>
                <a:schemeClr val="dk1"/>
              </a:buClr>
              <a:buSzPts val="1500"/>
              <a:buNone/>
              <a:defRPr sz="1125"/>
            </a:lvl2pPr>
            <a:lvl3pPr lvl="2" algn="ctr">
              <a:lnSpc>
                <a:spcPct val="90000"/>
              </a:lnSpc>
              <a:spcBef>
                <a:spcPts val="375"/>
              </a:spcBef>
              <a:spcAft>
                <a:spcPts val="0"/>
              </a:spcAft>
              <a:buClr>
                <a:schemeClr val="dk1"/>
              </a:buClr>
              <a:buSzPts val="1350"/>
              <a:buNone/>
              <a:defRPr sz="1015"/>
            </a:lvl3pPr>
            <a:lvl4pPr lvl="3" algn="ctr">
              <a:lnSpc>
                <a:spcPct val="90000"/>
              </a:lnSpc>
              <a:spcBef>
                <a:spcPts val="375"/>
              </a:spcBef>
              <a:spcAft>
                <a:spcPts val="0"/>
              </a:spcAft>
              <a:buClr>
                <a:schemeClr val="dk1"/>
              </a:buClr>
              <a:buSzPts val="1200"/>
              <a:buNone/>
              <a:defRPr sz="900"/>
            </a:lvl4pPr>
            <a:lvl5pPr lvl="4" algn="ctr">
              <a:lnSpc>
                <a:spcPct val="90000"/>
              </a:lnSpc>
              <a:spcBef>
                <a:spcPts val="375"/>
              </a:spcBef>
              <a:spcAft>
                <a:spcPts val="0"/>
              </a:spcAft>
              <a:buClr>
                <a:schemeClr val="dk1"/>
              </a:buClr>
              <a:buSzPts val="1200"/>
              <a:buNone/>
              <a:defRPr sz="900"/>
            </a:lvl5pPr>
            <a:lvl6pPr lvl="5" algn="ctr">
              <a:lnSpc>
                <a:spcPct val="90000"/>
              </a:lnSpc>
              <a:spcBef>
                <a:spcPts val="375"/>
              </a:spcBef>
              <a:spcAft>
                <a:spcPts val="0"/>
              </a:spcAft>
              <a:buClr>
                <a:schemeClr val="dk1"/>
              </a:buClr>
              <a:buSzPts val="1200"/>
              <a:buNone/>
              <a:defRPr sz="900"/>
            </a:lvl6pPr>
            <a:lvl7pPr lvl="6" algn="ctr">
              <a:lnSpc>
                <a:spcPct val="90000"/>
              </a:lnSpc>
              <a:spcBef>
                <a:spcPts val="375"/>
              </a:spcBef>
              <a:spcAft>
                <a:spcPts val="0"/>
              </a:spcAft>
              <a:buClr>
                <a:schemeClr val="dk1"/>
              </a:buClr>
              <a:buSzPts val="1200"/>
              <a:buNone/>
              <a:defRPr sz="900"/>
            </a:lvl7pPr>
            <a:lvl8pPr lvl="7" algn="ctr">
              <a:lnSpc>
                <a:spcPct val="90000"/>
              </a:lnSpc>
              <a:spcBef>
                <a:spcPts val="375"/>
              </a:spcBef>
              <a:spcAft>
                <a:spcPts val="0"/>
              </a:spcAft>
              <a:buClr>
                <a:schemeClr val="dk1"/>
              </a:buClr>
              <a:buSzPts val="1200"/>
              <a:buNone/>
              <a:defRPr sz="900"/>
            </a:lvl8pPr>
            <a:lvl9pPr lvl="8" algn="ctr">
              <a:lnSpc>
                <a:spcPct val="90000"/>
              </a:lnSpc>
              <a:spcBef>
                <a:spcPts val="375"/>
              </a:spcBef>
              <a:spcAft>
                <a:spcPts val="0"/>
              </a:spcAft>
              <a:buClr>
                <a:schemeClr val="dk1"/>
              </a:buClr>
              <a:buSzPts val="1200"/>
              <a:buNone/>
              <a:defRPr sz="900"/>
            </a:lvl9pPr>
          </a:lstStyle>
          <a:p>
            <a:r>
              <a:rPr lang="en-US"/>
              <a:t>Click to edit Master subtitle style</a:t>
            </a:r>
            <a:endParaRPr/>
          </a:p>
        </p:txBody>
      </p:sp>
      <p:sp>
        <p:nvSpPr>
          <p:cNvPr id="17" name="Google Shape;17;p6"/>
          <p:cNvSpPr txBox="1">
            <a:spLocks noGrp="1"/>
          </p:cNvSpPr>
          <p:nvPr>
            <p:ph type="body" idx="2"/>
          </p:nvPr>
        </p:nvSpPr>
        <p:spPr>
          <a:xfrm>
            <a:off x="3892060" y="4826978"/>
            <a:ext cx="5035064" cy="1108563"/>
          </a:xfrm>
          <a:prstGeom prst="rect">
            <a:avLst/>
          </a:prstGeom>
          <a:noFill/>
          <a:ln>
            <a:noFill/>
          </a:ln>
        </p:spPr>
        <p:txBody>
          <a:bodyPr spcFirstLastPara="1" lIns="91425" tIns="45700" rIns="91425" bIns="45700">
            <a:normAutofit/>
          </a:bodyPr>
          <a:lstStyle>
            <a:lvl1pPr marL="342900" lvl="0" indent="-171450" algn="r">
              <a:lnSpc>
                <a:spcPct val="90000"/>
              </a:lnSpc>
              <a:spcBef>
                <a:spcPts val="0"/>
              </a:spcBef>
              <a:spcAft>
                <a:spcPts val="0"/>
              </a:spcAft>
              <a:buClr>
                <a:srgbClr val="1C1573"/>
              </a:buClr>
              <a:buSzPts val="1700"/>
              <a:buNone/>
              <a:defRPr sz="1275">
                <a:solidFill>
                  <a:srgbClr val="1C1573"/>
                </a:solidFill>
                <a:latin typeface="Helvetica Neue"/>
                <a:ea typeface="Helvetica Neue"/>
                <a:cs typeface="Helvetica Neue"/>
                <a:sym typeface="Helvetica Neue"/>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Edit Master text styles</a:t>
            </a:r>
          </a:p>
        </p:txBody>
      </p:sp>
    </p:spTree>
    <p:extLst>
      <p:ext uri="{BB962C8B-B14F-4D97-AF65-F5344CB8AC3E}">
        <p14:creationId xmlns:p14="http://schemas.microsoft.com/office/powerpoint/2010/main" val="2337866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00"/>
                                        <p:tgtEl>
                                          <p:spTgt spid="6"/>
                                        </p:tgtEl>
                                      </p:cBhvr>
                                    </p:animEffect>
                                  </p:childTnLst>
                                </p:cTn>
                              </p:par>
                            </p:childTnLst>
                          </p:cTn>
                        </p:par>
                        <p:par>
                          <p:cTn id="8" fill="hold">
                            <p:stCondLst>
                              <p:cond delay="15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0"/>
                                        <p:tgtEl>
                                          <p:spTgt spid="8"/>
                                        </p:tgtEl>
                                      </p:cBhvr>
                                    </p:animEffect>
                                  </p:childTnLst>
                                </p:cTn>
                              </p:par>
                            </p:childTnLst>
                          </p:cTn>
                        </p:par>
                        <p:par>
                          <p:cTn id="12" fill="hold">
                            <p:stCondLst>
                              <p:cond delay="30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35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40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2" cstate="print">
            <a:alphaModFix amt="50000"/>
            <a:extLst>
              <a:ext uri="{28A0092B-C50C-407E-A947-70E740481C1C}">
                <a14:useLocalDpi xmlns:a14="http://schemas.microsoft.com/office/drawing/2010/main" val="0"/>
              </a:ext>
            </a:extLst>
          </a:blip>
          <a:srcRect l="178" t="-543" r="178" b="-543"/>
          <a:stretch>
            <a:fillRect/>
          </a:stretch>
        </p:blipFill>
        <p:spPr>
          <a:xfrm>
            <a:off x="3563108" y="2223656"/>
            <a:ext cx="2017786" cy="2729344"/>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817420"/>
            <a:ext cx="9144000" cy="40580"/>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160569"/>
            <a:ext cx="8001000" cy="764364"/>
          </a:xfrm>
          <a:prstGeom prst="rect">
            <a:avLst/>
          </a:prstGeom>
        </p:spPr>
      </p:pic>
      <p:sp>
        <p:nvSpPr>
          <p:cNvPr id="2" name="Title 1"/>
          <p:cNvSpPr>
            <a:spLocks noGrp="1"/>
          </p:cNvSpPr>
          <p:nvPr>
            <p:ph type="title"/>
          </p:nvPr>
        </p:nvSpPr>
        <p:spPr>
          <a:xfrm>
            <a:off x="628650" y="160569"/>
            <a:ext cx="6991350" cy="764364"/>
          </a:xfr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643304" y="1600202"/>
            <a:ext cx="762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p:cNvSpPr>
            <a:spLocks noGrp="1"/>
          </p:cNvSpPr>
          <p:nvPr>
            <p:ph type="body" sz="quarter" idx="14"/>
          </p:nvPr>
        </p:nvSpPr>
        <p:spPr>
          <a:xfrm>
            <a:off x="246935" y="1143002"/>
            <a:ext cx="8397717" cy="395287"/>
          </a:xfrm>
        </p:spPr>
        <p:txBody>
          <a:bodyPr>
            <a:normAutofit/>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a:t>Edit Master text styles</a:t>
            </a:r>
          </a:p>
        </p:txBody>
      </p:sp>
    </p:spTree>
    <p:extLst>
      <p:ext uri="{BB962C8B-B14F-4D97-AF65-F5344CB8AC3E}">
        <p14:creationId xmlns:p14="http://schemas.microsoft.com/office/powerpoint/2010/main" val="12041829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x-none"/>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x-none"/>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6E638C57-FA78-4465-A16E-061E11A07CA5}" type="datetimeFigureOut">
              <a:rPr lang="en-US"/>
              <a:pPr>
                <a:defRPr/>
              </a:pPr>
              <a:t>8/8/2026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EF406659-594D-4C8C-9DC4-2E8C6B112FAB}" type="slidenum">
              <a:rPr lang="en-US" altLang="en-US"/>
              <a:pPr/>
              <a:t>‹#›</a:t>
            </a:fld>
            <a:endParaRPr lang="en-US" altLang="en-US"/>
          </a:p>
        </p:txBody>
      </p:sp>
    </p:spTree>
    <p:extLst>
      <p:ext uri="{BB962C8B-B14F-4D97-AF65-F5344CB8AC3E}">
        <p14:creationId xmlns:p14="http://schemas.microsoft.com/office/powerpoint/2010/main" val="241424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fontAlgn="auto" hangingPunct="1">
              <a:spcBef>
                <a:spcPts val="0"/>
              </a:spcBef>
              <a:spcAft>
                <a:spcPts val="0"/>
              </a:spcAft>
              <a:defRPr/>
            </a:pPr>
            <a:r>
              <a:rPr lang="en-US" sz="1100" b="1">
                <a:solidFill>
                  <a:srgbClr val="101141"/>
                </a:solidFill>
              </a:rPr>
              <a:t>BITS </a:t>
            </a:r>
            <a:r>
              <a:rPr lang="en-US" sz="1100">
                <a:solidFill>
                  <a:srgbClr val="101141"/>
                </a:solidFill>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noChangeArrowheads="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8130850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fontAlgn="auto" hangingPunct="1">
              <a:spcBef>
                <a:spcPts val="0"/>
              </a:spcBef>
              <a:spcAft>
                <a:spcPts val="0"/>
              </a:spcAft>
              <a:defRPr/>
            </a:pPr>
            <a:r>
              <a:rPr lang="en-US" sz="1100" b="1">
                <a:solidFill>
                  <a:srgbClr val="101141"/>
                </a:solidFill>
              </a:rPr>
              <a:t>BITS </a:t>
            </a:r>
            <a:r>
              <a:rPr lang="en-US" sz="1100">
                <a:solidFill>
                  <a:srgbClr val="101141"/>
                </a:solidFill>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noChangeArrowheads="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637061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fontAlgn="auto" hangingPunct="1">
              <a:spcBef>
                <a:spcPts val="0"/>
              </a:spcBef>
              <a:spcAft>
                <a:spcPts val="0"/>
              </a:spcAft>
              <a:defRPr/>
            </a:pPr>
            <a:r>
              <a:rPr lang="en-US" sz="1100" b="1">
                <a:solidFill>
                  <a:srgbClr val="101141"/>
                </a:solidFill>
              </a:rPr>
              <a:t>BITS </a:t>
            </a:r>
            <a:r>
              <a:rPr lang="en-US" sz="1100">
                <a:solidFill>
                  <a:srgbClr val="101141"/>
                </a:solidFill>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noChangeArrowheads="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0393695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3563108" y="2223656"/>
            <a:ext cx="2017786"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9144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307502" y="2482116"/>
            <a:ext cx="6636349" cy="2130566"/>
          </a:xfrm>
          <a:prstGeom prst="rect">
            <a:avLst/>
          </a:prstGeom>
        </p:spPr>
      </p:pic>
      <p:sp>
        <p:nvSpPr>
          <p:cNvPr id="7" name="Title 1"/>
          <p:cNvSpPr txBox="1">
            <a:spLocks/>
          </p:cNvSpPr>
          <p:nvPr userDrawn="1"/>
        </p:nvSpPr>
        <p:spPr>
          <a:xfrm>
            <a:off x="1373631" y="2575123"/>
            <a:ext cx="6500241" cy="1936878"/>
          </a:xfrm>
          <a:prstGeom prst="rect">
            <a:avLst/>
          </a:prstGeom>
        </p:spPr>
        <p:txBody>
          <a:bodyPr vert="horz" lIns="68580" tIns="34290" rIns="68580" bIns="3429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marL="0" marR="0" lvl="0" indent="0" algn="ctr" defTabSz="514350" rtl="0" eaLnBrk="1" fontAlgn="auto" latinLnBrk="0" hangingPunct="1">
              <a:lnSpc>
                <a:spcPct val="90000"/>
              </a:lnSpc>
              <a:spcBef>
                <a:spcPct val="0"/>
              </a:spcBef>
              <a:spcAft>
                <a:spcPts val="0"/>
              </a:spcAft>
              <a:buClrTx/>
              <a:buSzTx/>
              <a:buFontTx/>
              <a:buNone/>
              <a:tabLst/>
              <a:defRPr/>
            </a:pPr>
            <a:r>
              <a:rPr kumimoji="0" lang="en-US" sz="2700" b="1" i="0" u="none" strike="noStrike" kern="1200" cap="none" spc="0" normalizeH="0" baseline="0" noProof="0" dirty="0">
                <a:ln>
                  <a:noFill/>
                </a:ln>
                <a:solidFill>
                  <a:prstClr val="white"/>
                </a:solidFill>
                <a:effectLst/>
                <a:uLnTx/>
                <a:uFillTx/>
                <a:latin typeface="Helvetica" panose="020B0604020202030204" pitchFamily="34" charset="0"/>
                <a:ea typeface="+mj-ea"/>
                <a:cs typeface="+mj-cs"/>
              </a:rPr>
              <a:t>Click to edit Session title</a:t>
            </a:r>
          </a:p>
        </p:txBody>
      </p:sp>
    </p:spTree>
    <p:extLst>
      <p:ext uri="{BB962C8B-B14F-4D97-AF65-F5344CB8AC3E}">
        <p14:creationId xmlns:p14="http://schemas.microsoft.com/office/powerpoint/2010/main" val="3046619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3563108" y="2223656"/>
            <a:ext cx="2017786" cy="2729344"/>
          </a:xfrm>
          <a:prstGeom prst="rect">
            <a:avLst/>
          </a:prstGeom>
        </p:spPr>
      </p:pic>
      <p:sp>
        <p:nvSpPr>
          <p:cNvPr id="2" name="Title 1"/>
          <p:cNvSpPr>
            <a:spLocks noGrp="1"/>
          </p:cNvSpPr>
          <p:nvPr>
            <p:ph type="title"/>
          </p:nvPr>
        </p:nvSpPr>
        <p:spPr>
          <a:xfrm>
            <a:off x="623888" y="1709739"/>
            <a:ext cx="7886700" cy="2852737"/>
          </a:xfrm>
        </p:spPr>
        <p:txBody>
          <a:bodyPr anchor="b">
            <a:normAutofit/>
          </a:bodyPr>
          <a:lstStyle>
            <a:lvl1pPr algn="r">
              <a:defRPr sz="405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lgn="r">
              <a:buNone/>
              <a:defRPr sz="1800" b="0" i="0">
                <a:solidFill>
                  <a:schemeClr val="tx1">
                    <a:tint val="75000"/>
                  </a:schemeClr>
                </a:solidFill>
                <a:latin typeface="Helvetica Light"/>
                <a:cs typeface="Helvetica Light"/>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9144000" cy="40580"/>
          </a:xfrm>
          <a:prstGeom prst="rect">
            <a:avLst/>
          </a:prstGeom>
        </p:spPr>
      </p:pic>
    </p:spTree>
    <p:extLst>
      <p:ext uri="{BB962C8B-B14F-4D97-AF65-F5344CB8AC3E}">
        <p14:creationId xmlns:p14="http://schemas.microsoft.com/office/powerpoint/2010/main" val="16399164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C0189C86-2CFC-A5A0-767A-D4DD8814AE6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C8FCFD15-45C7-5D0F-0914-2A89FFBA2555}"/>
              </a:ext>
            </a:extLst>
          </p:cNvPr>
          <p:cNvSpPr/>
          <p:nvPr userDrawn="1"/>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pic>
        <p:nvPicPr>
          <p:cNvPr id="4" name="Picture 8" descr="Picture 7.png">
            <a:extLst>
              <a:ext uri="{FF2B5EF4-FFF2-40B4-BE49-F238E27FC236}">
                <a16:creationId xmlns:a16="http://schemas.microsoft.com/office/drawing/2014/main" id="{899E7625-D9BF-7B77-D4BA-90D8837078A0}"/>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354487A8-CFC5-A53B-78A1-82E94FEA9730}"/>
              </a:ext>
            </a:extLst>
          </p:cNvPr>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F87091E3-5640-3ED0-685B-A74EC3B69E4D}"/>
              </a:ext>
            </a:extLst>
          </p:cNvPr>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C478C882-6981-E2E1-4C2E-2F0E727DE248}"/>
              </a:ext>
            </a:extLst>
          </p:cNvPr>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F930D992-5DE6-8CBF-5464-AE793FEEF7CC}"/>
              </a:ext>
            </a:extLst>
          </p:cNvPr>
          <p:cNvSpPr txBox="1"/>
          <p:nvPr userDrawn="1"/>
        </p:nvSpPr>
        <p:spPr>
          <a:xfrm>
            <a:off x="6858000" y="762000"/>
            <a:ext cx="2209800" cy="427040"/>
          </a:xfrm>
          <a:prstGeom prst="rect">
            <a:avLst/>
          </a:prstGeom>
          <a:noFill/>
        </p:spPr>
        <p:txBody>
          <a:bodyP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75" b="1" i="0" u="none" strike="noStrike" kern="1200" cap="none" spc="-113" normalizeH="0" baseline="0" noProof="0" dirty="0">
                <a:ln>
                  <a:noFill/>
                </a:ln>
                <a:solidFill>
                  <a:prstClr val="white"/>
                </a:solidFill>
                <a:effectLst/>
                <a:uLnTx/>
                <a:uFillTx/>
                <a:latin typeface="Arial"/>
                <a:ea typeface="+mn-ea"/>
                <a:cs typeface="Arial"/>
              </a:rPr>
              <a:t>BITS</a:t>
            </a:r>
            <a:r>
              <a:rPr kumimoji="0" lang="en-US" sz="2175" b="0" i="0" u="none" strike="noStrike" kern="1200" cap="none" spc="-113" normalizeH="0" baseline="0" noProof="0" dirty="0">
                <a:ln>
                  <a:noFill/>
                </a:ln>
                <a:solidFill>
                  <a:prstClr val="white"/>
                </a:solidFill>
                <a:effectLst/>
                <a:uLnTx/>
                <a:uFillTx/>
                <a:latin typeface="Arial"/>
                <a:ea typeface="+mn-ea"/>
                <a:cs typeface="Arial"/>
              </a:rPr>
              <a:t> Pilani</a:t>
            </a:r>
          </a:p>
        </p:txBody>
      </p:sp>
      <p:sp>
        <p:nvSpPr>
          <p:cNvPr id="9" name="TextBox 8">
            <a:extLst>
              <a:ext uri="{FF2B5EF4-FFF2-40B4-BE49-F238E27FC236}">
                <a16:creationId xmlns:a16="http://schemas.microsoft.com/office/drawing/2014/main" id="{19389F12-0C58-1376-EE5F-4A0DBF73827E}"/>
              </a:ext>
            </a:extLst>
          </p:cNvPr>
          <p:cNvSpPr txBox="1"/>
          <p:nvPr userDrawn="1"/>
        </p:nvSpPr>
        <p:spPr>
          <a:xfrm>
            <a:off x="7086600" y="1171576"/>
            <a:ext cx="1905000" cy="230832"/>
          </a:xfrm>
          <a:prstGeom prst="rect">
            <a:avLst/>
          </a:prstGeom>
          <a:noFill/>
        </p:spPr>
        <p:txBody>
          <a:bodyPr>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3150"/>
              </a:lnSpc>
              <a:spcBef>
                <a:spcPts val="0"/>
              </a:spcBef>
              <a:buNone/>
              <a:defRPr sz="3000" b="1" spc="-113" baseline="0">
                <a:latin typeface="Arial" pitchFamily="34" charset="0"/>
                <a:cs typeface="Arial" pitchFamily="34" charset="0"/>
              </a:defRPr>
            </a:lvl1pPr>
          </a:lstStyle>
          <a:p>
            <a:pPr lvl="0"/>
            <a:r>
              <a:rPr lang="en-US"/>
              <a:t>Edit Master text styles</a:t>
            </a:r>
          </a:p>
          <a:p>
            <a:pPr lvl="1"/>
            <a:r>
              <a:rPr lang="en-US"/>
              <a:t>Second level</a:t>
            </a:r>
          </a:p>
        </p:txBody>
      </p:sp>
    </p:spTree>
    <p:extLst>
      <p:ext uri="{BB962C8B-B14F-4D97-AF65-F5344CB8AC3E}">
        <p14:creationId xmlns:p14="http://schemas.microsoft.com/office/powerpoint/2010/main" val="156521196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_Title Slide" preserve="1">
  <p:cSld name="1_Title Slide">
    <p:spTree>
      <p:nvGrpSpPr>
        <p:cNvPr id="1" name="Shape 8"/>
        <p:cNvGrpSpPr/>
        <p:nvPr/>
      </p:nvGrpSpPr>
      <p:grpSpPr>
        <a:xfrm>
          <a:off x="0" y="0"/>
          <a:ext cx="0" cy="0"/>
          <a:chOff x="0" y="0"/>
          <a:chExt cx="0" cy="0"/>
        </a:xfrm>
      </p:grpSpPr>
      <p:pic>
        <p:nvPicPr>
          <p:cNvPr id="5" name="Google Shape;9;p6">
            <a:extLst>
              <a:ext uri="{FF2B5EF4-FFF2-40B4-BE49-F238E27FC236}">
                <a16:creationId xmlns:a16="http://schemas.microsoft.com/office/drawing/2014/main" id="{F25B0690-2AA3-4D32-A3BE-F758AA0F052D}"/>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9144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 name="Google Shape;10;p6">
            <a:extLst>
              <a:ext uri="{FF2B5EF4-FFF2-40B4-BE49-F238E27FC236}">
                <a16:creationId xmlns:a16="http://schemas.microsoft.com/office/drawing/2014/main" id="{893C1886-432F-4E8C-89E4-EA62A101C202}"/>
              </a:ext>
            </a:extLst>
          </p:cNvPr>
          <p:cNvPicPr preferRelativeResize="0">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6858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1;p6">
            <a:extLst>
              <a:ext uri="{FF2B5EF4-FFF2-40B4-BE49-F238E27FC236}">
                <a16:creationId xmlns:a16="http://schemas.microsoft.com/office/drawing/2014/main" id="{144E1ABE-9DE4-4A16-BAF4-B78FB9377E0A}"/>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5950" y="2551113"/>
            <a:ext cx="7259638"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12;p6">
            <a:extLst>
              <a:ext uri="{FF2B5EF4-FFF2-40B4-BE49-F238E27FC236}">
                <a16:creationId xmlns:a16="http://schemas.microsoft.com/office/drawing/2014/main" id="{83A8598A-4A6D-4252-A238-3D78D1272072}"/>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675"/>
            <a:ext cx="8058150" cy="805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15;p6">
            <a:extLst>
              <a:ext uri="{FF2B5EF4-FFF2-40B4-BE49-F238E27FC236}">
                <a16:creationId xmlns:a16="http://schemas.microsoft.com/office/drawing/2014/main" id="{E7FD79E3-6B96-4CE0-B3D1-A3DCED65C62A}"/>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92863" y="896938"/>
            <a:ext cx="2322512"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16;p6">
            <a:extLst>
              <a:ext uri="{FF2B5EF4-FFF2-40B4-BE49-F238E27FC236}">
                <a16:creationId xmlns:a16="http://schemas.microsoft.com/office/drawing/2014/main" id="{F029E66F-4D8A-4B60-AB6F-AAE31A525006}"/>
              </a:ext>
            </a:extLst>
          </p:cNvPr>
          <p:cNvPicPr preferRelativeResize="0">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083176" y="4800600"/>
            <a:ext cx="3843338"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3429002" y="2549772"/>
            <a:ext cx="5498123" cy="1600725"/>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180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14" name="Google Shape;14;p6"/>
          <p:cNvSpPr txBox="1">
            <a:spLocks noGrp="1"/>
          </p:cNvSpPr>
          <p:nvPr>
            <p:ph type="subTitle" idx="1"/>
          </p:nvPr>
        </p:nvSpPr>
        <p:spPr>
          <a:xfrm>
            <a:off x="4431323" y="4452633"/>
            <a:ext cx="4495800" cy="343327"/>
          </a:xfrm>
          <a:prstGeom prst="rect">
            <a:avLst/>
          </a:prstGeom>
          <a:noFill/>
          <a:ln>
            <a:noFill/>
          </a:ln>
        </p:spPr>
        <p:txBody>
          <a:bodyPr spcFirstLastPara="1" lIns="91425" tIns="45700" rIns="91425" bIns="45700" anchor="ctr">
            <a:normAutofit/>
          </a:bodyPr>
          <a:lstStyle>
            <a:lvl1pPr lvl="0" algn="r">
              <a:lnSpc>
                <a:spcPct val="90000"/>
              </a:lnSpc>
              <a:spcBef>
                <a:spcPts val="563"/>
              </a:spcBef>
              <a:spcAft>
                <a:spcPts val="0"/>
              </a:spcAft>
              <a:buClr>
                <a:srgbClr val="1C1573"/>
              </a:buClr>
              <a:buSzPts val="1700"/>
              <a:buNone/>
              <a:defRPr sz="956" b="1">
                <a:solidFill>
                  <a:srgbClr val="1C1573"/>
                </a:solidFill>
                <a:latin typeface="Helvetica Neue"/>
                <a:ea typeface="Helvetica Neue"/>
                <a:cs typeface="Helvetica Neue"/>
                <a:sym typeface="Helvetica Neue"/>
              </a:defRPr>
            </a:lvl1pPr>
            <a:lvl2pPr lvl="1" algn="ctr">
              <a:lnSpc>
                <a:spcPct val="90000"/>
              </a:lnSpc>
              <a:spcBef>
                <a:spcPts val="281"/>
              </a:spcBef>
              <a:spcAft>
                <a:spcPts val="0"/>
              </a:spcAft>
              <a:buClr>
                <a:schemeClr val="dk1"/>
              </a:buClr>
              <a:buSzPts val="1500"/>
              <a:buNone/>
              <a:defRPr sz="844"/>
            </a:lvl2pPr>
            <a:lvl3pPr lvl="2" algn="ctr">
              <a:lnSpc>
                <a:spcPct val="90000"/>
              </a:lnSpc>
              <a:spcBef>
                <a:spcPts val="281"/>
              </a:spcBef>
              <a:spcAft>
                <a:spcPts val="0"/>
              </a:spcAft>
              <a:buClr>
                <a:schemeClr val="dk1"/>
              </a:buClr>
              <a:buSzPts val="1350"/>
              <a:buNone/>
              <a:defRPr sz="760"/>
            </a:lvl3pPr>
            <a:lvl4pPr lvl="3" algn="ctr">
              <a:lnSpc>
                <a:spcPct val="90000"/>
              </a:lnSpc>
              <a:spcBef>
                <a:spcPts val="281"/>
              </a:spcBef>
              <a:spcAft>
                <a:spcPts val="0"/>
              </a:spcAft>
              <a:buClr>
                <a:schemeClr val="dk1"/>
              </a:buClr>
              <a:buSzPts val="1200"/>
              <a:buNone/>
              <a:defRPr sz="675"/>
            </a:lvl4pPr>
            <a:lvl5pPr lvl="4" algn="ctr">
              <a:lnSpc>
                <a:spcPct val="90000"/>
              </a:lnSpc>
              <a:spcBef>
                <a:spcPts val="281"/>
              </a:spcBef>
              <a:spcAft>
                <a:spcPts val="0"/>
              </a:spcAft>
              <a:buClr>
                <a:schemeClr val="dk1"/>
              </a:buClr>
              <a:buSzPts val="1200"/>
              <a:buNone/>
              <a:defRPr sz="675"/>
            </a:lvl5pPr>
            <a:lvl6pPr lvl="5" algn="ctr">
              <a:lnSpc>
                <a:spcPct val="90000"/>
              </a:lnSpc>
              <a:spcBef>
                <a:spcPts val="281"/>
              </a:spcBef>
              <a:spcAft>
                <a:spcPts val="0"/>
              </a:spcAft>
              <a:buClr>
                <a:schemeClr val="dk1"/>
              </a:buClr>
              <a:buSzPts val="1200"/>
              <a:buNone/>
              <a:defRPr sz="675"/>
            </a:lvl6pPr>
            <a:lvl7pPr lvl="6" algn="ctr">
              <a:lnSpc>
                <a:spcPct val="90000"/>
              </a:lnSpc>
              <a:spcBef>
                <a:spcPts val="281"/>
              </a:spcBef>
              <a:spcAft>
                <a:spcPts val="0"/>
              </a:spcAft>
              <a:buClr>
                <a:schemeClr val="dk1"/>
              </a:buClr>
              <a:buSzPts val="1200"/>
              <a:buNone/>
              <a:defRPr sz="675"/>
            </a:lvl7pPr>
            <a:lvl8pPr lvl="7" algn="ctr">
              <a:lnSpc>
                <a:spcPct val="90000"/>
              </a:lnSpc>
              <a:spcBef>
                <a:spcPts val="281"/>
              </a:spcBef>
              <a:spcAft>
                <a:spcPts val="0"/>
              </a:spcAft>
              <a:buClr>
                <a:schemeClr val="dk1"/>
              </a:buClr>
              <a:buSzPts val="1200"/>
              <a:buNone/>
              <a:defRPr sz="675"/>
            </a:lvl8pPr>
            <a:lvl9pPr lvl="8" algn="ctr">
              <a:lnSpc>
                <a:spcPct val="90000"/>
              </a:lnSpc>
              <a:spcBef>
                <a:spcPts val="281"/>
              </a:spcBef>
              <a:spcAft>
                <a:spcPts val="0"/>
              </a:spcAft>
              <a:buClr>
                <a:schemeClr val="dk1"/>
              </a:buClr>
              <a:buSzPts val="1200"/>
              <a:buNone/>
              <a:defRPr sz="675"/>
            </a:lvl9pPr>
          </a:lstStyle>
          <a:p>
            <a:r>
              <a:rPr lang="en-US"/>
              <a:t>Click to edit Master subtitle style</a:t>
            </a:r>
            <a:endParaRPr/>
          </a:p>
        </p:txBody>
      </p:sp>
      <p:sp>
        <p:nvSpPr>
          <p:cNvPr id="17" name="Google Shape;17;p6"/>
          <p:cNvSpPr txBox="1">
            <a:spLocks noGrp="1"/>
          </p:cNvSpPr>
          <p:nvPr>
            <p:ph type="body" idx="2"/>
          </p:nvPr>
        </p:nvSpPr>
        <p:spPr>
          <a:xfrm>
            <a:off x="3892060" y="4826980"/>
            <a:ext cx="5035064" cy="1108563"/>
          </a:xfrm>
          <a:prstGeom prst="rect">
            <a:avLst/>
          </a:prstGeom>
          <a:noFill/>
          <a:ln>
            <a:noFill/>
          </a:ln>
        </p:spPr>
        <p:txBody>
          <a:bodyPr spcFirstLastPara="1" lIns="91425" tIns="45700" rIns="91425" bIns="45700">
            <a:normAutofit/>
          </a:bodyPr>
          <a:lstStyle>
            <a:lvl1pPr marL="257175" lvl="0" indent="-128588" algn="r">
              <a:lnSpc>
                <a:spcPct val="90000"/>
              </a:lnSpc>
              <a:spcBef>
                <a:spcPts val="0"/>
              </a:spcBef>
              <a:spcAft>
                <a:spcPts val="0"/>
              </a:spcAft>
              <a:buClr>
                <a:srgbClr val="1C1573"/>
              </a:buClr>
              <a:buSzPts val="1700"/>
              <a:buNone/>
              <a:defRPr sz="956">
                <a:solidFill>
                  <a:srgbClr val="1C1573"/>
                </a:solidFill>
                <a:latin typeface="Helvetica Neue"/>
                <a:ea typeface="Helvetica Neue"/>
                <a:cs typeface="Helvetica Neue"/>
                <a:sym typeface="Helvetica Neue"/>
              </a:defRPr>
            </a:lvl1pPr>
            <a:lvl2pPr marL="514350" lvl="1" indent="-192881" algn="l">
              <a:lnSpc>
                <a:spcPct val="90000"/>
              </a:lnSpc>
              <a:spcBef>
                <a:spcPts val="281"/>
              </a:spcBef>
              <a:spcAft>
                <a:spcPts val="0"/>
              </a:spcAft>
              <a:buClr>
                <a:schemeClr val="dk1"/>
              </a:buClr>
              <a:buSzPts val="1800"/>
              <a:buChar char="•"/>
              <a:defRPr/>
            </a:lvl2pPr>
            <a:lvl3pPr marL="771525" lvl="2" indent="-192881" algn="l">
              <a:lnSpc>
                <a:spcPct val="90000"/>
              </a:lnSpc>
              <a:spcBef>
                <a:spcPts val="281"/>
              </a:spcBef>
              <a:spcAft>
                <a:spcPts val="0"/>
              </a:spcAft>
              <a:buClr>
                <a:schemeClr val="dk1"/>
              </a:buClr>
              <a:buSzPts val="1800"/>
              <a:buChar char="•"/>
              <a:defRPr/>
            </a:lvl3pPr>
            <a:lvl4pPr marL="1028700" lvl="3" indent="-192881" algn="l">
              <a:lnSpc>
                <a:spcPct val="90000"/>
              </a:lnSpc>
              <a:spcBef>
                <a:spcPts val="281"/>
              </a:spcBef>
              <a:spcAft>
                <a:spcPts val="0"/>
              </a:spcAft>
              <a:buClr>
                <a:schemeClr val="dk1"/>
              </a:buClr>
              <a:buSzPts val="1800"/>
              <a:buChar char="•"/>
              <a:defRPr/>
            </a:lvl4pPr>
            <a:lvl5pPr marL="1285875" lvl="4" indent="-192881" algn="l">
              <a:lnSpc>
                <a:spcPct val="90000"/>
              </a:lnSpc>
              <a:spcBef>
                <a:spcPts val="281"/>
              </a:spcBef>
              <a:spcAft>
                <a:spcPts val="0"/>
              </a:spcAft>
              <a:buClr>
                <a:schemeClr val="dk1"/>
              </a:buClr>
              <a:buSzPts val="1800"/>
              <a:buChar char="•"/>
              <a:defRPr/>
            </a:lvl5pPr>
            <a:lvl6pPr marL="1543050" lvl="5" indent="-192881" algn="l">
              <a:lnSpc>
                <a:spcPct val="90000"/>
              </a:lnSpc>
              <a:spcBef>
                <a:spcPts val="281"/>
              </a:spcBef>
              <a:spcAft>
                <a:spcPts val="0"/>
              </a:spcAft>
              <a:buClr>
                <a:schemeClr val="dk1"/>
              </a:buClr>
              <a:buSzPts val="1800"/>
              <a:buChar char="•"/>
              <a:defRPr/>
            </a:lvl6pPr>
            <a:lvl7pPr marL="1800225" lvl="6" indent="-192881" algn="l">
              <a:lnSpc>
                <a:spcPct val="90000"/>
              </a:lnSpc>
              <a:spcBef>
                <a:spcPts val="281"/>
              </a:spcBef>
              <a:spcAft>
                <a:spcPts val="0"/>
              </a:spcAft>
              <a:buClr>
                <a:schemeClr val="dk1"/>
              </a:buClr>
              <a:buSzPts val="1800"/>
              <a:buChar char="•"/>
              <a:defRPr/>
            </a:lvl7pPr>
            <a:lvl8pPr marL="2057400" lvl="7" indent="-192881" algn="l">
              <a:lnSpc>
                <a:spcPct val="90000"/>
              </a:lnSpc>
              <a:spcBef>
                <a:spcPts val="281"/>
              </a:spcBef>
              <a:spcAft>
                <a:spcPts val="0"/>
              </a:spcAft>
              <a:buClr>
                <a:schemeClr val="dk1"/>
              </a:buClr>
              <a:buSzPts val="1800"/>
              <a:buChar char="•"/>
              <a:defRPr/>
            </a:lvl8pPr>
            <a:lvl9pPr marL="2314575" lvl="8" indent="-192881" algn="l">
              <a:lnSpc>
                <a:spcPct val="90000"/>
              </a:lnSpc>
              <a:spcBef>
                <a:spcPts val="281"/>
              </a:spcBef>
              <a:spcAft>
                <a:spcPts val="0"/>
              </a:spcAft>
              <a:buClr>
                <a:schemeClr val="dk1"/>
              </a:buClr>
              <a:buSzPts val="1800"/>
              <a:buChar char="•"/>
              <a:defRPr/>
            </a:lvl9pPr>
          </a:lstStyle>
          <a:p>
            <a:pPr lvl="0"/>
            <a:r>
              <a:rPr lang="en-US"/>
              <a:t>Edit Master text styles</a:t>
            </a:r>
          </a:p>
        </p:txBody>
      </p:sp>
    </p:spTree>
    <p:extLst>
      <p:ext uri="{BB962C8B-B14F-4D97-AF65-F5344CB8AC3E}">
        <p14:creationId xmlns:p14="http://schemas.microsoft.com/office/powerpoint/2010/main" val="3677047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00"/>
                                        <p:tgtEl>
                                          <p:spTgt spid="6"/>
                                        </p:tgtEl>
                                      </p:cBhvr>
                                    </p:animEffect>
                                  </p:childTnLst>
                                </p:cTn>
                              </p:par>
                            </p:childTnLst>
                          </p:cTn>
                        </p:par>
                        <p:par>
                          <p:cTn id="8" fill="hold">
                            <p:stCondLst>
                              <p:cond delay="12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0"/>
                                        <p:tgtEl>
                                          <p:spTgt spid="8"/>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_one" preserve="1">
  <p:cSld name="Blank_one">
    <p:spTree>
      <p:nvGrpSpPr>
        <p:cNvPr id="1" name="Shape 56"/>
        <p:cNvGrpSpPr/>
        <p:nvPr/>
      </p:nvGrpSpPr>
      <p:grpSpPr>
        <a:xfrm>
          <a:off x="0" y="0"/>
          <a:ext cx="0" cy="0"/>
          <a:chOff x="0" y="0"/>
          <a:chExt cx="0" cy="0"/>
        </a:xfrm>
      </p:grpSpPr>
      <p:sp>
        <p:nvSpPr>
          <p:cNvPr id="57" name="Google Shape;57;p110"/>
          <p:cNvSpPr txBox="1"/>
          <p:nvPr/>
        </p:nvSpPr>
        <p:spPr>
          <a:xfrm>
            <a:off x="8153400" y="6550025"/>
            <a:ext cx="990600" cy="196177"/>
          </a:xfrm>
          <a:prstGeom prst="rect">
            <a:avLst/>
          </a:prstGeom>
          <a:noFill/>
          <a:ln>
            <a:noFill/>
          </a:ln>
        </p:spPr>
        <p:txBody>
          <a:bodyPr spcFirstLastPara="1" wrap="square" lIns="68569" tIns="34275" rIns="68569" bIns="34275" anchor="t" anchorCtr="0">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US" sz="825" b="1" i="0" u="none" strike="noStrike" kern="1200" cap="none" spc="0" normalizeH="0" baseline="0" noProof="0">
                <a:ln>
                  <a:noFill/>
                </a:ln>
                <a:solidFill>
                  <a:srgbClr val="101141"/>
                </a:solidFill>
                <a:effectLst/>
                <a:uLnTx/>
                <a:uFillTx/>
                <a:latin typeface="Arial"/>
                <a:ea typeface="Arial"/>
                <a:cs typeface="Arial"/>
                <a:sym typeface="Arial"/>
              </a:rPr>
              <a:t>BITS </a:t>
            </a:r>
            <a:r>
              <a:rPr kumimoji="0" lang="en-US" sz="825" b="0" i="0" u="none" strike="noStrike" kern="1200" cap="none" spc="0" normalizeH="0" baseline="0" noProof="0">
                <a:ln>
                  <a:noFill/>
                </a:ln>
                <a:solidFill>
                  <a:srgbClr val="101141"/>
                </a:solidFill>
                <a:effectLst/>
                <a:uLnTx/>
                <a:uFillTx/>
                <a:latin typeface="Arial"/>
                <a:ea typeface="Arial"/>
                <a:cs typeface="Arial"/>
                <a:sym typeface="Arial"/>
              </a:rPr>
              <a:t>Pilani</a:t>
            </a:r>
            <a:endParaRPr kumimoji="0" sz="825" b="0" i="0" u="none" strike="noStrike" kern="1200" cap="none" spc="0" normalizeH="0" baseline="0" noProof="0">
              <a:ln>
                <a:noFill/>
              </a:ln>
              <a:solidFill>
                <a:srgbClr val="101141"/>
              </a:solidFill>
              <a:effectLst/>
              <a:uLnTx/>
              <a:uFillTx/>
              <a:latin typeface="Arial"/>
              <a:ea typeface="Arial"/>
              <a:cs typeface="Arial"/>
              <a:sym typeface="Arial"/>
            </a:endParaRPr>
          </a:p>
        </p:txBody>
      </p:sp>
      <p:grpSp>
        <p:nvGrpSpPr>
          <p:cNvPr id="58" name="Google Shape;58;p110"/>
          <p:cNvGrpSpPr/>
          <p:nvPr/>
        </p:nvGrpSpPr>
        <p:grpSpPr>
          <a:xfrm>
            <a:off x="2084388" y="6550027"/>
            <a:ext cx="7059612" cy="49213"/>
            <a:chOff x="2083888" y="6550671"/>
            <a:chExt cx="7060112" cy="48665"/>
          </a:xfrm>
        </p:grpSpPr>
        <p:sp>
          <p:nvSpPr>
            <p:cNvPr id="59" name="Google Shape;59;p110"/>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0" name="Google Shape;60;p110"/>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1" name="Google Shape;61;p110"/>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grpSp>
      <p:pic>
        <p:nvPicPr>
          <p:cNvPr id="62" name="Google Shape;62;p110" descr="Picture 7.png"/>
          <p:cNvPicPr preferRelativeResize="0"/>
          <p:nvPr/>
        </p:nvPicPr>
        <p:blipFill rotWithShape="1">
          <a:blip r:embed="rId2">
            <a:alphaModFix/>
          </a:blip>
          <a:srcRect l="1923" b="5335"/>
          <a:stretch/>
        </p:blipFill>
        <p:spPr>
          <a:xfrm>
            <a:off x="6629401" y="0"/>
            <a:ext cx="2193925" cy="692150"/>
          </a:xfrm>
          <a:prstGeom prst="rect">
            <a:avLst/>
          </a:prstGeom>
          <a:noFill/>
          <a:ln>
            <a:noFill/>
          </a:ln>
        </p:spPr>
      </p:pic>
      <p:grpSp>
        <p:nvGrpSpPr>
          <p:cNvPr id="63" name="Google Shape;63;p110"/>
          <p:cNvGrpSpPr/>
          <p:nvPr/>
        </p:nvGrpSpPr>
        <p:grpSpPr>
          <a:xfrm>
            <a:off x="2133600" y="6553200"/>
            <a:ext cx="7010400" cy="46038"/>
            <a:chOff x="1905000" y="6553200"/>
            <a:chExt cx="7010400" cy="45719"/>
          </a:xfrm>
        </p:grpSpPr>
        <p:sp>
          <p:nvSpPr>
            <p:cNvPr id="64" name="Google Shape;64;p11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5" name="Google Shape;65;p11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6" name="Google Shape;66;p11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grpSp>
      <p:grpSp>
        <p:nvGrpSpPr>
          <p:cNvPr id="67" name="Google Shape;67;p110"/>
          <p:cNvGrpSpPr/>
          <p:nvPr/>
        </p:nvGrpSpPr>
        <p:grpSpPr>
          <a:xfrm>
            <a:off x="0" y="1295400"/>
            <a:ext cx="7010400" cy="46038"/>
            <a:chOff x="1905000" y="6553200"/>
            <a:chExt cx="7010400" cy="45719"/>
          </a:xfrm>
        </p:grpSpPr>
        <p:sp>
          <p:nvSpPr>
            <p:cNvPr id="68" name="Google Shape;68;p11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9" name="Google Shape;69;p11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70" name="Google Shape;70;p11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grpSp>
    </p:spTree>
    <p:extLst>
      <p:ext uri="{BB962C8B-B14F-4D97-AF65-F5344CB8AC3E}">
        <p14:creationId xmlns:p14="http://schemas.microsoft.com/office/powerpoint/2010/main" val="25719838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7_Title and Content">
    <p:spTree>
      <p:nvGrpSpPr>
        <p:cNvPr id="1" name=""/>
        <p:cNvGrpSpPr/>
        <p:nvPr/>
      </p:nvGrpSpPr>
      <p:grpSpPr>
        <a:xfrm>
          <a:off x="0" y="0"/>
          <a:ext cx="0" cy="0"/>
          <a:chOff x="0" y="0"/>
          <a:chExt cx="0" cy="0"/>
        </a:xfrm>
      </p:grpSpPr>
      <p:sp>
        <p:nvSpPr>
          <p:cNvPr id="4" name="TextBox 3"/>
          <p:cNvSpPr txBox="1"/>
          <p:nvPr/>
        </p:nvSpPr>
        <p:spPr>
          <a:xfrm>
            <a:off x="3276600" y="6596065"/>
            <a:ext cx="5867400" cy="219291"/>
          </a:xfrm>
          <a:prstGeom prst="rect">
            <a:avLst/>
          </a:prstGeom>
          <a:noFill/>
        </p:spPr>
        <p:txBody>
          <a:bodyPr>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US" sz="825" b="1" i="0" u="none" strike="noStrike" kern="1200" cap="none" spc="0" normalizeH="0" baseline="0" noProof="0" dirty="0">
                <a:ln>
                  <a:noFill/>
                </a:ln>
                <a:solidFill>
                  <a:srgbClr val="101141"/>
                </a:solidFill>
                <a:effectLst/>
                <a:uLnTx/>
                <a:uFillTx/>
                <a:latin typeface="Arial"/>
                <a:ea typeface="+mn-ea"/>
                <a:cs typeface="Arial"/>
              </a:rPr>
              <a:t>BITS </a:t>
            </a:r>
            <a:r>
              <a:rPr kumimoji="0" lang="en-US" sz="825"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084388" y="6550027"/>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9"/>
            <a:ext cx="8229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Edit Master text styles</a:t>
            </a:r>
          </a:p>
        </p:txBody>
      </p:sp>
    </p:spTree>
    <p:extLst>
      <p:ext uri="{BB962C8B-B14F-4D97-AF65-F5344CB8AC3E}">
        <p14:creationId xmlns:p14="http://schemas.microsoft.com/office/powerpoint/2010/main" val="122781953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_Blank_one">
    <p:spTree>
      <p:nvGrpSpPr>
        <p:cNvPr id="1" name="Shape 56"/>
        <p:cNvGrpSpPr/>
        <p:nvPr/>
      </p:nvGrpSpPr>
      <p:grpSpPr>
        <a:xfrm>
          <a:off x="0" y="0"/>
          <a:ext cx="0" cy="0"/>
          <a:chOff x="0" y="0"/>
          <a:chExt cx="0" cy="0"/>
        </a:xfrm>
      </p:grpSpPr>
      <p:grpSp>
        <p:nvGrpSpPr>
          <p:cNvPr id="2" name="Google Shape;58;p106">
            <a:extLst>
              <a:ext uri="{FF2B5EF4-FFF2-40B4-BE49-F238E27FC236}">
                <a16:creationId xmlns:a16="http://schemas.microsoft.com/office/drawing/2014/main" id="{388B7AC2-9338-42ED-B0AC-AFF798FA35AB}"/>
              </a:ext>
            </a:extLst>
          </p:cNvPr>
          <p:cNvGrpSpPr>
            <a:grpSpLocks/>
          </p:cNvGrpSpPr>
          <p:nvPr/>
        </p:nvGrpSpPr>
        <p:grpSpPr bwMode="auto">
          <a:xfrm>
            <a:off x="1" y="2"/>
            <a:ext cx="7059613" cy="49213"/>
            <a:chOff x="0" y="0"/>
            <a:chExt cx="7060112" cy="48665"/>
          </a:xfrm>
        </p:grpSpPr>
        <p:sp>
          <p:nvSpPr>
            <p:cNvPr id="3" name="Google Shape;59;p106">
              <a:extLst>
                <a:ext uri="{FF2B5EF4-FFF2-40B4-BE49-F238E27FC236}">
                  <a16:creationId xmlns:a16="http://schemas.microsoft.com/office/drawing/2014/main" id="{2E2AE42B-B438-40E3-A12D-DECB0826EF1E}"/>
                </a:ext>
              </a:extLst>
            </p:cNvPr>
            <p:cNvSpPr>
              <a:spLocks noChangeArrowheads="1"/>
            </p:cNvSpPr>
            <p:nvPr/>
          </p:nvSpPr>
          <p:spPr bwMode="auto">
            <a:xfrm>
              <a:off x="4631065" y="6550871"/>
              <a:ext cx="2329027" cy="48664"/>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4" name="Google Shape;60;p106">
              <a:extLst>
                <a:ext uri="{FF2B5EF4-FFF2-40B4-BE49-F238E27FC236}">
                  <a16:creationId xmlns:a16="http://schemas.microsoft.com/office/drawing/2014/main" id="{CA611BA7-FBE6-4FDE-95B2-F4DBDD85F2C7}"/>
                </a:ext>
              </a:extLst>
            </p:cNvPr>
            <p:cNvSpPr>
              <a:spLocks noChangeArrowheads="1"/>
            </p:cNvSpPr>
            <p:nvPr/>
          </p:nvSpPr>
          <p:spPr bwMode="auto">
            <a:xfrm>
              <a:off x="6909288" y="6550871"/>
              <a:ext cx="2235358" cy="45524"/>
            </a:xfrm>
            <a:prstGeom prst="rect">
              <a:avLst/>
            </a:prstGeom>
            <a:solidFill>
              <a:srgbClr val="E31C24"/>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5" name="Google Shape;61;p106">
              <a:extLst>
                <a:ext uri="{FF2B5EF4-FFF2-40B4-BE49-F238E27FC236}">
                  <a16:creationId xmlns:a16="http://schemas.microsoft.com/office/drawing/2014/main" id="{C5730040-5703-4D01-B41E-68DEE797B669}"/>
                </a:ext>
              </a:extLst>
            </p:cNvPr>
            <p:cNvSpPr>
              <a:spLocks noChangeArrowheads="1"/>
            </p:cNvSpPr>
            <p:nvPr/>
          </p:nvSpPr>
          <p:spPr bwMode="auto">
            <a:xfrm>
              <a:off x="2084535" y="6550871"/>
              <a:ext cx="2581457" cy="48664"/>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pic>
        <p:nvPicPr>
          <p:cNvPr id="6" name="Google Shape;62;p106" descr="Picture 7.png">
            <a:extLst>
              <a:ext uri="{FF2B5EF4-FFF2-40B4-BE49-F238E27FC236}">
                <a16:creationId xmlns:a16="http://schemas.microsoft.com/office/drawing/2014/main" id="{7B6FCF6E-79D1-40AF-913E-45A83B4CDB7F}"/>
              </a:ext>
            </a:extLst>
          </p:cNvPr>
          <p:cNvPicPr preferRelativeResize="0">
            <a:picLocks noChangeAspect="1" noChangeArrowheads="1"/>
          </p:cNvPicPr>
          <p:nvPr/>
        </p:nvPicPr>
        <p:blipFill>
          <a:blip r:embed="rId2" cstate="print">
            <a:extLst>
              <a:ext uri="{28A0092B-C50C-407E-A947-70E740481C1C}">
                <a14:useLocalDpi xmlns:a14="http://schemas.microsoft.com/office/drawing/2010/main" val="0"/>
              </a:ext>
            </a:extLst>
          </a:blip>
          <a:srcRect l="1923" b="5334"/>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oogle Shape;63;p106">
            <a:extLst>
              <a:ext uri="{FF2B5EF4-FFF2-40B4-BE49-F238E27FC236}">
                <a16:creationId xmlns:a16="http://schemas.microsoft.com/office/drawing/2014/main" id="{C7582CFB-964D-4412-A074-E14A1A931162}"/>
              </a:ext>
            </a:extLst>
          </p:cNvPr>
          <p:cNvGrpSpPr>
            <a:grpSpLocks/>
          </p:cNvGrpSpPr>
          <p:nvPr/>
        </p:nvGrpSpPr>
        <p:grpSpPr bwMode="auto">
          <a:xfrm>
            <a:off x="0" y="0"/>
            <a:ext cx="7010400" cy="46038"/>
            <a:chOff x="0" y="0"/>
            <a:chExt cx="7010400" cy="45719"/>
          </a:xfrm>
        </p:grpSpPr>
        <p:sp>
          <p:nvSpPr>
            <p:cNvPr id="8" name="Google Shape;64;p106">
              <a:extLst>
                <a:ext uri="{FF2B5EF4-FFF2-40B4-BE49-F238E27FC236}">
                  <a16:creationId xmlns:a16="http://schemas.microsoft.com/office/drawing/2014/main" id="{25E78CE8-FE67-4F17-84C6-F00B05BB4D4C}"/>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9" name="Google Shape;65;p106">
              <a:extLst>
                <a:ext uri="{FF2B5EF4-FFF2-40B4-BE49-F238E27FC236}">
                  <a16:creationId xmlns:a16="http://schemas.microsoft.com/office/drawing/2014/main" id="{EDEAF392-8D63-4C70-89CE-1BF9B0B6ADE3}"/>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0" name="Google Shape;66;p106">
              <a:extLst>
                <a:ext uri="{FF2B5EF4-FFF2-40B4-BE49-F238E27FC236}">
                  <a16:creationId xmlns:a16="http://schemas.microsoft.com/office/drawing/2014/main" id="{1B76DF7F-CE0E-4786-B387-FD7F280597DC}"/>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grpSp>
        <p:nvGrpSpPr>
          <p:cNvPr id="11" name="Google Shape;67;p106">
            <a:extLst>
              <a:ext uri="{FF2B5EF4-FFF2-40B4-BE49-F238E27FC236}">
                <a16:creationId xmlns:a16="http://schemas.microsoft.com/office/drawing/2014/main" id="{F0D82B4B-C293-468C-9CC8-E37979E1F7E5}"/>
              </a:ext>
            </a:extLst>
          </p:cNvPr>
          <p:cNvGrpSpPr>
            <a:grpSpLocks/>
          </p:cNvGrpSpPr>
          <p:nvPr/>
        </p:nvGrpSpPr>
        <p:grpSpPr bwMode="auto">
          <a:xfrm>
            <a:off x="0" y="0"/>
            <a:ext cx="7010400" cy="46038"/>
            <a:chOff x="0" y="0"/>
            <a:chExt cx="7010400" cy="45719"/>
          </a:xfrm>
        </p:grpSpPr>
        <p:sp>
          <p:nvSpPr>
            <p:cNvPr id="12" name="Google Shape;68;p106">
              <a:extLst>
                <a:ext uri="{FF2B5EF4-FFF2-40B4-BE49-F238E27FC236}">
                  <a16:creationId xmlns:a16="http://schemas.microsoft.com/office/drawing/2014/main" id="{E314DE30-AC45-4CE5-A2D0-B61F39D63F93}"/>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3" name="Google Shape;69;p106">
              <a:extLst>
                <a:ext uri="{FF2B5EF4-FFF2-40B4-BE49-F238E27FC236}">
                  <a16:creationId xmlns:a16="http://schemas.microsoft.com/office/drawing/2014/main" id="{7C259459-26E1-4435-9DB8-4F8CB1CB1AB2}"/>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4" name="Google Shape;70;p106">
              <a:extLst>
                <a:ext uri="{FF2B5EF4-FFF2-40B4-BE49-F238E27FC236}">
                  <a16:creationId xmlns:a16="http://schemas.microsoft.com/office/drawing/2014/main" id="{83B36E22-03F2-4FF9-8495-AE8691BCDAD2}"/>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spTree>
    <p:extLst>
      <p:ext uri="{BB962C8B-B14F-4D97-AF65-F5344CB8AC3E}">
        <p14:creationId xmlns:p14="http://schemas.microsoft.com/office/powerpoint/2010/main" val="38312284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ection header" type="secHead" preserve="1">
  <p:cSld name="3_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867800"/>
            <a:ext cx="85206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r>
              <a:rPr lang="en-US"/>
              <a:t>Click to edit Master title style</a:t>
            </a:r>
            <a:endParaRPr/>
          </a:p>
        </p:txBody>
      </p:sp>
      <p:sp>
        <p:nvSpPr>
          <p:cNvPr id="15" name="Google Shape;15;p3"/>
          <p:cNvSpPr txBox="1">
            <a:spLocks noGrp="1"/>
          </p:cNvSpPr>
          <p:nvPr>
            <p:ph type="sldNum" idx="12"/>
          </p:nvPr>
        </p:nvSpPr>
        <p:spPr>
          <a:xfrm>
            <a:off x="8472458" y="6217623"/>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defTabSz="685800"/>
            <a:fld id="{00000000-1234-1234-1234-123412341234}" type="slidenum">
              <a:rPr lang="en" sz="1350" smtClean="0">
                <a:solidFill>
                  <a:prstClr val="black"/>
                </a:solidFill>
              </a:rPr>
              <a:pPr algn="r" defTabSz="685800"/>
              <a:t>‹#›</a:t>
            </a:fld>
            <a:endParaRPr lang="en" sz="1350">
              <a:solidFill>
                <a:prstClr val="black"/>
              </a:solidFill>
            </a:endParaRPr>
          </a:p>
        </p:txBody>
      </p:sp>
    </p:spTree>
    <p:extLst>
      <p:ext uri="{BB962C8B-B14F-4D97-AF65-F5344CB8AC3E}">
        <p14:creationId xmlns:p14="http://schemas.microsoft.com/office/powerpoint/2010/main" val="358420773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4" y="6639737"/>
            <a:ext cx="1706245" cy="182245"/>
          </a:xfrm>
          <a:prstGeom prst="rect">
            <a:avLst/>
          </a:prstGeom>
        </p:spPr>
        <p:txBody>
          <a:bodyPr lIns="0" tIns="0" rIns="0" bIns="0"/>
          <a:lstStyle>
            <a:lvl1pPr>
              <a:defRPr sz="825" b="0" i="0">
                <a:solidFill>
                  <a:srgbClr val="0F1141"/>
                </a:solidFill>
                <a:latin typeface="Arial MT"/>
                <a:cs typeface="Arial MT"/>
              </a:defRPr>
            </a:lvl1pPr>
          </a:lstStyle>
          <a:p>
            <a:pPr marL="9525" defTabSz="685800"/>
            <a:r>
              <a:rPr lang="en-IN" b="1">
                <a:latin typeface="Arial"/>
                <a:cs typeface="Arial"/>
              </a:rPr>
              <a:t>BITS</a:t>
            </a:r>
            <a:r>
              <a:rPr lang="en-IN" b="1" spc="-41">
                <a:latin typeface="Arial"/>
                <a:cs typeface="Arial"/>
              </a:rPr>
              <a:t> </a:t>
            </a:r>
            <a:r>
              <a:rPr lang="en-IN"/>
              <a:t>Pilani,</a:t>
            </a:r>
            <a:r>
              <a:rPr lang="en-IN" spc="-26"/>
              <a:t> </a:t>
            </a:r>
            <a:r>
              <a:rPr lang="en-IN"/>
              <a:t>Pilani</a:t>
            </a:r>
            <a:r>
              <a:rPr lang="en-IN" spc="-23"/>
              <a:t> </a:t>
            </a:r>
            <a:r>
              <a:rPr lang="en-IN" spc="-8"/>
              <a:t>Campus</a:t>
            </a:r>
            <a:endParaRPr lang="en-IN" spc="-8" dirty="0"/>
          </a:p>
        </p:txBody>
      </p:sp>
      <p:sp>
        <p:nvSpPr>
          <p:cNvPr id="8" name="Content Placeholder 2"/>
          <p:cNvSpPr>
            <a:spLocks noGrp="1"/>
          </p:cNvSpPr>
          <p:nvPr>
            <p:ph idx="10"/>
          </p:nvPr>
        </p:nvSpPr>
        <p:spPr>
          <a:xfrm>
            <a:off x="228600" y="1545224"/>
            <a:ext cx="8610600" cy="4525963"/>
          </a:xfrm>
          <a:prstGeom prst="rect">
            <a:avLst/>
          </a:prstGeom>
        </p:spPr>
        <p:txBody>
          <a:bodyPr>
            <a:normAutofit/>
          </a:bodyPr>
          <a:lstStyle>
            <a:lvl1pPr>
              <a:defRPr sz="1800">
                <a:latin typeface="Cambria" panose="02040503050406030204" pitchFamily="18" charset="0"/>
                <a:ea typeface="Cambria" panose="02040503050406030204" pitchFamily="18" charset="0"/>
              </a:defRPr>
            </a:lvl1pPr>
            <a:lvl2pPr>
              <a:defRPr sz="1800">
                <a:latin typeface="Cambria" panose="02040503050406030204" pitchFamily="18" charset="0"/>
                <a:ea typeface="Cambria" panose="02040503050406030204" pitchFamily="18" charset="0"/>
              </a:defRPr>
            </a:lvl2pPr>
            <a:lvl3pPr>
              <a:defRPr sz="1800">
                <a:latin typeface="Cambria" panose="02040503050406030204" pitchFamily="18" charset="0"/>
                <a:ea typeface="Cambria" panose="02040503050406030204" pitchFamily="18" charset="0"/>
              </a:defRPr>
            </a:lvl3pPr>
            <a:lvl4pPr>
              <a:defRPr sz="1800">
                <a:latin typeface="Cambria" panose="02040503050406030204" pitchFamily="18" charset="0"/>
                <a:ea typeface="Cambria" panose="02040503050406030204" pitchFamily="18" charset="0"/>
              </a:defRPr>
            </a:lvl4pPr>
            <a:lvl5pPr>
              <a:defRPr sz="1800">
                <a:latin typeface="Cambria" panose="02040503050406030204" pitchFamily="18" charset="0"/>
                <a:ea typeface="Cambria" panose="02040503050406030204" pitchFamily="18"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9" name="Title 1"/>
          <p:cNvSpPr>
            <a:spLocks noGrp="1"/>
          </p:cNvSpPr>
          <p:nvPr>
            <p:ph type="title"/>
          </p:nvPr>
        </p:nvSpPr>
        <p:spPr>
          <a:xfrm>
            <a:off x="228601" y="0"/>
            <a:ext cx="8160907" cy="1219200"/>
          </a:xfrm>
          <a:prstGeom prst="rect">
            <a:avLst/>
          </a:prstGeom>
        </p:spPr>
        <p:txBody>
          <a:bodyPr anchor="ctr"/>
          <a:lstStyle>
            <a:lvl1pPr algn="l">
              <a:defRPr sz="2700" b="0">
                <a:latin typeface="Cambria" panose="02040503050406030204" pitchFamily="18" charset="0"/>
                <a:ea typeface="Cambria" panose="02040503050406030204" pitchFamily="18" charset="0"/>
              </a:defRPr>
            </a:lvl1pPr>
          </a:lstStyle>
          <a:p>
            <a:r>
              <a:rPr lang="en-US"/>
              <a:t>Click to edit Master title style</a:t>
            </a:r>
            <a:endParaRPr lang="en-IN" dirty="0"/>
          </a:p>
        </p:txBody>
      </p:sp>
    </p:spTree>
    <p:extLst>
      <p:ext uri="{BB962C8B-B14F-4D97-AF65-F5344CB8AC3E}">
        <p14:creationId xmlns:p14="http://schemas.microsoft.com/office/powerpoint/2010/main" val="83799042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86_Title and Content">
    <p:spTree>
      <p:nvGrpSpPr>
        <p:cNvPr id="1" name=""/>
        <p:cNvGrpSpPr/>
        <p:nvPr/>
      </p:nvGrpSpPr>
      <p:grpSpPr>
        <a:xfrm>
          <a:off x="0" y="0"/>
          <a:ext cx="0" cy="0"/>
          <a:chOff x="0" y="0"/>
          <a:chExt cx="0" cy="0"/>
        </a:xfrm>
      </p:grpSpPr>
      <p:sp>
        <p:nvSpPr>
          <p:cNvPr id="4" name="TextBox 3"/>
          <p:cNvSpPr txBox="1"/>
          <p:nvPr/>
        </p:nvSpPr>
        <p:spPr>
          <a:xfrm>
            <a:off x="3276600" y="6596067"/>
            <a:ext cx="5867400" cy="187615"/>
          </a:xfrm>
          <a:prstGeom prst="rect">
            <a:avLst/>
          </a:prstGeom>
          <a:noFill/>
        </p:spPr>
        <p:txBody>
          <a:bodyPr>
            <a:spAutoFit/>
          </a:body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sz="619" b="1" i="0" u="none" strike="noStrike" kern="1200" cap="none" spc="0" normalizeH="0" baseline="0" noProof="0" dirty="0">
                <a:ln>
                  <a:noFill/>
                </a:ln>
                <a:solidFill>
                  <a:srgbClr val="101141"/>
                </a:solidFill>
                <a:effectLst/>
                <a:uLnTx/>
                <a:uFillTx/>
                <a:latin typeface="Arial"/>
                <a:ea typeface="+mn-ea"/>
                <a:cs typeface="Arial"/>
              </a:rPr>
              <a:t>BITS </a:t>
            </a:r>
            <a:r>
              <a:rPr kumimoji="0" lang="en-US" sz="619"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084388" y="6550029"/>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2"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41"/>
            <a:ext cx="8229600" cy="4525963"/>
          </a:xfr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025"/>
              </a:lnSpc>
              <a:spcBef>
                <a:spcPts val="0"/>
              </a:spcBef>
              <a:buNone/>
              <a:defRPr sz="2025" b="1" spc="-85" baseline="0">
                <a:latin typeface="Arial" pitchFamily="34" charset="0"/>
                <a:cs typeface="Arial" pitchFamily="34" charset="0"/>
              </a:defRPr>
            </a:lvl1pPr>
          </a:lstStyle>
          <a:p>
            <a:pPr lvl="0"/>
            <a:r>
              <a:rPr lang="en-US"/>
              <a:t>Edit Master text styles</a:t>
            </a:r>
          </a:p>
        </p:txBody>
      </p:sp>
    </p:spTree>
    <p:extLst>
      <p:ext uri="{BB962C8B-B14F-4D97-AF65-F5344CB8AC3E}">
        <p14:creationId xmlns:p14="http://schemas.microsoft.com/office/powerpoint/2010/main" val="143865969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3563108" y="2223656"/>
            <a:ext cx="2017786"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9144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8001000" cy="764364"/>
          </a:xfrm>
          <a:prstGeom prst="rect">
            <a:avLst/>
          </a:prstGeom>
        </p:spPr>
      </p:pic>
      <p:sp>
        <p:nvSpPr>
          <p:cNvPr id="2" name="Title 1"/>
          <p:cNvSpPr>
            <a:spLocks noGrp="1"/>
          </p:cNvSpPr>
          <p:nvPr>
            <p:ph type="title"/>
          </p:nvPr>
        </p:nvSpPr>
        <p:spPr>
          <a:xfrm>
            <a:off x="628650" y="160569"/>
            <a:ext cx="6991350" cy="764364"/>
          </a:xfr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643304" y="1600202"/>
            <a:ext cx="762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p:cNvSpPr>
            <a:spLocks noGrp="1"/>
          </p:cNvSpPr>
          <p:nvPr>
            <p:ph type="body" sz="quarter" idx="14"/>
          </p:nvPr>
        </p:nvSpPr>
        <p:spPr>
          <a:xfrm>
            <a:off x="246935" y="1143002"/>
            <a:ext cx="8397717" cy="395287"/>
          </a:xfrm>
        </p:spPr>
        <p:txBody>
          <a:bodyPr>
            <a:normAutofit/>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a:t>Edit Master text styles</a:t>
            </a:r>
          </a:p>
        </p:txBody>
      </p:sp>
    </p:spTree>
    <p:extLst>
      <p:ext uri="{BB962C8B-B14F-4D97-AF65-F5344CB8AC3E}">
        <p14:creationId xmlns:p14="http://schemas.microsoft.com/office/powerpoint/2010/main" val="32655124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395640" y="274680"/>
            <a:ext cx="6120360" cy="849960"/>
          </a:xfrm>
          <a:prstGeom prst="rect">
            <a:avLst/>
          </a:prstGeom>
        </p:spPr>
        <p:txBody>
          <a:bodyPr lIns="0" tIns="0" rIns="0" bIns="0" anchor="ctr"/>
          <a:lstStyle/>
          <a:p>
            <a:r>
              <a:rPr lang="en-US" sz="1050" b="0" strike="noStrike" spc="-1">
                <a:solidFill>
                  <a:srgbClr val="000000"/>
                </a:solidFill>
                <a:latin typeface="Arial"/>
              </a:rPr>
              <a:t>Click to edit Master title style</a:t>
            </a:r>
            <a:endParaRPr lang="en-IN" sz="1050" b="0" strike="noStrike" spc="-1">
              <a:solidFill>
                <a:srgbClr val="000000"/>
              </a:solidFill>
              <a:latin typeface="Arial"/>
            </a:endParaRPr>
          </a:p>
        </p:txBody>
      </p:sp>
      <p:sp>
        <p:nvSpPr>
          <p:cNvPr id="61" name="PlaceHolder 2"/>
          <p:cNvSpPr>
            <a:spLocks noGrp="1"/>
          </p:cNvSpPr>
          <p:nvPr>
            <p:ph type="body"/>
          </p:nvPr>
        </p:nvSpPr>
        <p:spPr>
          <a:xfrm>
            <a:off x="457200" y="1600200"/>
            <a:ext cx="8229240" cy="4525920"/>
          </a:xfrm>
          <a:prstGeom prst="rect">
            <a:avLst/>
          </a:prstGeom>
        </p:spPr>
        <p:txBody>
          <a:bodyPr lIns="0" tIns="0" rIns="0" bIns="0">
            <a:normAutofit/>
          </a:bodyPr>
          <a:lstStyle/>
          <a:p>
            <a:pPr lvl="0"/>
            <a:r>
              <a:rPr lang="en-US" sz="1050" b="0" strike="noStrike" spc="-1">
                <a:solidFill>
                  <a:srgbClr val="000000"/>
                </a:solidFill>
                <a:latin typeface="Arial"/>
              </a:rPr>
              <a:t>Edit Master text styles</a:t>
            </a:r>
          </a:p>
        </p:txBody>
      </p:sp>
    </p:spTree>
    <p:extLst>
      <p:ext uri="{BB962C8B-B14F-4D97-AF65-F5344CB8AC3E}">
        <p14:creationId xmlns:p14="http://schemas.microsoft.com/office/powerpoint/2010/main" val="1558615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theme" Target="../theme/theme2.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0" y="6172200"/>
            <a:ext cx="1219200" cy="304800"/>
          </a:xfrm>
          <a:prstGeom prst="rect">
            <a:avLst/>
          </a:prstGeom>
        </p:spPr>
        <p:txBody>
          <a:bodyPr vert="horz" lIns="91440" tIns="45720" rIns="91440" bIns="45720" rtlCol="0" anchor="ctr"/>
          <a:lstStyle>
            <a:lvl1pPr algn="l">
              <a:defRPr sz="1200">
                <a:solidFill>
                  <a:schemeClr val="tx1"/>
                </a:solidFill>
              </a:defRPr>
            </a:lvl1pPr>
          </a:lstStyle>
          <a:p>
            <a:pPr>
              <a:defRPr/>
            </a:pPr>
            <a:fld id="{169CF039-14E9-4D0E-9662-C764433E1C63}" type="datetimeFigureOut">
              <a:rPr lang="en-US" smtClean="0"/>
              <a:pPr>
                <a:defRPr/>
              </a:pPr>
              <a:t>8/8/2026</a:t>
            </a:fld>
            <a:endParaRPr lang="en-US"/>
          </a:p>
        </p:txBody>
      </p:sp>
      <p:sp>
        <p:nvSpPr>
          <p:cNvPr id="5" name="Footer Placeholder 4"/>
          <p:cNvSpPr>
            <a:spLocks noGrp="1"/>
          </p:cNvSpPr>
          <p:nvPr>
            <p:ph type="ftr" sz="quarter" idx="3"/>
          </p:nvPr>
        </p:nvSpPr>
        <p:spPr>
          <a:xfrm>
            <a:off x="990600" y="6553200"/>
            <a:ext cx="2895600" cy="228600"/>
          </a:xfrm>
          <a:prstGeom prst="rect">
            <a:avLst/>
          </a:prstGeom>
        </p:spPr>
        <p:txBody>
          <a:bodyPr vert="horz" lIns="91440" tIns="45720" rIns="91440" bIns="45720" rtlCol="0" anchor="ctr"/>
          <a:lstStyle>
            <a:lvl1pPr algn="ctr">
              <a:defRPr sz="1200">
                <a:solidFill>
                  <a:schemeClr val="tx1"/>
                </a:solidFill>
              </a:defRPr>
            </a:lvl1pPr>
          </a:lstStyle>
          <a:p>
            <a:pPr>
              <a:defRPr/>
            </a:pPr>
            <a:endParaRPr lang="en-US"/>
          </a:p>
        </p:txBody>
      </p:sp>
      <p:sp>
        <p:nvSpPr>
          <p:cNvPr id="6" name="Slide Number Placeholder 5"/>
          <p:cNvSpPr>
            <a:spLocks noGrp="1"/>
          </p:cNvSpPr>
          <p:nvPr>
            <p:ph type="sldNum" sz="quarter" idx="4"/>
          </p:nvPr>
        </p:nvSpPr>
        <p:spPr>
          <a:xfrm>
            <a:off x="0" y="6492875"/>
            <a:ext cx="914400" cy="365125"/>
          </a:xfrm>
          <a:prstGeom prst="rect">
            <a:avLst/>
          </a:prstGeom>
        </p:spPr>
        <p:txBody>
          <a:bodyPr vert="horz" lIns="91440" tIns="45720" rIns="91440" bIns="45720" rtlCol="0" anchor="ctr"/>
          <a:lstStyle>
            <a:lvl1pPr algn="r">
              <a:defRPr sz="1200">
                <a:solidFill>
                  <a:schemeClr val="tx1"/>
                </a:solidFill>
              </a:defRPr>
            </a:lvl1pPr>
          </a:lstStyle>
          <a:p>
            <a:fld id="{65A81A0D-4507-432C-ADFD-66D1EF0C23E1}" type="slidenum">
              <a:rPr lang="en-US" altLang="en-US" smtClean="0"/>
              <a:pPr/>
              <a:t>‹#›</a:t>
            </a:fld>
            <a:endParaRPr lang="en-US" altLang="en-US"/>
          </a:p>
        </p:txBody>
      </p:sp>
    </p:spTree>
    <p:extLst>
      <p:ext uri="{BB962C8B-B14F-4D97-AF65-F5344CB8AC3E}">
        <p14:creationId xmlns:p14="http://schemas.microsoft.com/office/powerpoint/2010/main" val="187611443"/>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 id="2147483784" r:id="rId12"/>
    <p:sldLayoutId id="2147483785" r:id="rId13"/>
    <p:sldLayoutId id="2147483786" r:id="rId14"/>
    <p:sldLayoutId id="2147483787" r:id="rId15"/>
    <p:sldLayoutId id="2147483788" r:id="rId16"/>
    <p:sldLayoutId id="2147483756" r:id="rId17"/>
    <p:sldLayoutId id="2147483768" r:id="rId18"/>
    <p:sldLayoutId id="2147483769" r:id="rId19"/>
    <p:sldLayoutId id="2147483770" r:id="rId20"/>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98052645"/>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6.png"/><Relationship Id="rId12" Type="http://schemas.openxmlformats.org/officeDocument/2006/relationships/customXml" Target="../ink/ink6.xml"/><Relationship Id="rId2" Type="http://schemas.openxmlformats.org/officeDocument/2006/relationships/customXml" Target="../ink/ink1.xml"/><Relationship Id="rId1" Type="http://schemas.openxmlformats.org/officeDocument/2006/relationships/slideLayout" Target="../slideLayouts/slideLayout16.xml"/><Relationship Id="rId6" Type="http://schemas.openxmlformats.org/officeDocument/2006/relationships/customXml" Target="../ink/ink3.xml"/><Relationship Id="rId11" Type="http://schemas.openxmlformats.org/officeDocument/2006/relationships/image" Target="../media/image18.png"/><Relationship Id="rId5" Type="http://schemas.openxmlformats.org/officeDocument/2006/relationships/image" Target="../media/image15.png"/><Relationship Id="rId15" Type="http://schemas.openxmlformats.org/officeDocument/2006/relationships/image" Target="../media/image20.png"/><Relationship Id="rId10" Type="http://schemas.openxmlformats.org/officeDocument/2006/relationships/customXml" Target="../ink/ink5.xml"/><Relationship Id="rId4" Type="http://schemas.openxmlformats.org/officeDocument/2006/relationships/customXml" Target="../ink/ink2.xml"/><Relationship Id="rId9" Type="http://schemas.openxmlformats.org/officeDocument/2006/relationships/image" Target="../media/image17.png"/><Relationship Id="rId14" Type="http://schemas.openxmlformats.org/officeDocument/2006/relationships/customXml" Target="../ink/ink7.xml"/></Relationships>
</file>

<file path=ppt/slides/_rels/slide6.xml.rels><?xml version="1.0" encoding="UTF-8" standalone="yes"?>
<Relationships xmlns="http://schemas.openxmlformats.org/package/2006/relationships"><Relationship Id="rId13" Type="http://schemas.openxmlformats.org/officeDocument/2006/relationships/image" Target="../media/image26.png"/><Relationship Id="rId18" Type="http://schemas.openxmlformats.org/officeDocument/2006/relationships/customXml" Target="../ink/ink16.xml"/><Relationship Id="rId26" Type="http://schemas.openxmlformats.org/officeDocument/2006/relationships/customXml" Target="../ink/ink20.xml"/><Relationship Id="rId39" Type="http://schemas.openxmlformats.org/officeDocument/2006/relationships/image" Target="../media/image39.png"/><Relationship Id="rId21" Type="http://schemas.openxmlformats.org/officeDocument/2006/relationships/image" Target="../media/image30.png"/><Relationship Id="rId34" Type="http://schemas.openxmlformats.org/officeDocument/2006/relationships/customXml" Target="../ink/ink24.xml"/><Relationship Id="rId42" Type="http://schemas.openxmlformats.org/officeDocument/2006/relationships/customXml" Target="../ink/ink28.xml"/><Relationship Id="rId47" Type="http://schemas.openxmlformats.org/officeDocument/2006/relationships/image" Target="../media/image43.png"/><Relationship Id="rId7" Type="http://schemas.openxmlformats.org/officeDocument/2006/relationships/image" Target="../media/image23.png"/><Relationship Id="rId2" Type="http://schemas.openxmlformats.org/officeDocument/2006/relationships/customXml" Target="../ink/ink8.xml"/><Relationship Id="rId16" Type="http://schemas.openxmlformats.org/officeDocument/2006/relationships/customXml" Target="../ink/ink15.xml"/><Relationship Id="rId29" Type="http://schemas.openxmlformats.org/officeDocument/2006/relationships/image" Target="../media/image34.png"/><Relationship Id="rId11" Type="http://schemas.openxmlformats.org/officeDocument/2006/relationships/image" Target="../media/image25.png"/><Relationship Id="rId24" Type="http://schemas.openxmlformats.org/officeDocument/2006/relationships/customXml" Target="../ink/ink19.xml"/><Relationship Id="rId32" Type="http://schemas.openxmlformats.org/officeDocument/2006/relationships/customXml" Target="../ink/ink23.xml"/><Relationship Id="rId37" Type="http://schemas.openxmlformats.org/officeDocument/2006/relationships/image" Target="../media/image38.png"/><Relationship Id="rId40" Type="http://schemas.openxmlformats.org/officeDocument/2006/relationships/customXml" Target="../ink/ink27.xml"/><Relationship Id="rId45" Type="http://schemas.openxmlformats.org/officeDocument/2006/relationships/image" Target="../media/image42.png"/><Relationship Id="rId5" Type="http://schemas.openxmlformats.org/officeDocument/2006/relationships/image" Target="../media/image22.png"/><Relationship Id="rId15" Type="http://schemas.openxmlformats.org/officeDocument/2006/relationships/image" Target="../media/image27.png"/><Relationship Id="rId23" Type="http://schemas.openxmlformats.org/officeDocument/2006/relationships/image" Target="../media/image31.png"/><Relationship Id="rId28" Type="http://schemas.openxmlformats.org/officeDocument/2006/relationships/customXml" Target="../ink/ink21.xml"/><Relationship Id="rId36" Type="http://schemas.openxmlformats.org/officeDocument/2006/relationships/customXml" Target="../ink/ink25.xml"/><Relationship Id="rId49" Type="http://schemas.openxmlformats.org/officeDocument/2006/relationships/image" Target="../media/image44.png"/><Relationship Id="rId10" Type="http://schemas.openxmlformats.org/officeDocument/2006/relationships/customXml" Target="../ink/ink12.xml"/><Relationship Id="rId19" Type="http://schemas.openxmlformats.org/officeDocument/2006/relationships/image" Target="../media/image29.png"/><Relationship Id="rId31" Type="http://schemas.openxmlformats.org/officeDocument/2006/relationships/image" Target="../media/image35.png"/><Relationship Id="rId44" Type="http://schemas.openxmlformats.org/officeDocument/2006/relationships/customXml" Target="../ink/ink29.xml"/><Relationship Id="rId4" Type="http://schemas.openxmlformats.org/officeDocument/2006/relationships/customXml" Target="../ink/ink9.xml"/><Relationship Id="rId9" Type="http://schemas.openxmlformats.org/officeDocument/2006/relationships/image" Target="../media/image24.png"/><Relationship Id="rId14" Type="http://schemas.openxmlformats.org/officeDocument/2006/relationships/customXml" Target="../ink/ink14.xml"/><Relationship Id="rId22" Type="http://schemas.openxmlformats.org/officeDocument/2006/relationships/customXml" Target="../ink/ink18.xml"/><Relationship Id="rId27" Type="http://schemas.openxmlformats.org/officeDocument/2006/relationships/image" Target="../media/image33.png"/><Relationship Id="rId30" Type="http://schemas.openxmlformats.org/officeDocument/2006/relationships/customXml" Target="../ink/ink22.xml"/><Relationship Id="rId35" Type="http://schemas.openxmlformats.org/officeDocument/2006/relationships/image" Target="../media/image37.png"/><Relationship Id="rId43" Type="http://schemas.openxmlformats.org/officeDocument/2006/relationships/image" Target="../media/image41.png"/><Relationship Id="rId48" Type="http://schemas.openxmlformats.org/officeDocument/2006/relationships/customXml" Target="../ink/ink31.xml"/><Relationship Id="rId8" Type="http://schemas.openxmlformats.org/officeDocument/2006/relationships/customXml" Target="../ink/ink11.xml"/><Relationship Id="rId3" Type="http://schemas.openxmlformats.org/officeDocument/2006/relationships/image" Target="../media/image21.png"/><Relationship Id="rId12" Type="http://schemas.openxmlformats.org/officeDocument/2006/relationships/customXml" Target="../ink/ink13.xml"/><Relationship Id="rId17" Type="http://schemas.openxmlformats.org/officeDocument/2006/relationships/image" Target="../media/image28.png"/><Relationship Id="rId25" Type="http://schemas.openxmlformats.org/officeDocument/2006/relationships/image" Target="../media/image32.png"/><Relationship Id="rId33" Type="http://schemas.openxmlformats.org/officeDocument/2006/relationships/image" Target="../media/image36.png"/><Relationship Id="rId38" Type="http://schemas.openxmlformats.org/officeDocument/2006/relationships/customXml" Target="../ink/ink26.xml"/><Relationship Id="rId46" Type="http://schemas.openxmlformats.org/officeDocument/2006/relationships/customXml" Target="../ink/ink30.xml"/><Relationship Id="rId20" Type="http://schemas.openxmlformats.org/officeDocument/2006/relationships/customXml" Target="../ink/ink17.xml"/><Relationship Id="rId41" Type="http://schemas.openxmlformats.org/officeDocument/2006/relationships/image" Target="../media/image40.png"/><Relationship Id="rId1" Type="http://schemas.openxmlformats.org/officeDocument/2006/relationships/slideLayout" Target="../slideLayouts/slideLayout16.xml"/><Relationship Id="rId6" Type="http://schemas.openxmlformats.org/officeDocument/2006/relationships/customXml" Target="../ink/ink10.xml"/></Relationships>
</file>

<file path=ppt/slides/_rels/slide7.xml.rels><?xml version="1.0" encoding="UTF-8" standalone="yes"?>
<Relationships xmlns="http://schemas.openxmlformats.org/package/2006/relationships"><Relationship Id="rId13" Type="http://schemas.openxmlformats.org/officeDocument/2006/relationships/customXml" Target="../ink/ink36.xml"/><Relationship Id="rId18" Type="http://schemas.openxmlformats.org/officeDocument/2006/relationships/image" Target="../media/image54.png"/><Relationship Id="rId26" Type="http://schemas.openxmlformats.org/officeDocument/2006/relationships/image" Target="../media/image58.png"/><Relationship Id="rId39" Type="http://schemas.openxmlformats.org/officeDocument/2006/relationships/customXml" Target="../ink/ink49.xml"/><Relationship Id="rId21" Type="http://schemas.openxmlformats.org/officeDocument/2006/relationships/customXml" Target="../ink/ink40.xml"/><Relationship Id="rId34" Type="http://schemas.openxmlformats.org/officeDocument/2006/relationships/image" Target="../media/image62.png"/><Relationship Id="rId42" Type="http://schemas.openxmlformats.org/officeDocument/2006/relationships/image" Target="../media/image66.png"/><Relationship Id="rId47" Type="http://schemas.openxmlformats.org/officeDocument/2006/relationships/customXml" Target="../ink/ink53.xml"/><Relationship Id="rId50" Type="http://schemas.openxmlformats.org/officeDocument/2006/relationships/image" Target="../media/image70.png"/><Relationship Id="rId7" Type="http://schemas.openxmlformats.org/officeDocument/2006/relationships/customXml" Target="../ink/ink33.xml"/><Relationship Id="rId2" Type="http://schemas.openxmlformats.org/officeDocument/2006/relationships/image" Target="../media/image45.png"/><Relationship Id="rId16" Type="http://schemas.openxmlformats.org/officeDocument/2006/relationships/image" Target="../media/image53.png"/><Relationship Id="rId29" Type="http://schemas.openxmlformats.org/officeDocument/2006/relationships/customXml" Target="../ink/ink44.xml"/><Relationship Id="rId11" Type="http://schemas.openxmlformats.org/officeDocument/2006/relationships/customXml" Target="../ink/ink35.xml"/><Relationship Id="rId24" Type="http://schemas.openxmlformats.org/officeDocument/2006/relationships/image" Target="../media/image57.png"/><Relationship Id="rId32" Type="http://schemas.openxmlformats.org/officeDocument/2006/relationships/image" Target="../media/image61.png"/><Relationship Id="rId37" Type="http://schemas.openxmlformats.org/officeDocument/2006/relationships/customXml" Target="../ink/ink48.xml"/><Relationship Id="rId40" Type="http://schemas.openxmlformats.org/officeDocument/2006/relationships/image" Target="../media/image65.png"/><Relationship Id="rId45" Type="http://schemas.openxmlformats.org/officeDocument/2006/relationships/customXml" Target="../ink/ink52.xml"/><Relationship Id="rId53" Type="http://schemas.openxmlformats.org/officeDocument/2006/relationships/customXml" Target="../ink/ink56.xml"/><Relationship Id="rId5" Type="http://schemas.openxmlformats.org/officeDocument/2006/relationships/customXml" Target="../ink/ink32.xml"/><Relationship Id="rId10" Type="http://schemas.openxmlformats.org/officeDocument/2006/relationships/image" Target="../media/image50.png"/><Relationship Id="rId19" Type="http://schemas.openxmlformats.org/officeDocument/2006/relationships/customXml" Target="../ink/ink39.xml"/><Relationship Id="rId31" Type="http://schemas.openxmlformats.org/officeDocument/2006/relationships/customXml" Target="../ink/ink45.xml"/><Relationship Id="rId44" Type="http://schemas.openxmlformats.org/officeDocument/2006/relationships/image" Target="../media/image67.png"/><Relationship Id="rId52" Type="http://schemas.openxmlformats.org/officeDocument/2006/relationships/image" Target="../media/image71.png"/><Relationship Id="rId4" Type="http://schemas.openxmlformats.org/officeDocument/2006/relationships/image" Target="../media/image47.png"/><Relationship Id="rId9" Type="http://schemas.openxmlformats.org/officeDocument/2006/relationships/customXml" Target="../ink/ink34.xml"/><Relationship Id="rId14" Type="http://schemas.openxmlformats.org/officeDocument/2006/relationships/image" Target="../media/image52.png"/><Relationship Id="rId22" Type="http://schemas.openxmlformats.org/officeDocument/2006/relationships/image" Target="../media/image56.png"/><Relationship Id="rId27" Type="http://schemas.openxmlformats.org/officeDocument/2006/relationships/customXml" Target="../ink/ink43.xml"/><Relationship Id="rId30" Type="http://schemas.openxmlformats.org/officeDocument/2006/relationships/image" Target="../media/image60.png"/><Relationship Id="rId35" Type="http://schemas.openxmlformats.org/officeDocument/2006/relationships/customXml" Target="../ink/ink47.xml"/><Relationship Id="rId43" Type="http://schemas.openxmlformats.org/officeDocument/2006/relationships/customXml" Target="../ink/ink51.xml"/><Relationship Id="rId48" Type="http://schemas.openxmlformats.org/officeDocument/2006/relationships/image" Target="../media/image69.png"/><Relationship Id="rId8" Type="http://schemas.openxmlformats.org/officeDocument/2006/relationships/image" Target="../media/image49.png"/><Relationship Id="rId51" Type="http://schemas.openxmlformats.org/officeDocument/2006/relationships/customXml" Target="../ink/ink55.xml"/><Relationship Id="rId3" Type="http://schemas.openxmlformats.org/officeDocument/2006/relationships/image" Target="../media/image46.png"/><Relationship Id="rId12" Type="http://schemas.openxmlformats.org/officeDocument/2006/relationships/image" Target="../media/image51.png"/><Relationship Id="rId17" Type="http://schemas.openxmlformats.org/officeDocument/2006/relationships/customXml" Target="../ink/ink38.xml"/><Relationship Id="rId25" Type="http://schemas.openxmlformats.org/officeDocument/2006/relationships/customXml" Target="../ink/ink42.xml"/><Relationship Id="rId33" Type="http://schemas.openxmlformats.org/officeDocument/2006/relationships/customXml" Target="../ink/ink46.xml"/><Relationship Id="rId38" Type="http://schemas.openxmlformats.org/officeDocument/2006/relationships/image" Target="../media/image64.png"/><Relationship Id="rId46" Type="http://schemas.openxmlformats.org/officeDocument/2006/relationships/image" Target="../media/image68.png"/><Relationship Id="rId20" Type="http://schemas.openxmlformats.org/officeDocument/2006/relationships/image" Target="../media/image55.png"/><Relationship Id="rId41" Type="http://schemas.openxmlformats.org/officeDocument/2006/relationships/customXml" Target="../ink/ink50.xml"/><Relationship Id="rId54" Type="http://schemas.openxmlformats.org/officeDocument/2006/relationships/image" Target="../media/image72.png"/><Relationship Id="rId1" Type="http://schemas.openxmlformats.org/officeDocument/2006/relationships/slideLayout" Target="../slideLayouts/slideLayout16.xml"/><Relationship Id="rId6" Type="http://schemas.openxmlformats.org/officeDocument/2006/relationships/image" Target="../media/image48.png"/><Relationship Id="rId15" Type="http://schemas.openxmlformats.org/officeDocument/2006/relationships/customXml" Target="../ink/ink37.xml"/><Relationship Id="rId23" Type="http://schemas.openxmlformats.org/officeDocument/2006/relationships/customXml" Target="../ink/ink41.xml"/><Relationship Id="rId28" Type="http://schemas.openxmlformats.org/officeDocument/2006/relationships/image" Target="../media/image59.png"/><Relationship Id="rId36" Type="http://schemas.openxmlformats.org/officeDocument/2006/relationships/image" Target="../media/image63.png"/><Relationship Id="rId49" Type="http://schemas.openxmlformats.org/officeDocument/2006/relationships/customXml" Target="../ink/ink54.xml"/></Relationships>
</file>

<file path=ppt/slides/_rels/slide8.xml.rels><?xml version="1.0" encoding="UTF-8" standalone="yes"?>
<Relationships xmlns="http://schemas.openxmlformats.org/package/2006/relationships"><Relationship Id="rId8" Type="http://schemas.openxmlformats.org/officeDocument/2006/relationships/customXml" Target="../ink/ink59.xml"/><Relationship Id="rId13" Type="http://schemas.openxmlformats.org/officeDocument/2006/relationships/customXml" Target="../ink/ink62.xml"/><Relationship Id="rId18" Type="http://schemas.openxmlformats.org/officeDocument/2006/relationships/image" Target="../media/image80.png"/><Relationship Id="rId3" Type="http://schemas.openxmlformats.org/officeDocument/2006/relationships/image" Target="../media/image46.png"/><Relationship Id="rId7" Type="http://schemas.openxmlformats.org/officeDocument/2006/relationships/image" Target="../media/image75.png"/><Relationship Id="rId12" Type="http://schemas.openxmlformats.org/officeDocument/2006/relationships/image" Target="../media/image77.png"/><Relationship Id="rId17" Type="http://schemas.openxmlformats.org/officeDocument/2006/relationships/customXml" Target="../ink/ink64.xml"/><Relationship Id="rId2" Type="http://schemas.openxmlformats.org/officeDocument/2006/relationships/image" Target="../media/image73.png"/><Relationship Id="rId16" Type="http://schemas.openxmlformats.org/officeDocument/2006/relationships/image" Target="../media/image79.png"/><Relationship Id="rId20" Type="http://schemas.openxmlformats.org/officeDocument/2006/relationships/image" Target="../media/image81.png"/><Relationship Id="rId1" Type="http://schemas.openxmlformats.org/officeDocument/2006/relationships/slideLayout" Target="../slideLayouts/slideLayout16.xml"/><Relationship Id="rId6" Type="http://schemas.openxmlformats.org/officeDocument/2006/relationships/customXml" Target="../ink/ink58.xml"/><Relationship Id="rId11" Type="http://schemas.openxmlformats.org/officeDocument/2006/relationships/customXml" Target="../ink/ink61.xml"/><Relationship Id="rId5" Type="http://schemas.openxmlformats.org/officeDocument/2006/relationships/image" Target="../media/image74.png"/><Relationship Id="rId15" Type="http://schemas.openxmlformats.org/officeDocument/2006/relationships/customXml" Target="../ink/ink63.xml"/><Relationship Id="rId10" Type="http://schemas.openxmlformats.org/officeDocument/2006/relationships/customXml" Target="../ink/ink60.xml"/><Relationship Id="rId19" Type="http://schemas.openxmlformats.org/officeDocument/2006/relationships/customXml" Target="../ink/ink65.xml"/><Relationship Id="rId4" Type="http://schemas.openxmlformats.org/officeDocument/2006/relationships/customXml" Target="../ink/ink57.xml"/><Relationship Id="rId9" Type="http://schemas.openxmlformats.org/officeDocument/2006/relationships/image" Target="../media/image76.png"/><Relationship Id="rId14" Type="http://schemas.openxmlformats.org/officeDocument/2006/relationships/image" Target="../media/image78.png"/></Relationships>
</file>

<file path=ppt/slides/_rels/slide9.xml.rels><?xml version="1.0" encoding="UTF-8" standalone="yes"?>
<Relationships xmlns="http://schemas.openxmlformats.org/package/2006/relationships"><Relationship Id="rId26" Type="http://schemas.openxmlformats.org/officeDocument/2006/relationships/image" Target="../media/image94.png"/><Relationship Id="rId21" Type="http://schemas.openxmlformats.org/officeDocument/2006/relationships/customXml" Target="../ink/ink75.xml"/><Relationship Id="rId42" Type="http://schemas.openxmlformats.org/officeDocument/2006/relationships/image" Target="../media/image102.png"/><Relationship Id="rId47" Type="http://schemas.openxmlformats.org/officeDocument/2006/relationships/customXml" Target="../ink/ink88.xml"/><Relationship Id="rId63" Type="http://schemas.openxmlformats.org/officeDocument/2006/relationships/customXml" Target="../ink/ink96.xml"/><Relationship Id="rId68" Type="http://schemas.openxmlformats.org/officeDocument/2006/relationships/image" Target="../media/image115.png"/><Relationship Id="rId84" Type="http://schemas.openxmlformats.org/officeDocument/2006/relationships/image" Target="../media/image123.png"/><Relationship Id="rId89" Type="http://schemas.openxmlformats.org/officeDocument/2006/relationships/customXml" Target="../ink/ink109.xml"/><Relationship Id="rId16" Type="http://schemas.openxmlformats.org/officeDocument/2006/relationships/image" Target="../media/image89.png"/><Relationship Id="rId107" Type="http://schemas.openxmlformats.org/officeDocument/2006/relationships/customXml" Target="../ink/ink118.xml"/><Relationship Id="rId11" Type="http://schemas.openxmlformats.org/officeDocument/2006/relationships/customXml" Target="../ink/ink70.xml"/><Relationship Id="rId32" Type="http://schemas.openxmlformats.org/officeDocument/2006/relationships/image" Target="../media/image97.png"/><Relationship Id="rId37" Type="http://schemas.openxmlformats.org/officeDocument/2006/relationships/customXml" Target="../ink/ink83.xml"/><Relationship Id="rId53" Type="http://schemas.openxmlformats.org/officeDocument/2006/relationships/customXml" Target="../ink/ink91.xml"/><Relationship Id="rId58" Type="http://schemas.openxmlformats.org/officeDocument/2006/relationships/image" Target="../media/image110.png"/><Relationship Id="rId74" Type="http://schemas.openxmlformats.org/officeDocument/2006/relationships/image" Target="../media/image118.png"/><Relationship Id="rId79" Type="http://schemas.openxmlformats.org/officeDocument/2006/relationships/customXml" Target="../ink/ink104.xml"/><Relationship Id="rId102" Type="http://schemas.openxmlformats.org/officeDocument/2006/relationships/image" Target="../media/image132.png"/><Relationship Id="rId5" Type="http://schemas.openxmlformats.org/officeDocument/2006/relationships/customXml" Target="../ink/ink67.xml"/><Relationship Id="rId90" Type="http://schemas.openxmlformats.org/officeDocument/2006/relationships/image" Target="../media/image126.png"/><Relationship Id="rId95" Type="http://schemas.openxmlformats.org/officeDocument/2006/relationships/customXml" Target="../ink/ink112.xml"/><Relationship Id="rId22" Type="http://schemas.openxmlformats.org/officeDocument/2006/relationships/image" Target="../media/image92.png"/><Relationship Id="rId27" Type="http://schemas.openxmlformats.org/officeDocument/2006/relationships/customXml" Target="../ink/ink78.xml"/><Relationship Id="rId43" Type="http://schemas.openxmlformats.org/officeDocument/2006/relationships/customXml" Target="../ink/ink86.xml"/><Relationship Id="rId48" Type="http://schemas.openxmlformats.org/officeDocument/2006/relationships/image" Target="../media/image105.png"/><Relationship Id="rId64" Type="http://schemas.openxmlformats.org/officeDocument/2006/relationships/image" Target="../media/image113.png"/><Relationship Id="rId69" Type="http://schemas.openxmlformats.org/officeDocument/2006/relationships/customXml" Target="../ink/ink99.xml"/><Relationship Id="rId80" Type="http://schemas.openxmlformats.org/officeDocument/2006/relationships/image" Target="../media/image121.png"/><Relationship Id="rId85" Type="http://schemas.openxmlformats.org/officeDocument/2006/relationships/customXml" Target="../ink/ink107.xml"/><Relationship Id="rId12" Type="http://schemas.openxmlformats.org/officeDocument/2006/relationships/image" Target="../media/image87.png"/><Relationship Id="rId17" Type="http://schemas.openxmlformats.org/officeDocument/2006/relationships/customXml" Target="../ink/ink73.xml"/><Relationship Id="rId33" Type="http://schemas.openxmlformats.org/officeDocument/2006/relationships/customXml" Target="../ink/ink81.xml"/><Relationship Id="rId38" Type="http://schemas.openxmlformats.org/officeDocument/2006/relationships/image" Target="../media/image100.png"/><Relationship Id="rId59" Type="http://schemas.openxmlformats.org/officeDocument/2006/relationships/customXml" Target="../ink/ink94.xml"/><Relationship Id="rId103" Type="http://schemas.openxmlformats.org/officeDocument/2006/relationships/customXml" Target="../ink/ink116.xml"/><Relationship Id="rId108" Type="http://schemas.openxmlformats.org/officeDocument/2006/relationships/image" Target="../media/image135.png"/><Relationship Id="rId20" Type="http://schemas.openxmlformats.org/officeDocument/2006/relationships/image" Target="../media/image91.png"/><Relationship Id="rId41" Type="http://schemas.openxmlformats.org/officeDocument/2006/relationships/customXml" Target="../ink/ink85.xml"/><Relationship Id="rId54" Type="http://schemas.openxmlformats.org/officeDocument/2006/relationships/image" Target="../media/image108.png"/><Relationship Id="rId62" Type="http://schemas.openxmlformats.org/officeDocument/2006/relationships/image" Target="../media/image112.png"/><Relationship Id="rId70" Type="http://schemas.openxmlformats.org/officeDocument/2006/relationships/image" Target="../media/image116.png"/><Relationship Id="rId75" Type="http://schemas.openxmlformats.org/officeDocument/2006/relationships/customXml" Target="../ink/ink102.xml"/><Relationship Id="rId83" Type="http://schemas.openxmlformats.org/officeDocument/2006/relationships/customXml" Target="../ink/ink106.xml"/><Relationship Id="rId88" Type="http://schemas.openxmlformats.org/officeDocument/2006/relationships/image" Target="../media/image125.png"/><Relationship Id="rId91" Type="http://schemas.openxmlformats.org/officeDocument/2006/relationships/customXml" Target="../ink/ink110.xml"/><Relationship Id="rId96" Type="http://schemas.openxmlformats.org/officeDocument/2006/relationships/image" Target="../media/image129.png"/><Relationship Id="rId1" Type="http://schemas.openxmlformats.org/officeDocument/2006/relationships/slideLayout" Target="../slideLayouts/slideLayout16.xml"/><Relationship Id="rId6" Type="http://schemas.openxmlformats.org/officeDocument/2006/relationships/image" Target="../media/image84.png"/><Relationship Id="rId15" Type="http://schemas.openxmlformats.org/officeDocument/2006/relationships/customXml" Target="../ink/ink72.xml"/><Relationship Id="rId23" Type="http://schemas.openxmlformats.org/officeDocument/2006/relationships/customXml" Target="../ink/ink76.xml"/><Relationship Id="rId28" Type="http://schemas.openxmlformats.org/officeDocument/2006/relationships/image" Target="../media/image95.png"/><Relationship Id="rId36" Type="http://schemas.openxmlformats.org/officeDocument/2006/relationships/image" Target="../media/image99.png"/><Relationship Id="rId49" Type="http://schemas.openxmlformats.org/officeDocument/2006/relationships/customXml" Target="../ink/ink89.xml"/><Relationship Id="rId57" Type="http://schemas.openxmlformats.org/officeDocument/2006/relationships/customXml" Target="../ink/ink93.xml"/><Relationship Id="rId106" Type="http://schemas.openxmlformats.org/officeDocument/2006/relationships/image" Target="../media/image134.png"/><Relationship Id="rId10" Type="http://schemas.openxmlformats.org/officeDocument/2006/relationships/image" Target="../media/image86.png"/><Relationship Id="rId31" Type="http://schemas.openxmlformats.org/officeDocument/2006/relationships/customXml" Target="../ink/ink80.xml"/><Relationship Id="rId44" Type="http://schemas.openxmlformats.org/officeDocument/2006/relationships/image" Target="../media/image103.png"/><Relationship Id="rId52" Type="http://schemas.openxmlformats.org/officeDocument/2006/relationships/image" Target="../media/image107.png"/><Relationship Id="rId60" Type="http://schemas.openxmlformats.org/officeDocument/2006/relationships/image" Target="../media/image111.png"/><Relationship Id="rId65" Type="http://schemas.openxmlformats.org/officeDocument/2006/relationships/customXml" Target="../ink/ink97.xml"/><Relationship Id="rId73" Type="http://schemas.openxmlformats.org/officeDocument/2006/relationships/customXml" Target="../ink/ink101.xml"/><Relationship Id="rId78" Type="http://schemas.openxmlformats.org/officeDocument/2006/relationships/image" Target="../media/image120.png"/><Relationship Id="rId81" Type="http://schemas.openxmlformats.org/officeDocument/2006/relationships/customXml" Target="../ink/ink105.xml"/><Relationship Id="rId86" Type="http://schemas.openxmlformats.org/officeDocument/2006/relationships/image" Target="../media/image124.png"/><Relationship Id="rId94" Type="http://schemas.openxmlformats.org/officeDocument/2006/relationships/image" Target="../media/image128.png"/><Relationship Id="rId99" Type="http://schemas.openxmlformats.org/officeDocument/2006/relationships/customXml" Target="../ink/ink114.xml"/><Relationship Id="rId101" Type="http://schemas.openxmlformats.org/officeDocument/2006/relationships/customXml" Target="../ink/ink115.xml"/><Relationship Id="rId4" Type="http://schemas.openxmlformats.org/officeDocument/2006/relationships/image" Target="../media/image83.png"/><Relationship Id="rId9" Type="http://schemas.openxmlformats.org/officeDocument/2006/relationships/customXml" Target="../ink/ink69.xml"/><Relationship Id="rId13" Type="http://schemas.openxmlformats.org/officeDocument/2006/relationships/customXml" Target="../ink/ink71.xml"/><Relationship Id="rId18" Type="http://schemas.openxmlformats.org/officeDocument/2006/relationships/image" Target="../media/image90.png"/><Relationship Id="rId39" Type="http://schemas.openxmlformats.org/officeDocument/2006/relationships/customXml" Target="../ink/ink84.xml"/><Relationship Id="rId34" Type="http://schemas.openxmlformats.org/officeDocument/2006/relationships/image" Target="../media/image98.png"/><Relationship Id="rId50" Type="http://schemas.openxmlformats.org/officeDocument/2006/relationships/image" Target="../media/image106.png"/><Relationship Id="rId55" Type="http://schemas.openxmlformats.org/officeDocument/2006/relationships/customXml" Target="../ink/ink92.xml"/><Relationship Id="rId76" Type="http://schemas.openxmlformats.org/officeDocument/2006/relationships/image" Target="../media/image119.png"/><Relationship Id="rId97" Type="http://schemas.openxmlformats.org/officeDocument/2006/relationships/customXml" Target="../ink/ink113.xml"/><Relationship Id="rId104" Type="http://schemas.openxmlformats.org/officeDocument/2006/relationships/image" Target="../media/image133.png"/><Relationship Id="rId7" Type="http://schemas.openxmlformats.org/officeDocument/2006/relationships/customXml" Target="../ink/ink68.xml"/><Relationship Id="rId71" Type="http://schemas.openxmlformats.org/officeDocument/2006/relationships/customXml" Target="../ink/ink100.xml"/><Relationship Id="rId92" Type="http://schemas.openxmlformats.org/officeDocument/2006/relationships/image" Target="../media/image127.png"/><Relationship Id="rId2" Type="http://schemas.openxmlformats.org/officeDocument/2006/relationships/image" Target="../media/image82.png"/><Relationship Id="rId29" Type="http://schemas.openxmlformats.org/officeDocument/2006/relationships/customXml" Target="../ink/ink79.xml"/><Relationship Id="rId24" Type="http://schemas.openxmlformats.org/officeDocument/2006/relationships/image" Target="../media/image93.png"/><Relationship Id="rId40" Type="http://schemas.openxmlformats.org/officeDocument/2006/relationships/image" Target="../media/image101.png"/><Relationship Id="rId45" Type="http://schemas.openxmlformats.org/officeDocument/2006/relationships/customXml" Target="../ink/ink87.xml"/><Relationship Id="rId66" Type="http://schemas.openxmlformats.org/officeDocument/2006/relationships/image" Target="../media/image114.png"/><Relationship Id="rId87" Type="http://schemas.openxmlformats.org/officeDocument/2006/relationships/customXml" Target="../ink/ink108.xml"/><Relationship Id="rId61" Type="http://schemas.openxmlformats.org/officeDocument/2006/relationships/customXml" Target="../ink/ink95.xml"/><Relationship Id="rId82" Type="http://schemas.openxmlformats.org/officeDocument/2006/relationships/image" Target="../media/image122.png"/><Relationship Id="rId19" Type="http://schemas.openxmlformats.org/officeDocument/2006/relationships/customXml" Target="../ink/ink74.xml"/><Relationship Id="rId14" Type="http://schemas.openxmlformats.org/officeDocument/2006/relationships/image" Target="../media/image88.png"/><Relationship Id="rId30" Type="http://schemas.openxmlformats.org/officeDocument/2006/relationships/image" Target="../media/image96.png"/><Relationship Id="rId35" Type="http://schemas.openxmlformats.org/officeDocument/2006/relationships/customXml" Target="../ink/ink82.xml"/><Relationship Id="rId56" Type="http://schemas.openxmlformats.org/officeDocument/2006/relationships/image" Target="../media/image109.png"/><Relationship Id="rId77" Type="http://schemas.openxmlformats.org/officeDocument/2006/relationships/customXml" Target="../ink/ink103.xml"/><Relationship Id="rId100" Type="http://schemas.openxmlformats.org/officeDocument/2006/relationships/image" Target="../media/image131.png"/><Relationship Id="rId105" Type="http://schemas.openxmlformats.org/officeDocument/2006/relationships/customXml" Target="../ink/ink117.xml"/><Relationship Id="rId8" Type="http://schemas.openxmlformats.org/officeDocument/2006/relationships/image" Target="../media/image85.png"/><Relationship Id="rId51" Type="http://schemas.openxmlformats.org/officeDocument/2006/relationships/customXml" Target="../ink/ink90.xml"/><Relationship Id="rId72" Type="http://schemas.openxmlformats.org/officeDocument/2006/relationships/image" Target="../media/image117.png"/><Relationship Id="rId93" Type="http://schemas.openxmlformats.org/officeDocument/2006/relationships/customXml" Target="../ink/ink111.xml"/><Relationship Id="rId98" Type="http://schemas.openxmlformats.org/officeDocument/2006/relationships/image" Target="../media/image130.png"/><Relationship Id="rId3" Type="http://schemas.openxmlformats.org/officeDocument/2006/relationships/customXml" Target="../ink/ink66.xml"/><Relationship Id="rId25" Type="http://schemas.openxmlformats.org/officeDocument/2006/relationships/customXml" Target="../ink/ink77.xml"/><Relationship Id="rId46" Type="http://schemas.openxmlformats.org/officeDocument/2006/relationships/image" Target="../media/image104.png"/><Relationship Id="rId67" Type="http://schemas.openxmlformats.org/officeDocument/2006/relationships/customXml" Target="../ink/ink98.xml"/></Relationships>
</file>

<file path=ppt/slides/_rels/slide10.xml.rels><?xml version="1.0" encoding="UTF-8" standalone="yes"?>
<Relationships xmlns="http://schemas.openxmlformats.org/package/2006/relationships"><Relationship Id="rId26" Type="http://schemas.openxmlformats.org/officeDocument/2006/relationships/customXml" Target="../ink/ink131.xml"/><Relationship Id="rId21" Type="http://schemas.openxmlformats.org/officeDocument/2006/relationships/image" Target="../media/image145.png"/><Relationship Id="rId42" Type="http://schemas.openxmlformats.org/officeDocument/2006/relationships/customXml" Target="../ink/ink139.xml"/><Relationship Id="rId47" Type="http://schemas.openxmlformats.org/officeDocument/2006/relationships/image" Target="../media/image158.png"/><Relationship Id="rId63" Type="http://schemas.openxmlformats.org/officeDocument/2006/relationships/image" Target="../media/image166.png"/><Relationship Id="rId68" Type="http://schemas.openxmlformats.org/officeDocument/2006/relationships/customXml" Target="../ink/ink152.xml"/><Relationship Id="rId84" Type="http://schemas.openxmlformats.org/officeDocument/2006/relationships/customXml" Target="../ink/ink160.xml"/><Relationship Id="rId16" Type="http://schemas.openxmlformats.org/officeDocument/2006/relationships/customXml" Target="../ink/ink126.xml"/><Relationship Id="rId11" Type="http://schemas.openxmlformats.org/officeDocument/2006/relationships/image" Target="../media/image140.png"/><Relationship Id="rId32" Type="http://schemas.openxmlformats.org/officeDocument/2006/relationships/customXml" Target="../ink/ink134.xml"/><Relationship Id="rId37" Type="http://schemas.openxmlformats.org/officeDocument/2006/relationships/image" Target="../media/image153.png"/><Relationship Id="rId53" Type="http://schemas.openxmlformats.org/officeDocument/2006/relationships/image" Target="../media/image161.png"/><Relationship Id="rId58" Type="http://schemas.openxmlformats.org/officeDocument/2006/relationships/customXml" Target="../ink/ink147.xml"/><Relationship Id="rId74" Type="http://schemas.openxmlformats.org/officeDocument/2006/relationships/customXml" Target="../ink/ink155.xml"/><Relationship Id="rId79" Type="http://schemas.openxmlformats.org/officeDocument/2006/relationships/image" Target="../media/image174.png"/><Relationship Id="rId5" Type="http://schemas.openxmlformats.org/officeDocument/2006/relationships/image" Target="../media/image137.png"/><Relationship Id="rId19" Type="http://schemas.openxmlformats.org/officeDocument/2006/relationships/image" Target="../media/image144.png"/><Relationship Id="rId14" Type="http://schemas.openxmlformats.org/officeDocument/2006/relationships/customXml" Target="../ink/ink125.xml"/><Relationship Id="rId22" Type="http://schemas.openxmlformats.org/officeDocument/2006/relationships/customXml" Target="../ink/ink129.xml"/><Relationship Id="rId27" Type="http://schemas.openxmlformats.org/officeDocument/2006/relationships/image" Target="../media/image148.png"/><Relationship Id="rId30" Type="http://schemas.openxmlformats.org/officeDocument/2006/relationships/customXml" Target="../ink/ink133.xml"/><Relationship Id="rId35" Type="http://schemas.openxmlformats.org/officeDocument/2006/relationships/image" Target="../media/image152.png"/><Relationship Id="rId43" Type="http://schemas.openxmlformats.org/officeDocument/2006/relationships/image" Target="../media/image156.png"/><Relationship Id="rId48" Type="http://schemas.openxmlformats.org/officeDocument/2006/relationships/customXml" Target="../ink/ink142.xml"/><Relationship Id="rId56" Type="http://schemas.openxmlformats.org/officeDocument/2006/relationships/customXml" Target="../ink/ink146.xml"/><Relationship Id="rId64" Type="http://schemas.openxmlformats.org/officeDocument/2006/relationships/customXml" Target="../ink/ink150.xml"/><Relationship Id="rId69" Type="http://schemas.openxmlformats.org/officeDocument/2006/relationships/image" Target="../media/image169.png"/><Relationship Id="rId77" Type="http://schemas.openxmlformats.org/officeDocument/2006/relationships/image" Target="../media/image173.png"/><Relationship Id="rId8" Type="http://schemas.openxmlformats.org/officeDocument/2006/relationships/customXml" Target="../ink/ink122.xml"/><Relationship Id="rId51" Type="http://schemas.openxmlformats.org/officeDocument/2006/relationships/image" Target="../media/image160.png"/><Relationship Id="rId72" Type="http://schemas.openxmlformats.org/officeDocument/2006/relationships/customXml" Target="../ink/ink154.xml"/><Relationship Id="rId80" Type="http://schemas.openxmlformats.org/officeDocument/2006/relationships/customXml" Target="../ink/ink158.xml"/><Relationship Id="rId85" Type="http://schemas.openxmlformats.org/officeDocument/2006/relationships/image" Target="../media/image177.png"/><Relationship Id="rId3" Type="http://schemas.openxmlformats.org/officeDocument/2006/relationships/image" Target="../media/image136.png"/><Relationship Id="rId12" Type="http://schemas.openxmlformats.org/officeDocument/2006/relationships/customXml" Target="../ink/ink124.xml"/><Relationship Id="rId17" Type="http://schemas.openxmlformats.org/officeDocument/2006/relationships/image" Target="../media/image143.png"/><Relationship Id="rId25" Type="http://schemas.openxmlformats.org/officeDocument/2006/relationships/image" Target="../media/image147.png"/><Relationship Id="rId33" Type="http://schemas.openxmlformats.org/officeDocument/2006/relationships/image" Target="../media/image151.png"/><Relationship Id="rId38" Type="http://schemas.openxmlformats.org/officeDocument/2006/relationships/customXml" Target="../ink/ink137.xml"/><Relationship Id="rId46" Type="http://schemas.openxmlformats.org/officeDocument/2006/relationships/customXml" Target="../ink/ink141.xml"/><Relationship Id="rId59" Type="http://schemas.openxmlformats.org/officeDocument/2006/relationships/image" Target="../media/image164.png"/><Relationship Id="rId67" Type="http://schemas.openxmlformats.org/officeDocument/2006/relationships/image" Target="../media/image168.png"/><Relationship Id="rId20" Type="http://schemas.openxmlformats.org/officeDocument/2006/relationships/customXml" Target="../ink/ink128.xml"/><Relationship Id="rId41" Type="http://schemas.openxmlformats.org/officeDocument/2006/relationships/image" Target="../media/image155.png"/><Relationship Id="rId54" Type="http://schemas.openxmlformats.org/officeDocument/2006/relationships/customXml" Target="../ink/ink145.xml"/><Relationship Id="rId62" Type="http://schemas.openxmlformats.org/officeDocument/2006/relationships/customXml" Target="../ink/ink149.xml"/><Relationship Id="rId70" Type="http://schemas.openxmlformats.org/officeDocument/2006/relationships/customXml" Target="../ink/ink153.xml"/><Relationship Id="rId75" Type="http://schemas.openxmlformats.org/officeDocument/2006/relationships/image" Target="../media/image172.png"/><Relationship Id="rId83" Type="http://schemas.openxmlformats.org/officeDocument/2006/relationships/image" Target="../media/image176.png"/><Relationship Id="rId1" Type="http://schemas.openxmlformats.org/officeDocument/2006/relationships/slideLayout" Target="../slideLayouts/slideLayout16.xml"/><Relationship Id="rId6" Type="http://schemas.openxmlformats.org/officeDocument/2006/relationships/customXml" Target="../ink/ink121.xml"/><Relationship Id="rId15" Type="http://schemas.openxmlformats.org/officeDocument/2006/relationships/image" Target="../media/image142.png"/><Relationship Id="rId23" Type="http://schemas.openxmlformats.org/officeDocument/2006/relationships/image" Target="../media/image146.png"/><Relationship Id="rId28" Type="http://schemas.openxmlformats.org/officeDocument/2006/relationships/customXml" Target="../ink/ink132.xml"/><Relationship Id="rId36" Type="http://schemas.openxmlformats.org/officeDocument/2006/relationships/customXml" Target="../ink/ink136.xml"/><Relationship Id="rId49" Type="http://schemas.openxmlformats.org/officeDocument/2006/relationships/image" Target="../media/image159.png"/><Relationship Id="rId57" Type="http://schemas.openxmlformats.org/officeDocument/2006/relationships/image" Target="../media/image163.png"/><Relationship Id="rId10" Type="http://schemas.openxmlformats.org/officeDocument/2006/relationships/customXml" Target="../ink/ink123.xml"/><Relationship Id="rId31" Type="http://schemas.openxmlformats.org/officeDocument/2006/relationships/image" Target="../media/image150.png"/><Relationship Id="rId44" Type="http://schemas.openxmlformats.org/officeDocument/2006/relationships/customXml" Target="../ink/ink140.xml"/><Relationship Id="rId52" Type="http://schemas.openxmlformats.org/officeDocument/2006/relationships/customXml" Target="../ink/ink144.xml"/><Relationship Id="rId60" Type="http://schemas.openxmlformats.org/officeDocument/2006/relationships/customXml" Target="../ink/ink148.xml"/><Relationship Id="rId65" Type="http://schemas.openxmlformats.org/officeDocument/2006/relationships/image" Target="../media/image167.png"/><Relationship Id="rId73" Type="http://schemas.openxmlformats.org/officeDocument/2006/relationships/image" Target="../media/image171.png"/><Relationship Id="rId78" Type="http://schemas.openxmlformats.org/officeDocument/2006/relationships/customXml" Target="../ink/ink157.xml"/><Relationship Id="rId81" Type="http://schemas.openxmlformats.org/officeDocument/2006/relationships/image" Target="../media/image175.png"/><Relationship Id="rId4" Type="http://schemas.openxmlformats.org/officeDocument/2006/relationships/customXml" Target="../ink/ink120.xml"/><Relationship Id="rId9" Type="http://schemas.openxmlformats.org/officeDocument/2006/relationships/image" Target="../media/image139.png"/><Relationship Id="rId13" Type="http://schemas.openxmlformats.org/officeDocument/2006/relationships/image" Target="../media/image141.png"/><Relationship Id="rId18" Type="http://schemas.openxmlformats.org/officeDocument/2006/relationships/customXml" Target="../ink/ink127.xml"/><Relationship Id="rId39" Type="http://schemas.openxmlformats.org/officeDocument/2006/relationships/image" Target="../media/image154.png"/><Relationship Id="rId34" Type="http://schemas.openxmlformats.org/officeDocument/2006/relationships/customXml" Target="../ink/ink135.xml"/><Relationship Id="rId50" Type="http://schemas.openxmlformats.org/officeDocument/2006/relationships/customXml" Target="../ink/ink143.xml"/><Relationship Id="rId55" Type="http://schemas.openxmlformats.org/officeDocument/2006/relationships/image" Target="../media/image162.png"/><Relationship Id="rId76" Type="http://schemas.openxmlformats.org/officeDocument/2006/relationships/customXml" Target="../ink/ink156.xml"/><Relationship Id="rId7" Type="http://schemas.openxmlformats.org/officeDocument/2006/relationships/image" Target="../media/image138.png"/><Relationship Id="rId71" Type="http://schemas.openxmlformats.org/officeDocument/2006/relationships/image" Target="../media/image170.png"/><Relationship Id="rId2" Type="http://schemas.openxmlformats.org/officeDocument/2006/relationships/customXml" Target="../ink/ink119.xml"/><Relationship Id="rId29" Type="http://schemas.openxmlformats.org/officeDocument/2006/relationships/image" Target="../media/image149.png"/><Relationship Id="rId24" Type="http://schemas.openxmlformats.org/officeDocument/2006/relationships/customXml" Target="../ink/ink130.xml"/><Relationship Id="rId40" Type="http://schemas.openxmlformats.org/officeDocument/2006/relationships/customXml" Target="../ink/ink138.xml"/><Relationship Id="rId45" Type="http://schemas.openxmlformats.org/officeDocument/2006/relationships/image" Target="../media/image157.png"/><Relationship Id="rId66" Type="http://schemas.openxmlformats.org/officeDocument/2006/relationships/customXml" Target="../ink/ink151.xml"/><Relationship Id="rId61" Type="http://schemas.openxmlformats.org/officeDocument/2006/relationships/image" Target="../media/image165.png"/><Relationship Id="rId82" Type="http://schemas.openxmlformats.org/officeDocument/2006/relationships/customXml" Target="../ink/ink159.xml"/></Relationships>
</file>

<file path=ppt/slides/_rels/slide11.xml.rels><?xml version="1.0" encoding="UTF-8" standalone="yes"?>
<Relationships xmlns="http://schemas.openxmlformats.org/package/2006/relationships"><Relationship Id="rId117" Type="http://schemas.openxmlformats.org/officeDocument/2006/relationships/customXml" Target="../ink/ink218.xml"/><Relationship Id="rId21" Type="http://schemas.openxmlformats.org/officeDocument/2006/relationships/customXml" Target="../ink/ink170.xml"/><Relationship Id="rId42" Type="http://schemas.openxmlformats.org/officeDocument/2006/relationships/image" Target="../media/image198.png"/><Relationship Id="rId63" Type="http://schemas.openxmlformats.org/officeDocument/2006/relationships/customXml" Target="../ink/ink191.xml"/><Relationship Id="rId84" Type="http://schemas.openxmlformats.org/officeDocument/2006/relationships/image" Target="../media/image219.png"/><Relationship Id="rId138" Type="http://schemas.openxmlformats.org/officeDocument/2006/relationships/image" Target="../media/image246.png"/><Relationship Id="rId107" Type="http://schemas.openxmlformats.org/officeDocument/2006/relationships/customXml" Target="../ink/ink213.xml"/><Relationship Id="rId11" Type="http://schemas.openxmlformats.org/officeDocument/2006/relationships/customXml" Target="../ink/ink165.xml"/><Relationship Id="rId32" Type="http://schemas.openxmlformats.org/officeDocument/2006/relationships/image" Target="../media/image193.png"/><Relationship Id="rId37" Type="http://schemas.openxmlformats.org/officeDocument/2006/relationships/customXml" Target="../ink/ink178.xml"/><Relationship Id="rId53" Type="http://schemas.openxmlformats.org/officeDocument/2006/relationships/customXml" Target="../ink/ink186.xml"/><Relationship Id="rId58" Type="http://schemas.openxmlformats.org/officeDocument/2006/relationships/image" Target="../media/image206.png"/><Relationship Id="rId74" Type="http://schemas.openxmlformats.org/officeDocument/2006/relationships/image" Target="../media/image214.png"/><Relationship Id="rId79" Type="http://schemas.openxmlformats.org/officeDocument/2006/relationships/customXml" Target="../ink/ink199.xml"/><Relationship Id="rId102" Type="http://schemas.openxmlformats.org/officeDocument/2006/relationships/image" Target="../media/image228.png"/><Relationship Id="rId123" Type="http://schemas.openxmlformats.org/officeDocument/2006/relationships/customXml" Target="../ink/ink221.xml"/><Relationship Id="rId128" Type="http://schemas.openxmlformats.org/officeDocument/2006/relationships/image" Target="../media/image241.png"/><Relationship Id="rId144" Type="http://schemas.openxmlformats.org/officeDocument/2006/relationships/image" Target="../media/image249.png"/><Relationship Id="rId5" Type="http://schemas.openxmlformats.org/officeDocument/2006/relationships/customXml" Target="../ink/ink162.xml"/><Relationship Id="rId90" Type="http://schemas.openxmlformats.org/officeDocument/2006/relationships/image" Target="../media/image222.png"/><Relationship Id="rId95" Type="http://schemas.openxmlformats.org/officeDocument/2006/relationships/customXml" Target="../ink/ink207.xml"/><Relationship Id="rId22" Type="http://schemas.openxmlformats.org/officeDocument/2006/relationships/image" Target="../media/image188.png"/><Relationship Id="rId27" Type="http://schemas.openxmlformats.org/officeDocument/2006/relationships/customXml" Target="../ink/ink173.xml"/><Relationship Id="rId43" Type="http://schemas.openxmlformats.org/officeDocument/2006/relationships/customXml" Target="../ink/ink181.xml"/><Relationship Id="rId48" Type="http://schemas.openxmlformats.org/officeDocument/2006/relationships/image" Target="../media/image201.png"/><Relationship Id="rId64" Type="http://schemas.openxmlformats.org/officeDocument/2006/relationships/image" Target="../media/image209.png"/><Relationship Id="rId69" Type="http://schemas.openxmlformats.org/officeDocument/2006/relationships/customXml" Target="../ink/ink194.xml"/><Relationship Id="rId113" Type="http://schemas.openxmlformats.org/officeDocument/2006/relationships/customXml" Target="../ink/ink216.xml"/><Relationship Id="rId118" Type="http://schemas.openxmlformats.org/officeDocument/2006/relationships/image" Target="../media/image236.png"/><Relationship Id="rId134" Type="http://schemas.openxmlformats.org/officeDocument/2006/relationships/image" Target="../media/image244.png"/><Relationship Id="rId139" Type="http://schemas.openxmlformats.org/officeDocument/2006/relationships/customXml" Target="../ink/ink229.xml"/><Relationship Id="rId80" Type="http://schemas.openxmlformats.org/officeDocument/2006/relationships/image" Target="../media/image217.png"/><Relationship Id="rId85" Type="http://schemas.openxmlformats.org/officeDocument/2006/relationships/customXml" Target="../ink/ink202.xml"/><Relationship Id="rId12" Type="http://schemas.openxmlformats.org/officeDocument/2006/relationships/image" Target="../media/image183.png"/><Relationship Id="rId17" Type="http://schemas.openxmlformats.org/officeDocument/2006/relationships/customXml" Target="../ink/ink168.xml"/><Relationship Id="rId33" Type="http://schemas.openxmlformats.org/officeDocument/2006/relationships/customXml" Target="../ink/ink176.xml"/><Relationship Id="rId38" Type="http://schemas.openxmlformats.org/officeDocument/2006/relationships/image" Target="../media/image196.png"/><Relationship Id="rId59" Type="http://schemas.openxmlformats.org/officeDocument/2006/relationships/customXml" Target="../ink/ink189.xml"/><Relationship Id="rId103" Type="http://schemas.openxmlformats.org/officeDocument/2006/relationships/customXml" Target="../ink/ink211.xml"/><Relationship Id="rId108" Type="http://schemas.openxmlformats.org/officeDocument/2006/relationships/image" Target="../media/image231.png"/><Relationship Id="rId124" Type="http://schemas.openxmlformats.org/officeDocument/2006/relationships/image" Target="../media/image239.png"/><Relationship Id="rId129" Type="http://schemas.openxmlformats.org/officeDocument/2006/relationships/customXml" Target="../ink/ink224.xml"/><Relationship Id="rId54" Type="http://schemas.openxmlformats.org/officeDocument/2006/relationships/image" Target="../media/image204.png"/><Relationship Id="rId70" Type="http://schemas.openxmlformats.org/officeDocument/2006/relationships/image" Target="../media/image212.png"/><Relationship Id="rId75" Type="http://schemas.openxmlformats.org/officeDocument/2006/relationships/customXml" Target="../ink/ink197.xml"/><Relationship Id="rId91" Type="http://schemas.openxmlformats.org/officeDocument/2006/relationships/customXml" Target="../ink/ink205.xml"/><Relationship Id="rId96" Type="http://schemas.openxmlformats.org/officeDocument/2006/relationships/image" Target="../media/image225.png"/><Relationship Id="rId140" Type="http://schemas.openxmlformats.org/officeDocument/2006/relationships/image" Target="../media/image247.png"/><Relationship Id="rId1" Type="http://schemas.openxmlformats.org/officeDocument/2006/relationships/slideLayout" Target="../slideLayouts/slideLayout16.xml"/><Relationship Id="rId6" Type="http://schemas.openxmlformats.org/officeDocument/2006/relationships/image" Target="../media/image180.png"/><Relationship Id="rId23" Type="http://schemas.openxmlformats.org/officeDocument/2006/relationships/customXml" Target="../ink/ink171.xml"/><Relationship Id="rId28" Type="http://schemas.openxmlformats.org/officeDocument/2006/relationships/image" Target="../media/image191.png"/><Relationship Id="rId49" Type="http://schemas.openxmlformats.org/officeDocument/2006/relationships/customXml" Target="../ink/ink184.xml"/><Relationship Id="rId114" Type="http://schemas.openxmlformats.org/officeDocument/2006/relationships/image" Target="../media/image234.png"/><Relationship Id="rId119" Type="http://schemas.openxmlformats.org/officeDocument/2006/relationships/customXml" Target="../ink/ink219.xml"/><Relationship Id="rId44" Type="http://schemas.openxmlformats.org/officeDocument/2006/relationships/image" Target="../media/image199.png"/><Relationship Id="rId60" Type="http://schemas.openxmlformats.org/officeDocument/2006/relationships/image" Target="../media/image207.png"/><Relationship Id="rId65" Type="http://schemas.openxmlformats.org/officeDocument/2006/relationships/customXml" Target="../ink/ink192.xml"/><Relationship Id="rId81" Type="http://schemas.openxmlformats.org/officeDocument/2006/relationships/customXml" Target="../ink/ink200.xml"/><Relationship Id="rId86" Type="http://schemas.openxmlformats.org/officeDocument/2006/relationships/image" Target="../media/image220.png"/><Relationship Id="rId130" Type="http://schemas.openxmlformats.org/officeDocument/2006/relationships/image" Target="../media/image242.png"/><Relationship Id="rId135" Type="http://schemas.openxmlformats.org/officeDocument/2006/relationships/customXml" Target="../ink/ink227.xml"/><Relationship Id="rId13" Type="http://schemas.openxmlformats.org/officeDocument/2006/relationships/customXml" Target="../ink/ink166.xml"/><Relationship Id="rId18" Type="http://schemas.openxmlformats.org/officeDocument/2006/relationships/image" Target="../media/image186.png"/><Relationship Id="rId39" Type="http://schemas.openxmlformats.org/officeDocument/2006/relationships/customXml" Target="../ink/ink179.xml"/><Relationship Id="rId109" Type="http://schemas.openxmlformats.org/officeDocument/2006/relationships/customXml" Target="../ink/ink214.xml"/><Relationship Id="rId34" Type="http://schemas.openxmlformats.org/officeDocument/2006/relationships/image" Target="../media/image194.png"/><Relationship Id="rId50" Type="http://schemas.openxmlformats.org/officeDocument/2006/relationships/image" Target="../media/image202.png"/><Relationship Id="rId55" Type="http://schemas.openxmlformats.org/officeDocument/2006/relationships/customXml" Target="../ink/ink187.xml"/><Relationship Id="rId76" Type="http://schemas.openxmlformats.org/officeDocument/2006/relationships/image" Target="../media/image215.png"/><Relationship Id="rId97" Type="http://schemas.openxmlformats.org/officeDocument/2006/relationships/customXml" Target="../ink/ink208.xml"/><Relationship Id="rId104" Type="http://schemas.openxmlformats.org/officeDocument/2006/relationships/image" Target="../media/image229.png"/><Relationship Id="rId120" Type="http://schemas.openxmlformats.org/officeDocument/2006/relationships/image" Target="../media/image237.png"/><Relationship Id="rId125" Type="http://schemas.openxmlformats.org/officeDocument/2006/relationships/customXml" Target="../ink/ink222.xml"/><Relationship Id="rId141" Type="http://schemas.openxmlformats.org/officeDocument/2006/relationships/customXml" Target="../ink/ink230.xml"/><Relationship Id="rId7" Type="http://schemas.openxmlformats.org/officeDocument/2006/relationships/customXml" Target="../ink/ink163.xml"/><Relationship Id="rId71" Type="http://schemas.openxmlformats.org/officeDocument/2006/relationships/customXml" Target="../ink/ink195.xml"/><Relationship Id="rId92" Type="http://schemas.openxmlformats.org/officeDocument/2006/relationships/image" Target="../media/image223.png"/><Relationship Id="rId2" Type="http://schemas.openxmlformats.org/officeDocument/2006/relationships/image" Target="../media/image178.png"/><Relationship Id="rId29" Type="http://schemas.openxmlformats.org/officeDocument/2006/relationships/customXml" Target="../ink/ink174.xml"/><Relationship Id="rId24" Type="http://schemas.openxmlformats.org/officeDocument/2006/relationships/image" Target="../media/image189.png"/><Relationship Id="rId40" Type="http://schemas.openxmlformats.org/officeDocument/2006/relationships/image" Target="../media/image197.png"/><Relationship Id="rId45" Type="http://schemas.openxmlformats.org/officeDocument/2006/relationships/customXml" Target="../ink/ink182.xml"/><Relationship Id="rId66" Type="http://schemas.openxmlformats.org/officeDocument/2006/relationships/image" Target="../media/image210.png"/><Relationship Id="rId87" Type="http://schemas.openxmlformats.org/officeDocument/2006/relationships/customXml" Target="../ink/ink203.xml"/><Relationship Id="rId110" Type="http://schemas.openxmlformats.org/officeDocument/2006/relationships/image" Target="../media/image232.png"/><Relationship Id="rId115" Type="http://schemas.openxmlformats.org/officeDocument/2006/relationships/customXml" Target="../ink/ink217.xml"/><Relationship Id="rId131" Type="http://schemas.openxmlformats.org/officeDocument/2006/relationships/customXml" Target="../ink/ink225.xml"/><Relationship Id="rId136" Type="http://schemas.openxmlformats.org/officeDocument/2006/relationships/image" Target="../media/image245.png"/><Relationship Id="rId61" Type="http://schemas.openxmlformats.org/officeDocument/2006/relationships/customXml" Target="../ink/ink190.xml"/><Relationship Id="rId82" Type="http://schemas.openxmlformats.org/officeDocument/2006/relationships/image" Target="../media/image218.png"/><Relationship Id="rId19" Type="http://schemas.openxmlformats.org/officeDocument/2006/relationships/customXml" Target="../ink/ink169.xml"/><Relationship Id="rId14" Type="http://schemas.openxmlformats.org/officeDocument/2006/relationships/image" Target="../media/image184.png"/><Relationship Id="rId30" Type="http://schemas.openxmlformats.org/officeDocument/2006/relationships/image" Target="../media/image192.png"/><Relationship Id="rId35" Type="http://schemas.openxmlformats.org/officeDocument/2006/relationships/customXml" Target="../ink/ink177.xml"/><Relationship Id="rId56" Type="http://schemas.openxmlformats.org/officeDocument/2006/relationships/image" Target="../media/image205.png"/><Relationship Id="rId77" Type="http://schemas.openxmlformats.org/officeDocument/2006/relationships/customXml" Target="../ink/ink198.xml"/><Relationship Id="rId100" Type="http://schemas.openxmlformats.org/officeDocument/2006/relationships/image" Target="../media/image227.png"/><Relationship Id="rId105" Type="http://schemas.openxmlformats.org/officeDocument/2006/relationships/customXml" Target="../ink/ink212.xml"/><Relationship Id="rId126" Type="http://schemas.openxmlformats.org/officeDocument/2006/relationships/image" Target="../media/image240.png"/><Relationship Id="rId8" Type="http://schemas.openxmlformats.org/officeDocument/2006/relationships/image" Target="../media/image181.png"/><Relationship Id="rId51" Type="http://schemas.openxmlformats.org/officeDocument/2006/relationships/customXml" Target="../ink/ink185.xml"/><Relationship Id="rId72" Type="http://schemas.openxmlformats.org/officeDocument/2006/relationships/image" Target="../media/image213.png"/><Relationship Id="rId93" Type="http://schemas.openxmlformats.org/officeDocument/2006/relationships/customXml" Target="../ink/ink206.xml"/><Relationship Id="rId98" Type="http://schemas.openxmlformats.org/officeDocument/2006/relationships/image" Target="../media/image226.png"/><Relationship Id="rId121" Type="http://schemas.openxmlformats.org/officeDocument/2006/relationships/customXml" Target="../ink/ink220.xml"/><Relationship Id="rId142" Type="http://schemas.openxmlformats.org/officeDocument/2006/relationships/image" Target="../media/image248.png"/><Relationship Id="rId3" Type="http://schemas.openxmlformats.org/officeDocument/2006/relationships/customXml" Target="../ink/ink161.xml"/><Relationship Id="rId25" Type="http://schemas.openxmlformats.org/officeDocument/2006/relationships/customXml" Target="../ink/ink172.xml"/><Relationship Id="rId46" Type="http://schemas.openxmlformats.org/officeDocument/2006/relationships/image" Target="../media/image200.png"/><Relationship Id="rId67" Type="http://schemas.openxmlformats.org/officeDocument/2006/relationships/customXml" Target="../ink/ink193.xml"/><Relationship Id="rId116" Type="http://schemas.openxmlformats.org/officeDocument/2006/relationships/image" Target="../media/image235.png"/><Relationship Id="rId137" Type="http://schemas.openxmlformats.org/officeDocument/2006/relationships/customXml" Target="../ink/ink228.xml"/><Relationship Id="rId20" Type="http://schemas.openxmlformats.org/officeDocument/2006/relationships/image" Target="../media/image187.png"/><Relationship Id="rId41" Type="http://schemas.openxmlformats.org/officeDocument/2006/relationships/customXml" Target="../ink/ink180.xml"/><Relationship Id="rId62" Type="http://schemas.openxmlformats.org/officeDocument/2006/relationships/image" Target="../media/image208.png"/><Relationship Id="rId83" Type="http://schemas.openxmlformats.org/officeDocument/2006/relationships/customXml" Target="../ink/ink201.xml"/><Relationship Id="rId88" Type="http://schemas.openxmlformats.org/officeDocument/2006/relationships/image" Target="../media/image221.png"/><Relationship Id="rId111" Type="http://schemas.openxmlformats.org/officeDocument/2006/relationships/customXml" Target="../ink/ink215.xml"/><Relationship Id="rId132" Type="http://schemas.openxmlformats.org/officeDocument/2006/relationships/image" Target="../media/image243.png"/><Relationship Id="rId15" Type="http://schemas.openxmlformats.org/officeDocument/2006/relationships/customXml" Target="../ink/ink167.xml"/><Relationship Id="rId36" Type="http://schemas.openxmlformats.org/officeDocument/2006/relationships/image" Target="../media/image195.png"/><Relationship Id="rId57" Type="http://schemas.openxmlformats.org/officeDocument/2006/relationships/customXml" Target="../ink/ink188.xml"/><Relationship Id="rId106" Type="http://schemas.openxmlformats.org/officeDocument/2006/relationships/image" Target="../media/image230.png"/><Relationship Id="rId127" Type="http://schemas.openxmlformats.org/officeDocument/2006/relationships/customXml" Target="../ink/ink223.xml"/><Relationship Id="rId10" Type="http://schemas.openxmlformats.org/officeDocument/2006/relationships/image" Target="../media/image182.png"/><Relationship Id="rId31" Type="http://schemas.openxmlformats.org/officeDocument/2006/relationships/customXml" Target="../ink/ink175.xml"/><Relationship Id="rId52" Type="http://schemas.openxmlformats.org/officeDocument/2006/relationships/image" Target="../media/image203.png"/><Relationship Id="rId73" Type="http://schemas.openxmlformats.org/officeDocument/2006/relationships/customXml" Target="../ink/ink196.xml"/><Relationship Id="rId78" Type="http://schemas.openxmlformats.org/officeDocument/2006/relationships/image" Target="../media/image216.png"/><Relationship Id="rId94" Type="http://schemas.openxmlformats.org/officeDocument/2006/relationships/image" Target="../media/image224.png"/><Relationship Id="rId99" Type="http://schemas.openxmlformats.org/officeDocument/2006/relationships/customXml" Target="../ink/ink209.xml"/><Relationship Id="rId101" Type="http://schemas.openxmlformats.org/officeDocument/2006/relationships/customXml" Target="../ink/ink210.xml"/><Relationship Id="rId122" Type="http://schemas.openxmlformats.org/officeDocument/2006/relationships/image" Target="../media/image238.png"/><Relationship Id="rId143" Type="http://schemas.openxmlformats.org/officeDocument/2006/relationships/customXml" Target="../ink/ink231.xml"/><Relationship Id="rId4" Type="http://schemas.openxmlformats.org/officeDocument/2006/relationships/image" Target="../media/image179.png"/><Relationship Id="rId9" Type="http://schemas.openxmlformats.org/officeDocument/2006/relationships/customXml" Target="../ink/ink164.xml"/><Relationship Id="rId26" Type="http://schemas.openxmlformats.org/officeDocument/2006/relationships/image" Target="../media/image190.png"/><Relationship Id="rId47" Type="http://schemas.openxmlformats.org/officeDocument/2006/relationships/customXml" Target="../ink/ink183.xml"/><Relationship Id="rId68" Type="http://schemas.openxmlformats.org/officeDocument/2006/relationships/image" Target="../media/image211.png"/><Relationship Id="rId89" Type="http://schemas.openxmlformats.org/officeDocument/2006/relationships/customXml" Target="../ink/ink204.xml"/><Relationship Id="rId112" Type="http://schemas.openxmlformats.org/officeDocument/2006/relationships/image" Target="../media/image233.png"/><Relationship Id="rId133" Type="http://schemas.openxmlformats.org/officeDocument/2006/relationships/customXml" Target="../ink/ink226.xml"/><Relationship Id="rId16" Type="http://schemas.openxmlformats.org/officeDocument/2006/relationships/image" Target="../media/image185.png"/></Relationships>
</file>

<file path=ppt/slides/_rels/slide12.xml.rels><?xml version="1.0" encoding="UTF-8" standalone="yes"?>
<Relationships xmlns="http://schemas.openxmlformats.org/package/2006/relationships"><Relationship Id="rId2" Type="http://schemas.openxmlformats.org/officeDocument/2006/relationships/image" Target="../media/image250.pn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3" Type="http://schemas.openxmlformats.org/officeDocument/2006/relationships/customXml" Target="../ink/ink237.xml"/><Relationship Id="rId18" Type="http://schemas.openxmlformats.org/officeDocument/2006/relationships/image" Target="../media/image259.png"/><Relationship Id="rId26" Type="http://schemas.openxmlformats.org/officeDocument/2006/relationships/image" Target="../media/image263.png"/><Relationship Id="rId39" Type="http://schemas.openxmlformats.org/officeDocument/2006/relationships/customXml" Target="../ink/ink250.xml"/><Relationship Id="rId21" Type="http://schemas.openxmlformats.org/officeDocument/2006/relationships/customXml" Target="../ink/ink241.xml"/><Relationship Id="rId34" Type="http://schemas.openxmlformats.org/officeDocument/2006/relationships/image" Target="../media/image267.png"/><Relationship Id="rId42" Type="http://schemas.openxmlformats.org/officeDocument/2006/relationships/image" Target="../media/image271.png"/><Relationship Id="rId7" Type="http://schemas.openxmlformats.org/officeDocument/2006/relationships/customXml" Target="../ink/ink234.xml"/><Relationship Id="rId2" Type="http://schemas.openxmlformats.org/officeDocument/2006/relationships/image" Target="../media/image251.png"/><Relationship Id="rId16" Type="http://schemas.openxmlformats.org/officeDocument/2006/relationships/image" Target="../media/image258.png"/><Relationship Id="rId20" Type="http://schemas.openxmlformats.org/officeDocument/2006/relationships/image" Target="../media/image260.png"/><Relationship Id="rId29" Type="http://schemas.openxmlformats.org/officeDocument/2006/relationships/customXml" Target="../ink/ink245.xml"/><Relationship Id="rId41" Type="http://schemas.openxmlformats.org/officeDocument/2006/relationships/customXml" Target="../ink/ink251.xml"/><Relationship Id="rId1" Type="http://schemas.openxmlformats.org/officeDocument/2006/relationships/slideLayout" Target="../slideLayouts/slideLayout16.xml"/><Relationship Id="rId6" Type="http://schemas.openxmlformats.org/officeDocument/2006/relationships/image" Target="../media/image253.png"/><Relationship Id="rId11" Type="http://schemas.openxmlformats.org/officeDocument/2006/relationships/customXml" Target="../ink/ink236.xml"/><Relationship Id="rId24" Type="http://schemas.openxmlformats.org/officeDocument/2006/relationships/image" Target="../media/image262.png"/><Relationship Id="rId32" Type="http://schemas.openxmlformats.org/officeDocument/2006/relationships/image" Target="../media/image266.png"/><Relationship Id="rId37" Type="http://schemas.openxmlformats.org/officeDocument/2006/relationships/customXml" Target="../ink/ink249.xml"/><Relationship Id="rId40" Type="http://schemas.openxmlformats.org/officeDocument/2006/relationships/image" Target="../media/image270.png"/><Relationship Id="rId5" Type="http://schemas.openxmlformats.org/officeDocument/2006/relationships/customXml" Target="../ink/ink233.xml"/><Relationship Id="rId15" Type="http://schemas.openxmlformats.org/officeDocument/2006/relationships/customXml" Target="../ink/ink238.xml"/><Relationship Id="rId23" Type="http://schemas.openxmlformats.org/officeDocument/2006/relationships/customXml" Target="../ink/ink242.xml"/><Relationship Id="rId28" Type="http://schemas.openxmlformats.org/officeDocument/2006/relationships/image" Target="../media/image264.png"/><Relationship Id="rId36" Type="http://schemas.openxmlformats.org/officeDocument/2006/relationships/image" Target="../media/image268.png"/><Relationship Id="rId10" Type="http://schemas.openxmlformats.org/officeDocument/2006/relationships/image" Target="../media/image255.png"/><Relationship Id="rId19" Type="http://schemas.openxmlformats.org/officeDocument/2006/relationships/customXml" Target="../ink/ink240.xml"/><Relationship Id="rId31" Type="http://schemas.openxmlformats.org/officeDocument/2006/relationships/customXml" Target="../ink/ink246.xml"/><Relationship Id="rId44" Type="http://schemas.openxmlformats.org/officeDocument/2006/relationships/image" Target="../media/image272.png"/><Relationship Id="rId4" Type="http://schemas.openxmlformats.org/officeDocument/2006/relationships/image" Target="../media/image252.png"/><Relationship Id="rId9" Type="http://schemas.openxmlformats.org/officeDocument/2006/relationships/customXml" Target="../ink/ink235.xml"/><Relationship Id="rId14" Type="http://schemas.openxmlformats.org/officeDocument/2006/relationships/image" Target="../media/image257.png"/><Relationship Id="rId22" Type="http://schemas.openxmlformats.org/officeDocument/2006/relationships/image" Target="../media/image261.png"/><Relationship Id="rId27" Type="http://schemas.openxmlformats.org/officeDocument/2006/relationships/customXml" Target="../ink/ink244.xml"/><Relationship Id="rId30" Type="http://schemas.openxmlformats.org/officeDocument/2006/relationships/image" Target="../media/image265.png"/><Relationship Id="rId35" Type="http://schemas.openxmlformats.org/officeDocument/2006/relationships/customXml" Target="../ink/ink248.xml"/><Relationship Id="rId43" Type="http://schemas.openxmlformats.org/officeDocument/2006/relationships/customXml" Target="../ink/ink252.xml"/><Relationship Id="rId8" Type="http://schemas.openxmlformats.org/officeDocument/2006/relationships/image" Target="../media/image254.png"/><Relationship Id="rId3" Type="http://schemas.openxmlformats.org/officeDocument/2006/relationships/customXml" Target="../ink/ink232.xml"/><Relationship Id="rId12" Type="http://schemas.openxmlformats.org/officeDocument/2006/relationships/image" Target="../media/image256.png"/><Relationship Id="rId17" Type="http://schemas.openxmlformats.org/officeDocument/2006/relationships/customXml" Target="../ink/ink239.xml"/><Relationship Id="rId25" Type="http://schemas.openxmlformats.org/officeDocument/2006/relationships/customXml" Target="../ink/ink243.xml"/><Relationship Id="rId33" Type="http://schemas.openxmlformats.org/officeDocument/2006/relationships/customXml" Target="../ink/ink247.xml"/><Relationship Id="rId38" Type="http://schemas.openxmlformats.org/officeDocument/2006/relationships/image" Target="../media/image269.png"/></Relationships>
</file>

<file path=ppt/slides/_rels/slide14.xml.rels><?xml version="1.0" encoding="UTF-8" standalone="yes"?>
<Relationships xmlns="http://schemas.openxmlformats.org/package/2006/relationships"><Relationship Id="rId8" Type="http://schemas.openxmlformats.org/officeDocument/2006/relationships/image" Target="../media/image275.png"/><Relationship Id="rId13" Type="http://schemas.openxmlformats.org/officeDocument/2006/relationships/customXml" Target="../ink/ink258.xml"/><Relationship Id="rId3" Type="http://schemas.openxmlformats.org/officeDocument/2006/relationships/customXml" Target="../ink/ink253.xml"/><Relationship Id="rId7" Type="http://schemas.openxmlformats.org/officeDocument/2006/relationships/customXml" Target="../ink/ink255.xml"/><Relationship Id="rId12" Type="http://schemas.openxmlformats.org/officeDocument/2006/relationships/image" Target="../media/image277.png"/><Relationship Id="rId2" Type="http://schemas.openxmlformats.org/officeDocument/2006/relationships/image" Target="../media/image273.png"/><Relationship Id="rId1" Type="http://schemas.openxmlformats.org/officeDocument/2006/relationships/slideLayout" Target="../slideLayouts/slideLayout16.xml"/><Relationship Id="rId6" Type="http://schemas.openxmlformats.org/officeDocument/2006/relationships/image" Target="../media/image88.png"/><Relationship Id="rId11" Type="http://schemas.openxmlformats.org/officeDocument/2006/relationships/customXml" Target="../ink/ink257.xml"/><Relationship Id="rId5" Type="http://schemas.openxmlformats.org/officeDocument/2006/relationships/customXml" Target="../ink/ink254.xml"/><Relationship Id="rId10" Type="http://schemas.openxmlformats.org/officeDocument/2006/relationships/image" Target="../media/image276.png"/><Relationship Id="rId4" Type="http://schemas.openxmlformats.org/officeDocument/2006/relationships/image" Target="../media/image274.png"/><Relationship Id="rId9" Type="http://schemas.openxmlformats.org/officeDocument/2006/relationships/customXml" Target="../ink/ink256.xml"/><Relationship Id="rId14" Type="http://schemas.openxmlformats.org/officeDocument/2006/relationships/image" Target="../media/image278.png"/></Relationships>
</file>

<file path=ppt/slides/_rels/slide15.xml.rels><?xml version="1.0" encoding="UTF-8" standalone="yes"?>
<Relationships xmlns="http://schemas.openxmlformats.org/package/2006/relationships"><Relationship Id="rId117" Type="http://schemas.openxmlformats.org/officeDocument/2006/relationships/customXml" Target="../ink/ink316.xml"/><Relationship Id="rId21" Type="http://schemas.openxmlformats.org/officeDocument/2006/relationships/customXml" Target="../ink/ink268.xml"/><Relationship Id="rId42" Type="http://schemas.openxmlformats.org/officeDocument/2006/relationships/image" Target="../media/image299.png"/><Relationship Id="rId63" Type="http://schemas.openxmlformats.org/officeDocument/2006/relationships/customXml" Target="../ink/ink289.xml"/><Relationship Id="rId84" Type="http://schemas.openxmlformats.org/officeDocument/2006/relationships/image" Target="../media/image320.png"/><Relationship Id="rId138" Type="http://schemas.openxmlformats.org/officeDocument/2006/relationships/image" Target="../media/image346.png"/><Relationship Id="rId159" Type="http://schemas.openxmlformats.org/officeDocument/2006/relationships/customXml" Target="../ink/ink337.xml"/><Relationship Id="rId170" Type="http://schemas.openxmlformats.org/officeDocument/2006/relationships/image" Target="../media/image362.png"/><Relationship Id="rId107" Type="http://schemas.openxmlformats.org/officeDocument/2006/relationships/customXml" Target="../ink/ink311.xml"/><Relationship Id="rId11" Type="http://schemas.openxmlformats.org/officeDocument/2006/relationships/customXml" Target="../ink/ink263.xml"/><Relationship Id="rId32" Type="http://schemas.openxmlformats.org/officeDocument/2006/relationships/image" Target="../media/image294.png"/><Relationship Id="rId53" Type="http://schemas.openxmlformats.org/officeDocument/2006/relationships/customXml" Target="../ink/ink284.xml"/><Relationship Id="rId74" Type="http://schemas.openxmlformats.org/officeDocument/2006/relationships/image" Target="../media/image315.png"/><Relationship Id="rId128" Type="http://schemas.openxmlformats.org/officeDocument/2006/relationships/image" Target="../media/image341.png"/><Relationship Id="rId149" Type="http://schemas.openxmlformats.org/officeDocument/2006/relationships/customXml" Target="../ink/ink332.xml"/><Relationship Id="rId5" Type="http://schemas.openxmlformats.org/officeDocument/2006/relationships/customXml" Target="../ink/ink260.xml"/><Relationship Id="rId95" Type="http://schemas.openxmlformats.org/officeDocument/2006/relationships/customXml" Target="../ink/ink305.xml"/><Relationship Id="rId160" Type="http://schemas.openxmlformats.org/officeDocument/2006/relationships/image" Target="../media/image357.png"/><Relationship Id="rId22" Type="http://schemas.openxmlformats.org/officeDocument/2006/relationships/image" Target="../media/image289.png"/><Relationship Id="rId43" Type="http://schemas.openxmlformats.org/officeDocument/2006/relationships/customXml" Target="../ink/ink279.xml"/><Relationship Id="rId64" Type="http://schemas.openxmlformats.org/officeDocument/2006/relationships/image" Target="../media/image310.png"/><Relationship Id="rId118" Type="http://schemas.openxmlformats.org/officeDocument/2006/relationships/image" Target="../media/image336.png"/><Relationship Id="rId139" Type="http://schemas.openxmlformats.org/officeDocument/2006/relationships/customXml" Target="../ink/ink327.xml"/><Relationship Id="rId85" Type="http://schemas.openxmlformats.org/officeDocument/2006/relationships/customXml" Target="../ink/ink300.xml"/><Relationship Id="rId150" Type="http://schemas.openxmlformats.org/officeDocument/2006/relationships/image" Target="../media/image352.png"/><Relationship Id="rId171" Type="http://schemas.openxmlformats.org/officeDocument/2006/relationships/customXml" Target="../ink/ink343.xml"/><Relationship Id="rId12" Type="http://schemas.openxmlformats.org/officeDocument/2006/relationships/image" Target="../media/image284.png"/><Relationship Id="rId33" Type="http://schemas.openxmlformats.org/officeDocument/2006/relationships/customXml" Target="../ink/ink274.xml"/><Relationship Id="rId108" Type="http://schemas.openxmlformats.org/officeDocument/2006/relationships/image" Target="../media/image331.png"/><Relationship Id="rId129" Type="http://schemas.openxmlformats.org/officeDocument/2006/relationships/customXml" Target="../ink/ink322.xml"/><Relationship Id="rId54" Type="http://schemas.openxmlformats.org/officeDocument/2006/relationships/image" Target="../media/image305.png"/><Relationship Id="rId70" Type="http://schemas.openxmlformats.org/officeDocument/2006/relationships/image" Target="../media/image313.png"/><Relationship Id="rId75" Type="http://schemas.openxmlformats.org/officeDocument/2006/relationships/customXml" Target="../ink/ink295.xml"/><Relationship Id="rId91" Type="http://schemas.openxmlformats.org/officeDocument/2006/relationships/customXml" Target="../ink/ink303.xml"/><Relationship Id="rId96" Type="http://schemas.openxmlformats.org/officeDocument/2006/relationships/image" Target="../media/image325.png"/><Relationship Id="rId140" Type="http://schemas.openxmlformats.org/officeDocument/2006/relationships/image" Target="../media/image347.png"/><Relationship Id="rId145" Type="http://schemas.openxmlformats.org/officeDocument/2006/relationships/customXml" Target="../ink/ink330.xml"/><Relationship Id="rId161" Type="http://schemas.openxmlformats.org/officeDocument/2006/relationships/customXml" Target="../ink/ink338.xml"/><Relationship Id="rId166" Type="http://schemas.openxmlformats.org/officeDocument/2006/relationships/image" Target="../media/image360.png"/><Relationship Id="rId1" Type="http://schemas.openxmlformats.org/officeDocument/2006/relationships/slideLayout" Target="../slideLayouts/slideLayout16.xml"/><Relationship Id="rId6" Type="http://schemas.openxmlformats.org/officeDocument/2006/relationships/image" Target="../media/image281.png"/><Relationship Id="rId23" Type="http://schemas.openxmlformats.org/officeDocument/2006/relationships/customXml" Target="../ink/ink269.xml"/><Relationship Id="rId28" Type="http://schemas.openxmlformats.org/officeDocument/2006/relationships/image" Target="../media/image292.png"/><Relationship Id="rId49" Type="http://schemas.openxmlformats.org/officeDocument/2006/relationships/customXml" Target="../ink/ink282.xml"/><Relationship Id="rId114" Type="http://schemas.openxmlformats.org/officeDocument/2006/relationships/image" Target="../media/image334.png"/><Relationship Id="rId119" Type="http://schemas.openxmlformats.org/officeDocument/2006/relationships/customXml" Target="../ink/ink317.xml"/><Relationship Id="rId44" Type="http://schemas.openxmlformats.org/officeDocument/2006/relationships/image" Target="../media/image300.png"/><Relationship Id="rId60" Type="http://schemas.openxmlformats.org/officeDocument/2006/relationships/image" Target="../media/image308.png"/><Relationship Id="rId65" Type="http://schemas.openxmlformats.org/officeDocument/2006/relationships/customXml" Target="../ink/ink290.xml"/><Relationship Id="rId81" Type="http://schemas.openxmlformats.org/officeDocument/2006/relationships/customXml" Target="../ink/ink298.xml"/><Relationship Id="rId86" Type="http://schemas.openxmlformats.org/officeDocument/2006/relationships/image" Target="../media/image321.png"/><Relationship Id="rId130" Type="http://schemas.openxmlformats.org/officeDocument/2006/relationships/image" Target="../media/image342.png"/><Relationship Id="rId135" Type="http://schemas.openxmlformats.org/officeDocument/2006/relationships/customXml" Target="../ink/ink325.xml"/><Relationship Id="rId151" Type="http://schemas.openxmlformats.org/officeDocument/2006/relationships/customXml" Target="../ink/ink333.xml"/><Relationship Id="rId156" Type="http://schemas.openxmlformats.org/officeDocument/2006/relationships/image" Target="../media/image355.png"/><Relationship Id="rId172" Type="http://schemas.openxmlformats.org/officeDocument/2006/relationships/image" Target="../media/image363.png"/><Relationship Id="rId13" Type="http://schemas.openxmlformats.org/officeDocument/2006/relationships/customXml" Target="../ink/ink264.xml"/><Relationship Id="rId18" Type="http://schemas.openxmlformats.org/officeDocument/2006/relationships/image" Target="../media/image287.png"/><Relationship Id="rId39" Type="http://schemas.openxmlformats.org/officeDocument/2006/relationships/customXml" Target="../ink/ink277.xml"/><Relationship Id="rId109" Type="http://schemas.openxmlformats.org/officeDocument/2006/relationships/customXml" Target="../ink/ink312.xml"/><Relationship Id="rId34" Type="http://schemas.openxmlformats.org/officeDocument/2006/relationships/image" Target="../media/image295.png"/><Relationship Id="rId50" Type="http://schemas.openxmlformats.org/officeDocument/2006/relationships/image" Target="../media/image303.png"/><Relationship Id="rId55" Type="http://schemas.openxmlformats.org/officeDocument/2006/relationships/customXml" Target="../ink/ink285.xml"/><Relationship Id="rId76" Type="http://schemas.openxmlformats.org/officeDocument/2006/relationships/image" Target="../media/image316.png"/><Relationship Id="rId97" Type="http://schemas.openxmlformats.org/officeDocument/2006/relationships/customXml" Target="../ink/ink306.xml"/><Relationship Id="rId104" Type="http://schemas.openxmlformats.org/officeDocument/2006/relationships/image" Target="../media/image329.png"/><Relationship Id="rId120" Type="http://schemas.openxmlformats.org/officeDocument/2006/relationships/image" Target="../media/image337.png"/><Relationship Id="rId125" Type="http://schemas.openxmlformats.org/officeDocument/2006/relationships/customXml" Target="../ink/ink320.xml"/><Relationship Id="rId141" Type="http://schemas.openxmlformats.org/officeDocument/2006/relationships/customXml" Target="../ink/ink328.xml"/><Relationship Id="rId146" Type="http://schemas.openxmlformats.org/officeDocument/2006/relationships/image" Target="../media/image350.png"/><Relationship Id="rId167" Type="http://schemas.openxmlformats.org/officeDocument/2006/relationships/customXml" Target="../ink/ink341.xml"/><Relationship Id="rId7" Type="http://schemas.openxmlformats.org/officeDocument/2006/relationships/customXml" Target="../ink/ink261.xml"/><Relationship Id="rId71" Type="http://schemas.openxmlformats.org/officeDocument/2006/relationships/customXml" Target="../ink/ink293.xml"/><Relationship Id="rId92" Type="http://schemas.openxmlformats.org/officeDocument/2006/relationships/image" Target="../media/image77.png"/><Relationship Id="rId162" Type="http://schemas.openxmlformats.org/officeDocument/2006/relationships/image" Target="../media/image358.png"/><Relationship Id="rId2" Type="http://schemas.openxmlformats.org/officeDocument/2006/relationships/image" Target="../media/image279.png"/><Relationship Id="rId29" Type="http://schemas.openxmlformats.org/officeDocument/2006/relationships/customXml" Target="../ink/ink272.xml"/><Relationship Id="rId24" Type="http://schemas.openxmlformats.org/officeDocument/2006/relationships/image" Target="../media/image290.png"/><Relationship Id="rId40" Type="http://schemas.openxmlformats.org/officeDocument/2006/relationships/image" Target="../media/image298.png"/><Relationship Id="rId45" Type="http://schemas.openxmlformats.org/officeDocument/2006/relationships/customXml" Target="../ink/ink280.xml"/><Relationship Id="rId66" Type="http://schemas.openxmlformats.org/officeDocument/2006/relationships/image" Target="../media/image311.png"/><Relationship Id="rId87" Type="http://schemas.openxmlformats.org/officeDocument/2006/relationships/customXml" Target="../ink/ink301.xml"/><Relationship Id="rId110" Type="http://schemas.openxmlformats.org/officeDocument/2006/relationships/image" Target="../media/image332.png"/><Relationship Id="rId115" Type="http://schemas.openxmlformats.org/officeDocument/2006/relationships/customXml" Target="../ink/ink315.xml"/><Relationship Id="rId131" Type="http://schemas.openxmlformats.org/officeDocument/2006/relationships/customXml" Target="../ink/ink323.xml"/><Relationship Id="rId136" Type="http://schemas.openxmlformats.org/officeDocument/2006/relationships/image" Target="../media/image345.png"/><Relationship Id="rId157" Type="http://schemas.openxmlformats.org/officeDocument/2006/relationships/customXml" Target="../ink/ink336.xml"/><Relationship Id="rId61" Type="http://schemas.openxmlformats.org/officeDocument/2006/relationships/customXml" Target="../ink/ink288.xml"/><Relationship Id="rId82" Type="http://schemas.openxmlformats.org/officeDocument/2006/relationships/image" Target="../media/image319.png"/><Relationship Id="rId152" Type="http://schemas.openxmlformats.org/officeDocument/2006/relationships/image" Target="../media/image353.png"/><Relationship Id="rId19" Type="http://schemas.openxmlformats.org/officeDocument/2006/relationships/customXml" Target="../ink/ink267.xml"/><Relationship Id="rId14" Type="http://schemas.openxmlformats.org/officeDocument/2006/relationships/image" Target="../media/image285.png"/><Relationship Id="rId30" Type="http://schemas.openxmlformats.org/officeDocument/2006/relationships/image" Target="../media/image293.png"/><Relationship Id="rId35" Type="http://schemas.openxmlformats.org/officeDocument/2006/relationships/customXml" Target="../ink/ink275.xml"/><Relationship Id="rId56" Type="http://schemas.openxmlformats.org/officeDocument/2006/relationships/image" Target="../media/image306.png"/><Relationship Id="rId77" Type="http://schemas.openxmlformats.org/officeDocument/2006/relationships/customXml" Target="../ink/ink296.xml"/><Relationship Id="rId100" Type="http://schemas.openxmlformats.org/officeDocument/2006/relationships/image" Target="../media/image327.png"/><Relationship Id="rId105" Type="http://schemas.openxmlformats.org/officeDocument/2006/relationships/customXml" Target="../ink/ink310.xml"/><Relationship Id="rId126" Type="http://schemas.openxmlformats.org/officeDocument/2006/relationships/image" Target="../media/image340.png"/><Relationship Id="rId147" Type="http://schemas.openxmlformats.org/officeDocument/2006/relationships/customXml" Target="../ink/ink331.xml"/><Relationship Id="rId168" Type="http://schemas.openxmlformats.org/officeDocument/2006/relationships/image" Target="../media/image361.png"/><Relationship Id="rId8" Type="http://schemas.openxmlformats.org/officeDocument/2006/relationships/image" Target="../media/image282.png"/><Relationship Id="rId51" Type="http://schemas.openxmlformats.org/officeDocument/2006/relationships/customXml" Target="../ink/ink283.xml"/><Relationship Id="rId72" Type="http://schemas.openxmlformats.org/officeDocument/2006/relationships/image" Target="../media/image314.png"/><Relationship Id="rId93" Type="http://schemas.openxmlformats.org/officeDocument/2006/relationships/customXml" Target="../ink/ink304.xml"/><Relationship Id="rId98" Type="http://schemas.openxmlformats.org/officeDocument/2006/relationships/image" Target="../media/image326.png"/><Relationship Id="rId121" Type="http://schemas.openxmlformats.org/officeDocument/2006/relationships/customXml" Target="../ink/ink318.xml"/><Relationship Id="rId142" Type="http://schemas.openxmlformats.org/officeDocument/2006/relationships/image" Target="../media/image348.png"/><Relationship Id="rId163" Type="http://schemas.openxmlformats.org/officeDocument/2006/relationships/customXml" Target="../ink/ink339.xml"/><Relationship Id="rId3" Type="http://schemas.openxmlformats.org/officeDocument/2006/relationships/customXml" Target="../ink/ink259.xml"/><Relationship Id="rId25" Type="http://schemas.openxmlformats.org/officeDocument/2006/relationships/customXml" Target="../ink/ink270.xml"/><Relationship Id="rId46" Type="http://schemas.openxmlformats.org/officeDocument/2006/relationships/image" Target="../media/image301.png"/><Relationship Id="rId67" Type="http://schemas.openxmlformats.org/officeDocument/2006/relationships/customXml" Target="../ink/ink291.xml"/><Relationship Id="rId116" Type="http://schemas.openxmlformats.org/officeDocument/2006/relationships/image" Target="../media/image335.png"/><Relationship Id="rId137" Type="http://schemas.openxmlformats.org/officeDocument/2006/relationships/customXml" Target="../ink/ink326.xml"/><Relationship Id="rId158" Type="http://schemas.openxmlformats.org/officeDocument/2006/relationships/image" Target="../media/image356.png"/><Relationship Id="rId20" Type="http://schemas.openxmlformats.org/officeDocument/2006/relationships/image" Target="../media/image288.png"/><Relationship Id="rId41" Type="http://schemas.openxmlformats.org/officeDocument/2006/relationships/customXml" Target="../ink/ink278.xml"/><Relationship Id="rId62" Type="http://schemas.openxmlformats.org/officeDocument/2006/relationships/image" Target="../media/image309.png"/><Relationship Id="rId83" Type="http://schemas.openxmlformats.org/officeDocument/2006/relationships/customXml" Target="../ink/ink299.xml"/><Relationship Id="rId88" Type="http://schemas.openxmlformats.org/officeDocument/2006/relationships/image" Target="../media/image322.png"/><Relationship Id="rId111" Type="http://schemas.openxmlformats.org/officeDocument/2006/relationships/customXml" Target="../ink/ink313.xml"/><Relationship Id="rId132" Type="http://schemas.openxmlformats.org/officeDocument/2006/relationships/image" Target="../media/image343.png"/><Relationship Id="rId153" Type="http://schemas.openxmlformats.org/officeDocument/2006/relationships/customXml" Target="../ink/ink334.xml"/><Relationship Id="rId15" Type="http://schemas.openxmlformats.org/officeDocument/2006/relationships/customXml" Target="../ink/ink265.xml"/><Relationship Id="rId36" Type="http://schemas.openxmlformats.org/officeDocument/2006/relationships/image" Target="../media/image296.png"/><Relationship Id="rId57" Type="http://schemas.openxmlformats.org/officeDocument/2006/relationships/customXml" Target="../ink/ink286.xml"/><Relationship Id="rId106" Type="http://schemas.openxmlformats.org/officeDocument/2006/relationships/image" Target="../media/image330.png"/><Relationship Id="rId127" Type="http://schemas.openxmlformats.org/officeDocument/2006/relationships/customXml" Target="../ink/ink321.xml"/><Relationship Id="rId10" Type="http://schemas.openxmlformats.org/officeDocument/2006/relationships/image" Target="../media/image283.png"/><Relationship Id="rId31" Type="http://schemas.openxmlformats.org/officeDocument/2006/relationships/customXml" Target="../ink/ink273.xml"/><Relationship Id="rId52" Type="http://schemas.openxmlformats.org/officeDocument/2006/relationships/image" Target="../media/image304.png"/><Relationship Id="rId73" Type="http://schemas.openxmlformats.org/officeDocument/2006/relationships/customXml" Target="../ink/ink294.xml"/><Relationship Id="rId78" Type="http://schemas.openxmlformats.org/officeDocument/2006/relationships/image" Target="../media/image317.png"/><Relationship Id="rId94" Type="http://schemas.openxmlformats.org/officeDocument/2006/relationships/image" Target="../media/image324.png"/><Relationship Id="rId99" Type="http://schemas.openxmlformats.org/officeDocument/2006/relationships/customXml" Target="../ink/ink307.xml"/><Relationship Id="rId101" Type="http://schemas.openxmlformats.org/officeDocument/2006/relationships/customXml" Target="../ink/ink308.xml"/><Relationship Id="rId122" Type="http://schemas.openxmlformats.org/officeDocument/2006/relationships/image" Target="../media/image338.png"/><Relationship Id="rId143" Type="http://schemas.openxmlformats.org/officeDocument/2006/relationships/customXml" Target="../ink/ink329.xml"/><Relationship Id="rId148" Type="http://schemas.openxmlformats.org/officeDocument/2006/relationships/image" Target="../media/image351.png"/><Relationship Id="rId164" Type="http://schemas.openxmlformats.org/officeDocument/2006/relationships/image" Target="../media/image359.png"/><Relationship Id="rId169" Type="http://schemas.openxmlformats.org/officeDocument/2006/relationships/customXml" Target="../ink/ink342.xml"/><Relationship Id="rId4" Type="http://schemas.openxmlformats.org/officeDocument/2006/relationships/image" Target="../media/image280.png"/><Relationship Id="rId9" Type="http://schemas.openxmlformats.org/officeDocument/2006/relationships/customXml" Target="../ink/ink262.xml"/><Relationship Id="rId26" Type="http://schemas.openxmlformats.org/officeDocument/2006/relationships/image" Target="../media/image291.png"/><Relationship Id="rId47" Type="http://schemas.openxmlformats.org/officeDocument/2006/relationships/customXml" Target="../ink/ink281.xml"/><Relationship Id="rId68" Type="http://schemas.openxmlformats.org/officeDocument/2006/relationships/image" Target="../media/image312.png"/><Relationship Id="rId89" Type="http://schemas.openxmlformats.org/officeDocument/2006/relationships/customXml" Target="../ink/ink302.xml"/><Relationship Id="rId112" Type="http://schemas.openxmlformats.org/officeDocument/2006/relationships/image" Target="../media/image333.png"/><Relationship Id="rId133" Type="http://schemas.openxmlformats.org/officeDocument/2006/relationships/customXml" Target="../ink/ink324.xml"/><Relationship Id="rId154" Type="http://schemas.openxmlformats.org/officeDocument/2006/relationships/image" Target="../media/image354.png"/><Relationship Id="rId16" Type="http://schemas.openxmlformats.org/officeDocument/2006/relationships/image" Target="../media/image286.png"/><Relationship Id="rId37" Type="http://schemas.openxmlformats.org/officeDocument/2006/relationships/customXml" Target="../ink/ink276.xml"/><Relationship Id="rId58" Type="http://schemas.openxmlformats.org/officeDocument/2006/relationships/image" Target="../media/image307.png"/><Relationship Id="rId79" Type="http://schemas.openxmlformats.org/officeDocument/2006/relationships/customXml" Target="../ink/ink297.xml"/><Relationship Id="rId102" Type="http://schemas.openxmlformats.org/officeDocument/2006/relationships/image" Target="../media/image328.png"/><Relationship Id="rId123" Type="http://schemas.openxmlformats.org/officeDocument/2006/relationships/customXml" Target="../ink/ink319.xml"/><Relationship Id="rId144" Type="http://schemas.openxmlformats.org/officeDocument/2006/relationships/image" Target="../media/image349.png"/><Relationship Id="rId90" Type="http://schemas.openxmlformats.org/officeDocument/2006/relationships/image" Target="../media/image323.png"/><Relationship Id="rId165" Type="http://schemas.openxmlformats.org/officeDocument/2006/relationships/customXml" Target="../ink/ink340.xml"/><Relationship Id="rId27" Type="http://schemas.openxmlformats.org/officeDocument/2006/relationships/customXml" Target="../ink/ink271.xml"/><Relationship Id="rId48" Type="http://schemas.openxmlformats.org/officeDocument/2006/relationships/image" Target="../media/image302.png"/><Relationship Id="rId69" Type="http://schemas.openxmlformats.org/officeDocument/2006/relationships/customXml" Target="../ink/ink292.xml"/><Relationship Id="rId113" Type="http://schemas.openxmlformats.org/officeDocument/2006/relationships/customXml" Target="../ink/ink314.xml"/><Relationship Id="rId134" Type="http://schemas.openxmlformats.org/officeDocument/2006/relationships/image" Target="../media/image344.png"/><Relationship Id="rId80" Type="http://schemas.openxmlformats.org/officeDocument/2006/relationships/image" Target="../media/image318.png"/><Relationship Id="rId155" Type="http://schemas.openxmlformats.org/officeDocument/2006/relationships/customXml" Target="../ink/ink335.xml"/><Relationship Id="rId17" Type="http://schemas.openxmlformats.org/officeDocument/2006/relationships/customXml" Target="../ink/ink266.xml"/><Relationship Id="rId38" Type="http://schemas.openxmlformats.org/officeDocument/2006/relationships/image" Target="../media/image297.png"/><Relationship Id="rId59" Type="http://schemas.openxmlformats.org/officeDocument/2006/relationships/customXml" Target="../ink/ink287.xml"/><Relationship Id="rId103" Type="http://schemas.openxmlformats.org/officeDocument/2006/relationships/customXml" Target="../ink/ink309.xml"/><Relationship Id="rId124" Type="http://schemas.openxmlformats.org/officeDocument/2006/relationships/image" Target="../media/image339.png"/></Relationships>
</file>

<file path=ppt/slides/_rels/slide16.xml.rels><?xml version="1.0" encoding="UTF-8" standalone="yes"?>
<Relationships xmlns="http://schemas.openxmlformats.org/package/2006/relationships"><Relationship Id="rId2" Type="http://schemas.openxmlformats.org/officeDocument/2006/relationships/image" Target="../media/image364.png"/><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3" Type="http://schemas.openxmlformats.org/officeDocument/2006/relationships/customXml" Target="../ink/ink349.xml"/><Relationship Id="rId18" Type="http://schemas.openxmlformats.org/officeDocument/2006/relationships/image" Target="../media/image373.png"/><Relationship Id="rId26" Type="http://schemas.openxmlformats.org/officeDocument/2006/relationships/image" Target="../media/image377.png"/><Relationship Id="rId39" Type="http://schemas.openxmlformats.org/officeDocument/2006/relationships/customXml" Target="../ink/ink362.xml"/><Relationship Id="rId21" Type="http://schemas.openxmlformats.org/officeDocument/2006/relationships/customXml" Target="../ink/ink353.xml"/><Relationship Id="rId34" Type="http://schemas.openxmlformats.org/officeDocument/2006/relationships/image" Target="../media/image380.png"/><Relationship Id="rId7" Type="http://schemas.openxmlformats.org/officeDocument/2006/relationships/customXml" Target="../ink/ink346.xml"/><Relationship Id="rId12" Type="http://schemas.openxmlformats.org/officeDocument/2006/relationships/image" Target="../media/image370.png"/><Relationship Id="rId17" Type="http://schemas.openxmlformats.org/officeDocument/2006/relationships/customXml" Target="../ink/ink351.xml"/><Relationship Id="rId25" Type="http://schemas.openxmlformats.org/officeDocument/2006/relationships/customXml" Target="../ink/ink355.xml"/><Relationship Id="rId33" Type="http://schemas.openxmlformats.org/officeDocument/2006/relationships/customXml" Target="../ink/ink359.xml"/><Relationship Id="rId38" Type="http://schemas.openxmlformats.org/officeDocument/2006/relationships/image" Target="../media/image382.png"/><Relationship Id="rId2" Type="http://schemas.openxmlformats.org/officeDocument/2006/relationships/image" Target="../media/image365.png"/><Relationship Id="rId16" Type="http://schemas.openxmlformats.org/officeDocument/2006/relationships/image" Target="../media/image372.png"/><Relationship Id="rId20" Type="http://schemas.openxmlformats.org/officeDocument/2006/relationships/image" Target="../media/image374.png"/><Relationship Id="rId29" Type="http://schemas.openxmlformats.org/officeDocument/2006/relationships/customXml" Target="../ink/ink357.xml"/><Relationship Id="rId1" Type="http://schemas.openxmlformats.org/officeDocument/2006/relationships/slideLayout" Target="../slideLayouts/slideLayout16.xml"/><Relationship Id="rId6" Type="http://schemas.openxmlformats.org/officeDocument/2006/relationships/image" Target="../media/image367.png"/><Relationship Id="rId11" Type="http://schemas.openxmlformats.org/officeDocument/2006/relationships/customXml" Target="../ink/ink348.xml"/><Relationship Id="rId24" Type="http://schemas.openxmlformats.org/officeDocument/2006/relationships/image" Target="../media/image376.png"/><Relationship Id="rId32" Type="http://schemas.openxmlformats.org/officeDocument/2006/relationships/image" Target="../media/image379.png"/><Relationship Id="rId37" Type="http://schemas.openxmlformats.org/officeDocument/2006/relationships/customXml" Target="../ink/ink361.xml"/><Relationship Id="rId40" Type="http://schemas.openxmlformats.org/officeDocument/2006/relationships/image" Target="../media/image383.png"/><Relationship Id="rId5" Type="http://schemas.openxmlformats.org/officeDocument/2006/relationships/customXml" Target="../ink/ink345.xml"/><Relationship Id="rId15" Type="http://schemas.openxmlformats.org/officeDocument/2006/relationships/customXml" Target="../ink/ink350.xml"/><Relationship Id="rId23" Type="http://schemas.openxmlformats.org/officeDocument/2006/relationships/customXml" Target="../ink/ink354.xml"/><Relationship Id="rId28" Type="http://schemas.openxmlformats.org/officeDocument/2006/relationships/image" Target="../media/image378.png"/><Relationship Id="rId36" Type="http://schemas.openxmlformats.org/officeDocument/2006/relationships/image" Target="../media/image381.png"/><Relationship Id="rId10" Type="http://schemas.openxmlformats.org/officeDocument/2006/relationships/image" Target="../media/image369.png"/><Relationship Id="rId19" Type="http://schemas.openxmlformats.org/officeDocument/2006/relationships/customXml" Target="../ink/ink352.xml"/><Relationship Id="rId31" Type="http://schemas.openxmlformats.org/officeDocument/2006/relationships/customXml" Target="../ink/ink358.xml"/><Relationship Id="rId4" Type="http://schemas.openxmlformats.org/officeDocument/2006/relationships/image" Target="../media/image366.png"/><Relationship Id="rId9" Type="http://schemas.openxmlformats.org/officeDocument/2006/relationships/customXml" Target="../ink/ink347.xml"/><Relationship Id="rId14" Type="http://schemas.openxmlformats.org/officeDocument/2006/relationships/image" Target="../media/image371.png"/><Relationship Id="rId22" Type="http://schemas.openxmlformats.org/officeDocument/2006/relationships/image" Target="../media/image375.png"/><Relationship Id="rId27" Type="http://schemas.openxmlformats.org/officeDocument/2006/relationships/customXml" Target="../ink/ink356.xml"/><Relationship Id="rId30" Type="http://schemas.openxmlformats.org/officeDocument/2006/relationships/image" Target="../media/image78.png"/><Relationship Id="rId35" Type="http://schemas.openxmlformats.org/officeDocument/2006/relationships/customXml" Target="../ink/ink360.xml"/><Relationship Id="rId8" Type="http://schemas.openxmlformats.org/officeDocument/2006/relationships/image" Target="../media/image368.png"/><Relationship Id="rId3" Type="http://schemas.openxmlformats.org/officeDocument/2006/relationships/customXml" Target="../ink/ink344.xml"/></Relationships>
</file>

<file path=ppt/slides/_rels/slide18.xml.rels><?xml version="1.0" encoding="UTF-8" standalone="yes"?>
<Relationships xmlns="http://schemas.openxmlformats.org/package/2006/relationships"><Relationship Id="rId117" Type="http://schemas.openxmlformats.org/officeDocument/2006/relationships/customXml" Target="../ink/ink420.xml"/><Relationship Id="rId21" Type="http://schemas.openxmlformats.org/officeDocument/2006/relationships/customXml" Target="../ink/ink372.xml"/><Relationship Id="rId42" Type="http://schemas.openxmlformats.org/officeDocument/2006/relationships/image" Target="../media/image404.png"/><Relationship Id="rId63" Type="http://schemas.openxmlformats.org/officeDocument/2006/relationships/customXml" Target="../ink/ink393.xml"/><Relationship Id="rId84" Type="http://schemas.openxmlformats.org/officeDocument/2006/relationships/image" Target="../media/image425.png"/><Relationship Id="rId138" Type="http://schemas.openxmlformats.org/officeDocument/2006/relationships/image" Target="../media/image450.png"/><Relationship Id="rId159" Type="http://schemas.openxmlformats.org/officeDocument/2006/relationships/customXml" Target="../ink/ink441.xml"/><Relationship Id="rId170" Type="http://schemas.openxmlformats.org/officeDocument/2006/relationships/image" Target="../media/image466.png"/><Relationship Id="rId191" Type="http://schemas.openxmlformats.org/officeDocument/2006/relationships/customXml" Target="../ink/ink457.xml"/><Relationship Id="rId205" Type="http://schemas.openxmlformats.org/officeDocument/2006/relationships/customXml" Target="../ink/ink464.xml"/><Relationship Id="rId226" Type="http://schemas.openxmlformats.org/officeDocument/2006/relationships/image" Target="../media/image494.png"/><Relationship Id="rId247" Type="http://schemas.openxmlformats.org/officeDocument/2006/relationships/customXml" Target="../ink/ink485.xml"/><Relationship Id="rId107" Type="http://schemas.openxmlformats.org/officeDocument/2006/relationships/customXml" Target="../ink/ink415.xml"/><Relationship Id="rId11" Type="http://schemas.openxmlformats.org/officeDocument/2006/relationships/customXml" Target="../ink/ink367.xml"/><Relationship Id="rId32" Type="http://schemas.openxmlformats.org/officeDocument/2006/relationships/image" Target="../media/image399.png"/><Relationship Id="rId53" Type="http://schemas.openxmlformats.org/officeDocument/2006/relationships/customXml" Target="../ink/ink388.xml"/><Relationship Id="rId74" Type="http://schemas.openxmlformats.org/officeDocument/2006/relationships/image" Target="../media/image420.png"/><Relationship Id="rId128" Type="http://schemas.openxmlformats.org/officeDocument/2006/relationships/image" Target="../media/image445.png"/><Relationship Id="rId149" Type="http://schemas.openxmlformats.org/officeDocument/2006/relationships/customXml" Target="../ink/ink436.xml"/><Relationship Id="rId5" Type="http://schemas.openxmlformats.org/officeDocument/2006/relationships/customXml" Target="../ink/ink364.xml"/><Relationship Id="rId95" Type="http://schemas.openxmlformats.org/officeDocument/2006/relationships/customXml" Target="../ink/ink409.xml"/><Relationship Id="rId160" Type="http://schemas.openxmlformats.org/officeDocument/2006/relationships/image" Target="../media/image461.png"/><Relationship Id="rId181" Type="http://schemas.openxmlformats.org/officeDocument/2006/relationships/customXml" Target="../ink/ink452.xml"/><Relationship Id="rId216" Type="http://schemas.openxmlformats.org/officeDocument/2006/relationships/image" Target="../media/image489.png"/><Relationship Id="rId237" Type="http://schemas.openxmlformats.org/officeDocument/2006/relationships/customXml" Target="../ink/ink480.xml"/><Relationship Id="rId22" Type="http://schemas.openxmlformats.org/officeDocument/2006/relationships/image" Target="../media/image394.png"/><Relationship Id="rId43" Type="http://schemas.openxmlformats.org/officeDocument/2006/relationships/customXml" Target="../ink/ink383.xml"/><Relationship Id="rId64" Type="http://schemas.openxmlformats.org/officeDocument/2006/relationships/image" Target="../media/image415.png"/><Relationship Id="rId118" Type="http://schemas.openxmlformats.org/officeDocument/2006/relationships/image" Target="../media/image280.png"/><Relationship Id="rId139" Type="http://schemas.openxmlformats.org/officeDocument/2006/relationships/customXml" Target="../ink/ink431.xml"/><Relationship Id="rId85" Type="http://schemas.openxmlformats.org/officeDocument/2006/relationships/customXml" Target="../ink/ink404.xml"/><Relationship Id="rId150" Type="http://schemas.openxmlformats.org/officeDocument/2006/relationships/image" Target="../media/image456.png"/><Relationship Id="rId171" Type="http://schemas.openxmlformats.org/officeDocument/2006/relationships/customXml" Target="../ink/ink447.xml"/><Relationship Id="rId192" Type="http://schemas.openxmlformats.org/officeDocument/2006/relationships/image" Target="../media/image477.png"/><Relationship Id="rId206" Type="http://schemas.openxmlformats.org/officeDocument/2006/relationships/image" Target="../media/image484.png"/><Relationship Id="rId227" Type="http://schemas.openxmlformats.org/officeDocument/2006/relationships/customXml" Target="../ink/ink475.xml"/><Relationship Id="rId248" Type="http://schemas.openxmlformats.org/officeDocument/2006/relationships/image" Target="../media/image505.png"/><Relationship Id="rId12" Type="http://schemas.openxmlformats.org/officeDocument/2006/relationships/image" Target="../media/image389.png"/><Relationship Id="rId33" Type="http://schemas.openxmlformats.org/officeDocument/2006/relationships/customXml" Target="../ink/ink378.xml"/><Relationship Id="rId108" Type="http://schemas.openxmlformats.org/officeDocument/2006/relationships/image" Target="../media/image437.png"/><Relationship Id="rId129" Type="http://schemas.openxmlformats.org/officeDocument/2006/relationships/customXml" Target="../ink/ink426.xml"/><Relationship Id="rId54" Type="http://schemas.openxmlformats.org/officeDocument/2006/relationships/image" Target="../media/image410.png"/><Relationship Id="rId75" Type="http://schemas.openxmlformats.org/officeDocument/2006/relationships/customXml" Target="../ink/ink399.xml"/><Relationship Id="rId96" Type="http://schemas.openxmlformats.org/officeDocument/2006/relationships/image" Target="../media/image431.png"/><Relationship Id="rId140" Type="http://schemas.openxmlformats.org/officeDocument/2006/relationships/image" Target="../media/image451.png"/><Relationship Id="rId161" Type="http://schemas.openxmlformats.org/officeDocument/2006/relationships/customXml" Target="../ink/ink442.xml"/><Relationship Id="rId182" Type="http://schemas.openxmlformats.org/officeDocument/2006/relationships/image" Target="../media/image472.png"/><Relationship Id="rId217" Type="http://schemas.openxmlformats.org/officeDocument/2006/relationships/customXml" Target="../ink/ink470.xml"/><Relationship Id="rId6" Type="http://schemas.openxmlformats.org/officeDocument/2006/relationships/image" Target="../media/image386.png"/><Relationship Id="rId238" Type="http://schemas.openxmlformats.org/officeDocument/2006/relationships/image" Target="../media/image500.png"/><Relationship Id="rId23" Type="http://schemas.openxmlformats.org/officeDocument/2006/relationships/customXml" Target="../ink/ink373.xml"/><Relationship Id="rId119" Type="http://schemas.openxmlformats.org/officeDocument/2006/relationships/customXml" Target="../ink/ink421.xml"/><Relationship Id="rId44" Type="http://schemas.openxmlformats.org/officeDocument/2006/relationships/image" Target="../media/image405.png"/><Relationship Id="rId65" Type="http://schemas.openxmlformats.org/officeDocument/2006/relationships/customXml" Target="../ink/ink394.xml"/><Relationship Id="rId86" Type="http://schemas.openxmlformats.org/officeDocument/2006/relationships/image" Target="../media/image426.png"/><Relationship Id="rId130" Type="http://schemas.openxmlformats.org/officeDocument/2006/relationships/image" Target="../media/image446.png"/><Relationship Id="rId151" Type="http://schemas.openxmlformats.org/officeDocument/2006/relationships/customXml" Target="../ink/ink437.xml"/><Relationship Id="rId172" Type="http://schemas.openxmlformats.org/officeDocument/2006/relationships/image" Target="../media/image467.png"/><Relationship Id="rId193" Type="http://schemas.openxmlformats.org/officeDocument/2006/relationships/customXml" Target="../ink/ink458.xml"/><Relationship Id="rId207" Type="http://schemas.openxmlformats.org/officeDocument/2006/relationships/customXml" Target="../ink/ink465.xml"/><Relationship Id="rId228" Type="http://schemas.openxmlformats.org/officeDocument/2006/relationships/image" Target="../media/image495.png"/><Relationship Id="rId249" Type="http://schemas.openxmlformats.org/officeDocument/2006/relationships/customXml" Target="../ink/ink486.xml"/><Relationship Id="rId13" Type="http://schemas.openxmlformats.org/officeDocument/2006/relationships/customXml" Target="../ink/ink368.xml"/><Relationship Id="rId109" Type="http://schemas.openxmlformats.org/officeDocument/2006/relationships/customXml" Target="../ink/ink416.xml"/><Relationship Id="rId34" Type="http://schemas.openxmlformats.org/officeDocument/2006/relationships/image" Target="../media/image400.png"/><Relationship Id="rId55" Type="http://schemas.openxmlformats.org/officeDocument/2006/relationships/customXml" Target="../ink/ink389.xml"/><Relationship Id="rId76" Type="http://schemas.openxmlformats.org/officeDocument/2006/relationships/image" Target="../media/image421.png"/><Relationship Id="rId97" Type="http://schemas.openxmlformats.org/officeDocument/2006/relationships/customXml" Target="../ink/ink410.xml"/><Relationship Id="rId120" Type="http://schemas.openxmlformats.org/officeDocument/2006/relationships/image" Target="../media/image441.png"/><Relationship Id="rId141" Type="http://schemas.openxmlformats.org/officeDocument/2006/relationships/customXml" Target="../ink/ink432.xml"/><Relationship Id="rId7" Type="http://schemas.openxmlformats.org/officeDocument/2006/relationships/customXml" Target="../ink/ink365.xml"/><Relationship Id="rId162" Type="http://schemas.openxmlformats.org/officeDocument/2006/relationships/image" Target="../media/image462.png"/><Relationship Id="rId183" Type="http://schemas.openxmlformats.org/officeDocument/2006/relationships/customXml" Target="../ink/ink453.xml"/><Relationship Id="rId218" Type="http://schemas.openxmlformats.org/officeDocument/2006/relationships/image" Target="../media/image490.png"/><Relationship Id="rId239" Type="http://schemas.openxmlformats.org/officeDocument/2006/relationships/customXml" Target="../ink/ink481.xml"/><Relationship Id="rId250" Type="http://schemas.openxmlformats.org/officeDocument/2006/relationships/image" Target="../media/image506.png"/><Relationship Id="rId24" Type="http://schemas.openxmlformats.org/officeDocument/2006/relationships/image" Target="../media/image395.png"/><Relationship Id="rId45" Type="http://schemas.openxmlformats.org/officeDocument/2006/relationships/customXml" Target="../ink/ink384.xml"/><Relationship Id="rId66" Type="http://schemas.openxmlformats.org/officeDocument/2006/relationships/image" Target="../media/image416.png"/><Relationship Id="rId87" Type="http://schemas.openxmlformats.org/officeDocument/2006/relationships/customXml" Target="../ink/ink405.xml"/><Relationship Id="rId110" Type="http://schemas.openxmlformats.org/officeDocument/2006/relationships/image" Target="../media/image438.png"/><Relationship Id="rId131" Type="http://schemas.openxmlformats.org/officeDocument/2006/relationships/customXml" Target="../ink/ink427.xml"/><Relationship Id="rId152" Type="http://schemas.openxmlformats.org/officeDocument/2006/relationships/image" Target="../media/image457.png"/><Relationship Id="rId173" Type="http://schemas.openxmlformats.org/officeDocument/2006/relationships/customXml" Target="../ink/ink448.xml"/><Relationship Id="rId194" Type="http://schemas.openxmlformats.org/officeDocument/2006/relationships/image" Target="../media/image478.png"/><Relationship Id="rId208" Type="http://schemas.openxmlformats.org/officeDocument/2006/relationships/image" Target="../media/image485.png"/><Relationship Id="rId229" Type="http://schemas.openxmlformats.org/officeDocument/2006/relationships/customXml" Target="../ink/ink476.xml"/><Relationship Id="rId240" Type="http://schemas.openxmlformats.org/officeDocument/2006/relationships/image" Target="../media/image501.png"/><Relationship Id="rId14" Type="http://schemas.openxmlformats.org/officeDocument/2006/relationships/image" Target="../media/image390.png"/><Relationship Id="rId35" Type="http://schemas.openxmlformats.org/officeDocument/2006/relationships/customXml" Target="../ink/ink379.xml"/><Relationship Id="rId56" Type="http://schemas.openxmlformats.org/officeDocument/2006/relationships/image" Target="../media/image411.png"/><Relationship Id="rId77" Type="http://schemas.openxmlformats.org/officeDocument/2006/relationships/customXml" Target="../ink/ink400.xml"/><Relationship Id="rId100" Type="http://schemas.openxmlformats.org/officeDocument/2006/relationships/image" Target="../media/image433.png"/><Relationship Id="rId8" Type="http://schemas.openxmlformats.org/officeDocument/2006/relationships/image" Target="../media/image387.png"/><Relationship Id="rId98" Type="http://schemas.openxmlformats.org/officeDocument/2006/relationships/image" Target="../media/image432.png"/><Relationship Id="rId121" Type="http://schemas.openxmlformats.org/officeDocument/2006/relationships/customXml" Target="../ink/ink422.xml"/><Relationship Id="rId142" Type="http://schemas.openxmlformats.org/officeDocument/2006/relationships/image" Target="../media/image452.png"/><Relationship Id="rId163" Type="http://schemas.openxmlformats.org/officeDocument/2006/relationships/customXml" Target="../ink/ink443.xml"/><Relationship Id="rId184" Type="http://schemas.openxmlformats.org/officeDocument/2006/relationships/image" Target="../media/image473.png"/><Relationship Id="rId219" Type="http://schemas.openxmlformats.org/officeDocument/2006/relationships/customXml" Target="../ink/ink471.xml"/><Relationship Id="rId230" Type="http://schemas.openxmlformats.org/officeDocument/2006/relationships/image" Target="../media/image496.png"/><Relationship Id="rId251" Type="http://schemas.openxmlformats.org/officeDocument/2006/relationships/customXml" Target="../ink/ink487.xml"/><Relationship Id="rId25" Type="http://schemas.openxmlformats.org/officeDocument/2006/relationships/customXml" Target="../ink/ink374.xml"/><Relationship Id="rId46" Type="http://schemas.openxmlformats.org/officeDocument/2006/relationships/image" Target="../media/image406.png"/><Relationship Id="rId67" Type="http://schemas.openxmlformats.org/officeDocument/2006/relationships/customXml" Target="../ink/ink395.xml"/><Relationship Id="rId88" Type="http://schemas.openxmlformats.org/officeDocument/2006/relationships/image" Target="../media/image427.png"/><Relationship Id="rId111" Type="http://schemas.openxmlformats.org/officeDocument/2006/relationships/customXml" Target="../ink/ink417.xml"/><Relationship Id="rId132" Type="http://schemas.openxmlformats.org/officeDocument/2006/relationships/image" Target="../media/image447.png"/><Relationship Id="rId153" Type="http://schemas.openxmlformats.org/officeDocument/2006/relationships/customXml" Target="../ink/ink438.xml"/><Relationship Id="rId174" Type="http://schemas.openxmlformats.org/officeDocument/2006/relationships/image" Target="../media/image468.png"/><Relationship Id="rId195" Type="http://schemas.openxmlformats.org/officeDocument/2006/relationships/customXml" Target="../ink/ink459.xml"/><Relationship Id="rId209" Type="http://schemas.openxmlformats.org/officeDocument/2006/relationships/customXml" Target="../ink/ink466.xml"/><Relationship Id="rId220" Type="http://schemas.openxmlformats.org/officeDocument/2006/relationships/image" Target="../media/image491.png"/><Relationship Id="rId241" Type="http://schemas.openxmlformats.org/officeDocument/2006/relationships/customXml" Target="../ink/ink482.xml"/><Relationship Id="rId15" Type="http://schemas.openxmlformats.org/officeDocument/2006/relationships/customXml" Target="../ink/ink369.xml"/><Relationship Id="rId36" Type="http://schemas.openxmlformats.org/officeDocument/2006/relationships/image" Target="../media/image401.png"/><Relationship Id="rId57" Type="http://schemas.openxmlformats.org/officeDocument/2006/relationships/customXml" Target="../ink/ink390.xml"/><Relationship Id="rId78" Type="http://schemas.openxmlformats.org/officeDocument/2006/relationships/image" Target="../media/image422.png"/><Relationship Id="rId99" Type="http://schemas.openxmlformats.org/officeDocument/2006/relationships/customXml" Target="../ink/ink411.xml"/><Relationship Id="rId101" Type="http://schemas.openxmlformats.org/officeDocument/2006/relationships/customXml" Target="../ink/ink412.xml"/><Relationship Id="rId122" Type="http://schemas.openxmlformats.org/officeDocument/2006/relationships/image" Target="../media/image442.png"/><Relationship Id="rId143" Type="http://schemas.openxmlformats.org/officeDocument/2006/relationships/customXml" Target="../ink/ink433.xml"/><Relationship Id="rId164" Type="http://schemas.openxmlformats.org/officeDocument/2006/relationships/image" Target="../media/image463.png"/><Relationship Id="rId185" Type="http://schemas.openxmlformats.org/officeDocument/2006/relationships/customXml" Target="../ink/ink454.xml"/><Relationship Id="rId9" Type="http://schemas.openxmlformats.org/officeDocument/2006/relationships/customXml" Target="../ink/ink366.xml"/><Relationship Id="rId210" Type="http://schemas.openxmlformats.org/officeDocument/2006/relationships/image" Target="../media/image486.png"/><Relationship Id="rId26" Type="http://schemas.openxmlformats.org/officeDocument/2006/relationships/image" Target="../media/image396.png"/><Relationship Id="rId231" Type="http://schemas.openxmlformats.org/officeDocument/2006/relationships/customXml" Target="../ink/ink477.xml"/><Relationship Id="rId252" Type="http://schemas.openxmlformats.org/officeDocument/2006/relationships/image" Target="../media/image507.png"/><Relationship Id="rId47" Type="http://schemas.openxmlformats.org/officeDocument/2006/relationships/customXml" Target="../ink/ink385.xml"/><Relationship Id="rId68" Type="http://schemas.openxmlformats.org/officeDocument/2006/relationships/image" Target="../media/image417.png"/><Relationship Id="rId89" Type="http://schemas.openxmlformats.org/officeDocument/2006/relationships/customXml" Target="../ink/ink406.xml"/><Relationship Id="rId112" Type="http://schemas.openxmlformats.org/officeDocument/2006/relationships/image" Target="../media/image439.png"/><Relationship Id="rId133" Type="http://schemas.openxmlformats.org/officeDocument/2006/relationships/customXml" Target="../ink/ink428.xml"/><Relationship Id="rId154" Type="http://schemas.openxmlformats.org/officeDocument/2006/relationships/image" Target="../media/image458.png"/><Relationship Id="rId175" Type="http://schemas.openxmlformats.org/officeDocument/2006/relationships/customXml" Target="../ink/ink449.xml"/><Relationship Id="rId196" Type="http://schemas.openxmlformats.org/officeDocument/2006/relationships/image" Target="../media/image479.png"/><Relationship Id="rId200" Type="http://schemas.openxmlformats.org/officeDocument/2006/relationships/image" Target="../media/image481.png"/><Relationship Id="rId16" Type="http://schemas.openxmlformats.org/officeDocument/2006/relationships/image" Target="../media/image391.png"/><Relationship Id="rId221" Type="http://schemas.openxmlformats.org/officeDocument/2006/relationships/customXml" Target="../ink/ink472.xml"/><Relationship Id="rId242" Type="http://schemas.openxmlformats.org/officeDocument/2006/relationships/image" Target="../media/image502.png"/><Relationship Id="rId37" Type="http://schemas.openxmlformats.org/officeDocument/2006/relationships/customXml" Target="../ink/ink380.xml"/><Relationship Id="rId58" Type="http://schemas.openxmlformats.org/officeDocument/2006/relationships/image" Target="../media/image412.png"/><Relationship Id="rId79" Type="http://schemas.openxmlformats.org/officeDocument/2006/relationships/customXml" Target="../ink/ink401.xml"/><Relationship Id="rId102" Type="http://schemas.openxmlformats.org/officeDocument/2006/relationships/image" Target="../media/image434.png"/><Relationship Id="rId123" Type="http://schemas.openxmlformats.org/officeDocument/2006/relationships/customXml" Target="../ink/ink423.xml"/><Relationship Id="rId144" Type="http://schemas.openxmlformats.org/officeDocument/2006/relationships/image" Target="../media/image453.png"/><Relationship Id="rId90" Type="http://schemas.openxmlformats.org/officeDocument/2006/relationships/image" Target="../media/image428.png"/><Relationship Id="rId165" Type="http://schemas.openxmlformats.org/officeDocument/2006/relationships/customXml" Target="../ink/ink444.xml"/><Relationship Id="rId186" Type="http://schemas.openxmlformats.org/officeDocument/2006/relationships/image" Target="../media/image474.png"/><Relationship Id="rId211" Type="http://schemas.openxmlformats.org/officeDocument/2006/relationships/customXml" Target="../ink/ink467.xml"/><Relationship Id="rId232" Type="http://schemas.openxmlformats.org/officeDocument/2006/relationships/image" Target="../media/image497.png"/><Relationship Id="rId253" Type="http://schemas.openxmlformats.org/officeDocument/2006/relationships/customXml" Target="../ink/ink488.xml"/><Relationship Id="rId27" Type="http://schemas.openxmlformats.org/officeDocument/2006/relationships/customXml" Target="../ink/ink375.xml"/><Relationship Id="rId48" Type="http://schemas.openxmlformats.org/officeDocument/2006/relationships/image" Target="../media/image407.png"/><Relationship Id="rId69" Type="http://schemas.openxmlformats.org/officeDocument/2006/relationships/customXml" Target="../ink/ink396.xml"/><Relationship Id="rId113" Type="http://schemas.openxmlformats.org/officeDocument/2006/relationships/customXml" Target="../ink/ink418.xml"/><Relationship Id="rId134" Type="http://schemas.openxmlformats.org/officeDocument/2006/relationships/image" Target="../media/image448.png"/><Relationship Id="rId80" Type="http://schemas.openxmlformats.org/officeDocument/2006/relationships/image" Target="../media/image423.png"/><Relationship Id="rId155" Type="http://schemas.openxmlformats.org/officeDocument/2006/relationships/customXml" Target="../ink/ink439.xml"/><Relationship Id="rId176" Type="http://schemas.openxmlformats.org/officeDocument/2006/relationships/image" Target="../media/image469.png"/><Relationship Id="rId197" Type="http://schemas.openxmlformats.org/officeDocument/2006/relationships/customXml" Target="../ink/ink460.xml"/><Relationship Id="rId201" Type="http://schemas.openxmlformats.org/officeDocument/2006/relationships/customXml" Target="../ink/ink462.xml"/><Relationship Id="rId222" Type="http://schemas.openxmlformats.org/officeDocument/2006/relationships/image" Target="../media/image492.png"/><Relationship Id="rId243" Type="http://schemas.openxmlformats.org/officeDocument/2006/relationships/customXml" Target="../ink/ink483.xml"/><Relationship Id="rId17" Type="http://schemas.openxmlformats.org/officeDocument/2006/relationships/customXml" Target="../ink/ink370.xml"/><Relationship Id="rId38" Type="http://schemas.openxmlformats.org/officeDocument/2006/relationships/image" Target="../media/image402.png"/><Relationship Id="rId59" Type="http://schemas.openxmlformats.org/officeDocument/2006/relationships/customXml" Target="../ink/ink391.xml"/><Relationship Id="rId103" Type="http://schemas.openxmlformats.org/officeDocument/2006/relationships/customXml" Target="../ink/ink413.xml"/><Relationship Id="rId124" Type="http://schemas.openxmlformats.org/officeDocument/2006/relationships/image" Target="../media/image443.png"/><Relationship Id="rId70" Type="http://schemas.openxmlformats.org/officeDocument/2006/relationships/image" Target="../media/image418.png"/><Relationship Id="rId91" Type="http://schemas.openxmlformats.org/officeDocument/2006/relationships/customXml" Target="../ink/ink407.xml"/><Relationship Id="rId145" Type="http://schemas.openxmlformats.org/officeDocument/2006/relationships/customXml" Target="../ink/ink434.xml"/><Relationship Id="rId166" Type="http://schemas.openxmlformats.org/officeDocument/2006/relationships/image" Target="../media/image464.png"/><Relationship Id="rId187" Type="http://schemas.openxmlformats.org/officeDocument/2006/relationships/customXml" Target="../ink/ink455.xml"/><Relationship Id="rId1" Type="http://schemas.openxmlformats.org/officeDocument/2006/relationships/slideLayout" Target="../slideLayouts/slideLayout16.xml"/><Relationship Id="rId212" Type="http://schemas.openxmlformats.org/officeDocument/2006/relationships/image" Target="../media/image487.png"/><Relationship Id="rId233" Type="http://schemas.openxmlformats.org/officeDocument/2006/relationships/customXml" Target="../ink/ink478.xml"/><Relationship Id="rId254" Type="http://schemas.openxmlformats.org/officeDocument/2006/relationships/image" Target="../media/image508.png"/><Relationship Id="rId28" Type="http://schemas.openxmlformats.org/officeDocument/2006/relationships/image" Target="../media/image397.png"/><Relationship Id="rId49" Type="http://schemas.openxmlformats.org/officeDocument/2006/relationships/customXml" Target="../ink/ink386.xml"/><Relationship Id="rId114" Type="http://schemas.openxmlformats.org/officeDocument/2006/relationships/image" Target="../media/image440.png"/><Relationship Id="rId60" Type="http://schemas.openxmlformats.org/officeDocument/2006/relationships/image" Target="../media/image413.png"/><Relationship Id="rId81" Type="http://schemas.openxmlformats.org/officeDocument/2006/relationships/customXml" Target="../ink/ink402.xml"/><Relationship Id="rId135" Type="http://schemas.openxmlformats.org/officeDocument/2006/relationships/customXml" Target="../ink/ink429.xml"/><Relationship Id="rId156" Type="http://schemas.openxmlformats.org/officeDocument/2006/relationships/image" Target="../media/image459.png"/><Relationship Id="rId177" Type="http://schemas.openxmlformats.org/officeDocument/2006/relationships/customXml" Target="../ink/ink450.xml"/><Relationship Id="rId198" Type="http://schemas.openxmlformats.org/officeDocument/2006/relationships/image" Target="../media/image480.png"/><Relationship Id="rId202" Type="http://schemas.openxmlformats.org/officeDocument/2006/relationships/image" Target="../media/image482.png"/><Relationship Id="rId223" Type="http://schemas.openxmlformats.org/officeDocument/2006/relationships/customXml" Target="../ink/ink473.xml"/><Relationship Id="rId244" Type="http://schemas.openxmlformats.org/officeDocument/2006/relationships/image" Target="../media/image503.png"/><Relationship Id="rId18" Type="http://schemas.openxmlformats.org/officeDocument/2006/relationships/image" Target="../media/image392.png"/><Relationship Id="rId39" Type="http://schemas.openxmlformats.org/officeDocument/2006/relationships/customXml" Target="../ink/ink381.xml"/><Relationship Id="rId50" Type="http://schemas.openxmlformats.org/officeDocument/2006/relationships/image" Target="../media/image408.png"/><Relationship Id="rId104" Type="http://schemas.openxmlformats.org/officeDocument/2006/relationships/image" Target="../media/image435.png"/><Relationship Id="rId125" Type="http://schemas.openxmlformats.org/officeDocument/2006/relationships/customXml" Target="../ink/ink424.xml"/><Relationship Id="rId146" Type="http://schemas.openxmlformats.org/officeDocument/2006/relationships/image" Target="../media/image454.png"/><Relationship Id="rId167" Type="http://schemas.openxmlformats.org/officeDocument/2006/relationships/customXml" Target="../ink/ink445.xml"/><Relationship Id="rId188" Type="http://schemas.openxmlformats.org/officeDocument/2006/relationships/image" Target="../media/image475.png"/><Relationship Id="rId71" Type="http://schemas.openxmlformats.org/officeDocument/2006/relationships/customXml" Target="../ink/ink397.xml"/><Relationship Id="rId92" Type="http://schemas.openxmlformats.org/officeDocument/2006/relationships/image" Target="../media/image429.png"/><Relationship Id="rId213" Type="http://schemas.openxmlformats.org/officeDocument/2006/relationships/customXml" Target="../ink/ink468.xml"/><Relationship Id="rId234" Type="http://schemas.openxmlformats.org/officeDocument/2006/relationships/image" Target="../media/image498.png"/><Relationship Id="rId2" Type="http://schemas.openxmlformats.org/officeDocument/2006/relationships/image" Target="../media/image384.png"/><Relationship Id="rId29" Type="http://schemas.openxmlformats.org/officeDocument/2006/relationships/customXml" Target="../ink/ink376.xml"/><Relationship Id="rId40" Type="http://schemas.openxmlformats.org/officeDocument/2006/relationships/image" Target="../media/image403.png"/><Relationship Id="rId115" Type="http://schemas.openxmlformats.org/officeDocument/2006/relationships/customXml" Target="../ink/ink419.xml"/><Relationship Id="rId136" Type="http://schemas.openxmlformats.org/officeDocument/2006/relationships/image" Target="../media/image449.png"/><Relationship Id="rId157" Type="http://schemas.openxmlformats.org/officeDocument/2006/relationships/customXml" Target="../ink/ink440.xml"/><Relationship Id="rId178" Type="http://schemas.openxmlformats.org/officeDocument/2006/relationships/image" Target="../media/image470.png"/><Relationship Id="rId61" Type="http://schemas.openxmlformats.org/officeDocument/2006/relationships/customXml" Target="../ink/ink392.xml"/><Relationship Id="rId82" Type="http://schemas.openxmlformats.org/officeDocument/2006/relationships/image" Target="../media/image424.png"/><Relationship Id="rId199" Type="http://schemas.openxmlformats.org/officeDocument/2006/relationships/customXml" Target="../ink/ink461.xml"/><Relationship Id="rId203" Type="http://schemas.openxmlformats.org/officeDocument/2006/relationships/customXml" Target="../ink/ink463.xml"/><Relationship Id="rId19" Type="http://schemas.openxmlformats.org/officeDocument/2006/relationships/customXml" Target="../ink/ink371.xml"/><Relationship Id="rId224" Type="http://schemas.openxmlformats.org/officeDocument/2006/relationships/image" Target="../media/image493.png"/><Relationship Id="rId245" Type="http://schemas.openxmlformats.org/officeDocument/2006/relationships/customXml" Target="../ink/ink484.xml"/><Relationship Id="rId30" Type="http://schemas.openxmlformats.org/officeDocument/2006/relationships/image" Target="../media/image398.png"/><Relationship Id="rId105" Type="http://schemas.openxmlformats.org/officeDocument/2006/relationships/customXml" Target="../ink/ink414.xml"/><Relationship Id="rId126" Type="http://schemas.openxmlformats.org/officeDocument/2006/relationships/image" Target="../media/image444.png"/><Relationship Id="rId147" Type="http://schemas.openxmlformats.org/officeDocument/2006/relationships/customXml" Target="../ink/ink435.xml"/><Relationship Id="rId168" Type="http://schemas.openxmlformats.org/officeDocument/2006/relationships/image" Target="../media/image465.png"/><Relationship Id="rId51" Type="http://schemas.openxmlformats.org/officeDocument/2006/relationships/customXml" Target="../ink/ink387.xml"/><Relationship Id="rId72" Type="http://schemas.openxmlformats.org/officeDocument/2006/relationships/image" Target="../media/image419.png"/><Relationship Id="rId93" Type="http://schemas.openxmlformats.org/officeDocument/2006/relationships/customXml" Target="../ink/ink408.xml"/><Relationship Id="rId189" Type="http://schemas.openxmlformats.org/officeDocument/2006/relationships/customXml" Target="../ink/ink456.xml"/><Relationship Id="rId3" Type="http://schemas.openxmlformats.org/officeDocument/2006/relationships/customXml" Target="../ink/ink363.xml"/><Relationship Id="rId214" Type="http://schemas.openxmlformats.org/officeDocument/2006/relationships/image" Target="../media/image488.png"/><Relationship Id="rId235" Type="http://schemas.openxmlformats.org/officeDocument/2006/relationships/customXml" Target="../ink/ink479.xml"/><Relationship Id="rId116" Type="http://schemas.openxmlformats.org/officeDocument/2006/relationships/image" Target="../media/image77.png"/><Relationship Id="rId137" Type="http://schemas.openxmlformats.org/officeDocument/2006/relationships/customXml" Target="../ink/ink430.xml"/><Relationship Id="rId158" Type="http://schemas.openxmlformats.org/officeDocument/2006/relationships/image" Target="../media/image460.png"/><Relationship Id="rId20" Type="http://schemas.openxmlformats.org/officeDocument/2006/relationships/image" Target="../media/image393.png"/><Relationship Id="rId41" Type="http://schemas.openxmlformats.org/officeDocument/2006/relationships/customXml" Target="../ink/ink382.xml"/><Relationship Id="rId62" Type="http://schemas.openxmlformats.org/officeDocument/2006/relationships/image" Target="../media/image414.png"/><Relationship Id="rId83" Type="http://schemas.openxmlformats.org/officeDocument/2006/relationships/customXml" Target="../ink/ink403.xml"/><Relationship Id="rId179" Type="http://schemas.openxmlformats.org/officeDocument/2006/relationships/customXml" Target="../ink/ink451.xml"/><Relationship Id="rId190" Type="http://schemas.openxmlformats.org/officeDocument/2006/relationships/image" Target="../media/image476.png"/><Relationship Id="rId204" Type="http://schemas.openxmlformats.org/officeDocument/2006/relationships/image" Target="../media/image483.png"/><Relationship Id="rId225" Type="http://schemas.openxmlformats.org/officeDocument/2006/relationships/customXml" Target="../ink/ink474.xml"/><Relationship Id="rId246" Type="http://schemas.openxmlformats.org/officeDocument/2006/relationships/image" Target="../media/image504.png"/><Relationship Id="rId106" Type="http://schemas.openxmlformats.org/officeDocument/2006/relationships/image" Target="../media/image436.png"/><Relationship Id="rId127" Type="http://schemas.openxmlformats.org/officeDocument/2006/relationships/customXml" Target="../ink/ink425.xml"/><Relationship Id="rId10" Type="http://schemas.openxmlformats.org/officeDocument/2006/relationships/image" Target="../media/image388.png"/><Relationship Id="rId31" Type="http://schemas.openxmlformats.org/officeDocument/2006/relationships/customXml" Target="../ink/ink377.xml"/><Relationship Id="rId52" Type="http://schemas.openxmlformats.org/officeDocument/2006/relationships/image" Target="../media/image409.png"/><Relationship Id="rId73" Type="http://schemas.openxmlformats.org/officeDocument/2006/relationships/customXml" Target="../ink/ink398.xml"/><Relationship Id="rId94" Type="http://schemas.openxmlformats.org/officeDocument/2006/relationships/image" Target="../media/image430.png"/><Relationship Id="rId148" Type="http://schemas.openxmlformats.org/officeDocument/2006/relationships/image" Target="../media/image455.png"/><Relationship Id="rId169" Type="http://schemas.openxmlformats.org/officeDocument/2006/relationships/customXml" Target="../ink/ink446.xml"/><Relationship Id="rId4" Type="http://schemas.openxmlformats.org/officeDocument/2006/relationships/image" Target="../media/image385.png"/><Relationship Id="rId180" Type="http://schemas.openxmlformats.org/officeDocument/2006/relationships/image" Target="../media/image471.png"/><Relationship Id="rId215" Type="http://schemas.openxmlformats.org/officeDocument/2006/relationships/customXml" Target="../ink/ink469.xml"/><Relationship Id="rId236" Type="http://schemas.openxmlformats.org/officeDocument/2006/relationships/image" Target="../media/image499.png"/></Relationships>
</file>

<file path=ppt/slides/_rels/slide19.xml.rels><?xml version="1.0" encoding="UTF-8" standalone="yes"?>
<Relationships xmlns="http://schemas.openxmlformats.org/package/2006/relationships"><Relationship Id="rId8" Type="http://schemas.openxmlformats.org/officeDocument/2006/relationships/image" Target="../media/image512.png"/><Relationship Id="rId13" Type="http://schemas.openxmlformats.org/officeDocument/2006/relationships/customXml" Target="../ink/ink494.xml"/><Relationship Id="rId18" Type="http://schemas.openxmlformats.org/officeDocument/2006/relationships/image" Target="../media/image517.png"/><Relationship Id="rId3" Type="http://schemas.openxmlformats.org/officeDocument/2006/relationships/customXml" Target="../ink/ink489.xml"/><Relationship Id="rId7" Type="http://schemas.openxmlformats.org/officeDocument/2006/relationships/customXml" Target="../ink/ink491.xml"/><Relationship Id="rId12" Type="http://schemas.openxmlformats.org/officeDocument/2006/relationships/image" Target="../media/image514.png"/><Relationship Id="rId17" Type="http://schemas.openxmlformats.org/officeDocument/2006/relationships/customXml" Target="../ink/ink496.xml"/><Relationship Id="rId2" Type="http://schemas.openxmlformats.org/officeDocument/2006/relationships/image" Target="../media/image509.png"/><Relationship Id="rId16" Type="http://schemas.openxmlformats.org/officeDocument/2006/relationships/image" Target="../media/image516.png"/><Relationship Id="rId1" Type="http://schemas.openxmlformats.org/officeDocument/2006/relationships/slideLayout" Target="../slideLayouts/slideLayout16.xml"/><Relationship Id="rId6" Type="http://schemas.openxmlformats.org/officeDocument/2006/relationships/image" Target="../media/image511.png"/><Relationship Id="rId11" Type="http://schemas.openxmlformats.org/officeDocument/2006/relationships/customXml" Target="../ink/ink493.xml"/><Relationship Id="rId5" Type="http://schemas.openxmlformats.org/officeDocument/2006/relationships/customXml" Target="../ink/ink490.xml"/><Relationship Id="rId15" Type="http://schemas.openxmlformats.org/officeDocument/2006/relationships/customXml" Target="../ink/ink495.xml"/><Relationship Id="rId10" Type="http://schemas.openxmlformats.org/officeDocument/2006/relationships/image" Target="../media/image513.png"/><Relationship Id="rId4" Type="http://schemas.openxmlformats.org/officeDocument/2006/relationships/image" Target="../media/image510.png"/><Relationship Id="rId9" Type="http://schemas.openxmlformats.org/officeDocument/2006/relationships/customXml" Target="../ink/ink492.xml"/><Relationship Id="rId14" Type="http://schemas.openxmlformats.org/officeDocument/2006/relationships/image" Target="../media/image515.png"/></Relationships>
</file>

<file path=ppt/slides/_rels/slide20.xml.rels><?xml version="1.0" encoding="UTF-8" standalone="yes"?>
<Relationships xmlns="http://schemas.openxmlformats.org/package/2006/relationships"><Relationship Id="rId26" Type="http://schemas.openxmlformats.org/officeDocument/2006/relationships/customXml" Target="../ink/ink509.xml"/><Relationship Id="rId117" Type="http://schemas.openxmlformats.org/officeDocument/2006/relationships/image" Target="../media/image575.png"/><Relationship Id="rId21" Type="http://schemas.openxmlformats.org/officeDocument/2006/relationships/image" Target="../media/image527.png"/><Relationship Id="rId42" Type="http://schemas.openxmlformats.org/officeDocument/2006/relationships/customXml" Target="../ink/ink517.xml"/><Relationship Id="rId47" Type="http://schemas.openxmlformats.org/officeDocument/2006/relationships/image" Target="../media/image540.png"/><Relationship Id="rId63" Type="http://schemas.openxmlformats.org/officeDocument/2006/relationships/image" Target="../media/image548.png"/><Relationship Id="rId68" Type="http://schemas.openxmlformats.org/officeDocument/2006/relationships/customXml" Target="../ink/ink530.xml"/><Relationship Id="rId84" Type="http://schemas.openxmlformats.org/officeDocument/2006/relationships/customXml" Target="../ink/ink538.xml"/><Relationship Id="rId89" Type="http://schemas.openxmlformats.org/officeDocument/2006/relationships/image" Target="../media/image561.png"/><Relationship Id="rId112" Type="http://schemas.openxmlformats.org/officeDocument/2006/relationships/customXml" Target="../ink/ink552.xml"/><Relationship Id="rId16" Type="http://schemas.openxmlformats.org/officeDocument/2006/relationships/customXml" Target="../ink/ink504.xml"/><Relationship Id="rId107" Type="http://schemas.openxmlformats.org/officeDocument/2006/relationships/image" Target="../media/image570.png"/><Relationship Id="rId11" Type="http://schemas.openxmlformats.org/officeDocument/2006/relationships/image" Target="../media/image522.png"/><Relationship Id="rId32" Type="http://schemas.openxmlformats.org/officeDocument/2006/relationships/customXml" Target="../ink/ink512.xml"/><Relationship Id="rId37" Type="http://schemas.openxmlformats.org/officeDocument/2006/relationships/image" Target="../media/image535.png"/><Relationship Id="rId53" Type="http://schemas.openxmlformats.org/officeDocument/2006/relationships/image" Target="../media/image543.png"/><Relationship Id="rId58" Type="http://schemas.openxmlformats.org/officeDocument/2006/relationships/customXml" Target="../ink/ink525.xml"/><Relationship Id="rId74" Type="http://schemas.openxmlformats.org/officeDocument/2006/relationships/customXml" Target="../ink/ink533.xml"/><Relationship Id="rId79" Type="http://schemas.openxmlformats.org/officeDocument/2006/relationships/image" Target="../media/image556.png"/><Relationship Id="rId102" Type="http://schemas.openxmlformats.org/officeDocument/2006/relationships/customXml" Target="../ink/ink547.xml"/><Relationship Id="rId5" Type="http://schemas.openxmlformats.org/officeDocument/2006/relationships/image" Target="../media/image519.png"/><Relationship Id="rId90" Type="http://schemas.openxmlformats.org/officeDocument/2006/relationships/customXml" Target="../ink/ink541.xml"/><Relationship Id="rId95" Type="http://schemas.openxmlformats.org/officeDocument/2006/relationships/image" Target="../media/image564.png"/><Relationship Id="rId22" Type="http://schemas.openxmlformats.org/officeDocument/2006/relationships/customXml" Target="../ink/ink507.xml"/><Relationship Id="rId27" Type="http://schemas.openxmlformats.org/officeDocument/2006/relationships/image" Target="../media/image530.png"/><Relationship Id="rId43" Type="http://schemas.openxmlformats.org/officeDocument/2006/relationships/image" Target="../media/image538.png"/><Relationship Id="rId48" Type="http://schemas.openxmlformats.org/officeDocument/2006/relationships/customXml" Target="../ink/ink520.xml"/><Relationship Id="rId64" Type="http://schemas.openxmlformats.org/officeDocument/2006/relationships/customXml" Target="../ink/ink528.xml"/><Relationship Id="rId69" Type="http://schemas.openxmlformats.org/officeDocument/2006/relationships/image" Target="../media/image551.png"/><Relationship Id="rId113" Type="http://schemas.openxmlformats.org/officeDocument/2006/relationships/image" Target="../media/image573.png"/><Relationship Id="rId118" Type="http://schemas.openxmlformats.org/officeDocument/2006/relationships/customXml" Target="../ink/ink555.xml"/><Relationship Id="rId80" Type="http://schemas.openxmlformats.org/officeDocument/2006/relationships/customXml" Target="../ink/ink536.xml"/><Relationship Id="rId85" Type="http://schemas.openxmlformats.org/officeDocument/2006/relationships/image" Target="../media/image559.png"/><Relationship Id="rId12" Type="http://schemas.openxmlformats.org/officeDocument/2006/relationships/customXml" Target="../ink/ink502.xml"/><Relationship Id="rId17" Type="http://schemas.openxmlformats.org/officeDocument/2006/relationships/image" Target="../media/image525.png"/><Relationship Id="rId33" Type="http://schemas.openxmlformats.org/officeDocument/2006/relationships/image" Target="../media/image533.png"/><Relationship Id="rId38" Type="http://schemas.openxmlformats.org/officeDocument/2006/relationships/customXml" Target="../ink/ink515.xml"/><Relationship Id="rId59" Type="http://schemas.openxmlformats.org/officeDocument/2006/relationships/image" Target="../media/image546.png"/><Relationship Id="rId103" Type="http://schemas.openxmlformats.org/officeDocument/2006/relationships/image" Target="../media/image568.png"/><Relationship Id="rId108" Type="http://schemas.openxmlformats.org/officeDocument/2006/relationships/customXml" Target="../ink/ink550.xml"/><Relationship Id="rId54" Type="http://schemas.openxmlformats.org/officeDocument/2006/relationships/customXml" Target="../ink/ink523.xml"/><Relationship Id="rId70" Type="http://schemas.openxmlformats.org/officeDocument/2006/relationships/customXml" Target="../ink/ink531.xml"/><Relationship Id="rId75" Type="http://schemas.openxmlformats.org/officeDocument/2006/relationships/image" Target="../media/image554.png"/><Relationship Id="rId91" Type="http://schemas.openxmlformats.org/officeDocument/2006/relationships/image" Target="../media/image562.png"/><Relationship Id="rId96" Type="http://schemas.openxmlformats.org/officeDocument/2006/relationships/customXml" Target="../ink/ink544.xml"/><Relationship Id="rId1" Type="http://schemas.openxmlformats.org/officeDocument/2006/relationships/slideLayout" Target="../slideLayouts/slideLayout16.xml"/><Relationship Id="rId6" Type="http://schemas.openxmlformats.org/officeDocument/2006/relationships/customXml" Target="../ink/ink499.xml"/><Relationship Id="rId23" Type="http://schemas.openxmlformats.org/officeDocument/2006/relationships/image" Target="../media/image528.png"/><Relationship Id="rId28" Type="http://schemas.openxmlformats.org/officeDocument/2006/relationships/customXml" Target="../ink/ink510.xml"/><Relationship Id="rId49" Type="http://schemas.openxmlformats.org/officeDocument/2006/relationships/image" Target="../media/image541.png"/><Relationship Id="rId114" Type="http://schemas.openxmlformats.org/officeDocument/2006/relationships/customXml" Target="../ink/ink553.xml"/><Relationship Id="rId119" Type="http://schemas.openxmlformats.org/officeDocument/2006/relationships/image" Target="../media/image576.png"/><Relationship Id="rId44" Type="http://schemas.openxmlformats.org/officeDocument/2006/relationships/customXml" Target="../ink/ink518.xml"/><Relationship Id="rId60" Type="http://schemas.openxmlformats.org/officeDocument/2006/relationships/customXml" Target="../ink/ink526.xml"/><Relationship Id="rId65" Type="http://schemas.openxmlformats.org/officeDocument/2006/relationships/image" Target="../media/image549.png"/><Relationship Id="rId81" Type="http://schemas.openxmlformats.org/officeDocument/2006/relationships/image" Target="../media/image557.png"/><Relationship Id="rId86" Type="http://schemas.openxmlformats.org/officeDocument/2006/relationships/customXml" Target="../ink/ink539.xml"/><Relationship Id="rId4" Type="http://schemas.openxmlformats.org/officeDocument/2006/relationships/customXml" Target="../ink/ink498.xml"/><Relationship Id="rId9" Type="http://schemas.openxmlformats.org/officeDocument/2006/relationships/image" Target="../media/image521.png"/><Relationship Id="rId13" Type="http://schemas.openxmlformats.org/officeDocument/2006/relationships/image" Target="../media/image523.png"/><Relationship Id="rId18" Type="http://schemas.openxmlformats.org/officeDocument/2006/relationships/customXml" Target="../ink/ink505.xml"/><Relationship Id="rId39" Type="http://schemas.openxmlformats.org/officeDocument/2006/relationships/image" Target="../media/image536.png"/><Relationship Id="rId109" Type="http://schemas.openxmlformats.org/officeDocument/2006/relationships/image" Target="../media/image571.png"/><Relationship Id="rId34" Type="http://schemas.openxmlformats.org/officeDocument/2006/relationships/customXml" Target="../ink/ink513.xml"/><Relationship Id="rId50" Type="http://schemas.openxmlformats.org/officeDocument/2006/relationships/customXml" Target="../ink/ink521.xml"/><Relationship Id="rId55" Type="http://schemas.openxmlformats.org/officeDocument/2006/relationships/image" Target="../media/image544.png"/><Relationship Id="rId76" Type="http://schemas.openxmlformats.org/officeDocument/2006/relationships/customXml" Target="../ink/ink534.xml"/><Relationship Id="rId97" Type="http://schemas.openxmlformats.org/officeDocument/2006/relationships/image" Target="../media/image565.png"/><Relationship Id="rId104" Type="http://schemas.openxmlformats.org/officeDocument/2006/relationships/customXml" Target="../ink/ink548.xml"/><Relationship Id="rId120" Type="http://schemas.openxmlformats.org/officeDocument/2006/relationships/customXml" Target="../ink/ink556.xml"/><Relationship Id="rId7" Type="http://schemas.openxmlformats.org/officeDocument/2006/relationships/image" Target="../media/image520.png"/><Relationship Id="rId71" Type="http://schemas.openxmlformats.org/officeDocument/2006/relationships/image" Target="../media/image552.png"/><Relationship Id="rId92" Type="http://schemas.openxmlformats.org/officeDocument/2006/relationships/customXml" Target="../ink/ink542.xml"/><Relationship Id="rId2" Type="http://schemas.openxmlformats.org/officeDocument/2006/relationships/customXml" Target="../ink/ink497.xml"/><Relationship Id="rId29" Type="http://schemas.openxmlformats.org/officeDocument/2006/relationships/image" Target="../media/image531.png"/><Relationship Id="rId24" Type="http://schemas.openxmlformats.org/officeDocument/2006/relationships/customXml" Target="../ink/ink508.xml"/><Relationship Id="rId40" Type="http://schemas.openxmlformats.org/officeDocument/2006/relationships/customXml" Target="../ink/ink516.xml"/><Relationship Id="rId45" Type="http://schemas.openxmlformats.org/officeDocument/2006/relationships/image" Target="../media/image539.png"/><Relationship Id="rId66" Type="http://schemas.openxmlformats.org/officeDocument/2006/relationships/customXml" Target="../ink/ink529.xml"/><Relationship Id="rId87" Type="http://schemas.openxmlformats.org/officeDocument/2006/relationships/image" Target="../media/image560.png"/><Relationship Id="rId110" Type="http://schemas.openxmlformats.org/officeDocument/2006/relationships/customXml" Target="../ink/ink551.xml"/><Relationship Id="rId115" Type="http://schemas.openxmlformats.org/officeDocument/2006/relationships/image" Target="../media/image574.png"/><Relationship Id="rId61" Type="http://schemas.openxmlformats.org/officeDocument/2006/relationships/image" Target="../media/image547.png"/><Relationship Id="rId82" Type="http://schemas.openxmlformats.org/officeDocument/2006/relationships/customXml" Target="../ink/ink537.xml"/><Relationship Id="rId19" Type="http://schemas.openxmlformats.org/officeDocument/2006/relationships/image" Target="../media/image526.png"/><Relationship Id="rId14" Type="http://schemas.openxmlformats.org/officeDocument/2006/relationships/customXml" Target="../ink/ink503.xml"/><Relationship Id="rId30" Type="http://schemas.openxmlformats.org/officeDocument/2006/relationships/customXml" Target="../ink/ink511.xml"/><Relationship Id="rId35" Type="http://schemas.openxmlformats.org/officeDocument/2006/relationships/image" Target="../media/image534.png"/><Relationship Id="rId56" Type="http://schemas.openxmlformats.org/officeDocument/2006/relationships/customXml" Target="../ink/ink524.xml"/><Relationship Id="rId77" Type="http://schemas.openxmlformats.org/officeDocument/2006/relationships/image" Target="../media/image555.png"/><Relationship Id="rId100" Type="http://schemas.openxmlformats.org/officeDocument/2006/relationships/customXml" Target="../ink/ink546.xml"/><Relationship Id="rId105" Type="http://schemas.openxmlformats.org/officeDocument/2006/relationships/image" Target="../media/image569.png"/><Relationship Id="rId8" Type="http://schemas.openxmlformats.org/officeDocument/2006/relationships/customXml" Target="../ink/ink500.xml"/><Relationship Id="rId51" Type="http://schemas.openxmlformats.org/officeDocument/2006/relationships/image" Target="../media/image542.png"/><Relationship Id="rId72" Type="http://schemas.openxmlformats.org/officeDocument/2006/relationships/customXml" Target="../ink/ink532.xml"/><Relationship Id="rId93" Type="http://schemas.openxmlformats.org/officeDocument/2006/relationships/image" Target="../media/image563.png"/><Relationship Id="rId98" Type="http://schemas.openxmlformats.org/officeDocument/2006/relationships/customXml" Target="../ink/ink545.xml"/><Relationship Id="rId121" Type="http://schemas.openxmlformats.org/officeDocument/2006/relationships/image" Target="../media/image577.png"/><Relationship Id="rId3" Type="http://schemas.openxmlformats.org/officeDocument/2006/relationships/image" Target="../media/image518.png"/><Relationship Id="rId25" Type="http://schemas.openxmlformats.org/officeDocument/2006/relationships/image" Target="../media/image529.png"/><Relationship Id="rId46" Type="http://schemas.openxmlformats.org/officeDocument/2006/relationships/customXml" Target="../ink/ink519.xml"/><Relationship Id="rId67" Type="http://schemas.openxmlformats.org/officeDocument/2006/relationships/image" Target="../media/image550.png"/><Relationship Id="rId116" Type="http://schemas.openxmlformats.org/officeDocument/2006/relationships/customXml" Target="../ink/ink554.xml"/><Relationship Id="rId20" Type="http://schemas.openxmlformats.org/officeDocument/2006/relationships/customXml" Target="../ink/ink506.xml"/><Relationship Id="rId41" Type="http://schemas.openxmlformats.org/officeDocument/2006/relationships/image" Target="../media/image537.png"/><Relationship Id="rId62" Type="http://schemas.openxmlformats.org/officeDocument/2006/relationships/customXml" Target="../ink/ink527.xml"/><Relationship Id="rId83" Type="http://schemas.openxmlformats.org/officeDocument/2006/relationships/image" Target="../media/image558.png"/><Relationship Id="rId88" Type="http://schemas.openxmlformats.org/officeDocument/2006/relationships/customXml" Target="../ink/ink540.xml"/><Relationship Id="rId111" Type="http://schemas.openxmlformats.org/officeDocument/2006/relationships/image" Target="../media/image572.png"/><Relationship Id="rId15" Type="http://schemas.openxmlformats.org/officeDocument/2006/relationships/image" Target="../media/image524.png"/><Relationship Id="rId36" Type="http://schemas.openxmlformats.org/officeDocument/2006/relationships/customXml" Target="../ink/ink514.xml"/><Relationship Id="rId57" Type="http://schemas.openxmlformats.org/officeDocument/2006/relationships/image" Target="../media/image545.png"/><Relationship Id="rId106" Type="http://schemas.openxmlformats.org/officeDocument/2006/relationships/customXml" Target="../ink/ink549.xml"/><Relationship Id="rId10" Type="http://schemas.openxmlformats.org/officeDocument/2006/relationships/customXml" Target="../ink/ink501.xml"/><Relationship Id="rId31" Type="http://schemas.openxmlformats.org/officeDocument/2006/relationships/image" Target="../media/image532.png"/><Relationship Id="rId52" Type="http://schemas.openxmlformats.org/officeDocument/2006/relationships/customXml" Target="../ink/ink522.xml"/><Relationship Id="rId73" Type="http://schemas.openxmlformats.org/officeDocument/2006/relationships/image" Target="../media/image553.png"/><Relationship Id="rId78" Type="http://schemas.openxmlformats.org/officeDocument/2006/relationships/customXml" Target="../ink/ink535.xml"/><Relationship Id="rId94" Type="http://schemas.openxmlformats.org/officeDocument/2006/relationships/customXml" Target="../ink/ink543.xml"/><Relationship Id="rId99" Type="http://schemas.openxmlformats.org/officeDocument/2006/relationships/image" Target="../media/image566.png"/><Relationship Id="rId101" Type="http://schemas.openxmlformats.org/officeDocument/2006/relationships/image" Target="../media/image567.png"/></Relationships>
</file>

<file path=ppt/slides/_rels/slide21.xml.rels><?xml version="1.0" encoding="UTF-8" standalone="yes"?>
<Relationships xmlns="http://schemas.openxmlformats.org/package/2006/relationships"><Relationship Id="rId117" Type="http://schemas.openxmlformats.org/officeDocument/2006/relationships/customXml" Target="../ink/ink615.xml"/><Relationship Id="rId21" Type="http://schemas.openxmlformats.org/officeDocument/2006/relationships/image" Target="../media/image587.png"/><Relationship Id="rId42" Type="http://schemas.openxmlformats.org/officeDocument/2006/relationships/customXml" Target="../ink/ink577.xml"/><Relationship Id="rId63" Type="http://schemas.openxmlformats.org/officeDocument/2006/relationships/image" Target="../media/image608.png"/><Relationship Id="rId84" Type="http://schemas.openxmlformats.org/officeDocument/2006/relationships/customXml" Target="../ink/ink598.xml"/><Relationship Id="rId138" Type="http://schemas.openxmlformats.org/officeDocument/2006/relationships/image" Target="../media/image644.png"/><Relationship Id="rId159" Type="http://schemas.openxmlformats.org/officeDocument/2006/relationships/customXml" Target="../ink/ink636.xml"/><Relationship Id="rId170" Type="http://schemas.openxmlformats.org/officeDocument/2006/relationships/image" Target="../media/image660.png"/><Relationship Id="rId191" Type="http://schemas.openxmlformats.org/officeDocument/2006/relationships/customXml" Target="../ink/ink652.xml"/><Relationship Id="rId205" Type="http://schemas.openxmlformats.org/officeDocument/2006/relationships/customXml" Target="../ink/ink659.xml"/><Relationship Id="rId226" Type="http://schemas.openxmlformats.org/officeDocument/2006/relationships/image" Target="../media/image688.png"/><Relationship Id="rId247" Type="http://schemas.openxmlformats.org/officeDocument/2006/relationships/customXml" Target="../ink/ink680.xml"/><Relationship Id="rId107" Type="http://schemas.openxmlformats.org/officeDocument/2006/relationships/customXml" Target="../ink/ink610.xml"/><Relationship Id="rId11" Type="http://schemas.openxmlformats.org/officeDocument/2006/relationships/image" Target="../media/image582.png"/><Relationship Id="rId32" Type="http://schemas.openxmlformats.org/officeDocument/2006/relationships/customXml" Target="../ink/ink572.xml"/><Relationship Id="rId53" Type="http://schemas.openxmlformats.org/officeDocument/2006/relationships/image" Target="../media/image603.png"/><Relationship Id="rId74" Type="http://schemas.openxmlformats.org/officeDocument/2006/relationships/customXml" Target="../ink/ink593.xml"/><Relationship Id="rId128" Type="http://schemas.openxmlformats.org/officeDocument/2006/relationships/image" Target="../media/image639.png"/><Relationship Id="rId149" Type="http://schemas.openxmlformats.org/officeDocument/2006/relationships/customXml" Target="../ink/ink631.xml"/><Relationship Id="rId5" Type="http://schemas.openxmlformats.org/officeDocument/2006/relationships/image" Target="../media/image579.png"/><Relationship Id="rId95" Type="http://schemas.openxmlformats.org/officeDocument/2006/relationships/image" Target="../media/image623.png"/><Relationship Id="rId160" Type="http://schemas.openxmlformats.org/officeDocument/2006/relationships/image" Target="../media/image655.png"/><Relationship Id="rId181" Type="http://schemas.openxmlformats.org/officeDocument/2006/relationships/customXml" Target="../ink/ink647.xml"/><Relationship Id="rId216" Type="http://schemas.openxmlformats.org/officeDocument/2006/relationships/image" Target="../media/image683.png"/><Relationship Id="rId237" Type="http://schemas.openxmlformats.org/officeDocument/2006/relationships/customXml" Target="../ink/ink675.xml"/><Relationship Id="rId22" Type="http://schemas.openxmlformats.org/officeDocument/2006/relationships/customXml" Target="../ink/ink567.xml"/><Relationship Id="rId43" Type="http://schemas.openxmlformats.org/officeDocument/2006/relationships/image" Target="../media/image598.png"/><Relationship Id="rId64" Type="http://schemas.openxmlformats.org/officeDocument/2006/relationships/customXml" Target="../ink/ink588.xml"/><Relationship Id="rId118" Type="http://schemas.openxmlformats.org/officeDocument/2006/relationships/image" Target="../media/image634.png"/><Relationship Id="rId139" Type="http://schemas.openxmlformats.org/officeDocument/2006/relationships/customXml" Target="../ink/ink626.xml"/><Relationship Id="rId85" Type="http://schemas.openxmlformats.org/officeDocument/2006/relationships/image" Target="../media/image619.png"/><Relationship Id="rId150" Type="http://schemas.openxmlformats.org/officeDocument/2006/relationships/image" Target="../media/image650.png"/><Relationship Id="rId171" Type="http://schemas.openxmlformats.org/officeDocument/2006/relationships/customXml" Target="../ink/ink642.xml"/><Relationship Id="rId192" Type="http://schemas.openxmlformats.org/officeDocument/2006/relationships/image" Target="../media/image671.png"/><Relationship Id="rId206" Type="http://schemas.openxmlformats.org/officeDocument/2006/relationships/image" Target="../media/image678.png"/><Relationship Id="rId227" Type="http://schemas.openxmlformats.org/officeDocument/2006/relationships/customXml" Target="../ink/ink670.xml"/><Relationship Id="rId248" Type="http://schemas.openxmlformats.org/officeDocument/2006/relationships/image" Target="../media/image699.png"/><Relationship Id="rId12" Type="http://schemas.openxmlformats.org/officeDocument/2006/relationships/customXml" Target="../ink/ink562.xml"/><Relationship Id="rId33" Type="http://schemas.openxmlformats.org/officeDocument/2006/relationships/image" Target="../media/image593.png"/><Relationship Id="rId108" Type="http://schemas.openxmlformats.org/officeDocument/2006/relationships/image" Target="../media/image629.png"/><Relationship Id="rId129" Type="http://schemas.openxmlformats.org/officeDocument/2006/relationships/customXml" Target="../ink/ink621.xml"/><Relationship Id="rId54" Type="http://schemas.openxmlformats.org/officeDocument/2006/relationships/customXml" Target="../ink/ink583.xml"/><Relationship Id="rId75" Type="http://schemas.openxmlformats.org/officeDocument/2006/relationships/image" Target="../media/image614.png"/><Relationship Id="rId96" Type="http://schemas.openxmlformats.org/officeDocument/2006/relationships/customXml" Target="../ink/ink604.xml"/><Relationship Id="rId140" Type="http://schemas.openxmlformats.org/officeDocument/2006/relationships/image" Target="../media/image645.png"/><Relationship Id="rId161" Type="http://schemas.openxmlformats.org/officeDocument/2006/relationships/customXml" Target="../ink/ink637.xml"/><Relationship Id="rId182" Type="http://schemas.openxmlformats.org/officeDocument/2006/relationships/image" Target="../media/image666.png"/><Relationship Id="rId217" Type="http://schemas.openxmlformats.org/officeDocument/2006/relationships/customXml" Target="../ink/ink665.xml"/><Relationship Id="rId6" Type="http://schemas.openxmlformats.org/officeDocument/2006/relationships/customXml" Target="../ink/ink559.xml"/><Relationship Id="rId238" Type="http://schemas.openxmlformats.org/officeDocument/2006/relationships/image" Target="../media/image694.png"/><Relationship Id="rId23" Type="http://schemas.openxmlformats.org/officeDocument/2006/relationships/image" Target="../media/image588.png"/><Relationship Id="rId119" Type="http://schemas.openxmlformats.org/officeDocument/2006/relationships/customXml" Target="../ink/ink616.xml"/><Relationship Id="rId44" Type="http://schemas.openxmlformats.org/officeDocument/2006/relationships/customXml" Target="../ink/ink578.xml"/><Relationship Id="rId65" Type="http://schemas.openxmlformats.org/officeDocument/2006/relationships/image" Target="../media/image609.png"/><Relationship Id="rId86" Type="http://schemas.openxmlformats.org/officeDocument/2006/relationships/customXml" Target="../ink/ink599.xml"/><Relationship Id="rId130" Type="http://schemas.openxmlformats.org/officeDocument/2006/relationships/image" Target="../media/image640.png"/><Relationship Id="rId151" Type="http://schemas.openxmlformats.org/officeDocument/2006/relationships/customXml" Target="../ink/ink632.xml"/><Relationship Id="rId172" Type="http://schemas.openxmlformats.org/officeDocument/2006/relationships/image" Target="../media/image661.png"/><Relationship Id="rId193" Type="http://schemas.openxmlformats.org/officeDocument/2006/relationships/customXml" Target="../ink/ink653.xml"/><Relationship Id="rId207" Type="http://schemas.openxmlformats.org/officeDocument/2006/relationships/customXml" Target="../ink/ink660.xml"/><Relationship Id="rId228" Type="http://schemas.openxmlformats.org/officeDocument/2006/relationships/image" Target="../media/image689.png"/><Relationship Id="rId249" Type="http://schemas.openxmlformats.org/officeDocument/2006/relationships/customXml" Target="../ink/ink681.xml"/><Relationship Id="rId13" Type="http://schemas.openxmlformats.org/officeDocument/2006/relationships/image" Target="../media/image583.png"/><Relationship Id="rId109" Type="http://schemas.openxmlformats.org/officeDocument/2006/relationships/customXml" Target="../ink/ink611.xml"/><Relationship Id="rId34" Type="http://schemas.openxmlformats.org/officeDocument/2006/relationships/customXml" Target="../ink/ink573.xml"/><Relationship Id="rId55" Type="http://schemas.openxmlformats.org/officeDocument/2006/relationships/image" Target="../media/image604.png"/><Relationship Id="rId76" Type="http://schemas.openxmlformats.org/officeDocument/2006/relationships/customXml" Target="../ink/ink594.xml"/><Relationship Id="rId97" Type="http://schemas.openxmlformats.org/officeDocument/2006/relationships/image" Target="../media/image624.png"/><Relationship Id="rId120" Type="http://schemas.openxmlformats.org/officeDocument/2006/relationships/image" Target="../media/image635.png"/><Relationship Id="rId141" Type="http://schemas.openxmlformats.org/officeDocument/2006/relationships/customXml" Target="../ink/ink627.xml"/><Relationship Id="rId7" Type="http://schemas.openxmlformats.org/officeDocument/2006/relationships/image" Target="../media/image580.png"/><Relationship Id="rId162" Type="http://schemas.openxmlformats.org/officeDocument/2006/relationships/image" Target="../media/image656.png"/><Relationship Id="rId183" Type="http://schemas.openxmlformats.org/officeDocument/2006/relationships/customXml" Target="../ink/ink648.xml"/><Relationship Id="rId218" Type="http://schemas.openxmlformats.org/officeDocument/2006/relationships/image" Target="../media/image684.png"/><Relationship Id="rId239" Type="http://schemas.openxmlformats.org/officeDocument/2006/relationships/customXml" Target="../ink/ink676.xml"/><Relationship Id="rId250" Type="http://schemas.openxmlformats.org/officeDocument/2006/relationships/image" Target="../media/image700.png"/><Relationship Id="rId24" Type="http://schemas.openxmlformats.org/officeDocument/2006/relationships/customXml" Target="../ink/ink568.xml"/><Relationship Id="rId45" Type="http://schemas.openxmlformats.org/officeDocument/2006/relationships/image" Target="../media/image599.png"/><Relationship Id="rId66" Type="http://schemas.openxmlformats.org/officeDocument/2006/relationships/customXml" Target="../ink/ink589.xml"/><Relationship Id="rId87" Type="http://schemas.openxmlformats.org/officeDocument/2006/relationships/image" Target="../media/image620.png"/><Relationship Id="rId110" Type="http://schemas.openxmlformats.org/officeDocument/2006/relationships/image" Target="../media/image630.png"/><Relationship Id="rId131" Type="http://schemas.openxmlformats.org/officeDocument/2006/relationships/customXml" Target="../ink/ink622.xml"/><Relationship Id="rId152" Type="http://schemas.openxmlformats.org/officeDocument/2006/relationships/image" Target="../media/image651.png"/><Relationship Id="rId173" Type="http://schemas.openxmlformats.org/officeDocument/2006/relationships/customXml" Target="../ink/ink643.xml"/><Relationship Id="rId194" Type="http://schemas.openxmlformats.org/officeDocument/2006/relationships/image" Target="../media/image672.png"/><Relationship Id="rId208" Type="http://schemas.openxmlformats.org/officeDocument/2006/relationships/image" Target="../media/image679.png"/><Relationship Id="rId229" Type="http://schemas.openxmlformats.org/officeDocument/2006/relationships/customXml" Target="../ink/ink671.xml"/><Relationship Id="rId240" Type="http://schemas.openxmlformats.org/officeDocument/2006/relationships/image" Target="../media/image695.png"/><Relationship Id="rId14" Type="http://schemas.openxmlformats.org/officeDocument/2006/relationships/customXml" Target="../ink/ink563.xml"/><Relationship Id="rId35" Type="http://schemas.openxmlformats.org/officeDocument/2006/relationships/image" Target="../media/image594.png"/><Relationship Id="rId56" Type="http://schemas.openxmlformats.org/officeDocument/2006/relationships/customXml" Target="../ink/ink584.xml"/><Relationship Id="rId77" Type="http://schemas.openxmlformats.org/officeDocument/2006/relationships/image" Target="../media/image615.png"/><Relationship Id="rId100" Type="http://schemas.openxmlformats.org/officeDocument/2006/relationships/customXml" Target="../ink/ink606.xml"/><Relationship Id="rId8" Type="http://schemas.openxmlformats.org/officeDocument/2006/relationships/customXml" Target="../ink/ink560.xml"/><Relationship Id="rId98" Type="http://schemas.openxmlformats.org/officeDocument/2006/relationships/customXml" Target="../ink/ink605.xml"/><Relationship Id="rId121" Type="http://schemas.openxmlformats.org/officeDocument/2006/relationships/customXml" Target="../ink/ink617.xml"/><Relationship Id="rId142" Type="http://schemas.openxmlformats.org/officeDocument/2006/relationships/image" Target="../media/image646.png"/><Relationship Id="rId163" Type="http://schemas.openxmlformats.org/officeDocument/2006/relationships/customXml" Target="../ink/ink638.xml"/><Relationship Id="rId184" Type="http://schemas.openxmlformats.org/officeDocument/2006/relationships/image" Target="../media/image667.png"/><Relationship Id="rId219" Type="http://schemas.openxmlformats.org/officeDocument/2006/relationships/customXml" Target="../ink/ink666.xml"/><Relationship Id="rId230" Type="http://schemas.openxmlformats.org/officeDocument/2006/relationships/image" Target="../media/image690.png"/><Relationship Id="rId251" Type="http://schemas.openxmlformats.org/officeDocument/2006/relationships/customXml" Target="../ink/ink682.xml"/><Relationship Id="rId25" Type="http://schemas.openxmlformats.org/officeDocument/2006/relationships/image" Target="../media/image589.png"/><Relationship Id="rId46" Type="http://schemas.openxmlformats.org/officeDocument/2006/relationships/customXml" Target="../ink/ink579.xml"/><Relationship Id="rId67" Type="http://schemas.openxmlformats.org/officeDocument/2006/relationships/image" Target="../media/image610.png"/><Relationship Id="rId88" Type="http://schemas.openxmlformats.org/officeDocument/2006/relationships/customXml" Target="../ink/ink600.xml"/><Relationship Id="rId111" Type="http://schemas.openxmlformats.org/officeDocument/2006/relationships/customXml" Target="../ink/ink612.xml"/><Relationship Id="rId132" Type="http://schemas.openxmlformats.org/officeDocument/2006/relationships/image" Target="../media/image641.png"/><Relationship Id="rId153" Type="http://schemas.openxmlformats.org/officeDocument/2006/relationships/customXml" Target="../ink/ink633.xml"/><Relationship Id="rId174" Type="http://schemas.openxmlformats.org/officeDocument/2006/relationships/image" Target="../media/image662.png"/><Relationship Id="rId195" Type="http://schemas.openxmlformats.org/officeDocument/2006/relationships/customXml" Target="../ink/ink654.xml"/><Relationship Id="rId209" Type="http://schemas.openxmlformats.org/officeDocument/2006/relationships/customXml" Target="../ink/ink661.xml"/><Relationship Id="rId220" Type="http://schemas.openxmlformats.org/officeDocument/2006/relationships/image" Target="../media/image685.png"/><Relationship Id="rId241" Type="http://schemas.openxmlformats.org/officeDocument/2006/relationships/customXml" Target="../ink/ink677.xml"/><Relationship Id="rId15" Type="http://schemas.openxmlformats.org/officeDocument/2006/relationships/image" Target="../media/image584.png"/><Relationship Id="rId36" Type="http://schemas.openxmlformats.org/officeDocument/2006/relationships/customXml" Target="../ink/ink574.xml"/><Relationship Id="rId57" Type="http://schemas.openxmlformats.org/officeDocument/2006/relationships/image" Target="../media/image605.png"/><Relationship Id="rId78" Type="http://schemas.openxmlformats.org/officeDocument/2006/relationships/customXml" Target="../ink/ink595.xml"/><Relationship Id="rId99" Type="http://schemas.openxmlformats.org/officeDocument/2006/relationships/image" Target="../media/image625.png"/><Relationship Id="rId101" Type="http://schemas.openxmlformats.org/officeDocument/2006/relationships/customXml" Target="../ink/ink607.xml"/><Relationship Id="rId122" Type="http://schemas.openxmlformats.org/officeDocument/2006/relationships/image" Target="../media/image636.png"/><Relationship Id="rId143" Type="http://schemas.openxmlformats.org/officeDocument/2006/relationships/customXml" Target="../ink/ink628.xml"/><Relationship Id="rId164" Type="http://schemas.openxmlformats.org/officeDocument/2006/relationships/image" Target="../media/image657.png"/><Relationship Id="rId185" Type="http://schemas.openxmlformats.org/officeDocument/2006/relationships/customXml" Target="../ink/ink649.xml"/><Relationship Id="rId9" Type="http://schemas.openxmlformats.org/officeDocument/2006/relationships/image" Target="../media/image581.png"/><Relationship Id="rId210" Type="http://schemas.openxmlformats.org/officeDocument/2006/relationships/image" Target="../media/image680.png"/><Relationship Id="rId26" Type="http://schemas.openxmlformats.org/officeDocument/2006/relationships/customXml" Target="../ink/ink569.xml"/><Relationship Id="rId231" Type="http://schemas.openxmlformats.org/officeDocument/2006/relationships/customXml" Target="../ink/ink672.xml"/><Relationship Id="rId252" Type="http://schemas.openxmlformats.org/officeDocument/2006/relationships/image" Target="../media/image701.png"/><Relationship Id="rId47" Type="http://schemas.openxmlformats.org/officeDocument/2006/relationships/image" Target="../media/image600.png"/><Relationship Id="rId68" Type="http://schemas.openxmlformats.org/officeDocument/2006/relationships/customXml" Target="../ink/ink590.xml"/><Relationship Id="rId89" Type="http://schemas.openxmlformats.org/officeDocument/2006/relationships/image" Target="../media/image280.png"/><Relationship Id="rId112" Type="http://schemas.openxmlformats.org/officeDocument/2006/relationships/image" Target="../media/image631.png"/><Relationship Id="rId133" Type="http://schemas.openxmlformats.org/officeDocument/2006/relationships/customXml" Target="../ink/ink623.xml"/><Relationship Id="rId154" Type="http://schemas.openxmlformats.org/officeDocument/2006/relationships/image" Target="../media/image652.png"/><Relationship Id="rId175" Type="http://schemas.openxmlformats.org/officeDocument/2006/relationships/customXml" Target="../ink/ink644.xml"/><Relationship Id="rId196" Type="http://schemas.openxmlformats.org/officeDocument/2006/relationships/image" Target="../media/image673.png"/><Relationship Id="rId200" Type="http://schemas.openxmlformats.org/officeDocument/2006/relationships/image" Target="../media/image675.png"/><Relationship Id="rId16" Type="http://schemas.openxmlformats.org/officeDocument/2006/relationships/customXml" Target="../ink/ink564.xml"/><Relationship Id="rId221" Type="http://schemas.openxmlformats.org/officeDocument/2006/relationships/customXml" Target="../ink/ink667.xml"/><Relationship Id="rId242" Type="http://schemas.openxmlformats.org/officeDocument/2006/relationships/image" Target="../media/image696.png"/><Relationship Id="rId37" Type="http://schemas.openxmlformats.org/officeDocument/2006/relationships/image" Target="../media/image595.png"/><Relationship Id="rId58" Type="http://schemas.openxmlformats.org/officeDocument/2006/relationships/customXml" Target="../ink/ink585.xml"/><Relationship Id="rId79" Type="http://schemas.openxmlformats.org/officeDocument/2006/relationships/image" Target="../media/image616.png"/><Relationship Id="rId102" Type="http://schemas.openxmlformats.org/officeDocument/2006/relationships/image" Target="../media/image626.png"/><Relationship Id="rId123" Type="http://schemas.openxmlformats.org/officeDocument/2006/relationships/customXml" Target="../ink/ink618.xml"/><Relationship Id="rId144" Type="http://schemas.openxmlformats.org/officeDocument/2006/relationships/image" Target="../media/image647.png"/><Relationship Id="rId90" Type="http://schemas.openxmlformats.org/officeDocument/2006/relationships/customXml" Target="../ink/ink601.xml"/><Relationship Id="rId165" Type="http://schemas.openxmlformats.org/officeDocument/2006/relationships/customXml" Target="../ink/ink639.xml"/><Relationship Id="rId186" Type="http://schemas.openxmlformats.org/officeDocument/2006/relationships/image" Target="../media/image668.png"/><Relationship Id="rId211" Type="http://schemas.openxmlformats.org/officeDocument/2006/relationships/customXml" Target="../ink/ink662.xml"/><Relationship Id="rId232" Type="http://schemas.openxmlformats.org/officeDocument/2006/relationships/image" Target="../media/image691.png"/><Relationship Id="rId253" Type="http://schemas.openxmlformats.org/officeDocument/2006/relationships/customXml" Target="../ink/ink683.xml"/><Relationship Id="rId27" Type="http://schemas.openxmlformats.org/officeDocument/2006/relationships/image" Target="../media/image590.png"/><Relationship Id="rId48" Type="http://schemas.openxmlformats.org/officeDocument/2006/relationships/customXml" Target="../ink/ink580.xml"/><Relationship Id="rId69" Type="http://schemas.openxmlformats.org/officeDocument/2006/relationships/image" Target="../media/image611.png"/><Relationship Id="rId113" Type="http://schemas.openxmlformats.org/officeDocument/2006/relationships/customXml" Target="../ink/ink613.xml"/><Relationship Id="rId134" Type="http://schemas.openxmlformats.org/officeDocument/2006/relationships/image" Target="../media/image642.png"/><Relationship Id="rId80" Type="http://schemas.openxmlformats.org/officeDocument/2006/relationships/customXml" Target="../ink/ink596.xml"/><Relationship Id="rId155" Type="http://schemas.openxmlformats.org/officeDocument/2006/relationships/customXml" Target="../ink/ink634.xml"/><Relationship Id="rId176" Type="http://schemas.openxmlformats.org/officeDocument/2006/relationships/image" Target="../media/image663.png"/><Relationship Id="rId197" Type="http://schemas.openxmlformats.org/officeDocument/2006/relationships/customXml" Target="../ink/ink655.xml"/><Relationship Id="rId201" Type="http://schemas.openxmlformats.org/officeDocument/2006/relationships/customXml" Target="../ink/ink657.xml"/><Relationship Id="rId222" Type="http://schemas.openxmlformats.org/officeDocument/2006/relationships/image" Target="../media/image686.png"/><Relationship Id="rId243" Type="http://schemas.openxmlformats.org/officeDocument/2006/relationships/customXml" Target="../ink/ink678.xml"/><Relationship Id="rId17" Type="http://schemas.openxmlformats.org/officeDocument/2006/relationships/image" Target="../media/image585.png"/><Relationship Id="rId38" Type="http://schemas.openxmlformats.org/officeDocument/2006/relationships/customXml" Target="../ink/ink575.xml"/><Relationship Id="rId59" Type="http://schemas.openxmlformats.org/officeDocument/2006/relationships/image" Target="../media/image606.png"/><Relationship Id="rId103" Type="http://schemas.openxmlformats.org/officeDocument/2006/relationships/customXml" Target="../ink/ink608.xml"/><Relationship Id="rId124" Type="http://schemas.openxmlformats.org/officeDocument/2006/relationships/image" Target="../media/image637.png"/><Relationship Id="rId70" Type="http://schemas.openxmlformats.org/officeDocument/2006/relationships/customXml" Target="../ink/ink591.xml"/><Relationship Id="rId91" Type="http://schemas.openxmlformats.org/officeDocument/2006/relationships/image" Target="../media/image621.png"/><Relationship Id="rId145" Type="http://schemas.openxmlformats.org/officeDocument/2006/relationships/customXml" Target="../ink/ink629.xml"/><Relationship Id="rId166" Type="http://schemas.openxmlformats.org/officeDocument/2006/relationships/image" Target="../media/image658.png"/><Relationship Id="rId187" Type="http://schemas.openxmlformats.org/officeDocument/2006/relationships/customXml" Target="../ink/ink650.xml"/><Relationship Id="rId1" Type="http://schemas.openxmlformats.org/officeDocument/2006/relationships/slideLayout" Target="../slideLayouts/slideLayout16.xml"/><Relationship Id="rId212" Type="http://schemas.openxmlformats.org/officeDocument/2006/relationships/image" Target="../media/image681.png"/><Relationship Id="rId233" Type="http://schemas.openxmlformats.org/officeDocument/2006/relationships/customXml" Target="../ink/ink673.xml"/><Relationship Id="rId254" Type="http://schemas.openxmlformats.org/officeDocument/2006/relationships/image" Target="../media/image702.png"/><Relationship Id="rId28" Type="http://schemas.openxmlformats.org/officeDocument/2006/relationships/customXml" Target="../ink/ink570.xml"/><Relationship Id="rId49" Type="http://schemas.openxmlformats.org/officeDocument/2006/relationships/image" Target="../media/image601.png"/><Relationship Id="rId114" Type="http://schemas.openxmlformats.org/officeDocument/2006/relationships/image" Target="../media/image632.png"/><Relationship Id="rId60" Type="http://schemas.openxmlformats.org/officeDocument/2006/relationships/customXml" Target="../ink/ink586.xml"/><Relationship Id="rId81" Type="http://schemas.openxmlformats.org/officeDocument/2006/relationships/image" Target="../media/image617.png"/><Relationship Id="rId135" Type="http://schemas.openxmlformats.org/officeDocument/2006/relationships/customXml" Target="../ink/ink624.xml"/><Relationship Id="rId156" Type="http://schemas.openxmlformats.org/officeDocument/2006/relationships/image" Target="../media/image653.png"/><Relationship Id="rId177" Type="http://schemas.openxmlformats.org/officeDocument/2006/relationships/customXml" Target="../ink/ink645.xml"/><Relationship Id="rId198" Type="http://schemas.openxmlformats.org/officeDocument/2006/relationships/image" Target="../media/image674.png"/><Relationship Id="rId202" Type="http://schemas.openxmlformats.org/officeDocument/2006/relationships/image" Target="../media/image676.png"/><Relationship Id="rId223" Type="http://schemas.openxmlformats.org/officeDocument/2006/relationships/customXml" Target="../ink/ink668.xml"/><Relationship Id="rId244" Type="http://schemas.openxmlformats.org/officeDocument/2006/relationships/image" Target="../media/image697.png"/><Relationship Id="rId18" Type="http://schemas.openxmlformats.org/officeDocument/2006/relationships/customXml" Target="../ink/ink565.xml"/><Relationship Id="rId39" Type="http://schemas.openxmlformats.org/officeDocument/2006/relationships/image" Target="../media/image596.png"/><Relationship Id="rId50" Type="http://schemas.openxmlformats.org/officeDocument/2006/relationships/customXml" Target="../ink/ink581.xml"/><Relationship Id="rId104" Type="http://schemas.openxmlformats.org/officeDocument/2006/relationships/image" Target="../media/image627.png"/><Relationship Id="rId125" Type="http://schemas.openxmlformats.org/officeDocument/2006/relationships/customXml" Target="../ink/ink619.xml"/><Relationship Id="rId146" Type="http://schemas.openxmlformats.org/officeDocument/2006/relationships/image" Target="../media/image648.png"/><Relationship Id="rId167" Type="http://schemas.openxmlformats.org/officeDocument/2006/relationships/customXml" Target="../ink/ink640.xml"/><Relationship Id="rId188" Type="http://schemas.openxmlformats.org/officeDocument/2006/relationships/image" Target="../media/image669.png"/><Relationship Id="rId71" Type="http://schemas.openxmlformats.org/officeDocument/2006/relationships/image" Target="../media/image612.png"/><Relationship Id="rId92" Type="http://schemas.openxmlformats.org/officeDocument/2006/relationships/customXml" Target="../ink/ink602.xml"/><Relationship Id="rId213" Type="http://schemas.openxmlformats.org/officeDocument/2006/relationships/customXml" Target="../ink/ink663.xml"/><Relationship Id="rId234" Type="http://schemas.openxmlformats.org/officeDocument/2006/relationships/image" Target="../media/image692.png"/><Relationship Id="rId2" Type="http://schemas.openxmlformats.org/officeDocument/2006/relationships/customXml" Target="../ink/ink557.xml"/><Relationship Id="rId29" Type="http://schemas.openxmlformats.org/officeDocument/2006/relationships/image" Target="../media/image591.png"/><Relationship Id="rId255" Type="http://schemas.openxmlformats.org/officeDocument/2006/relationships/customXml" Target="../ink/ink684.xml"/><Relationship Id="rId40" Type="http://schemas.openxmlformats.org/officeDocument/2006/relationships/customXml" Target="../ink/ink576.xml"/><Relationship Id="rId115" Type="http://schemas.openxmlformats.org/officeDocument/2006/relationships/customXml" Target="../ink/ink614.xml"/><Relationship Id="rId136" Type="http://schemas.openxmlformats.org/officeDocument/2006/relationships/image" Target="../media/image643.png"/><Relationship Id="rId157" Type="http://schemas.openxmlformats.org/officeDocument/2006/relationships/customXml" Target="../ink/ink635.xml"/><Relationship Id="rId178" Type="http://schemas.openxmlformats.org/officeDocument/2006/relationships/image" Target="../media/image664.png"/><Relationship Id="rId61" Type="http://schemas.openxmlformats.org/officeDocument/2006/relationships/image" Target="../media/image607.png"/><Relationship Id="rId82" Type="http://schemas.openxmlformats.org/officeDocument/2006/relationships/customXml" Target="../ink/ink597.xml"/><Relationship Id="rId199" Type="http://schemas.openxmlformats.org/officeDocument/2006/relationships/customXml" Target="../ink/ink656.xml"/><Relationship Id="rId203" Type="http://schemas.openxmlformats.org/officeDocument/2006/relationships/customXml" Target="../ink/ink658.xml"/><Relationship Id="rId19" Type="http://schemas.openxmlformats.org/officeDocument/2006/relationships/image" Target="../media/image586.png"/><Relationship Id="rId224" Type="http://schemas.openxmlformats.org/officeDocument/2006/relationships/image" Target="../media/image687.png"/><Relationship Id="rId245" Type="http://schemas.openxmlformats.org/officeDocument/2006/relationships/customXml" Target="../ink/ink679.xml"/><Relationship Id="rId30" Type="http://schemas.openxmlformats.org/officeDocument/2006/relationships/customXml" Target="../ink/ink571.xml"/><Relationship Id="rId105" Type="http://schemas.openxmlformats.org/officeDocument/2006/relationships/customXml" Target="../ink/ink609.xml"/><Relationship Id="rId126" Type="http://schemas.openxmlformats.org/officeDocument/2006/relationships/image" Target="../media/image638.png"/><Relationship Id="rId147" Type="http://schemas.openxmlformats.org/officeDocument/2006/relationships/customXml" Target="../ink/ink630.xml"/><Relationship Id="rId168" Type="http://schemas.openxmlformats.org/officeDocument/2006/relationships/image" Target="../media/image659.png"/><Relationship Id="rId51" Type="http://schemas.openxmlformats.org/officeDocument/2006/relationships/image" Target="../media/image602.png"/><Relationship Id="rId72" Type="http://schemas.openxmlformats.org/officeDocument/2006/relationships/customXml" Target="../ink/ink592.xml"/><Relationship Id="rId93" Type="http://schemas.openxmlformats.org/officeDocument/2006/relationships/image" Target="../media/image622.png"/><Relationship Id="rId189" Type="http://schemas.openxmlformats.org/officeDocument/2006/relationships/customXml" Target="../ink/ink651.xml"/><Relationship Id="rId3" Type="http://schemas.openxmlformats.org/officeDocument/2006/relationships/image" Target="../media/image578.png"/><Relationship Id="rId214" Type="http://schemas.openxmlformats.org/officeDocument/2006/relationships/image" Target="../media/image682.png"/><Relationship Id="rId235" Type="http://schemas.openxmlformats.org/officeDocument/2006/relationships/customXml" Target="../ink/ink674.xml"/><Relationship Id="rId256" Type="http://schemas.openxmlformats.org/officeDocument/2006/relationships/image" Target="../media/image703.png"/><Relationship Id="rId116" Type="http://schemas.openxmlformats.org/officeDocument/2006/relationships/image" Target="../media/image633.png"/><Relationship Id="rId137" Type="http://schemas.openxmlformats.org/officeDocument/2006/relationships/customXml" Target="../ink/ink625.xml"/><Relationship Id="rId158" Type="http://schemas.openxmlformats.org/officeDocument/2006/relationships/image" Target="../media/image654.png"/><Relationship Id="rId20" Type="http://schemas.openxmlformats.org/officeDocument/2006/relationships/customXml" Target="../ink/ink566.xml"/><Relationship Id="rId41" Type="http://schemas.openxmlformats.org/officeDocument/2006/relationships/image" Target="../media/image597.png"/><Relationship Id="rId62" Type="http://schemas.openxmlformats.org/officeDocument/2006/relationships/customXml" Target="../ink/ink587.xml"/><Relationship Id="rId83" Type="http://schemas.openxmlformats.org/officeDocument/2006/relationships/image" Target="../media/image618.png"/><Relationship Id="rId179" Type="http://schemas.openxmlformats.org/officeDocument/2006/relationships/customXml" Target="../ink/ink646.xml"/><Relationship Id="rId190" Type="http://schemas.openxmlformats.org/officeDocument/2006/relationships/image" Target="../media/image670.png"/><Relationship Id="rId204" Type="http://schemas.openxmlformats.org/officeDocument/2006/relationships/image" Target="../media/image677.png"/><Relationship Id="rId225" Type="http://schemas.openxmlformats.org/officeDocument/2006/relationships/customXml" Target="../ink/ink669.xml"/><Relationship Id="rId246" Type="http://schemas.openxmlformats.org/officeDocument/2006/relationships/image" Target="../media/image698.png"/><Relationship Id="rId106" Type="http://schemas.openxmlformats.org/officeDocument/2006/relationships/image" Target="../media/image628.png"/><Relationship Id="rId127" Type="http://schemas.openxmlformats.org/officeDocument/2006/relationships/customXml" Target="../ink/ink620.xml"/><Relationship Id="rId10" Type="http://schemas.openxmlformats.org/officeDocument/2006/relationships/customXml" Target="../ink/ink561.xml"/><Relationship Id="rId31" Type="http://schemas.openxmlformats.org/officeDocument/2006/relationships/image" Target="../media/image592.png"/><Relationship Id="rId52" Type="http://schemas.openxmlformats.org/officeDocument/2006/relationships/customXml" Target="../ink/ink582.xml"/><Relationship Id="rId73" Type="http://schemas.openxmlformats.org/officeDocument/2006/relationships/image" Target="../media/image613.png"/><Relationship Id="rId94" Type="http://schemas.openxmlformats.org/officeDocument/2006/relationships/customXml" Target="../ink/ink603.xml"/><Relationship Id="rId148" Type="http://schemas.openxmlformats.org/officeDocument/2006/relationships/image" Target="../media/image649.png"/><Relationship Id="rId169" Type="http://schemas.openxmlformats.org/officeDocument/2006/relationships/customXml" Target="../ink/ink641.xml"/><Relationship Id="rId4" Type="http://schemas.openxmlformats.org/officeDocument/2006/relationships/customXml" Target="../ink/ink558.xml"/><Relationship Id="rId180" Type="http://schemas.openxmlformats.org/officeDocument/2006/relationships/image" Target="../media/image665.png"/><Relationship Id="rId215" Type="http://schemas.openxmlformats.org/officeDocument/2006/relationships/customXml" Target="../ink/ink664.xml"/><Relationship Id="rId236" Type="http://schemas.openxmlformats.org/officeDocument/2006/relationships/image" Target="../media/image693.png"/></Relationships>
</file>

<file path=ppt/slides/_rels/slide22.xml.rels><?xml version="1.0" encoding="UTF-8" standalone="yes"?>
<Relationships xmlns="http://schemas.openxmlformats.org/package/2006/relationships"><Relationship Id="rId26" Type="http://schemas.openxmlformats.org/officeDocument/2006/relationships/customXml" Target="../ink/ink697.xml"/><Relationship Id="rId21" Type="http://schemas.openxmlformats.org/officeDocument/2006/relationships/image" Target="../media/image713.png"/><Relationship Id="rId34" Type="http://schemas.openxmlformats.org/officeDocument/2006/relationships/customXml" Target="../ink/ink701.xml"/><Relationship Id="rId42" Type="http://schemas.openxmlformats.org/officeDocument/2006/relationships/customXml" Target="../ink/ink705.xml"/><Relationship Id="rId47" Type="http://schemas.openxmlformats.org/officeDocument/2006/relationships/image" Target="../media/image726.png"/><Relationship Id="rId50" Type="http://schemas.openxmlformats.org/officeDocument/2006/relationships/customXml" Target="../ink/ink709.xml"/><Relationship Id="rId55" Type="http://schemas.openxmlformats.org/officeDocument/2006/relationships/image" Target="../media/image730.png"/><Relationship Id="rId63" Type="http://schemas.openxmlformats.org/officeDocument/2006/relationships/image" Target="../media/image734.png"/><Relationship Id="rId7" Type="http://schemas.openxmlformats.org/officeDocument/2006/relationships/image" Target="../media/image706.png"/><Relationship Id="rId2" Type="http://schemas.openxmlformats.org/officeDocument/2006/relationships/customXml" Target="../ink/ink685.xml"/><Relationship Id="rId16" Type="http://schemas.openxmlformats.org/officeDocument/2006/relationships/customXml" Target="../ink/ink692.xml"/><Relationship Id="rId29" Type="http://schemas.openxmlformats.org/officeDocument/2006/relationships/image" Target="../media/image717.png"/><Relationship Id="rId11" Type="http://schemas.openxmlformats.org/officeDocument/2006/relationships/image" Target="../media/image708.png"/><Relationship Id="rId24" Type="http://schemas.openxmlformats.org/officeDocument/2006/relationships/customXml" Target="../ink/ink696.xml"/><Relationship Id="rId32" Type="http://schemas.openxmlformats.org/officeDocument/2006/relationships/customXml" Target="../ink/ink700.xml"/><Relationship Id="rId37" Type="http://schemas.openxmlformats.org/officeDocument/2006/relationships/image" Target="../media/image721.png"/><Relationship Id="rId40" Type="http://schemas.openxmlformats.org/officeDocument/2006/relationships/customXml" Target="../ink/ink704.xml"/><Relationship Id="rId45" Type="http://schemas.openxmlformats.org/officeDocument/2006/relationships/image" Target="../media/image725.png"/><Relationship Id="rId53" Type="http://schemas.openxmlformats.org/officeDocument/2006/relationships/image" Target="../media/image729.png"/><Relationship Id="rId58" Type="http://schemas.openxmlformats.org/officeDocument/2006/relationships/customXml" Target="../ink/ink713.xml"/><Relationship Id="rId5" Type="http://schemas.openxmlformats.org/officeDocument/2006/relationships/image" Target="../media/image705.png"/><Relationship Id="rId61" Type="http://schemas.openxmlformats.org/officeDocument/2006/relationships/image" Target="../media/image733.png"/><Relationship Id="rId19" Type="http://schemas.openxmlformats.org/officeDocument/2006/relationships/image" Target="../media/image712.png"/><Relationship Id="rId14" Type="http://schemas.openxmlformats.org/officeDocument/2006/relationships/customXml" Target="../ink/ink691.xml"/><Relationship Id="rId22" Type="http://schemas.openxmlformats.org/officeDocument/2006/relationships/customXml" Target="../ink/ink695.xml"/><Relationship Id="rId27" Type="http://schemas.openxmlformats.org/officeDocument/2006/relationships/image" Target="../media/image716.png"/><Relationship Id="rId30" Type="http://schemas.openxmlformats.org/officeDocument/2006/relationships/customXml" Target="../ink/ink699.xml"/><Relationship Id="rId35" Type="http://schemas.openxmlformats.org/officeDocument/2006/relationships/image" Target="../media/image720.png"/><Relationship Id="rId43" Type="http://schemas.openxmlformats.org/officeDocument/2006/relationships/image" Target="../media/image724.png"/><Relationship Id="rId48" Type="http://schemas.openxmlformats.org/officeDocument/2006/relationships/customXml" Target="../ink/ink708.xml"/><Relationship Id="rId56" Type="http://schemas.openxmlformats.org/officeDocument/2006/relationships/customXml" Target="../ink/ink712.xml"/><Relationship Id="rId64" Type="http://schemas.openxmlformats.org/officeDocument/2006/relationships/customXml" Target="../ink/ink716.xml"/><Relationship Id="rId8" Type="http://schemas.openxmlformats.org/officeDocument/2006/relationships/customXml" Target="../ink/ink688.xml"/><Relationship Id="rId51" Type="http://schemas.openxmlformats.org/officeDocument/2006/relationships/image" Target="../media/image728.png"/><Relationship Id="rId3" Type="http://schemas.openxmlformats.org/officeDocument/2006/relationships/image" Target="../media/image704.png"/><Relationship Id="rId12" Type="http://schemas.openxmlformats.org/officeDocument/2006/relationships/customXml" Target="../ink/ink690.xml"/><Relationship Id="rId17" Type="http://schemas.openxmlformats.org/officeDocument/2006/relationships/image" Target="../media/image711.png"/><Relationship Id="rId25" Type="http://schemas.openxmlformats.org/officeDocument/2006/relationships/image" Target="../media/image715.png"/><Relationship Id="rId33" Type="http://schemas.openxmlformats.org/officeDocument/2006/relationships/image" Target="../media/image719.png"/><Relationship Id="rId38" Type="http://schemas.openxmlformats.org/officeDocument/2006/relationships/customXml" Target="../ink/ink703.xml"/><Relationship Id="rId46" Type="http://schemas.openxmlformats.org/officeDocument/2006/relationships/customXml" Target="../ink/ink707.xml"/><Relationship Id="rId59" Type="http://schemas.openxmlformats.org/officeDocument/2006/relationships/image" Target="../media/image732.png"/><Relationship Id="rId20" Type="http://schemas.openxmlformats.org/officeDocument/2006/relationships/customXml" Target="../ink/ink694.xml"/><Relationship Id="rId41" Type="http://schemas.openxmlformats.org/officeDocument/2006/relationships/image" Target="../media/image723.png"/><Relationship Id="rId54" Type="http://schemas.openxmlformats.org/officeDocument/2006/relationships/customXml" Target="../ink/ink711.xml"/><Relationship Id="rId62" Type="http://schemas.openxmlformats.org/officeDocument/2006/relationships/customXml" Target="../ink/ink715.xml"/><Relationship Id="rId1" Type="http://schemas.openxmlformats.org/officeDocument/2006/relationships/slideLayout" Target="../slideLayouts/slideLayout16.xml"/><Relationship Id="rId6" Type="http://schemas.openxmlformats.org/officeDocument/2006/relationships/customXml" Target="../ink/ink687.xml"/><Relationship Id="rId15" Type="http://schemas.openxmlformats.org/officeDocument/2006/relationships/image" Target="../media/image710.png"/><Relationship Id="rId23" Type="http://schemas.openxmlformats.org/officeDocument/2006/relationships/image" Target="../media/image714.png"/><Relationship Id="rId28" Type="http://schemas.openxmlformats.org/officeDocument/2006/relationships/customXml" Target="../ink/ink698.xml"/><Relationship Id="rId36" Type="http://schemas.openxmlformats.org/officeDocument/2006/relationships/customXml" Target="../ink/ink702.xml"/><Relationship Id="rId49" Type="http://schemas.openxmlformats.org/officeDocument/2006/relationships/image" Target="../media/image727.png"/><Relationship Id="rId57" Type="http://schemas.openxmlformats.org/officeDocument/2006/relationships/image" Target="../media/image731.png"/><Relationship Id="rId10" Type="http://schemas.openxmlformats.org/officeDocument/2006/relationships/customXml" Target="../ink/ink689.xml"/><Relationship Id="rId31" Type="http://schemas.openxmlformats.org/officeDocument/2006/relationships/image" Target="../media/image718.png"/><Relationship Id="rId44" Type="http://schemas.openxmlformats.org/officeDocument/2006/relationships/customXml" Target="../ink/ink706.xml"/><Relationship Id="rId52" Type="http://schemas.openxmlformats.org/officeDocument/2006/relationships/customXml" Target="../ink/ink710.xml"/><Relationship Id="rId60" Type="http://schemas.openxmlformats.org/officeDocument/2006/relationships/customXml" Target="../ink/ink714.xml"/><Relationship Id="rId65" Type="http://schemas.openxmlformats.org/officeDocument/2006/relationships/image" Target="../media/image735.png"/><Relationship Id="rId4" Type="http://schemas.openxmlformats.org/officeDocument/2006/relationships/customXml" Target="../ink/ink686.xml"/><Relationship Id="rId9" Type="http://schemas.openxmlformats.org/officeDocument/2006/relationships/image" Target="../media/image707.png"/><Relationship Id="rId13" Type="http://schemas.openxmlformats.org/officeDocument/2006/relationships/image" Target="../media/image709.png"/><Relationship Id="rId18" Type="http://schemas.openxmlformats.org/officeDocument/2006/relationships/customXml" Target="../ink/ink693.xml"/><Relationship Id="rId39" Type="http://schemas.openxmlformats.org/officeDocument/2006/relationships/image" Target="../media/image722.png"/></Relationships>
</file>

<file path=ppt/slides/_rels/slide23.xml.rels><?xml version="1.0" encoding="UTF-8" standalone="yes"?>
<Relationships xmlns="http://schemas.openxmlformats.org/package/2006/relationships"><Relationship Id="rId13" Type="http://schemas.openxmlformats.org/officeDocument/2006/relationships/customXml" Target="../ink/ink722.xml"/><Relationship Id="rId18" Type="http://schemas.openxmlformats.org/officeDocument/2006/relationships/image" Target="../media/image744.png"/><Relationship Id="rId26" Type="http://schemas.openxmlformats.org/officeDocument/2006/relationships/image" Target="../media/image748.png"/><Relationship Id="rId39" Type="http://schemas.openxmlformats.org/officeDocument/2006/relationships/customXml" Target="../ink/ink735.xml"/><Relationship Id="rId21" Type="http://schemas.openxmlformats.org/officeDocument/2006/relationships/customXml" Target="../ink/ink726.xml"/><Relationship Id="rId34" Type="http://schemas.openxmlformats.org/officeDocument/2006/relationships/image" Target="../media/image752.png"/><Relationship Id="rId42" Type="http://schemas.openxmlformats.org/officeDocument/2006/relationships/image" Target="../media/image756.png"/><Relationship Id="rId47" Type="http://schemas.openxmlformats.org/officeDocument/2006/relationships/customXml" Target="../ink/ink739.xml"/><Relationship Id="rId50" Type="http://schemas.openxmlformats.org/officeDocument/2006/relationships/image" Target="../media/image760.png"/><Relationship Id="rId55" Type="http://schemas.openxmlformats.org/officeDocument/2006/relationships/customXml" Target="../ink/ink743.xml"/><Relationship Id="rId7" Type="http://schemas.openxmlformats.org/officeDocument/2006/relationships/customXml" Target="../ink/ink719.xml"/><Relationship Id="rId2" Type="http://schemas.openxmlformats.org/officeDocument/2006/relationships/image" Target="../media/image736.png"/><Relationship Id="rId16" Type="http://schemas.openxmlformats.org/officeDocument/2006/relationships/image" Target="../media/image743.png"/><Relationship Id="rId29" Type="http://schemas.openxmlformats.org/officeDocument/2006/relationships/customXml" Target="../ink/ink730.xml"/><Relationship Id="rId11" Type="http://schemas.openxmlformats.org/officeDocument/2006/relationships/customXml" Target="../ink/ink721.xml"/><Relationship Id="rId24" Type="http://schemas.openxmlformats.org/officeDocument/2006/relationships/image" Target="../media/image747.png"/><Relationship Id="rId32" Type="http://schemas.openxmlformats.org/officeDocument/2006/relationships/image" Target="../media/image751.png"/><Relationship Id="rId37" Type="http://schemas.openxmlformats.org/officeDocument/2006/relationships/customXml" Target="../ink/ink734.xml"/><Relationship Id="rId40" Type="http://schemas.openxmlformats.org/officeDocument/2006/relationships/image" Target="../media/image755.png"/><Relationship Id="rId45" Type="http://schemas.openxmlformats.org/officeDocument/2006/relationships/customXml" Target="../ink/ink738.xml"/><Relationship Id="rId53" Type="http://schemas.openxmlformats.org/officeDocument/2006/relationships/customXml" Target="../ink/ink742.xml"/><Relationship Id="rId58" Type="http://schemas.openxmlformats.org/officeDocument/2006/relationships/image" Target="../media/image764.png"/><Relationship Id="rId5" Type="http://schemas.openxmlformats.org/officeDocument/2006/relationships/customXml" Target="../ink/ink718.xml"/><Relationship Id="rId61" Type="http://schemas.openxmlformats.org/officeDocument/2006/relationships/customXml" Target="../ink/ink746.xml"/><Relationship Id="rId19" Type="http://schemas.openxmlformats.org/officeDocument/2006/relationships/customXml" Target="../ink/ink725.xml"/><Relationship Id="rId14" Type="http://schemas.openxmlformats.org/officeDocument/2006/relationships/image" Target="../media/image742.png"/><Relationship Id="rId22" Type="http://schemas.openxmlformats.org/officeDocument/2006/relationships/image" Target="../media/image746.png"/><Relationship Id="rId27" Type="http://schemas.openxmlformats.org/officeDocument/2006/relationships/customXml" Target="../ink/ink729.xml"/><Relationship Id="rId30" Type="http://schemas.openxmlformats.org/officeDocument/2006/relationships/image" Target="../media/image750.png"/><Relationship Id="rId35" Type="http://schemas.openxmlformats.org/officeDocument/2006/relationships/customXml" Target="../ink/ink733.xml"/><Relationship Id="rId43" Type="http://schemas.openxmlformats.org/officeDocument/2006/relationships/customXml" Target="../ink/ink737.xml"/><Relationship Id="rId48" Type="http://schemas.openxmlformats.org/officeDocument/2006/relationships/image" Target="../media/image759.png"/><Relationship Id="rId56" Type="http://schemas.openxmlformats.org/officeDocument/2006/relationships/image" Target="../media/image763.png"/><Relationship Id="rId8" Type="http://schemas.openxmlformats.org/officeDocument/2006/relationships/image" Target="../media/image739.png"/><Relationship Id="rId51" Type="http://schemas.openxmlformats.org/officeDocument/2006/relationships/customXml" Target="../ink/ink741.xml"/><Relationship Id="rId3" Type="http://schemas.openxmlformats.org/officeDocument/2006/relationships/customXml" Target="../ink/ink717.xml"/><Relationship Id="rId12" Type="http://schemas.openxmlformats.org/officeDocument/2006/relationships/image" Target="../media/image741.png"/><Relationship Id="rId17" Type="http://schemas.openxmlformats.org/officeDocument/2006/relationships/customXml" Target="../ink/ink724.xml"/><Relationship Id="rId25" Type="http://schemas.openxmlformats.org/officeDocument/2006/relationships/customXml" Target="../ink/ink728.xml"/><Relationship Id="rId33" Type="http://schemas.openxmlformats.org/officeDocument/2006/relationships/customXml" Target="../ink/ink732.xml"/><Relationship Id="rId38" Type="http://schemas.openxmlformats.org/officeDocument/2006/relationships/image" Target="../media/image754.png"/><Relationship Id="rId46" Type="http://schemas.openxmlformats.org/officeDocument/2006/relationships/image" Target="../media/image758.png"/><Relationship Id="rId59" Type="http://schemas.openxmlformats.org/officeDocument/2006/relationships/customXml" Target="../ink/ink745.xml"/><Relationship Id="rId20" Type="http://schemas.openxmlformats.org/officeDocument/2006/relationships/image" Target="../media/image745.png"/><Relationship Id="rId41" Type="http://schemas.openxmlformats.org/officeDocument/2006/relationships/customXml" Target="../ink/ink736.xml"/><Relationship Id="rId54" Type="http://schemas.openxmlformats.org/officeDocument/2006/relationships/image" Target="../media/image762.png"/><Relationship Id="rId62" Type="http://schemas.openxmlformats.org/officeDocument/2006/relationships/image" Target="../media/image766.png"/><Relationship Id="rId1" Type="http://schemas.openxmlformats.org/officeDocument/2006/relationships/slideLayout" Target="../slideLayouts/slideLayout16.xml"/><Relationship Id="rId6" Type="http://schemas.openxmlformats.org/officeDocument/2006/relationships/image" Target="../media/image738.png"/><Relationship Id="rId15" Type="http://schemas.openxmlformats.org/officeDocument/2006/relationships/customXml" Target="../ink/ink723.xml"/><Relationship Id="rId23" Type="http://schemas.openxmlformats.org/officeDocument/2006/relationships/customXml" Target="../ink/ink727.xml"/><Relationship Id="rId28" Type="http://schemas.openxmlformats.org/officeDocument/2006/relationships/image" Target="../media/image749.png"/><Relationship Id="rId36" Type="http://schemas.openxmlformats.org/officeDocument/2006/relationships/image" Target="../media/image753.png"/><Relationship Id="rId49" Type="http://schemas.openxmlformats.org/officeDocument/2006/relationships/customXml" Target="../ink/ink740.xml"/><Relationship Id="rId57" Type="http://schemas.openxmlformats.org/officeDocument/2006/relationships/customXml" Target="../ink/ink744.xml"/><Relationship Id="rId10" Type="http://schemas.openxmlformats.org/officeDocument/2006/relationships/image" Target="../media/image740.png"/><Relationship Id="rId31" Type="http://schemas.openxmlformats.org/officeDocument/2006/relationships/customXml" Target="../ink/ink731.xml"/><Relationship Id="rId44" Type="http://schemas.openxmlformats.org/officeDocument/2006/relationships/image" Target="../media/image757.png"/><Relationship Id="rId52" Type="http://schemas.openxmlformats.org/officeDocument/2006/relationships/image" Target="../media/image761.png"/><Relationship Id="rId60" Type="http://schemas.openxmlformats.org/officeDocument/2006/relationships/image" Target="../media/image765.png"/><Relationship Id="rId4" Type="http://schemas.openxmlformats.org/officeDocument/2006/relationships/image" Target="../media/image737.png"/><Relationship Id="rId9" Type="http://schemas.openxmlformats.org/officeDocument/2006/relationships/customXml" Target="../ink/ink7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3" Type="http://schemas.openxmlformats.org/officeDocument/2006/relationships/image" Target="../media/image767.wmf"/><Relationship Id="rId2" Type="http://schemas.openxmlformats.org/officeDocument/2006/relationships/oleObject" Target="../embeddings/oleObject1.bin"/><Relationship Id="rId1" Type="http://schemas.openxmlformats.org/officeDocument/2006/relationships/slideLayout" Target="../slideLayouts/slideLayout16.xml"/><Relationship Id="rId6" Type="http://schemas.openxmlformats.org/officeDocument/2006/relationships/image" Target="../media/image769.png"/><Relationship Id="rId5" Type="http://schemas.openxmlformats.org/officeDocument/2006/relationships/image" Target="../media/image768.wmf"/><Relationship Id="rId4" Type="http://schemas.openxmlformats.org/officeDocument/2006/relationships/oleObject" Target="../embeddings/oleObject2.bin"/></Relationships>
</file>

<file path=ppt/slides/_rels/slide26.xml.rels><?xml version="1.0" encoding="UTF-8" standalone="yes"?>
<Relationships xmlns="http://schemas.openxmlformats.org/package/2006/relationships"><Relationship Id="rId2" Type="http://schemas.openxmlformats.org/officeDocument/2006/relationships/image" Target="../media/image770.png"/><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6" Type="http://schemas.openxmlformats.org/officeDocument/2006/relationships/customXml" Target="../ink/ink755.xml"/><Relationship Id="rId21" Type="http://schemas.openxmlformats.org/officeDocument/2006/relationships/image" Target="../media/image784.png"/><Relationship Id="rId42" Type="http://schemas.openxmlformats.org/officeDocument/2006/relationships/customXml" Target="../ink/ink763.xml"/><Relationship Id="rId47" Type="http://schemas.openxmlformats.org/officeDocument/2006/relationships/image" Target="../media/image797.png"/><Relationship Id="rId63" Type="http://schemas.openxmlformats.org/officeDocument/2006/relationships/image" Target="../media/image805.png"/><Relationship Id="rId68" Type="http://schemas.openxmlformats.org/officeDocument/2006/relationships/customXml" Target="../ink/ink776.xml"/><Relationship Id="rId84" Type="http://schemas.openxmlformats.org/officeDocument/2006/relationships/customXml" Target="../ink/ink784.xml"/><Relationship Id="rId89" Type="http://schemas.openxmlformats.org/officeDocument/2006/relationships/image" Target="../media/image818.png"/><Relationship Id="rId16" Type="http://schemas.openxmlformats.org/officeDocument/2006/relationships/customXml" Target="../ink/ink750.xml"/><Relationship Id="rId11" Type="http://schemas.openxmlformats.org/officeDocument/2006/relationships/image" Target="../media/image779.png"/><Relationship Id="rId32" Type="http://schemas.openxmlformats.org/officeDocument/2006/relationships/customXml" Target="../ink/ink758.xml"/><Relationship Id="rId37" Type="http://schemas.openxmlformats.org/officeDocument/2006/relationships/image" Target="../media/image792.png"/><Relationship Id="rId53" Type="http://schemas.openxmlformats.org/officeDocument/2006/relationships/image" Target="../media/image800.png"/><Relationship Id="rId58" Type="http://schemas.openxmlformats.org/officeDocument/2006/relationships/customXml" Target="../ink/ink771.xml"/><Relationship Id="rId74" Type="http://schemas.openxmlformats.org/officeDocument/2006/relationships/customXml" Target="../ink/ink779.xml"/><Relationship Id="rId79" Type="http://schemas.openxmlformats.org/officeDocument/2006/relationships/image" Target="../media/image813.png"/><Relationship Id="rId5" Type="http://schemas.openxmlformats.org/officeDocument/2006/relationships/image" Target="../media/image774.png"/><Relationship Id="rId90" Type="http://schemas.openxmlformats.org/officeDocument/2006/relationships/customXml" Target="../ink/ink787.xml"/><Relationship Id="rId95" Type="http://schemas.openxmlformats.org/officeDocument/2006/relationships/image" Target="../media/image821.png"/><Relationship Id="rId22" Type="http://schemas.openxmlformats.org/officeDocument/2006/relationships/customXml" Target="../ink/ink753.xml"/><Relationship Id="rId27" Type="http://schemas.openxmlformats.org/officeDocument/2006/relationships/image" Target="../media/image787.png"/><Relationship Id="rId43" Type="http://schemas.openxmlformats.org/officeDocument/2006/relationships/image" Target="../media/image795.png"/><Relationship Id="rId48" Type="http://schemas.openxmlformats.org/officeDocument/2006/relationships/customXml" Target="../ink/ink766.xml"/><Relationship Id="rId64" Type="http://schemas.openxmlformats.org/officeDocument/2006/relationships/customXml" Target="../ink/ink774.xml"/><Relationship Id="rId69" Type="http://schemas.openxmlformats.org/officeDocument/2006/relationships/image" Target="../media/image808.png"/><Relationship Id="rId80" Type="http://schemas.openxmlformats.org/officeDocument/2006/relationships/customXml" Target="../ink/ink782.xml"/><Relationship Id="rId85" Type="http://schemas.openxmlformats.org/officeDocument/2006/relationships/image" Target="../media/image816.png"/><Relationship Id="rId3" Type="http://schemas.openxmlformats.org/officeDocument/2006/relationships/image" Target="../media/image772.png"/><Relationship Id="rId12" Type="http://schemas.openxmlformats.org/officeDocument/2006/relationships/customXml" Target="../ink/ink748.xml"/><Relationship Id="rId17" Type="http://schemas.openxmlformats.org/officeDocument/2006/relationships/image" Target="../media/image782.png"/><Relationship Id="rId25" Type="http://schemas.openxmlformats.org/officeDocument/2006/relationships/image" Target="../media/image786.png"/><Relationship Id="rId33" Type="http://schemas.openxmlformats.org/officeDocument/2006/relationships/image" Target="../media/image790.png"/><Relationship Id="rId38" Type="http://schemas.openxmlformats.org/officeDocument/2006/relationships/customXml" Target="../ink/ink761.xml"/><Relationship Id="rId46" Type="http://schemas.openxmlformats.org/officeDocument/2006/relationships/customXml" Target="../ink/ink765.xml"/><Relationship Id="rId59" Type="http://schemas.openxmlformats.org/officeDocument/2006/relationships/image" Target="../media/image803.png"/><Relationship Id="rId67" Type="http://schemas.openxmlformats.org/officeDocument/2006/relationships/image" Target="../media/image807.png"/><Relationship Id="rId20" Type="http://schemas.openxmlformats.org/officeDocument/2006/relationships/customXml" Target="../ink/ink752.xml"/><Relationship Id="rId41" Type="http://schemas.openxmlformats.org/officeDocument/2006/relationships/image" Target="../media/image794.png"/><Relationship Id="rId54" Type="http://schemas.openxmlformats.org/officeDocument/2006/relationships/customXml" Target="../ink/ink769.xml"/><Relationship Id="rId62" Type="http://schemas.openxmlformats.org/officeDocument/2006/relationships/customXml" Target="../ink/ink773.xml"/><Relationship Id="rId70" Type="http://schemas.openxmlformats.org/officeDocument/2006/relationships/customXml" Target="../ink/ink777.xml"/><Relationship Id="rId75" Type="http://schemas.openxmlformats.org/officeDocument/2006/relationships/image" Target="../media/image811.png"/><Relationship Id="rId83" Type="http://schemas.openxmlformats.org/officeDocument/2006/relationships/image" Target="../media/image815.png"/><Relationship Id="rId88" Type="http://schemas.openxmlformats.org/officeDocument/2006/relationships/customXml" Target="../ink/ink786.xml"/><Relationship Id="rId91" Type="http://schemas.openxmlformats.org/officeDocument/2006/relationships/image" Target="../media/image819.png"/><Relationship Id="rId96" Type="http://schemas.openxmlformats.org/officeDocument/2006/relationships/customXml" Target="../ink/ink790.xml"/><Relationship Id="rId1" Type="http://schemas.openxmlformats.org/officeDocument/2006/relationships/slideLayout" Target="../slideLayouts/slideLayout16.xml"/><Relationship Id="rId6" Type="http://schemas.openxmlformats.org/officeDocument/2006/relationships/image" Target="../media/image775.png"/><Relationship Id="rId15" Type="http://schemas.openxmlformats.org/officeDocument/2006/relationships/image" Target="../media/image781.png"/><Relationship Id="rId23" Type="http://schemas.openxmlformats.org/officeDocument/2006/relationships/image" Target="../media/image785.png"/><Relationship Id="rId28" Type="http://schemas.openxmlformats.org/officeDocument/2006/relationships/customXml" Target="../ink/ink756.xml"/><Relationship Id="rId36" Type="http://schemas.openxmlformats.org/officeDocument/2006/relationships/customXml" Target="../ink/ink760.xml"/><Relationship Id="rId49" Type="http://schemas.openxmlformats.org/officeDocument/2006/relationships/image" Target="../media/image798.png"/><Relationship Id="rId57" Type="http://schemas.openxmlformats.org/officeDocument/2006/relationships/image" Target="../media/image802.png"/><Relationship Id="rId10" Type="http://schemas.openxmlformats.org/officeDocument/2006/relationships/customXml" Target="../ink/ink747.xml"/><Relationship Id="rId31" Type="http://schemas.openxmlformats.org/officeDocument/2006/relationships/image" Target="../media/image789.png"/><Relationship Id="rId44" Type="http://schemas.openxmlformats.org/officeDocument/2006/relationships/customXml" Target="../ink/ink764.xml"/><Relationship Id="rId52" Type="http://schemas.openxmlformats.org/officeDocument/2006/relationships/customXml" Target="../ink/ink768.xml"/><Relationship Id="rId60" Type="http://schemas.openxmlformats.org/officeDocument/2006/relationships/customXml" Target="../ink/ink772.xml"/><Relationship Id="rId65" Type="http://schemas.openxmlformats.org/officeDocument/2006/relationships/image" Target="../media/image806.png"/><Relationship Id="rId73" Type="http://schemas.openxmlformats.org/officeDocument/2006/relationships/image" Target="../media/image810.png"/><Relationship Id="rId78" Type="http://schemas.openxmlformats.org/officeDocument/2006/relationships/customXml" Target="../ink/ink781.xml"/><Relationship Id="rId81" Type="http://schemas.openxmlformats.org/officeDocument/2006/relationships/image" Target="../media/image814.png"/><Relationship Id="rId86" Type="http://schemas.openxmlformats.org/officeDocument/2006/relationships/customXml" Target="../ink/ink785.xml"/><Relationship Id="rId94" Type="http://schemas.openxmlformats.org/officeDocument/2006/relationships/customXml" Target="../ink/ink789.xml"/><Relationship Id="rId4" Type="http://schemas.openxmlformats.org/officeDocument/2006/relationships/image" Target="../media/image773.png"/><Relationship Id="rId9" Type="http://schemas.openxmlformats.org/officeDocument/2006/relationships/image" Target="../media/image778.png"/><Relationship Id="rId13" Type="http://schemas.openxmlformats.org/officeDocument/2006/relationships/image" Target="../media/image780.png"/><Relationship Id="rId18" Type="http://schemas.openxmlformats.org/officeDocument/2006/relationships/customXml" Target="../ink/ink751.xml"/><Relationship Id="rId39" Type="http://schemas.openxmlformats.org/officeDocument/2006/relationships/image" Target="../media/image793.png"/><Relationship Id="rId34" Type="http://schemas.openxmlformats.org/officeDocument/2006/relationships/customXml" Target="../ink/ink759.xml"/><Relationship Id="rId50" Type="http://schemas.openxmlformats.org/officeDocument/2006/relationships/customXml" Target="../ink/ink767.xml"/><Relationship Id="rId55" Type="http://schemas.openxmlformats.org/officeDocument/2006/relationships/image" Target="../media/image801.png"/><Relationship Id="rId76" Type="http://schemas.openxmlformats.org/officeDocument/2006/relationships/customXml" Target="../ink/ink780.xml"/><Relationship Id="rId97" Type="http://schemas.openxmlformats.org/officeDocument/2006/relationships/image" Target="../media/image822.png"/><Relationship Id="rId7" Type="http://schemas.openxmlformats.org/officeDocument/2006/relationships/image" Target="../media/image776.png"/><Relationship Id="rId71" Type="http://schemas.openxmlformats.org/officeDocument/2006/relationships/image" Target="../media/image809.png"/><Relationship Id="rId92" Type="http://schemas.openxmlformats.org/officeDocument/2006/relationships/customXml" Target="../ink/ink788.xml"/><Relationship Id="rId2" Type="http://schemas.openxmlformats.org/officeDocument/2006/relationships/image" Target="../media/image771.png"/><Relationship Id="rId29" Type="http://schemas.openxmlformats.org/officeDocument/2006/relationships/image" Target="../media/image788.png"/><Relationship Id="rId24" Type="http://schemas.openxmlformats.org/officeDocument/2006/relationships/customXml" Target="../ink/ink754.xml"/><Relationship Id="rId40" Type="http://schemas.openxmlformats.org/officeDocument/2006/relationships/customXml" Target="../ink/ink762.xml"/><Relationship Id="rId45" Type="http://schemas.openxmlformats.org/officeDocument/2006/relationships/image" Target="../media/image796.png"/><Relationship Id="rId66" Type="http://schemas.openxmlformats.org/officeDocument/2006/relationships/customXml" Target="../ink/ink775.xml"/><Relationship Id="rId87" Type="http://schemas.openxmlformats.org/officeDocument/2006/relationships/image" Target="../media/image817.png"/><Relationship Id="rId61" Type="http://schemas.openxmlformats.org/officeDocument/2006/relationships/image" Target="../media/image804.png"/><Relationship Id="rId82" Type="http://schemas.openxmlformats.org/officeDocument/2006/relationships/customXml" Target="../ink/ink783.xml"/><Relationship Id="rId19" Type="http://schemas.openxmlformats.org/officeDocument/2006/relationships/image" Target="../media/image783.png"/><Relationship Id="rId14" Type="http://schemas.openxmlformats.org/officeDocument/2006/relationships/customXml" Target="../ink/ink749.xml"/><Relationship Id="rId30" Type="http://schemas.openxmlformats.org/officeDocument/2006/relationships/customXml" Target="../ink/ink757.xml"/><Relationship Id="rId35" Type="http://schemas.openxmlformats.org/officeDocument/2006/relationships/image" Target="../media/image791.png"/><Relationship Id="rId56" Type="http://schemas.openxmlformats.org/officeDocument/2006/relationships/customXml" Target="../ink/ink770.xml"/><Relationship Id="rId77" Type="http://schemas.openxmlformats.org/officeDocument/2006/relationships/image" Target="../media/image812.png"/><Relationship Id="rId8" Type="http://schemas.openxmlformats.org/officeDocument/2006/relationships/image" Target="../media/image777.png"/><Relationship Id="rId51" Type="http://schemas.openxmlformats.org/officeDocument/2006/relationships/image" Target="../media/image799.png"/><Relationship Id="rId72" Type="http://schemas.openxmlformats.org/officeDocument/2006/relationships/customXml" Target="../ink/ink778.xml"/><Relationship Id="rId93" Type="http://schemas.openxmlformats.org/officeDocument/2006/relationships/image" Target="../media/image820.png"/></Relationships>
</file>

<file path=ppt/slides/_rels/slide28.xml.rels><?xml version="1.0" encoding="UTF-8" standalone="yes"?>
<Relationships xmlns="http://schemas.openxmlformats.org/package/2006/relationships"><Relationship Id="rId8" Type="http://schemas.openxmlformats.org/officeDocument/2006/relationships/image" Target="../media/image826.png"/><Relationship Id="rId13" Type="http://schemas.openxmlformats.org/officeDocument/2006/relationships/customXml" Target="../ink/ink796.xml"/><Relationship Id="rId18" Type="http://schemas.openxmlformats.org/officeDocument/2006/relationships/image" Target="../media/image831.png"/><Relationship Id="rId26" Type="http://schemas.openxmlformats.org/officeDocument/2006/relationships/image" Target="../media/image835.png"/><Relationship Id="rId3" Type="http://schemas.openxmlformats.org/officeDocument/2006/relationships/customXml" Target="../ink/ink791.xml"/><Relationship Id="rId21" Type="http://schemas.openxmlformats.org/officeDocument/2006/relationships/customXml" Target="../ink/ink800.xml"/><Relationship Id="rId7" Type="http://schemas.openxmlformats.org/officeDocument/2006/relationships/customXml" Target="../ink/ink793.xml"/><Relationship Id="rId12" Type="http://schemas.openxmlformats.org/officeDocument/2006/relationships/image" Target="../media/image828.png"/><Relationship Id="rId17" Type="http://schemas.openxmlformats.org/officeDocument/2006/relationships/customXml" Target="../ink/ink798.xml"/><Relationship Id="rId25" Type="http://schemas.openxmlformats.org/officeDocument/2006/relationships/customXml" Target="../ink/ink802.xml"/><Relationship Id="rId2" Type="http://schemas.openxmlformats.org/officeDocument/2006/relationships/image" Target="../media/image823.png"/><Relationship Id="rId16" Type="http://schemas.openxmlformats.org/officeDocument/2006/relationships/image" Target="../media/image830.png"/><Relationship Id="rId20" Type="http://schemas.openxmlformats.org/officeDocument/2006/relationships/image" Target="../media/image832.png"/><Relationship Id="rId1" Type="http://schemas.openxmlformats.org/officeDocument/2006/relationships/slideLayout" Target="../slideLayouts/slideLayout16.xml"/><Relationship Id="rId6" Type="http://schemas.openxmlformats.org/officeDocument/2006/relationships/image" Target="../media/image825.png"/><Relationship Id="rId11" Type="http://schemas.openxmlformats.org/officeDocument/2006/relationships/customXml" Target="../ink/ink795.xml"/><Relationship Id="rId24" Type="http://schemas.openxmlformats.org/officeDocument/2006/relationships/image" Target="../media/image834.png"/><Relationship Id="rId5" Type="http://schemas.openxmlformats.org/officeDocument/2006/relationships/customXml" Target="../ink/ink792.xml"/><Relationship Id="rId15" Type="http://schemas.openxmlformats.org/officeDocument/2006/relationships/customXml" Target="../ink/ink797.xml"/><Relationship Id="rId23" Type="http://schemas.openxmlformats.org/officeDocument/2006/relationships/customXml" Target="../ink/ink801.xml"/><Relationship Id="rId10" Type="http://schemas.openxmlformats.org/officeDocument/2006/relationships/image" Target="../media/image827.png"/><Relationship Id="rId19" Type="http://schemas.openxmlformats.org/officeDocument/2006/relationships/customXml" Target="../ink/ink799.xml"/><Relationship Id="rId4" Type="http://schemas.openxmlformats.org/officeDocument/2006/relationships/image" Target="../media/image824.png"/><Relationship Id="rId9" Type="http://schemas.openxmlformats.org/officeDocument/2006/relationships/customXml" Target="../ink/ink794.xml"/><Relationship Id="rId14" Type="http://schemas.openxmlformats.org/officeDocument/2006/relationships/image" Target="../media/image829.png"/><Relationship Id="rId22" Type="http://schemas.openxmlformats.org/officeDocument/2006/relationships/image" Target="../media/image833.png"/></Relationships>
</file>

<file path=ppt/slides/_rels/slide29.xml.rels><?xml version="1.0" encoding="UTF-8" standalone="yes"?>
<Relationships xmlns="http://schemas.openxmlformats.org/package/2006/relationships"><Relationship Id="rId26" Type="http://schemas.openxmlformats.org/officeDocument/2006/relationships/customXml" Target="../ink/ink803.xml"/><Relationship Id="rId21" Type="http://schemas.openxmlformats.org/officeDocument/2006/relationships/image" Target="../media/image845.wmf"/><Relationship Id="rId42" Type="http://schemas.openxmlformats.org/officeDocument/2006/relationships/customXml" Target="../ink/ink811.xml"/><Relationship Id="rId47" Type="http://schemas.openxmlformats.org/officeDocument/2006/relationships/image" Target="../media/image858.png"/><Relationship Id="rId63" Type="http://schemas.openxmlformats.org/officeDocument/2006/relationships/image" Target="../media/image866.png"/><Relationship Id="rId68" Type="http://schemas.openxmlformats.org/officeDocument/2006/relationships/customXml" Target="../ink/ink824.xml"/><Relationship Id="rId84" Type="http://schemas.openxmlformats.org/officeDocument/2006/relationships/customXml" Target="../ink/ink832.xml"/><Relationship Id="rId89" Type="http://schemas.openxmlformats.org/officeDocument/2006/relationships/image" Target="../media/image879.png"/><Relationship Id="rId16" Type="http://schemas.openxmlformats.org/officeDocument/2006/relationships/oleObject" Target="../embeddings/oleObject10.bin"/><Relationship Id="rId11" Type="http://schemas.openxmlformats.org/officeDocument/2006/relationships/image" Target="../media/image840.wmf"/><Relationship Id="rId32" Type="http://schemas.openxmlformats.org/officeDocument/2006/relationships/customXml" Target="../ink/ink806.xml"/><Relationship Id="rId37" Type="http://schemas.openxmlformats.org/officeDocument/2006/relationships/image" Target="../media/image853.png"/><Relationship Id="rId53" Type="http://schemas.openxmlformats.org/officeDocument/2006/relationships/image" Target="../media/image861.png"/><Relationship Id="rId58" Type="http://schemas.openxmlformats.org/officeDocument/2006/relationships/customXml" Target="../ink/ink819.xml"/><Relationship Id="rId74" Type="http://schemas.openxmlformats.org/officeDocument/2006/relationships/customXml" Target="../ink/ink827.xml"/><Relationship Id="rId79" Type="http://schemas.openxmlformats.org/officeDocument/2006/relationships/image" Target="../media/image874.png"/><Relationship Id="rId5" Type="http://schemas.openxmlformats.org/officeDocument/2006/relationships/image" Target="../media/image837.wmf"/><Relationship Id="rId14" Type="http://schemas.openxmlformats.org/officeDocument/2006/relationships/oleObject" Target="../embeddings/oleObject9.bin"/><Relationship Id="rId22" Type="http://schemas.openxmlformats.org/officeDocument/2006/relationships/oleObject" Target="../embeddings/oleObject13.bin"/><Relationship Id="rId27" Type="http://schemas.openxmlformats.org/officeDocument/2006/relationships/image" Target="../media/image848.png"/><Relationship Id="rId30" Type="http://schemas.openxmlformats.org/officeDocument/2006/relationships/customXml" Target="../ink/ink805.xml"/><Relationship Id="rId35" Type="http://schemas.openxmlformats.org/officeDocument/2006/relationships/image" Target="../media/image852.png"/><Relationship Id="rId43" Type="http://schemas.openxmlformats.org/officeDocument/2006/relationships/image" Target="../media/image856.png"/><Relationship Id="rId48" Type="http://schemas.openxmlformats.org/officeDocument/2006/relationships/customXml" Target="../ink/ink814.xml"/><Relationship Id="rId56" Type="http://schemas.openxmlformats.org/officeDocument/2006/relationships/customXml" Target="../ink/ink818.xml"/><Relationship Id="rId64" Type="http://schemas.openxmlformats.org/officeDocument/2006/relationships/customXml" Target="../ink/ink822.xml"/><Relationship Id="rId69" Type="http://schemas.openxmlformats.org/officeDocument/2006/relationships/image" Target="../media/image869.png"/><Relationship Id="rId77" Type="http://schemas.openxmlformats.org/officeDocument/2006/relationships/image" Target="../media/image873.png"/><Relationship Id="rId8" Type="http://schemas.openxmlformats.org/officeDocument/2006/relationships/oleObject" Target="../embeddings/oleObject6.bin"/><Relationship Id="rId51" Type="http://schemas.openxmlformats.org/officeDocument/2006/relationships/image" Target="../media/image860.png"/><Relationship Id="rId72" Type="http://schemas.openxmlformats.org/officeDocument/2006/relationships/customXml" Target="../ink/ink826.xml"/><Relationship Id="rId80" Type="http://schemas.openxmlformats.org/officeDocument/2006/relationships/customXml" Target="../ink/ink830.xml"/><Relationship Id="rId85" Type="http://schemas.openxmlformats.org/officeDocument/2006/relationships/image" Target="../media/image877.png"/><Relationship Id="rId3" Type="http://schemas.openxmlformats.org/officeDocument/2006/relationships/image" Target="../media/image836.wmf"/><Relationship Id="rId12" Type="http://schemas.openxmlformats.org/officeDocument/2006/relationships/oleObject" Target="../embeddings/oleObject8.bin"/><Relationship Id="rId17" Type="http://schemas.openxmlformats.org/officeDocument/2006/relationships/image" Target="../media/image843.wmf"/><Relationship Id="rId25" Type="http://schemas.openxmlformats.org/officeDocument/2006/relationships/image" Target="../media/image847.wmf"/><Relationship Id="rId33" Type="http://schemas.openxmlformats.org/officeDocument/2006/relationships/image" Target="../media/image851.png"/><Relationship Id="rId38" Type="http://schemas.openxmlformats.org/officeDocument/2006/relationships/customXml" Target="../ink/ink809.xml"/><Relationship Id="rId46" Type="http://schemas.openxmlformats.org/officeDocument/2006/relationships/customXml" Target="../ink/ink813.xml"/><Relationship Id="rId59" Type="http://schemas.openxmlformats.org/officeDocument/2006/relationships/image" Target="../media/image864.png"/><Relationship Id="rId67" Type="http://schemas.openxmlformats.org/officeDocument/2006/relationships/image" Target="../media/image868.png"/><Relationship Id="rId20" Type="http://schemas.openxmlformats.org/officeDocument/2006/relationships/oleObject" Target="../embeddings/oleObject12.bin"/><Relationship Id="rId41" Type="http://schemas.openxmlformats.org/officeDocument/2006/relationships/image" Target="../media/image855.png"/><Relationship Id="rId54" Type="http://schemas.openxmlformats.org/officeDocument/2006/relationships/customXml" Target="../ink/ink817.xml"/><Relationship Id="rId62" Type="http://schemas.openxmlformats.org/officeDocument/2006/relationships/customXml" Target="../ink/ink821.xml"/><Relationship Id="rId70" Type="http://schemas.openxmlformats.org/officeDocument/2006/relationships/customXml" Target="../ink/ink825.xml"/><Relationship Id="rId75" Type="http://schemas.openxmlformats.org/officeDocument/2006/relationships/image" Target="../media/image872.png"/><Relationship Id="rId83" Type="http://schemas.openxmlformats.org/officeDocument/2006/relationships/image" Target="../media/image876.png"/><Relationship Id="rId88" Type="http://schemas.openxmlformats.org/officeDocument/2006/relationships/customXml" Target="../ink/ink834.xml"/><Relationship Id="rId1" Type="http://schemas.openxmlformats.org/officeDocument/2006/relationships/slideLayout" Target="../slideLayouts/slideLayout16.xml"/><Relationship Id="rId6" Type="http://schemas.openxmlformats.org/officeDocument/2006/relationships/oleObject" Target="../embeddings/oleObject5.bin"/><Relationship Id="rId15" Type="http://schemas.openxmlformats.org/officeDocument/2006/relationships/image" Target="../media/image842.wmf"/><Relationship Id="rId23" Type="http://schemas.openxmlformats.org/officeDocument/2006/relationships/image" Target="../media/image846.wmf"/><Relationship Id="rId28" Type="http://schemas.openxmlformats.org/officeDocument/2006/relationships/customXml" Target="../ink/ink804.xml"/><Relationship Id="rId36" Type="http://schemas.openxmlformats.org/officeDocument/2006/relationships/customXml" Target="../ink/ink808.xml"/><Relationship Id="rId49" Type="http://schemas.openxmlformats.org/officeDocument/2006/relationships/image" Target="../media/image859.png"/><Relationship Id="rId57" Type="http://schemas.openxmlformats.org/officeDocument/2006/relationships/image" Target="../media/image863.png"/><Relationship Id="rId10" Type="http://schemas.openxmlformats.org/officeDocument/2006/relationships/oleObject" Target="../embeddings/oleObject7.bin"/><Relationship Id="rId31" Type="http://schemas.openxmlformats.org/officeDocument/2006/relationships/image" Target="../media/image850.png"/><Relationship Id="rId44" Type="http://schemas.openxmlformats.org/officeDocument/2006/relationships/customXml" Target="../ink/ink812.xml"/><Relationship Id="rId52" Type="http://schemas.openxmlformats.org/officeDocument/2006/relationships/customXml" Target="../ink/ink816.xml"/><Relationship Id="rId60" Type="http://schemas.openxmlformats.org/officeDocument/2006/relationships/customXml" Target="../ink/ink820.xml"/><Relationship Id="rId65" Type="http://schemas.openxmlformats.org/officeDocument/2006/relationships/image" Target="../media/image867.png"/><Relationship Id="rId73" Type="http://schemas.openxmlformats.org/officeDocument/2006/relationships/image" Target="../media/image871.png"/><Relationship Id="rId78" Type="http://schemas.openxmlformats.org/officeDocument/2006/relationships/customXml" Target="../ink/ink829.xml"/><Relationship Id="rId81" Type="http://schemas.openxmlformats.org/officeDocument/2006/relationships/image" Target="../media/image875.png"/><Relationship Id="rId86" Type="http://schemas.openxmlformats.org/officeDocument/2006/relationships/customXml" Target="../ink/ink833.xml"/><Relationship Id="rId4" Type="http://schemas.openxmlformats.org/officeDocument/2006/relationships/oleObject" Target="../embeddings/oleObject4.bin"/><Relationship Id="rId9" Type="http://schemas.openxmlformats.org/officeDocument/2006/relationships/image" Target="../media/image839.wmf"/><Relationship Id="rId13" Type="http://schemas.openxmlformats.org/officeDocument/2006/relationships/image" Target="../media/image841.wmf"/><Relationship Id="rId18" Type="http://schemas.openxmlformats.org/officeDocument/2006/relationships/oleObject" Target="../embeddings/oleObject11.bin"/><Relationship Id="rId39" Type="http://schemas.openxmlformats.org/officeDocument/2006/relationships/image" Target="../media/image854.png"/><Relationship Id="rId34" Type="http://schemas.openxmlformats.org/officeDocument/2006/relationships/customXml" Target="../ink/ink807.xml"/><Relationship Id="rId50" Type="http://schemas.openxmlformats.org/officeDocument/2006/relationships/customXml" Target="../ink/ink815.xml"/><Relationship Id="rId55" Type="http://schemas.openxmlformats.org/officeDocument/2006/relationships/image" Target="../media/image862.png"/><Relationship Id="rId76" Type="http://schemas.openxmlformats.org/officeDocument/2006/relationships/customXml" Target="../ink/ink828.xml"/><Relationship Id="rId7" Type="http://schemas.openxmlformats.org/officeDocument/2006/relationships/image" Target="../media/image838.wmf"/><Relationship Id="rId71" Type="http://schemas.openxmlformats.org/officeDocument/2006/relationships/image" Target="../media/image870.png"/><Relationship Id="rId2" Type="http://schemas.openxmlformats.org/officeDocument/2006/relationships/oleObject" Target="../embeddings/oleObject3.bin"/><Relationship Id="rId29" Type="http://schemas.openxmlformats.org/officeDocument/2006/relationships/image" Target="../media/image849.png"/><Relationship Id="rId24" Type="http://schemas.openxmlformats.org/officeDocument/2006/relationships/oleObject" Target="../embeddings/oleObject14.bin"/><Relationship Id="rId40" Type="http://schemas.openxmlformats.org/officeDocument/2006/relationships/customXml" Target="../ink/ink810.xml"/><Relationship Id="rId45" Type="http://schemas.openxmlformats.org/officeDocument/2006/relationships/image" Target="../media/image857.png"/><Relationship Id="rId66" Type="http://schemas.openxmlformats.org/officeDocument/2006/relationships/customXml" Target="../ink/ink823.xml"/><Relationship Id="rId87" Type="http://schemas.openxmlformats.org/officeDocument/2006/relationships/image" Target="../media/image878.png"/><Relationship Id="rId61" Type="http://schemas.openxmlformats.org/officeDocument/2006/relationships/image" Target="../media/image865.png"/><Relationship Id="rId82" Type="http://schemas.openxmlformats.org/officeDocument/2006/relationships/customXml" Target="../ink/ink831.xml"/><Relationship Id="rId19" Type="http://schemas.openxmlformats.org/officeDocument/2006/relationships/image" Target="../media/image844.wmf"/></Relationships>
</file>

<file path=ppt/slides/_rels/slide30.xml.rels><?xml version="1.0" encoding="UTF-8" standalone="yes"?>
<Relationships xmlns="http://schemas.openxmlformats.org/package/2006/relationships"><Relationship Id="rId117" Type="http://schemas.openxmlformats.org/officeDocument/2006/relationships/customXml" Target="../ink/ink892.xml"/><Relationship Id="rId21" Type="http://schemas.openxmlformats.org/officeDocument/2006/relationships/customXml" Target="../ink/ink844.xml"/><Relationship Id="rId42" Type="http://schemas.openxmlformats.org/officeDocument/2006/relationships/image" Target="../media/image900.png"/><Relationship Id="rId63" Type="http://schemas.openxmlformats.org/officeDocument/2006/relationships/customXml" Target="../ink/ink865.xml"/><Relationship Id="rId84" Type="http://schemas.openxmlformats.org/officeDocument/2006/relationships/image" Target="../media/image921.png"/><Relationship Id="rId138" Type="http://schemas.openxmlformats.org/officeDocument/2006/relationships/image" Target="../media/image948.png"/><Relationship Id="rId159" Type="http://schemas.openxmlformats.org/officeDocument/2006/relationships/customXml" Target="../ink/ink913.xml"/><Relationship Id="rId170" Type="http://schemas.openxmlformats.org/officeDocument/2006/relationships/image" Target="../media/image963.png"/><Relationship Id="rId191" Type="http://schemas.openxmlformats.org/officeDocument/2006/relationships/customXml" Target="../ink/ink929.xml"/><Relationship Id="rId205" Type="http://schemas.openxmlformats.org/officeDocument/2006/relationships/customXml" Target="../ink/ink936.xml"/><Relationship Id="rId226" Type="http://schemas.openxmlformats.org/officeDocument/2006/relationships/image" Target="../media/image990.png"/><Relationship Id="rId247" Type="http://schemas.openxmlformats.org/officeDocument/2006/relationships/customXml" Target="../ink/ink957.xml"/><Relationship Id="rId107" Type="http://schemas.openxmlformats.org/officeDocument/2006/relationships/customXml" Target="../ink/ink887.xml"/><Relationship Id="rId11" Type="http://schemas.openxmlformats.org/officeDocument/2006/relationships/customXml" Target="../ink/ink839.xml"/><Relationship Id="rId32" Type="http://schemas.openxmlformats.org/officeDocument/2006/relationships/image" Target="../media/image895.png"/><Relationship Id="rId53" Type="http://schemas.openxmlformats.org/officeDocument/2006/relationships/customXml" Target="../ink/ink860.xml"/><Relationship Id="rId74" Type="http://schemas.openxmlformats.org/officeDocument/2006/relationships/image" Target="../media/image916.png"/><Relationship Id="rId128" Type="http://schemas.openxmlformats.org/officeDocument/2006/relationships/image" Target="../media/image943.png"/><Relationship Id="rId149" Type="http://schemas.openxmlformats.org/officeDocument/2006/relationships/customXml" Target="../ink/ink908.xml"/><Relationship Id="rId5" Type="http://schemas.openxmlformats.org/officeDocument/2006/relationships/customXml" Target="../ink/ink836.xml"/><Relationship Id="rId95" Type="http://schemas.openxmlformats.org/officeDocument/2006/relationships/customXml" Target="../ink/ink881.xml"/><Relationship Id="rId160" Type="http://schemas.openxmlformats.org/officeDocument/2006/relationships/image" Target="../media/image958.png"/><Relationship Id="rId181" Type="http://schemas.openxmlformats.org/officeDocument/2006/relationships/customXml" Target="../ink/ink924.xml"/><Relationship Id="rId216" Type="http://schemas.openxmlformats.org/officeDocument/2006/relationships/image" Target="../media/image985.png"/><Relationship Id="rId237" Type="http://schemas.openxmlformats.org/officeDocument/2006/relationships/customXml" Target="../ink/ink952.xml"/><Relationship Id="rId22" Type="http://schemas.openxmlformats.org/officeDocument/2006/relationships/image" Target="../media/image890.png"/><Relationship Id="rId43" Type="http://schemas.openxmlformats.org/officeDocument/2006/relationships/customXml" Target="../ink/ink855.xml"/><Relationship Id="rId64" Type="http://schemas.openxmlformats.org/officeDocument/2006/relationships/image" Target="../media/image911.png"/><Relationship Id="rId118" Type="http://schemas.openxmlformats.org/officeDocument/2006/relationships/image" Target="../media/image938.png"/><Relationship Id="rId139" Type="http://schemas.openxmlformats.org/officeDocument/2006/relationships/customXml" Target="../ink/ink903.xml"/><Relationship Id="rId85" Type="http://schemas.openxmlformats.org/officeDocument/2006/relationships/customXml" Target="../ink/ink876.xml"/><Relationship Id="rId150" Type="http://schemas.openxmlformats.org/officeDocument/2006/relationships/image" Target="../media/image954.png"/><Relationship Id="rId171" Type="http://schemas.openxmlformats.org/officeDocument/2006/relationships/customXml" Target="../ink/ink919.xml"/><Relationship Id="rId192" Type="http://schemas.openxmlformats.org/officeDocument/2006/relationships/image" Target="../media/image974.png"/><Relationship Id="rId206" Type="http://schemas.openxmlformats.org/officeDocument/2006/relationships/image" Target="../media/image981.png"/><Relationship Id="rId227" Type="http://schemas.openxmlformats.org/officeDocument/2006/relationships/customXml" Target="../ink/ink947.xml"/><Relationship Id="rId248" Type="http://schemas.openxmlformats.org/officeDocument/2006/relationships/image" Target="../media/image1000.png"/><Relationship Id="rId12" Type="http://schemas.openxmlformats.org/officeDocument/2006/relationships/image" Target="../media/image885.png"/><Relationship Id="rId33" Type="http://schemas.openxmlformats.org/officeDocument/2006/relationships/customXml" Target="../ink/ink850.xml"/><Relationship Id="rId108" Type="http://schemas.openxmlformats.org/officeDocument/2006/relationships/image" Target="../media/image933.png"/><Relationship Id="rId129" Type="http://schemas.openxmlformats.org/officeDocument/2006/relationships/customXml" Target="../ink/ink898.xml"/><Relationship Id="rId54" Type="http://schemas.openxmlformats.org/officeDocument/2006/relationships/image" Target="../media/image906.png"/><Relationship Id="rId75" Type="http://schemas.openxmlformats.org/officeDocument/2006/relationships/customXml" Target="../ink/ink871.xml"/><Relationship Id="rId96" Type="http://schemas.openxmlformats.org/officeDocument/2006/relationships/image" Target="../media/image927.png"/><Relationship Id="rId140" Type="http://schemas.openxmlformats.org/officeDocument/2006/relationships/image" Target="../media/image949.png"/><Relationship Id="rId161" Type="http://schemas.openxmlformats.org/officeDocument/2006/relationships/customXml" Target="../ink/ink914.xml"/><Relationship Id="rId182" Type="http://schemas.openxmlformats.org/officeDocument/2006/relationships/image" Target="../media/image969.png"/><Relationship Id="rId217" Type="http://schemas.openxmlformats.org/officeDocument/2006/relationships/customXml" Target="../ink/ink942.xml"/><Relationship Id="rId6" Type="http://schemas.openxmlformats.org/officeDocument/2006/relationships/image" Target="../media/image882.png"/><Relationship Id="rId238" Type="http://schemas.openxmlformats.org/officeDocument/2006/relationships/image" Target="../media/image996.png"/><Relationship Id="rId23" Type="http://schemas.openxmlformats.org/officeDocument/2006/relationships/customXml" Target="../ink/ink845.xml"/><Relationship Id="rId119" Type="http://schemas.openxmlformats.org/officeDocument/2006/relationships/customXml" Target="../ink/ink893.xml"/><Relationship Id="rId44" Type="http://schemas.openxmlformats.org/officeDocument/2006/relationships/image" Target="../media/image901.png"/><Relationship Id="rId65" Type="http://schemas.openxmlformats.org/officeDocument/2006/relationships/customXml" Target="../ink/ink866.xml"/><Relationship Id="rId86" Type="http://schemas.openxmlformats.org/officeDocument/2006/relationships/image" Target="../media/image922.png"/><Relationship Id="rId130" Type="http://schemas.openxmlformats.org/officeDocument/2006/relationships/image" Target="../media/image944.png"/><Relationship Id="rId151" Type="http://schemas.openxmlformats.org/officeDocument/2006/relationships/customXml" Target="../ink/ink909.xml"/><Relationship Id="rId172" Type="http://schemas.openxmlformats.org/officeDocument/2006/relationships/image" Target="../media/image964.png"/><Relationship Id="rId193" Type="http://schemas.openxmlformats.org/officeDocument/2006/relationships/customXml" Target="../ink/ink930.xml"/><Relationship Id="rId207" Type="http://schemas.openxmlformats.org/officeDocument/2006/relationships/customXml" Target="../ink/ink937.xml"/><Relationship Id="rId228" Type="http://schemas.openxmlformats.org/officeDocument/2006/relationships/image" Target="../media/image991.png"/><Relationship Id="rId249" Type="http://schemas.openxmlformats.org/officeDocument/2006/relationships/customXml" Target="../ink/ink958.xml"/><Relationship Id="rId13" Type="http://schemas.openxmlformats.org/officeDocument/2006/relationships/customXml" Target="../ink/ink840.xml"/><Relationship Id="rId109" Type="http://schemas.openxmlformats.org/officeDocument/2006/relationships/customXml" Target="../ink/ink888.xml"/><Relationship Id="rId34" Type="http://schemas.openxmlformats.org/officeDocument/2006/relationships/image" Target="../media/image896.png"/><Relationship Id="rId55" Type="http://schemas.openxmlformats.org/officeDocument/2006/relationships/customXml" Target="../ink/ink861.xml"/><Relationship Id="rId76" Type="http://schemas.openxmlformats.org/officeDocument/2006/relationships/image" Target="../media/image917.png"/><Relationship Id="rId97" Type="http://schemas.openxmlformats.org/officeDocument/2006/relationships/customXml" Target="../ink/ink882.xml"/><Relationship Id="rId120" Type="http://schemas.openxmlformats.org/officeDocument/2006/relationships/image" Target="../media/image939.png"/><Relationship Id="rId141" Type="http://schemas.openxmlformats.org/officeDocument/2006/relationships/customXml" Target="../ink/ink904.xml"/><Relationship Id="rId7" Type="http://schemas.openxmlformats.org/officeDocument/2006/relationships/customXml" Target="../ink/ink837.xml"/><Relationship Id="rId162" Type="http://schemas.openxmlformats.org/officeDocument/2006/relationships/image" Target="../media/image959.png"/><Relationship Id="rId183" Type="http://schemas.openxmlformats.org/officeDocument/2006/relationships/customXml" Target="../ink/ink925.xml"/><Relationship Id="rId218" Type="http://schemas.openxmlformats.org/officeDocument/2006/relationships/image" Target="../media/image986.png"/><Relationship Id="rId239" Type="http://schemas.openxmlformats.org/officeDocument/2006/relationships/customXml" Target="../ink/ink953.xml"/><Relationship Id="rId250" Type="http://schemas.openxmlformats.org/officeDocument/2006/relationships/image" Target="../media/image1001.png"/><Relationship Id="rId24" Type="http://schemas.openxmlformats.org/officeDocument/2006/relationships/image" Target="../media/image891.png"/><Relationship Id="rId45" Type="http://schemas.openxmlformats.org/officeDocument/2006/relationships/customXml" Target="../ink/ink856.xml"/><Relationship Id="rId66" Type="http://schemas.openxmlformats.org/officeDocument/2006/relationships/image" Target="../media/image912.png"/><Relationship Id="rId87" Type="http://schemas.openxmlformats.org/officeDocument/2006/relationships/customXml" Target="../ink/ink877.xml"/><Relationship Id="rId110" Type="http://schemas.openxmlformats.org/officeDocument/2006/relationships/image" Target="../media/image934.png"/><Relationship Id="rId131" Type="http://schemas.openxmlformats.org/officeDocument/2006/relationships/customXml" Target="../ink/ink899.xml"/><Relationship Id="rId152" Type="http://schemas.openxmlformats.org/officeDocument/2006/relationships/image" Target="../media/image77.png"/><Relationship Id="rId173" Type="http://schemas.openxmlformats.org/officeDocument/2006/relationships/customXml" Target="../ink/ink920.xml"/><Relationship Id="rId194" Type="http://schemas.openxmlformats.org/officeDocument/2006/relationships/image" Target="../media/image975.png"/><Relationship Id="rId208" Type="http://schemas.openxmlformats.org/officeDocument/2006/relationships/image" Target="../media/image74.png"/><Relationship Id="rId229" Type="http://schemas.openxmlformats.org/officeDocument/2006/relationships/customXml" Target="../ink/ink948.xml"/><Relationship Id="rId240" Type="http://schemas.openxmlformats.org/officeDocument/2006/relationships/image" Target="../media/image997.png"/><Relationship Id="rId14" Type="http://schemas.openxmlformats.org/officeDocument/2006/relationships/image" Target="../media/image886.png"/><Relationship Id="rId35" Type="http://schemas.openxmlformats.org/officeDocument/2006/relationships/customXml" Target="../ink/ink851.xml"/><Relationship Id="rId56" Type="http://schemas.openxmlformats.org/officeDocument/2006/relationships/image" Target="../media/image907.png"/><Relationship Id="rId77" Type="http://schemas.openxmlformats.org/officeDocument/2006/relationships/customXml" Target="../ink/ink872.xml"/><Relationship Id="rId100" Type="http://schemas.openxmlformats.org/officeDocument/2006/relationships/image" Target="../media/image929.png"/><Relationship Id="rId8" Type="http://schemas.openxmlformats.org/officeDocument/2006/relationships/image" Target="../media/image883.png"/><Relationship Id="rId98" Type="http://schemas.openxmlformats.org/officeDocument/2006/relationships/image" Target="../media/image928.png"/><Relationship Id="rId121" Type="http://schemas.openxmlformats.org/officeDocument/2006/relationships/customXml" Target="../ink/ink894.xml"/><Relationship Id="rId142" Type="http://schemas.openxmlformats.org/officeDocument/2006/relationships/image" Target="../media/image950.png"/><Relationship Id="rId163" Type="http://schemas.openxmlformats.org/officeDocument/2006/relationships/customXml" Target="../ink/ink915.xml"/><Relationship Id="rId184" Type="http://schemas.openxmlformats.org/officeDocument/2006/relationships/image" Target="../media/image970.png"/><Relationship Id="rId219" Type="http://schemas.openxmlformats.org/officeDocument/2006/relationships/customXml" Target="../ink/ink943.xml"/><Relationship Id="rId230" Type="http://schemas.openxmlformats.org/officeDocument/2006/relationships/image" Target="../media/image992.png"/><Relationship Id="rId251" Type="http://schemas.openxmlformats.org/officeDocument/2006/relationships/customXml" Target="../ink/ink959.xml"/><Relationship Id="rId25" Type="http://schemas.openxmlformats.org/officeDocument/2006/relationships/customXml" Target="../ink/ink846.xml"/><Relationship Id="rId46" Type="http://schemas.openxmlformats.org/officeDocument/2006/relationships/image" Target="../media/image902.png"/><Relationship Id="rId67" Type="http://schemas.openxmlformats.org/officeDocument/2006/relationships/customXml" Target="../ink/ink867.xml"/><Relationship Id="rId88" Type="http://schemas.openxmlformats.org/officeDocument/2006/relationships/image" Target="../media/image923.png"/><Relationship Id="rId111" Type="http://schemas.openxmlformats.org/officeDocument/2006/relationships/customXml" Target="../ink/ink889.xml"/><Relationship Id="rId132" Type="http://schemas.openxmlformats.org/officeDocument/2006/relationships/image" Target="../media/image945.png"/><Relationship Id="rId153" Type="http://schemas.openxmlformats.org/officeDocument/2006/relationships/customXml" Target="../ink/ink910.xml"/><Relationship Id="rId174" Type="http://schemas.openxmlformats.org/officeDocument/2006/relationships/image" Target="../media/image965.png"/><Relationship Id="rId195" Type="http://schemas.openxmlformats.org/officeDocument/2006/relationships/customXml" Target="../ink/ink931.xml"/><Relationship Id="rId209" Type="http://schemas.openxmlformats.org/officeDocument/2006/relationships/customXml" Target="../ink/ink938.xml"/><Relationship Id="rId220" Type="http://schemas.openxmlformats.org/officeDocument/2006/relationships/image" Target="../media/image987.png"/><Relationship Id="rId241" Type="http://schemas.openxmlformats.org/officeDocument/2006/relationships/customXml" Target="../ink/ink954.xml"/><Relationship Id="rId15" Type="http://schemas.openxmlformats.org/officeDocument/2006/relationships/customXml" Target="../ink/ink841.xml"/><Relationship Id="rId36" Type="http://schemas.openxmlformats.org/officeDocument/2006/relationships/image" Target="../media/image897.png"/><Relationship Id="rId57" Type="http://schemas.openxmlformats.org/officeDocument/2006/relationships/customXml" Target="../ink/ink862.xml"/><Relationship Id="rId78" Type="http://schemas.openxmlformats.org/officeDocument/2006/relationships/image" Target="../media/image918.png"/><Relationship Id="rId99" Type="http://schemas.openxmlformats.org/officeDocument/2006/relationships/customXml" Target="../ink/ink883.xml"/><Relationship Id="rId101" Type="http://schemas.openxmlformats.org/officeDocument/2006/relationships/customXml" Target="../ink/ink884.xml"/><Relationship Id="rId122" Type="http://schemas.openxmlformats.org/officeDocument/2006/relationships/image" Target="../media/image940.png"/><Relationship Id="rId143" Type="http://schemas.openxmlformats.org/officeDocument/2006/relationships/customXml" Target="../ink/ink905.xml"/><Relationship Id="rId164" Type="http://schemas.openxmlformats.org/officeDocument/2006/relationships/image" Target="../media/image960.png"/><Relationship Id="rId185" Type="http://schemas.openxmlformats.org/officeDocument/2006/relationships/customXml" Target="../ink/ink926.xml"/><Relationship Id="rId4" Type="http://schemas.openxmlformats.org/officeDocument/2006/relationships/image" Target="../media/image881.png"/><Relationship Id="rId9" Type="http://schemas.openxmlformats.org/officeDocument/2006/relationships/customXml" Target="../ink/ink838.xml"/><Relationship Id="rId180" Type="http://schemas.openxmlformats.org/officeDocument/2006/relationships/image" Target="../media/image968.png"/><Relationship Id="rId210" Type="http://schemas.openxmlformats.org/officeDocument/2006/relationships/image" Target="../media/image982.png"/><Relationship Id="rId215" Type="http://schemas.openxmlformats.org/officeDocument/2006/relationships/customXml" Target="../ink/ink941.xml"/><Relationship Id="rId236" Type="http://schemas.openxmlformats.org/officeDocument/2006/relationships/image" Target="../media/image995.png"/><Relationship Id="rId26" Type="http://schemas.openxmlformats.org/officeDocument/2006/relationships/image" Target="../media/image892.png"/><Relationship Id="rId231" Type="http://schemas.openxmlformats.org/officeDocument/2006/relationships/customXml" Target="../ink/ink949.xml"/><Relationship Id="rId252" Type="http://schemas.openxmlformats.org/officeDocument/2006/relationships/image" Target="../media/image1002.png"/><Relationship Id="rId47" Type="http://schemas.openxmlformats.org/officeDocument/2006/relationships/customXml" Target="../ink/ink857.xml"/><Relationship Id="rId68" Type="http://schemas.openxmlformats.org/officeDocument/2006/relationships/image" Target="../media/image913.png"/><Relationship Id="rId89" Type="http://schemas.openxmlformats.org/officeDocument/2006/relationships/customXml" Target="../ink/ink878.xml"/><Relationship Id="rId112" Type="http://schemas.openxmlformats.org/officeDocument/2006/relationships/image" Target="../media/image935.png"/><Relationship Id="rId133" Type="http://schemas.openxmlformats.org/officeDocument/2006/relationships/customXml" Target="../ink/ink900.xml"/><Relationship Id="rId154" Type="http://schemas.openxmlformats.org/officeDocument/2006/relationships/image" Target="../media/image955.png"/><Relationship Id="rId175" Type="http://schemas.openxmlformats.org/officeDocument/2006/relationships/customXml" Target="../ink/ink921.xml"/><Relationship Id="rId196" Type="http://schemas.openxmlformats.org/officeDocument/2006/relationships/image" Target="../media/image976.png"/><Relationship Id="rId200" Type="http://schemas.openxmlformats.org/officeDocument/2006/relationships/image" Target="../media/image978.png"/><Relationship Id="rId16" Type="http://schemas.openxmlformats.org/officeDocument/2006/relationships/image" Target="../media/image887.png"/><Relationship Id="rId221" Type="http://schemas.openxmlformats.org/officeDocument/2006/relationships/customXml" Target="../ink/ink944.xml"/><Relationship Id="rId242" Type="http://schemas.openxmlformats.org/officeDocument/2006/relationships/image" Target="../media/image998.png"/><Relationship Id="rId37" Type="http://schemas.openxmlformats.org/officeDocument/2006/relationships/customXml" Target="../ink/ink852.xml"/><Relationship Id="rId58" Type="http://schemas.openxmlformats.org/officeDocument/2006/relationships/image" Target="../media/image908.png"/><Relationship Id="rId79" Type="http://schemas.openxmlformats.org/officeDocument/2006/relationships/customXml" Target="../ink/ink873.xml"/><Relationship Id="rId102" Type="http://schemas.openxmlformats.org/officeDocument/2006/relationships/image" Target="../media/image930.png"/><Relationship Id="rId123" Type="http://schemas.openxmlformats.org/officeDocument/2006/relationships/customXml" Target="../ink/ink895.xml"/><Relationship Id="rId144" Type="http://schemas.openxmlformats.org/officeDocument/2006/relationships/image" Target="../media/image951.png"/><Relationship Id="rId90" Type="http://schemas.openxmlformats.org/officeDocument/2006/relationships/image" Target="../media/image924.png"/><Relationship Id="rId165" Type="http://schemas.openxmlformats.org/officeDocument/2006/relationships/customXml" Target="../ink/ink916.xml"/><Relationship Id="rId186" Type="http://schemas.openxmlformats.org/officeDocument/2006/relationships/image" Target="../media/image971.png"/><Relationship Id="rId211" Type="http://schemas.openxmlformats.org/officeDocument/2006/relationships/customXml" Target="../ink/ink939.xml"/><Relationship Id="rId232" Type="http://schemas.openxmlformats.org/officeDocument/2006/relationships/image" Target="../media/image993.png"/><Relationship Id="rId27" Type="http://schemas.openxmlformats.org/officeDocument/2006/relationships/customXml" Target="../ink/ink847.xml"/><Relationship Id="rId48" Type="http://schemas.openxmlformats.org/officeDocument/2006/relationships/image" Target="../media/image903.png"/><Relationship Id="rId69" Type="http://schemas.openxmlformats.org/officeDocument/2006/relationships/customXml" Target="../ink/ink868.xml"/><Relationship Id="rId113" Type="http://schemas.openxmlformats.org/officeDocument/2006/relationships/customXml" Target="../ink/ink890.xml"/><Relationship Id="rId134" Type="http://schemas.openxmlformats.org/officeDocument/2006/relationships/image" Target="../media/image946.png"/><Relationship Id="rId80" Type="http://schemas.openxmlformats.org/officeDocument/2006/relationships/image" Target="../media/image919.png"/><Relationship Id="rId155" Type="http://schemas.openxmlformats.org/officeDocument/2006/relationships/customXml" Target="../ink/ink911.xml"/><Relationship Id="rId176" Type="http://schemas.openxmlformats.org/officeDocument/2006/relationships/image" Target="../media/image966.png"/><Relationship Id="rId197" Type="http://schemas.openxmlformats.org/officeDocument/2006/relationships/customXml" Target="../ink/ink932.xml"/><Relationship Id="rId201" Type="http://schemas.openxmlformats.org/officeDocument/2006/relationships/customXml" Target="../ink/ink934.xml"/><Relationship Id="rId222" Type="http://schemas.openxmlformats.org/officeDocument/2006/relationships/image" Target="../media/image988.png"/><Relationship Id="rId243" Type="http://schemas.openxmlformats.org/officeDocument/2006/relationships/customXml" Target="../ink/ink955.xml"/><Relationship Id="rId17" Type="http://schemas.openxmlformats.org/officeDocument/2006/relationships/customXml" Target="../ink/ink842.xml"/><Relationship Id="rId38" Type="http://schemas.openxmlformats.org/officeDocument/2006/relationships/image" Target="../media/image898.png"/><Relationship Id="rId59" Type="http://schemas.openxmlformats.org/officeDocument/2006/relationships/customXml" Target="../ink/ink863.xml"/><Relationship Id="rId103" Type="http://schemas.openxmlformats.org/officeDocument/2006/relationships/customXml" Target="../ink/ink885.xml"/><Relationship Id="rId124" Type="http://schemas.openxmlformats.org/officeDocument/2006/relationships/image" Target="../media/image941.png"/><Relationship Id="rId70" Type="http://schemas.openxmlformats.org/officeDocument/2006/relationships/image" Target="../media/image914.png"/><Relationship Id="rId91" Type="http://schemas.openxmlformats.org/officeDocument/2006/relationships/customXml" Target="../ink/ink879.xml"/><Relationship Id="rId145" Type="http://schemas.openxmlformats.org/officeDocument/2006/relationships/customXml" Target="../ink/ink906.xml"/><Relationship Id="rId166" Type="http://schemas.openxmlformats.org/officeDocument/2006/relationships/image" Target="../media/image961.png"/><Relationship Id="rId187" Type="http://schemas.openxmlformats.org/officeDocument/2006/relationships/customXml" Target="../ink/ink927.xml"/><Relationship Id="rId1" Type="http://schemas.openxmlformats.org/officeDocument/2006/relationships/slideLayout" Target="../slideLayouts/slideLayout16.xml"/><Relationship Id="rId212" Type="http://schemas.openxmlformats.org/officeDocument/2006/relationships/image" Target="../media/image983.png"/><Relationship Id="rId233" Type="http://schemas.openxmlformats.org/officeDocument/2006/relationships/customXml" Target="../ink/ink950.xml"/><Relationship Id="rId28" Type="http://schemas.openxmlformats.org/officeDocument/2006/relationships/image" Target="../media/image893.png"/><Relationship Id="rId49" Type="http://schemas.openxmlformats.org/officeDocument/2006/relationships/customXml" Target="../ink/ink858.xml"/><Relationship Id="rId114" Type="http://schemas.openxmlformats.org/officeDocument/2006/relationships/image" Target="../media/image936.png"/><Relationship Id="rId60" Type="http://schemas.openxmlformats.org/officeDocument/2006/relationships/image" Target="../media/image909.png"/><Relationship Id="rId81" Type="http://schemas.openxmlformats.org/officeDocument/2006/relationships/customXml" Target="../ink/ink874.xml"/><Relationship Id="rId135" Type="http://schemas.openxmlformats.org/officeDocument/2006/relationships/customXml" Target="../ink/ink901.xml"/><Relationship Id="rId156" Type="http://schemas.openxmlformats.org/officeDocument/2006/relationships/image" Target="../media/image956.png"/><Relationship Id="rId177" Type="http://schemas.openxmlformats.org/officeDocument/2006/relationships/customXml" Target="../ink/ink922.xml"/><Relationship Id="rId198" Type="http://schemas.openxmlformats.org/officeDocument/2006/relationships/image" Target="../media/image977.png"/><Relationship Id="rId202" Type="http://schemas.openxmlformats.org/officeDocument/2006/relationships/image" Target="../media/image979.png"/><Relationship Id="rId223" Type="http://schemas.openxmlformats.org/officeDocument/2006/relationships/customXml" Target="../ink/ink945.xml"/><Relationship Id="rId244" Type="http://schemas.openxmlformats.org/officeDocument/2006/relationships/image" Target="../media/image999.png"/><Relationship Id="rId18" Type="http://schemas.openxmlformats.org/officeDocument/2006/relationships/image" Target="../media/image888.png"/><Relationship Id="rId39" Type="http://schemas.openxmlformats.org/officeDocument/2006/relationships/customXml" Target="../ink/ink853.xml"/><Relationship Id="rId50" Type="http://schemas.openxmlformats.org/officeDocument/2006/relationships/image" Target="../media/image904.png"/><Relationship Id="rId104" Type="http://schemas.openxmlformats.org/officeDocument/2006/relationships/image" Target="../media/image931.png"/><Relationship Id="rId125" Type="http://schemas.openxmlformats.org/officeDocument/2006/relationships/customXml" Target="../ink/ink896.xml"/><Relationship Id="rId146" Type="http://schemas.openxmlformats.org/officeDocument/2006/relationships/image" Target="../media/image952.png"/><Relationship Id="rId167" Type="http://schemas.openxmlformats.org/officeDocument/2006/relationships/customXml" Target="../ink/ink917.xml"/><Relationship Id="rId188" Type="http://schemas.openxmlformats.org/officeDocument/2006/relationships/image" Target="../media/image972.png"/><Relationship Id="rId71" Type="http://schemas.openxmlformats.org/officeDocument/2006/relationships/customXml" Target="../ink/ink869.xml"/><Relationship Id="rId92" Type="http://schemas.openxmlformats.org/officeDocument/2006/relationships/image" Target="../media/image925.png"/><Relationship Id="rId213" Type="http://schemas.openxmlformats.org/officeDocument/2006/relationships/customXml" Target="../ink/ink940.xml"/><Relationship Id="rId234" Type="http://schemas.openxmlformats.org/officeDocument/2006/relationships/image" Target="../media/image994.png"/><Relationship Id="rId2" Type="http://schemas.openxmlformats.org/officeDocument/2006/relationships/image" Target="../media/image880.png"/><Relationship Id="rId29" Type="http://schemas.openxmlformats.org/officeDocument/2006/relationships/customXml" Target="../ink/ink848.xml"/><Relationship Id="rId40" Type="http://schemas.openxmlformats.org/officeDocument/2006/relationships/image" Target="../media/image899.png"/><Relationship Id="rId115" Type="http://schemas.openxmlformats.org/officeDocument/2006/relationships/customXml" Target="../ink/ink891.xml"/><Relationship Id="rId136" Type="http://schemas.openxmlformats.org/officeDocument/2006/relationships/image" Target="../media/image947.png"/><Relationship Id="rId157" Type="http://schemas.openxmlformats.org/officeDocument/2006/relationships/customXml" Target="../ink/ink912.xml"/><Relationship Id="rId178" Type="http://schemas.openxmlformats.org/officeDocument/2006/relationships/image" Target="../media/image967.png"/><Relationship Id="rId61" Type="http://schemas.openxmlformats.org/officeDocument/2006/relationships/customXml" Target="../ink/ink864.xml"/><Relationship Id="rId82" Type="http://schemas.openxmlformats.org/officeDocument/2006/relationships/image" Target="../media/image920.png"/><Relationship Id="rId199" Type="http://schemas.openxmlformats.org/officeDocument/2006/relationships/customXml" Target="../ink/ink933.xml"/><Relationship Id="rId203" Type="http://schemas.openxmlformats.org/officeDocument/2006/relationships/customXml" Target="../ink/ink935.xml"/><Relationship Id="rId19" Type="http://schemas.openxmlformats.org/officeDocument/2006/relationships/customXml" Target="../ink/ink843.xml"/><Relationship Id="rId224" Type="http://schemas.openxmlformats.org/officeDocument/2006/relationships/image" Target="../media/image989.png"/><Relationship Id="rId245" Type="http://schemas.openxmlformats.org/officeDocument/2006/relationships/customXml" Target="../ink/ink956.xml"/><Relationship Id="rId30" Type="http://schemas.openxmlformats.org/officeDocument/2006/relationships/image" Target="../media/image894.png"/><Relationship Id="rId105" Type="http://schemas.openxmlformats.org/officeDocument/2006/relationships/customXml" Target="../ink/ink886.xml"/><Relationship Id="rId126" Type="http://schemas.openxmlformats.org/officeDocument/2006/relationships/image" Target="../media/image942.png"/><Relationship Id="rId147" Type="http://schemas.openxmlformats.org/officeDocument/2006/relationships/customXml" Target="../ink/ink907.xml"/><Relationship Id="rId168" Type="http://schemas.openxmlformats.org/officeDocument/2006/relationships/image" Target="../media/image962.png"/><Relationship Id="rId51" Type="http://schemas.openxmlformats.org/officeDocument/2006/relationships/customXml" Target="../ink/ink859.xml"/><Relationship Id="rId72" Type="http://schemas.openxmlformats.org/officeDocument/2006/relationships/image" Target="../media/image915.png"/><Relationship Id="rId93" Type="http://schemas.openxmlformats.org/officeDocument/2006/relationships/customXml" Target="../ink/ink880.xml"/><Relationship Id="rId189" Type="http://schemas.openxmlformats.org/officeDocument/2006/relationships/customXml" Target="../ink/ink928.xml"/><Relationship Id="rId3" Type="http://schemas.openxmlformats.org/officeDocument/2006/relationships/customXml" Target="../ink/ink835.xml"/><Relationship Id="rId214" Type="http://schemas.openxmlformats.org/officeDocument/2006/relationships/image" Target="../media/image984.png"/><Relationship Id="rId235" Type="http://schemas.openxmlformats.org/officeDocument/2006/relationships/customXml" Target="../ink/ink951.xml"/><Relationship Id="rId116" Type="http://schemas.openxmlformats.org/officeDocument/2006/relationships/image" Target="../media/image937.png"/><Relationship Id="rId137" Type="http://schemas.openxmlformats.org/officeDocument/2006/relationships/customXml" Target="../ink/ink902.xml"/><Relationship Id="rId158" Type="http://schemas.openxmlformats.org/officeDocument/2006/relationships/image" Target="../media/image957.png"/><Relationship Id="rId20" Type="http://schemas.openxmlformats.org/officeDocument/2006/relationships/image" Target="../media/image889.png"/><Relationship Id="rId41" Type="http://schemas.openxmlformats.org/officeDocument/2006/relationships/customXml" Target="../ink/ink854.xml"/><Relationship Id="rId62" Type="http://schemas.openxmlformats.org/officeDocument/2006/relationships/image" Target="../media/image910.png"/><Relationship Id="rId83" Type="http://schemas.openxmlformats.org/officeDocument/2006/relationships/customXml" Target="../ink/ink875.xml"/><Relationship Id="rId179" Type="http://schemas.openxmlformats.org/officeDocument/2006/relationships/customXml" Target="../ink/ink923.xml"/><Relationship Id="rId190" Type="http://schemas.openxmlformats.org/officeDocument/2006/relationships/image" Target="../media/image973.png"/><Relationship Id="rId204" Type="http://schemas.openxmlformats.org/officeDocument/2006/relationships/image" Target="../media/image980.png"/><Relationship Id="rId225" Type="http://schemas.openxmlformats.org/officeDocument/2006/relationships/customXml" Target="../ink/ink946.xml"/><Relationship Id="rId246" Type="http://schemas.openxmlformats.org/officeDocument/2006/relationships/image" Target="../media/image78.png"/><Relationship Id="rId106" Type="http://schemas.openxmlformats.org/officeDocument/2006/relationships/image" Target="../media/image932.png"/><Relationship Id="rId127" Type="http://schemas.openxmlformats.org/officeDocument/2006/relationships/customXml" Target="../ink/ink897.xml"/><Relationship Id="rId10" Type="http://schemas.openxmlformats.org/officeDocument/2006/relationships/image" Target="../media/image884.png"/><Relationship Id="rId31" Type="http://schemas.openxmlformats.org/officeDocument/2006/relationships/customXml" Target="../ink/ink849.xml"/><Relationship Id="rId52" Type="http://schemas.openxmlformats.org/officeDocument/2006/relationships/image" Target="../media/image905.png"/><Relationship Id="rId73" Type="http://schemas.openxmlformats.org/officeDocument/2006/relationships/customXml" Target="../ink/ink870.xml"/><Relationship Id="rId94" Type="http://schemas.openxmlformats.org/officeDocument/2006/relationships/image" Target="../media/image926.png"/><Relationship Id="rId148" Type="http://schemas.openxmlformats.org/officeDocument/2006/relationships/image" Target="../media/image953.png"/><Relationship Id="rId169" Type="http://schemas.openxmlformats.org/officeDocument/2006/relationships/customXml" Target="../ink/ink918.xml"/></Relationships>
</file>

<file path=ppt/slides/_rels/slide31.xml.rels><?xml version="1.0" encoding="UTF-8" standalone="yes"?>
<Relationships xmlns="http://schemas.openxmlformats.org/package/2006/relationships"><Relationship Id="rId2" Type="http://schemas.openxmlformats.org/officeDocument/2006/relationships/image" Target="../media/image1003.png"/><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26" Type="http://schemas.openxmlformats.org/officeDocument/2006/relationships/image" Target="../media/image1017.png"/><Relationship Id="rId21" Type="http://schemas.openxmlformats.org/officeDocument/2006/relationships/customXml" Target="../ink/ink968.xml"/><Relationship Id="rId42" Type="http://schemas.openxmlformats.org/officeDocument/2006/relationships/image" Target="../media/image1025.png"/><Relationship Id="rId47" Type="http://schemas.openxmlformats.org/officeDocument/2006/relationships/customXml" Target="../ink/ink981.xml"/><Relationship Id="rId63" Type="http://schemas.openxmlformats.org/officeDocument/2006/relationships/customXml" Target="../ink/ink989.xml"/><Relationship Id="rId68" Type="http://schemas.openxmlformats.org/officeDocument/2006/relationships/image" Target="../media/image1038.png"/><Relationship Id="rId84" Type="http://schemas.openxmlformats.org/officeDocument/2006/relationships/image" Target="../media/image1046.png"/><Relationship Id="rId89" Type="http://schemas.openxmlformats.org/officeDocument/2006/relationships/customXml" Target="../ink/ink1002.xml"/><Relationship Id="rId16" Type="http://schemas.openxmlformats.org/officeDocument/2006/relationships/image" Target="../media/image1012.png"/><Relationship Id="rId107" Type="http://schemas.openxmlformats.org/officeDocument/2006/relationships/customXml" Target="../ink/ink1011.xml"/><Relationship Id="rId11" Type="http://schemas.openxmlformats.org/officeDocument/2006/relationships/customXml" Target="../ink/ink963.xml"/><Relationship Id="rId32" Type="http://schemas.openxmlformats.org/officeDocument/2006/relationships/image" Target="../media/image1020.png"/><Relationship Id="rId37" Type="http://schemas.openxmlformats.org/officeDocument/2006/relationships/customXml" Target="../ink/ink976.xml"/><Relationship Id="rId53" Type="http://schemas.openxmlformats.org/officeDocument/2006/relationships/customXml" Target="../ink/ink984.xml"/><Relationship Id="rId58" Type="http://schemas.openxmlformats.org/officeDocument/2006/relationships/image" Target="../media/image1033.png"/><Relationship Id="rId74" Type="http://schemas.openxmlformats.org/officeDocument/2006/relationships/image" Target="../media/image1041.png"/><Relationship Id="rId79" Type="http://schemas.openxmlformats.org/officeDocument/2006/relationships/customXml" Target="../ink/ink997.xml"/><Relationship Id="rId102" Type="http://schemas.openxmlformats.org/officeDocument/2006/relationships/image" Target="../media/image1055.png"/><Relationship Id="rId5" Type="http://schemas.openxmlformats.org/officeDocument/2006/relationships/customXml" Target="../ink/ink960.xml"/><Relationship Id="rId90" Type="http://schemas.openxmlformats.org/officeDocument/2006/relationships/image" Target="../media/image1049.png"/><Relationship Id="rId95" Type="http://schemas.openxmlformats.org/officeDocument/2006/relationships/customXml" Target="../ink/ink1005.xml"/><Relationship Id="rId22" Type="http://schemas.openxmlformats.org/officeDocument/2006/relationships/image" Target="../media/image1015.png"/><Relationship Id="rId27" Type="http://schemas.openxmlformats.org/officeDocument/2006/relationships/customXml" Target="../ink/ink971.xml"/><Relationship Id="rId43" Type="http://schemas.openxmlformats.org/officeDocument/2006/relationships/customXml" Target="../ink/ink979.xml"/><Relationship Id="rId48" Type="http://schemas.openxmlformats.org/officeDocument/2006/relationships/image" Target="../media/image1028.png"/><Relationship Id="rId64" Type="http://schemas.openxmlformats.org/officeDocument/2006/relationships/image" Target="../media/image1036.png"/><Relationship Id="rId69" Type="http://schemas.openxmlformats.org/officeDocument/2006/relationships/customXml" Target="../ink/ink992.xml"/><Relationship Id="rId80" Type="http://schemas.openxmlformats.org/officeDocument/2006/relationships/image" Target="../media/image1044.png"/><Relationship Id="rId85" Type="http://schemas.openxmlformats.org/officeDocument/2006/relationships/customXml" Target="../ink/ink1000.xml"/><Relationship Id="rId12" Type="http://schemas.openxmlformats.org/officeDocument/2006/relationships/image" Target="../media/image1010.png"/><Relationship Id="rId17" Type="http://schemas.openxmlformats.org/officeDocument/2006/relationships/customXml" Target="../ink/ink966.xml"/><Relationship Id="rId33" Type="http://schemas.openxmlformats.org/officeDocument/2006/relationships/customXml" Target="../ink/ink974.xml"/><Relationship Id="rId38" Type="http://schemas.openxmlformats.org/officeDocument/2006/relationships/image" Target="../media/image1023.png"/><Relationship Id="rId59" Type="http://schemas.openxmlformats.org/officeDocument/2006/relationships/customXml" Target="../ink/ink987.xml"/><Relationship Id="rId103" Type="http://schemas.openxmlformats.org/officeDocument/2006/relationships/customXml" Target="../ink/ink1009.xml"/><Relationship Id="rId108" Type="http://schemas.openxmlformats.org/officeDocument/2006/relationships/image" Target="../media/image1058.png"/><Relationship Id="rId54" Type="http://schemas.openxmlformats.org/officeDocument/2006/relationships/image" Target="../media/image1031.png"/><Relationship Id="rId70" Type="http://schemas.openxmlformats.org/officeDocument/2006/relationships/image" Target="../media/image1039.png"/><Relationship Id="rId75" Type="http://schemas.openxmlformats.org/officeDocument/2006/relationships/customXml" Target="../ink/ink995.xml"/><Relationship Id="rId91" Type="http://schemas.openxmlformats.org/officeDocument/2006/relationships/customXml" Target="../ink/ink1003.xml"/><Relationship Id="rId96" Type="http://schemas.openxmlformats.org/officeDocument/2006/relationships/image" Target="../media/image1052.png"/><Relationship Id="rId1" Type="http://schemas.openxmlformats.org/officeDocument/2006/relationships/slideLayout" Target="../slideLayouts/slideLayout16.xml"/><Relationship Id="rId6" Type="http://schemas.openxmlformats.org/officeDocument/2006/relationships/image" Target="../media/image1007.png"/><Relationship Id="rId15" Type="http://schemas.openxmlformats.org/officeDocument/2006/relationships/customXml" Target="../ink/ink965.xml"/><Relationship Id="rId23" Type="http://schemas.openxmlformats.org/officeDocument/2006/relationships/customXml" Target="../ink/ink969.xml"/><Relationship Id="rId28" Type="http://schemas.openxmlformats.org/officeDocument/2006/relationships/image" Target="../media/image1018.png"/><Relationship Id="rId36" Type="http://schemas.openxmlformats.org/officeDocument/2006/relationships/image" Target="../media/image1022.png"/><Relationship Id="rId49" Type="http://schemas.openxmlformats.org/officeDocument/2006/relationships/customXml" Target="../ink/ink982.xml"/><Relationship Id="rId57" Type="http://schemas.openxmlformats.org/officeDocument/2006/relationships/customXml" Target="../ink/ink986.xml"/><Relationship Id="rId106" Type="http://schemas.openxmlformats.org/officeDocument/2006/relationships/image" Target="../media/image1057.png"/><Relationship Id="rId10" Type="http://schemas.openxmlformats.org/officeDocument/2006/relationships/image" Target="../media/image1009.png"/><Relationship Id="rId31" Type="http://schemas.openxmlformats.org/officeDocument/2006/relationships/customXml" Target="../ink/ink973.xml"/><Relationship Id="rId44" Type="http://schemas.openxmlformats.org/officeDocument/2006/relationships/image" Target="../media/image1026.png"/><Relationship Id="rId52" Type="http://schemas.openxmlformats.org/officeDocument/2006/relationships/image" Target="../media/image1030.png"/><Relationship Id="rId60" Type="http://schemas.openxmlformats.org/officeDocument/2006/relationships/image" Target="../media/image1034.png"/><Relationship Id="rId65" Type="http://schemas.openxmlformats.org/officeDocument/2006/relationships/customXml" Target="../ink/ink990.xml"/><Relationship Id="rId73" Type="http://schemas.openxmlformats.org/officeDocument/2006/relationships/customXml" Target="../ink/ink994.xml"/><Relationship Id="rId78" Type="http://schemas.openxmlformats.org/officeDocument/2006/relationships/image" Target="../media/image1043.png"/><Relationship Id="rId81" Type="http://schemas.openxmlformats.org/officeDocument/2006/relationships/customXml" Target="../ink/ink998.xml"/><Relationship Id="rId86" Type="http://schemas.openxmlformats.org/officeDocument/2006/relationships/image" Target="../media/image1047.png"/><Relationship Id="rId94" Type="http://schemas.openxmlformats.org/officeDocument/2006/relationships/image" Target="../media/image1051.png"/><Relationship Id="rId99" Type="http://schemas.openxmlformats.org/officeDocument/2006/relationships/customXml" Target="../ink/ink1007.xml"/><Relationship Id="rId101" Type="http://schemas.openxmlformats.org/officeDocument/2006/relationships/customXml" Target="../ink/ink1008.xml"/><Relationship Id="rId4" Type="http://schemas.openxmlformats.org/officeDocument/2006/relationships/image" Target="../media/image1006.png"/><Relationship Id="rId9" Type="http://schemas.openxmlformats.org/officeDocument/2006/relationships/customXml" Target="../ink/ink962.xml"/><Relationship Id="rId13" Type="http://schemas.openxmlformats.org/officeDocument/2006/relationships/customXml" Target="../ink/ink964.xml"/><Relationship Id="rId18" Type="http://schemas.openxmlformats.org/officeDocument/2006/relationships/image" Target="../media/image1013.png"/><Relationship Id="rId39" Type="http://schemas.openxmlformats.org/officeDocument/2006/relationships/customXml" Target="../ink/ink977.xml"/><Relationship Id="rId109" Type="http://schemas.openxmlformats.org/officeDocument/2006/relationships/customXml" Target="../ink/ink1012.xml"/><Relationship Id="rId34" Type="http://schemas.openxmlformats.org/officeDocument/2006/relationships/image" Target="../media/image1021.png"/><Relationship Id="rId50" Type="http://schemas.openxmlformats.org/officeDocument/2006/relationships/image" Target="../media/image1029.png"/><Relationship Id="rId55" Type="http://schemas.openxmlformats.org/officeDocument/2006/relationships/customXml" Target="../ink/ink985.xml"/><Relationship Id="rId76" Type="http://schemas.openxmlformats.org/officeDocument/2006/relationships/image" Target="../media/image1042.png"/><Relationship Id="rId97" Type="http://schemas.openxmlformats.org/officeDocument/2006/relationships/customXml" Target="../ink/ink1006.xml"/><Relationship Id="rId104" Type="http://schemas.openxmlformats.org/officeDocument/2006/relationships/image" Target="../media/image1056.png"/><Relationship Id="rId7" Type="http://schemas.openxmlformats.org/officeDocument/2006/relationships/customXml" Target="../ink/ink961.xml"/><Relationship Id="rId71" Type="http://schemas.openxmlformats.org/officeDocument/2006/relationships/customXml" Target="../ink/ink993.xml"/><Relationship Id="rId92" Type="http://schemas.openxmlformats.org/officeDocument/2006/relationships/image" Target="../media/image1050.png"/><Relationship Id="rId2" Type="http://schemas.openxmlformats.org/officeDocument/2006/relationships/image" Target="../media/image1004.png"/><Relationship Id="rId29" Type="http://schemas.openxmlformats.org/officeDocument/2006/relationships/customXml" Target="../ink/ink972.xml"/><Relationship Id="rId24" Type="http://schemas.openxmlformats.org/officeDocument/2006/relationships/image" Target="../media/image1016.png"/><Relationship Id="rId40" Type="http://schemas.openxmlformats.org/officeDocument/2006/relationships/image" Target="../media/image1024.png"/><Relationship Id="rId45" Type="http://schemas.openxmlformats.org/officeDocument/2006/relationships/customXml" Target="../ink/ink980.xml"/><Relationship Id="rId66" Type="http://schemas.openxmlformats.org/officeDocument/2006/relationships/image" Target="../media/image1037.png"/><Relationship Id="rId87" Type="http://schemas.openxmlformats.org/officeDocument/2006/relationships/customXml" Target="../ink/ink1001.xml"/><Relationship Id="rId110" Type="http://schemas.openxmlformats.org/officeDocument/2006/relationships/image" Target="../media/image1059.png"/><Relationship Id="rId61" Type="http://schemas.openxmlformats.org/officeDocument/2006/relationships/customXml" Target="../ink/ink988.xml"/><Relationship Id="rId82" Type="http://schemas.openxmlformats.org/officeDocument/2006/relationships/image" Target="../media/image1045.png"/><Relationship Id="rId19" Type="http://schemas.openxmlformats.org/officeDocument/2006/relationships/customXml" Target="../ink/ink967.xml"/><Relationship Id="rId14" Type="http://schemas.openxmlformats.org/officeDocument/2006/relationships/image" Target="../media/image1011.png"/><Relationship Id="rId30" Type="http://schemas.openxmlformats.org/officeDocument/2006/relationships/image" Target="../media/image1019.png"/><Relationship Id="rId35" Type="http://schemas.openxmlformats.org/officeDocument/2006/relationships/customXml" Target="../ink/ink975.xml"/><Relationship Id="rId56" Type="http://schemas.openxmlformats.org/officeDocument/2006/relationships/image" Target="../media/image1032.png"/><Relationship Id="rId77" Type="http://schemas.openxmlformats.org/officeDocument/2006/relationships/customXml" Target="../ink/ink996.xml"/><Relationship Id="rId100" Type="http://schemas.openxmlformats.org/officeDocument/2006/relationships/image" Target="../media/image1054.png"/><Relationship Id="rId105" Type="http://schemas.openxmlformats.org/officeDocument/2006/relationships/customXml" Target="../ink/ink1010.xml"/><Relationship Id="rId8" Type="http://schemas.openxmlformats.org/officeDocument/2006/relationships/image" Target="../media/image1008.png"/><Relationship Id="rId51" Type="http://schemas.openxmlformats.org/officeDocument/2006/relationships/customXml" Target="../ink/ink983.xml"/><Relationship Id="rId72" Type="http://schemas.openxmlformats.org/officeDocument/2006/relationships/image" Target="../media/image1040.png"/><Relationship Id="rId93" Type="http://schemas.openxmlformats.org/officeDocument/2006/relationships/customXml" Target="../ink/ink1004.xml"/><Relationship Id="rId98" Type="http://schemas.openxmlformats.org/officeDocument/2006/relationships/image" Target="../media/image1053.png"/><Relationship Id="rId3" Type="http://schemas.openxmlformats.org/officeDocument/2006/relationships/image" Target="../media/image1005.png"/><Relationship Id="rId25" Type="http://schemas.openxmlformats.org/officeDocument/2006/relationships/customXml" Target="../ink/ink970.xml"/><Relationship Id="rId46" Type="http://schemas.openxmlformats.org/officeDocument/2006/relationships/image" Target="../media/image1027.png"/><Relationship Id="rId67" Type="http://schemas.openxmlformats.org/officeDocument/2006/relationships/customXml" Target="../ink/ink991.xml"/><Relationship Id="rId20" Type="http://schemas.openxmlformats.org/officeDocument/2006/relationships/image" Target="../media/image1014.png"/><Relationship Id="rId41" Type="http://schemas.openxmlformats.org/officeDocument/2006/relationships/customXml" Target="../ink/ink978.xml"/><Relationship Id="rId62" Type="http://schemas.openxmlformats.org/officeDocument/2006/relationships/image" Target="../media/image1035.png"/><Relationship Id="rId83" Type="http://schemas.openxmlformats.org/officeDocument/2006/relationships/customXml" Target="../ink/ink999.xml"/><Relationship Id="rId88" Type="http://schemas.openxmlformats.org/officeDocument/2006/relationships/image" Target="../media/image104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2" Type="http://schemas.openxmlformats.org/officeDocument/2006/relationships/image" Target="../media/image1060.png"/><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3" Type="http://schemas.openxmlformats.org/officeDocument/2006/relationships/image" Target="../media/image1062.png"/><Relationship Id="rId2" Type="http://schemas.openxmlformats.org/officeDocument/2006/relationships/image" Target="../media/image1061.png"/><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3" Type="http://schemas.openxmlformats.org/officeDocument/2006/relationships/image" Target="../media/image1063.png"/><Relationship Id="rId2" Type="http://schemas.openxmlformats.org/officeDocument/2006/relationships/image" Target="../media/image1061.png"/><Relationship Id="rId1" Type="http://schemas.openxmlformats.org/officeDocument/2006/relationships/slideLayout" Target="../slideLayouts/slideLayout16.xml"/><Relationship Id="rId5" Type="http://schemas.openxmlformats.org/officeDocument/2006/relationships/image" Target="../media/image1065.png"/><Relationship Id="rId4" Type="http://schemas.openxmlformats.org/officeDocument/2006/relationships/image" Target="../media/image106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2" Type="http://schemas.openxmlformats.org/officeDocument/2006/relationships/image" Target="../media/image1066.png"/><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2" Type="http://schemas.openxmlformats.org/officeDocument/2006/relationships/image" Target="../media/image1067.png"/><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2" Type="http://schemas.openxmlformats.org/officeDocument/2006/relationships/image" Target="../media/image1006.png"/><Relationship Id="rId1" Type="http://schemas.openxmlformats.org/officeDocument/2006/relationships/slideLayout" Target="../slideLayouts/slideLayout1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2" Type="http://schemas.openxmlformats.org/officeDocument/2006/relationships/image" Target="../media/image1068.png"/><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3" Type="http://schemas.openxmlformats.org/officeDocument/2006/relationships/image" Target="../media/image1070.png"/><Relationship Id="rId2" Type="http://schemas.openxmlformats.org/officeDocument/2006/relationships/image" Target="../media/image1069.png"/><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3" Type="http://schemas.openxmlformats.org/officeDocument/2006/relationships/image" Target="../media/image6800.png"/><Relationship Id="rId2" Type="http://schemas.openxmlformats.org/officeDocument/2006/relationships/image" Target="../media/image1071.png"/><Relationship Id="rId1" Type="http://schemas.openxmlformats.org/officeDocument/2006/relationships/slideLayout" Target="../slideLayouts/slideLayout16.xml"/><Relationship Id="rId4" Type="http://schemas.openxmlformats.org/officeDocument/2006/relationships/image" Target="../media/image690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1.xml.rels><?xml version="1.0" encoding="UTF-8" standalone="yes"?>
<Relationships xmlns="http://schemas.openxmlformats.org/package/2006/relationships"><Relationship Id="rId2" Type="http://schemas.openxmlformats.org/officeDocument/2006/relationships/image" Target="../media/image1072.png"/><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Google Shape;39;p1"/>
          <p:cNvSpPr>
            <a:spLocks noGrp="1"/>
          </p:cNvSpPr>
          <p:nvPr>
            <p:ph type="ctrTitle"/>
          </p:nvPr>
        </p:nvSpPr>
        <p:spPr>
          <a:xfrm>
            <a:off x="3276601" y="2770188"/>
            <a:ext cx="5181600" cy="1344612"/>
          </a:xfrm>
        </p:spPr>
        <p:txBody>
          <a:bodyPr lIns="68569" tIns="34275" rIns="68569" bIns="34275">
            <a:normAutofit fontScale="90000"/>
          </a:bodyPr>
          <a:lstStyle/>
          <a:p>
            <a:pPr algn="ctr">
              <a:spcBef>
                <a:spcPct val="0"/>
              </a:spcBef>
              <a:spcAft>
                <a:spcPct val="0"/>
              </a:spcAft>
              <a:buClr>
                <a:srgbClr val="FFFFFF"/>
              </a:buClr>
            </a:pPr>
            <a:r>
              <a:rPr lang="en-IN" sz="4000" dirty="0">
                <a:latin typeface="Arial" panose="020B0604020202020204" pitchFamily="34" charset="0"/>
                <a:cs typeface="Arial" panose="020B0604020202020204" pitchFamily="34" charset="0"/>
              </a:rPr>
              <a:t>Introduction </a:t>
            </a:r>
            <a:br>
              <a:rPr lang="en-IN" sz="4000" dirty="0">
                <a:latin typeface="Arial" panose="020B0604020202020204" pitchFamily="34" charset="0"/>
                <a:cs typeface="Arial" panose="020B0604020202020204" pitchFamily="34" charset="0"/>
              </a:rPr>
            </a:br>
            <a:r>
              <a:rPr lang="en-IN" sz="4000" dirty="0">
                <a:latin typeface="Arial" panose="020B0604020202020204" pitchFamily="34" charset="0"/>
                <a:cs typeface="Arial" panose="020B0604020202020204" pitchFamily="34" charset="0"/>
              </a:rPr>
              <a:t>to Statistical Methods</a:t>
            </a:r>
            <a:r>
              <a:rPr lang="en-US" altLang="x-none" sz="3600" dirty="0">
                <a:solidFill>
                  <a:srgbClr val="FFFFFF"/>
                </a:solidFill>
                <a:latin typeface="+mn-lt"/>
              </a:rPr>
              <a:t> </a:t>
            </a:r>
            <a:endParaRPr lang="x-none" altLang="x-none" sz="3600" dirty="0">
              <a:solidFill>
                <a:srgbClr val="FFFFFF"/>
              </a:solidFill>
              <a:latin typeface="+mn-lt"/>
            </a:endParaRPr>
          </a:p>
        </p:txBody>
      </p:sp>
      <p:sp>
        <p:nvSpPr>
          <p:cNvPr id="53251" name="Google Shape;41;p1"/>
          <p:cNvSpPr>
            <a:spLocks noGrp="1"/>
          </p:cNvSpPr>
          <p:nvPr>
            <p:ph type="body" idx="2"/>
          </p:nvPr>
        </p:nvSpPr>
        <p:spPr>
          <a:xfrm>
            <a:off x="3892550" y="4953000"/>
            <a:ext cx="5033963" cy="914400"/>
          </a:xfrm>
        </p:spPr>
        <p:txBody>
          <a:bodyPr lIns="68569" tIns="34275" rIns="68569" bIns="34275"/>
          <a:lstStyle/>
          <a:p>
            <a:pPr marL="0" indent="0" algn="ctr">
              <a:spcBef>
                <a:spcPct val="0"/>
              </a:spcBef>
              <a:spcAft>
                <a:spcPct val="0"/>
              </a:spcAft>
            </a:pPr>
            <a:r>
              <a:rPr lang="en-US" altLang="x-none" sz="2400" b="1" dirty="0">
                <a:solidFill>
                  <a:schemeClr val="tx1"/>
                </a:solidFill>
                <a:latin typeface="Helvetica" panose="020B0604020202030204" pitchFamily="34" charset="0"/>
              </a:rPr>
              <a:t>ISM Team</a:t>
            </a:r>
            <a:endParaRPr lang="x-none" altLang="x-none" sz="2400" b="1" dirty="0">
              <a:solidFill>
                <a:schemeClr val="tx1"/>
              </a:solidFill>
              <a:latin typeface="Helvetica" panose="020B0604020202030204" pitchFamily="34" charset="0"/>
            </a:endParaRPr>
          </a:p>
        </p:txBody>
      </p:sp>
    </p:spTree>
    <p:extLst>
      <p:ext uri="{BB962C8B-B14F-4D97-AF65-F5344CB8AC3E}">
        <p14:creationId xmlns:p14="http://schemas.microsoft.com/office/powerpoint/2010/main" val="25318072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p:cNvSpPr>
            <a:spLocks noGrp="1"/>
          </p:cNvSpPr>
          <p:nvPr>
            <p:ph type="body" idx="1"/>
          </p:nvPr>
        </p:nvSpPr>
        <p:spPr>
          <a:xfrm>
            <a:off x="623888" y="2872816"/>
            <a:ext cx="7886700" cy="940063"/>
          </a:xfrm>
        </p:spPr>
        <p:txBody>
          <a:bodyPr>
            <a:normAutofit/>
          </a:bodyPr>
          <a:lstStyle/>
          <a:p>
            <a:pPr algn="ctr">
              <a:lnSpc>
                <a:spcPct val="100000"/>
              </a:lnSpc>
              <a:spcBef>
                <a:spcPct val="0"/>
              </a:spcBef>
              <a:defRPr/>
            </a:pPr>
            <a:r>
              <a:rPr lang="en-US" sz="2700" b="1" dirty="0">
                <a:solidFill>
                  <a:schemeClr val="tx1"/>
                </a:solidFill>
                <a:latin typeface="Arial" charset="0"/>
                <a:cs typeface="Arial" charset="0"/>
              </a:rPr>
              <a:t>Session 3</a:t>
            </a:r>
          </a:p>
          <a:p>
            <a:pPr algn="ctr">
              <a:lnSpc>
                <a:spcPct val="100000"/>
              </a:lnSpc>
              <a:spcBef>
                <a:spcPct val="0"/>
              </a:spcBef>
              <a:defRPr/>
            </a:pPr>
            <a:r>
              <a:rPr lang="en-US" sz="2700" b="1" dirty="0">
                <a:solidFill>
                  <a:schemeClr val="tx1"/>
                </a:solidFill>
                <a:latin typeface="Arial" charset="0"/>
                <a:cs typeface="Arial" charset="0"/>
              </a:rPr>
              <a:t>(</a:t>
            </a:r>
            <a:r>
              <a:rPr lang="en-US" b="1" dirty="0">
                <a:solidFill>
                  <a:schemeClr val="tx1"/>
                </a:solidFill>
                <a:latin typeface="+mn-lt"/>
                <a:cs typeface="Arial" charset="0"/>
              </a:rPr>
              <a:t>8</a:t>
            </a:r>
            <a:r>
              <a:rPr lang="en-US" b="1" baseline="30000" dirty="0">
                <a:solidFill>
                  <a:schemeClr val="tx1"/>
                </a:solidFill>
                <a:latin typeface="+mn-lt"/>
                <a:cs typeface="Arial" charset="0"/>
              </a:rPr>
              <a:t>th</a:t>
            </a:r>
            <a:r>
              <a:rPr lang="en-US" b="1" dirty="0">
                <a:solidFill>
                  <a:schemeClr val="tx1"/>
                </a:solidFill>
                <a:latin typeface="+mn-lt"/>
                <a:cs typeface="Arial" charset="0"/>
              </a:rPr>
              <a:t> / </a:t>
            </a:r>
            <a:r>
              <a:rPr lang="en-US" b="1" dirty="0">
                <a:solidFill>
                  <a:schemeClr val="tx1"/>
                </a:solidFill>
                <a:cs typeface="Arial" charset="0"/>
              </a:rPr>
              <a:t>9</a:t>
            </a:r>
            <a:r>
              <a:rPr lang="en-US" b="1" baseline="30000" dirty="0">
                <a:solidFill>
                  <a:schemeClr val="tx1"/>
                </a:solidFill>
                <a:cs typeface="Arial" charset="0"/>
              </a:rPr>
              <a:t>th </a:t>
            </a:r>
            <a:r>
              <a:rPr lang="en-US" b="1" dirty="0">
                <a:solidFill>
                  <a:schemeClr val="tx1"/>
                </a:solidFill>
                <a:latin typeface="+mn-lt"/>
                <a:cs typeface="Arial" charset="0"/>
              </a:rPr>
              <a:t>November,2025)</a:t>
            </a:r>
          </a:p>
          <a:p>
            <a:endParaRPr lang="en-IN" dirty="0"/>
          </a:p>
        </p:txBody>
      </p:sp>
      <p:sp>
        <p:nvSpPr>
          <p:cNvPr id="2" name="Rectangle 1"/>
          <p:cNvSpPr/>
          <p:nvPr/>
        </p:nvSpPr>
        <p:spPr>
          <a:xfrm>
            <a:off x="1073791" y="5169152"/>
            <a:ext cx="7851311" cy="415498"/>
          </a:xfrm>
          <a:prstGeom prst="rect">
            <a:avLst/>
          </a:prstGeom>
        </p:spPr>
        <p:txBody>
          <a:bodyPr wrap="square">
            <a:spAutoFit/>
          </a:bodyPr>
          <a:lstStyle/>
          <a:p>
            <a:pPr algn="ctr">
              <a:defRPr/>
            </a:pPr>
            <a:r>
              <a:rPr lang="en-IN" sz="2100" b="1" dirty="0"/>
              <a:t>Conditional Probability &amp; Bayes theorem</a:t>
            </a:r>
          </a:p>
        </p:txBody>
      </p:sp>
    </p:spTree>
    <p:extLst>
      <p:ext uri="{BB962C8B-B14F-4D97-AF65-F5344CB8AC3E}">
        <p14:creationId xmlns:p14="http://schemas.microsoft.com/office/powerpoint/2010/main" val="541948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normAutofit fontScale="90000"/>
          </a:bodyPr>
          <a:lstStyle/>
          <a:p>
            <a:pPr algn="l"/>
            <a:r>
              <a:rPr lang="en-IN" sz="3600" spc="-8" dirty="0">
                <a:latin typeface="Calibri"/>
                <a:cs typeface="Calibri"/>
              </a:rPr>
              <a:t>Contact</a:t>
            </a:r>
            <a:r>
              <a:rPr lang="en-IN" sz="3600" spc="-41" dirty="0">
                <a:latin typeface="Calibri"/>
                <a:cs typeface="Calibri"/>
              </a:rPr>
              <a:t> </a:t>
            </a:r>
            <a:r>
              <a:rPr lang="en-IN" sz="3600" dirty="0">
                <a:latin typeface="Calibri"/>
                <a:cs typeface="Calibri"/>
              </a:rPr>
              <a:t>Session</a:t>
            </a:r>
            <a:r>
              <a:rPr lang="en-IN" sz="3600" spc="-23" dirty="0">
                <a:latin typeface="Calibri"/>
                <a:cs typeface="Calibri"/>
              </a:rPr>
              <a:t> </a:t>
            </a:r>
            <a:r>
              <a:rPr lang="en-IN" sz="3600" dirty="0">
                <a:latin typeface="Calibri"/>
                <a:cs typeface="Calibri"/>
              </a:rPr>
              <a:t>3</a:t>
            </a:r>
            <a:br>
              <a:rPr lang="en-IN" dirty="0">
                <a:latin typeface="Calibri"/>
                <a:cs typeface="Calibri"/>
              </a:rPr>
            </a:br>
            <a:endParaRPr lang="en-IN" dirty="0"/>
          </a:p>
        </p:txBody>
      </p:sp>
      <p:pic>
        <p:nvPicPr>
          <p:cNvPr id="15362" name="object 3"/>
          <p:cNvPicPr>
            <a:picLocks noGrp="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569342" y="1960563"/>
            <a:ext cx="8039819" cy="2952750"/>
          </a:xfr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160569"/>
            <a:ext cx="2648309" cy="764364"/>
          </a:xfrm>
        </p:spPr>
        <p:txBody>
          <a:bodyPr>
            <a:normAutofit fontScale="90000"/>
          </a:bodyPr>
          <a:lstStyle/>
          <a:p>
            <a:pPr algn="l"/>
            <a:br>
              <a:rPr lang="en-US" sz="3600" spc="-8" dirty="0">
                <a:latin typeface="Calibri"/>
                <a:cs typeface="Calibri"/>
              </a:rPr>
            </a:br>
            <a:r>
              <a:rPr lang="en-US" sz="3600" spc="-8" dirty="0">
                <a:latin typeface="Calibri"/>
                <a:cs typeface="Calibri"/>
              </a:rPr>
              <a:t>Agenda</a:t>
            </a:r>
            <a:br>
              <a:rPr lang="en-US" dirty="0">
                <a:latin typeface="Calibri"/>
                <a:cs typeface="Calibri"/>
              </a:rPr>
            </a:br>
            <a:endParaRPr lang="en-IN" dirty="0"/>
          </a:p>
        </p:txBody>
      </p:sp>
      <p:sp>
        <p:nvSpPr>
          <p:cNvPr id="17411" name="Content Placeholder 2"/>
          <p:cNvSpPr>
            <a:spLocks noGrp="1" noChangeArrowheads="1"/>
          </p:cNvSpPr>
          <p:nvPr>
            <p:ph idx="4294967295"/>
          </p:nvPr>
        </p:nvSpPr>
        <p:spPr>
          <a:xfrm>
            <a:off x="672860" y="1251727"/>
            <a:ext cx="7715766" cy="4525962"/>
          </a:xfrm>
        </p:spPr>
        <p:txBody>
          <a:bodyPr/>
          <a:lstStyle/>
          <a:p>
            <a:pPr marL="457200" indent="-457200" algn="just" fontAlgn="base">
              <a:spcAft>
                <a:spcPct val="0"/>
              </a:spcAft>
              <a:buFont typeface="Wingdings" panose="05000000000000000000" pitchFamily="2" charset="2"/>
              <a:buChar char="Ø"/>
            </a:pPr>
            <a:r>
              <a:rPr lang="en-US" altLang="en-US" sz="2800" dirty="0">
                <a:cs typeface="Times New Roman" panose="02020603050405020304" pitchFamily="18" charset="0"/>
              </a:rPr>
              <a:t>Conditional Probability</a:t>
            </a:r>
          </a:p>
          <a:p>
            <a:pPr marL="457200" indent="-457200" algn="just" fontAlgn="base">
              <a:spcAft>
                <a:spcPct val="0"/>
              </a:spcAft>
              <a:buFont typeface="Wingdings" panose="05000000000000000000" pitchFamily="2" charset="2"/>
              <a:buChar char="Ø"/>
            </a:pPr>
            <a:r>
              <a:rPr lang="en-US" altLang="en-US" sz="2800" dirty="0">
                <a:cs typeface="Times New Roman" panose="02020603050405020304" pitchFamily="18" charset="0"/>
              </a:rPr>
              <a:t>Independent Events</a:t>
            </a:r>
          </a:p>
          <a:p>
            <a:pPr marL="457200" indent="-457200" algn="just" fontAlgn="base">
              <a:spcAft>
                <a:spcPct val="0"/>
              </a:spcAft>
              <a:buFont typeface="Wingdings" panose="05000000000000000000" pitchFamily="2" charset="2"/>
              <a:buChar char="Ø"/>
            </a:pPr>
            <a:r>
              <a:rPr lang="en-US" altLang="en-US" sz="2800" dirty="0">
                <a:cs typeface="Times New Roman" panose="02020603050405020304" pitchFamily="18" charset="0"/>
              </a:rPr>
              <a:t>Total Probability</a:t>
            </a:r>
          </a:p>
          <a:p>
            <a:pPr marL="457200" indent="-457200" algn="just" fontAlgn="base">
              <a:spcAft>
                <a:spcPct val="0"/>
              </a:spcAft>
              <a:buFont typeface="Wingdings" panose="05000000000000000000" pitchFamily="2" charset="2"/>
              <a:buAutoNum type="arabicPeriod"/>
            </a:pPr>
            <a:endParaRPr lang="en-US" altLang="en-US" dirty="0">
              <a:latin typeface="Times New Roman" panose="02020603050405020304" pitchFamily="18" charset="0"/>
              <a:cs typeface="Times New Roman" panose="02020603050405020304" pitchFamily="18" charset="0"/>
            </a:endParaRPr>
          </a:p>
          <a:p>
            <a:pPr marL="457200" indent="-457200" algn="just" fontAlgn="base">
              <a:spcAft>
                <a:spcPct val="0"/>
              </a:spcAft>
              <a:buFont typeface="Wingdings" panose="05000000000000000000" pitchFamily="2" charset="2"/>
              <a:buAutoNum type="arabicPeriod"/>
            </a:pPr>
            <a:endParaRPr lang="en-US" altLang="en-US" dirty="0">
              <a:latin typeface="Times New Roman" panose="02020603050405020304" pitchFamily="18" charset="0"/>
              <a:cs typeface="Times New Roman" panose="02020603050405020304" pitchFamily="18" charset="0"/>
            </a:endParaRPr>
          </a:p>
          <a:p>
            <a:pPr marL="457200" indent="-457200" algn="just" fontAlgn="base">
              <a:spcAft>
                <a:spcPct val="0"/>
              </a:spcAft>
              <a:buFont typeface="Wingdings" panose="05000000000000000000" pitchFamily="2" charset="2"/>
              <a:buAutoNum type="arabicPeriod"/>
            </a:pP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6" presetClass="entr" presetSubtype="21" fill="hold" nodeType="clickEffect">
                                  <p:stCondLst>
                                    <p:cond delay="0"/>
                                  </p:stCondLst>
                                  <p:childTnLst>
                                    <p:set>
                                      <p:cBhvr>
                                        <p:cTn id="10" dur="1" fill="hold">
                                          <p:stCondLst>
                                            <p:cond delay="0"/>
                                          </p:stCondLst>
                                        </p:cTn>
                                        <p:tgtEl>
                                          <p:spTgt spid="17411">
                                            <p:txEl>
                                              <p:pRg st="1" end="1"/>
                                            </p:txEl>
                                          </p:spTgt>
                                        </p:tgtEl>
                                        <p:attrNameLst>
                                          <p:attrName>style.visibility</p:attrName>
                                        </p:attrNameLst>
                                      </p:cBhvr>
                                      <p:to>
                                        <p:strVal val="visible"/>
                                      </p:to>
                                    </p:set>
                                    <p:animEffect transition="in" filter="barn(inVertical)">
                                      <p:cBhvr>
                                        <p:cTn id="11" dur="500"/>
                                        <p:tgtEl>
                                          <p:spTgt spid="17411">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6" presetClass="entr" presetSubtype="21" fill="hold" nodeType="clickEffect">
                                  <p:stCondLst>
                                    <p:cond delay="0"/>
                                  </p:stCondLst>
                                  <p:childTnLst>
                                    <p:set>
                                      <p:cBhvr>
                                        <p:cTn id="15" dur="1" fill="hold">
                                          <p:stCondLst>
                                            <p:cond delay="0"/>
                                          </p:stCondLst>
                                        </p:cTn>
                                        <p:tgtEl>
                                          <p:spTgt spid="17411">
                                            <p:txEl>
                                              <p:pRg st="2" end="2"/>
                                            </p:txEl>
                                          </p:spTgt>
                                        </p:tgtEl>
                                        <p:attrNameLst>
                                          <p:attrName>style.visibility</p:attrName>
                                        </p:attrNameLst>
                                      </p:cBhvr>
                                      <p:to>
                                        <p:strVal val="visible"/>
                                      </p:to>
                                    </p:set>
                                    <p:animEffect transition="in" filter="barn(inVertical)">
                                      <p:cBhvr>
                                        <p:cTn id="16" dur="500"/>
                                        <p:tgtEl>
                                          <p:spTgt spid="174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bject 15"/>
          <p:cNvSpPr txBox="1">
            <a:spLocks noChangeArrowheads="1"/>
          </p:cNvSpPr>
          <p:nvPr/>
        </p:nvSpPr>
        <p:spPr bwMode="auto">
          <a:xfrm>
            <a:off x="517585" y="1876425"/>
            <a:ext cx="8039819" cy="3913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9525" rIns="0" bIns="0">
            <a:spAutoFit/>
          </a:bodyPr>
          <a:lstStyle>
            <a:lvl1pPr marL="9525" indent="9223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lnSpc>
                <a:spcPct val="150000"/>
              </a:lnSpc>
              <a:spcBef>
                <a:spcPts val="75"/>
              </a:spcBef>
              <a:buFont typeface="Wingdings" panose="05000000000000000000" pitchFamily="2" charset="2"/>
              <a:buChar char="Ø"/>
            </a:pPr>
            <a:r>
              <a:rPr lang="en-US" altLang="en-US" sz="2400" dirty="0">
                <a:latin typeface="+mn-lt"/>
                <a:cs typeface="Times New Roman" panose="02020603050405020304" pitchFamily="18" charset="0"/>
              </a:rPr>
              <a:t>The probabilities assigned to various events depend on the experimental situation when the assignment is made. </a:t>
            </a:r>
          </a:p>
          <a:p>
            <a:pPr algn="just" eaLnBrk="1" hangingPunct="1">
              <a:lnSpc>
                <a:spcPct val="150000"/>
              </a:lnSpc>
              <a:spcBef>
                <a:spcPts val="75"/>
              </a:spcBef>
              <a:buFont typeface="Wingdings" panose="05000000000000000000" pitchFamily="2" charset="2"/>
              <a:buChar char="Ø"/>
            </a:pPr>
            <a:r>
              <a:rPr lang="en-US" altLang="en-US" sz="2400" dirty="0">
                <a:latin typeface="+mn-lt"/>
                <a:cs typeface="Times New Roman" panose="02020603050405020304" pitchFamily="18" charset="0"/>
              </a:rPr>
              <a:t>Subsequent to  the initial assignment, partial information relevant to the outcome of the  experiment may become available. </a:t>
            </a:r>
          </a:p>
          <a:p>
            <a:pPr algn="just" eaLnBrk="1" hangingPunct="1">
              <a:lnSpc>
                <a:spcPct val="150000"/>
              </a:lnSpc>
              <a:spcBef>
                <a:spcPts val="75"/>
              </a:spcBef>
              <a:buFont typeface="Wingdings" panose="05000000000000000000" pitchFamily="2" charset="2"/>
              <a:buChar char="Ø"/>
            </a:pPr>
            <a:r>
              <a:rPr lang="en-US" altLang="en-US" sz="2400" dirty="0">
                <a:latin typeface="+mn-lt"/>
                <a:cs typeface="Times New Roman" panose="02020603050405020304" pitchFamily="18" charset="0"/>
              </a:rPr>
              <a:t>Such information may cause us to revise  some of our probability assignments</a:t>
            </a:r>
            <a:r>
              <a:rPr lang="en-IN" altLang="en-US" sz="2400" dirty="0">
                <a:latin typeface="+mn-lt"/>
                <a:cs typeface="Times New Roman" panose="02020603050405020304" pitchFamily="18" charset="0"/>
              </a:rPr>
              <a:t>.</a:t>
            </a:r>
            <a:endParaRPr lang="en-US" altLang="en-US" sz="2400" dirty="0">
              <a:latin typeface="+mn-lt"/>
              <a:cs typeface="Times New Roman" panose="02020603050405020304" pitchFamily="18" charset="0"/>
            </a:endParaRPr>
          </a:p>
        </p:txBody>
      </p:sp>
      <p:sp>
        <p:nvSpPr>
          <p:cNvPr id="3" name="Title 2"/>
          <p:cNvSpPr>
            <a:spLocks noGrp="1"/>
          </p:cNvSpPr>
          <p:nvPr>
            <p:ph type="title"/>
          </p:nvPr>
        </p:nvSpPr>
        <p:spPr>
          <a:xfrm>
            <a:off x="0" y="160569"/>
            <a:ext cx="7620000" cy="764364"/>
          </a:xfrm>
        </p:spPr>
        <p:txBody>
          <a:bodyPr>
            <a:normAutofit fontScale="90000"/>
          </a:bodyPr>
          <a:lstStyle/>
          <a:p>
            <a:pPr algn="l"/>
            <a:br>
              <a:rPr lang="en-US" sz="3600" spc="-8" dirty="0">
                <a:latin typeface="Calibri"/>
                <a:cs typeface="Calibri"/>
              </a:rPr>
            </a:br>
            <a:r>
              <a:rPr lang="en-US" sz="3600" spc="-8" dirty="0">
                <a:latin typeface="Calibri"/>
                <a:cs typeface="Calibri"/>
              </a:rPr>
              <a:t>Conditional Probability</a:t>
            </a:r>
            <a:br>
              <a:rPr lang="en-US" dirty="0">
                <a:latin typeface="Calibri"/>
                <a:cs typeface="Calibri"/>
              </a:rPr>
            </a:br>
            <a:endParaRPr lang="en-IN"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C166BD79-82D1-8617-21AF-6CF347B093E4}"/>
                  </a:ext>
                </a:extLst>
              </p14:cNvPr>
              <p14:cNvContentPartPr/>
              <p14:nvPr/>
            </p14:nvContentPartPr>
            <p14:xfrm>
              <a:off x="1996468" y="2384219"/>
              <a:ext cx="6575760" cy="119880"/>
            </p14:xfrm>
          </p:contentPart>
        </mc:Choice>
        <mc:Fallback>
          <p:pic>
            <p:nvPicPr>
              <p:cNvPr id="2" name="Ink 1">
                <a:extLst>
                  <a:ext uri="{FF2B5EF4-FFF2-40B4-BE49-F238E27FC236}">
                    <a16:creationId xmlns:a16="http://schemas.microsoft.com/office/drawing/2014/main" id="{C166BD79-82D1-8617-21AF-6CF347B093E4}"/>
                  </a:ext>
                </a:extLst>
              </p:cNvPr>
              <p:cNvPicPr/>
              <p:nvPr/>
            </p:nvPicPr>
            <p:blipFill>
              <a:blip r:embed="rId3"/>
              <a:stretch>
                <a:fillRect/>
              </a:stretch>
            </p:blipFill>
            <p:spPr>
              <a:xfrm>
                <a:off x="1992148" y="2379899"/>
                <a:ext cx="6584400" cy="1285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C55B8324-9DF3-B482-CB20-236207A59785}"/>
                  </a:ext>
                </a:extLst>
              </p14:cNvPr>
              <p14:cNvContentPartPr/>
              <p14:nvPr/>
            </p14:nvContentPartPr>
            <p14:xfrm>
              <a:off x="524788" y="2931059"/>
              <a:ext cx="7082280" cy="87840"/>
            </p14:xfrm>
          </p:contentPart>
        </mc:Choice>
        <mc:Fallback>
          <p:pic>
            <p:nvPicPr>
              <p:cNvPr id="4" name="Ink 3">
                <a:extLst>
                  <a:ext uri="{FF2B5EF4-FFF2-40B4-BE49-F238E27FC236}">
                    <a16:creationId xmlns:a16="http://schemas.microsoft.com/office/drawing/2014/main" id="{C55B8324-9DF3-B482-CB20-236207A59785}"/>
                  </a:ext>
                </a:extLst>
              </p:cNvPr>
              <p:cNvPicPr/>
              <p:nvPr/>
            </p:nvPicPr>
            <p:blipFill>
              <a:blip r:embed="rId5"/>
              <a:stretch>
                <a:fillRect/>
              </a:stretch>
            </p:blipFill>
            <p:spPr>
              <a:xfrm>
                <a:off x="520468" y="2926739"/>
                <a:ext cx="7090920" cy="964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7D11311E-4499-DE1B-EC1B-BBC067247F56}"/>
                  </a:ext>
                </a:extLst>
              </p14:cNvPr>
              <p14:cNvContentPartPr/>
              <p14:nvPr/>
            </p14:nvContentPartPr>
            <p14:xfrm>
              <a:off x="3675148" y="3550619"/>
              <a:ext cx="4806360" cy="85680"/>
            </p14:xfrm>
          </p:contentPart>
        </mc:Choice>
        <mc:Fallback>
          <p:pic>
            <p:nvPicPr>
              <p:cNvPr id="5" name="Ink 4">
                <a:extLst>
                  <a:ext uri="{FF2B5EF4-FFF2-40B4-BE49-F238E27FC236}">
                    <a16:creationId xmlns:a16="http://schemas.microsoft.com/office/drawing/2014/main" id="{7D11311E-4499-DE1B-EC1B-BBC067247F56}"/>
                  </a:ext>
                </a:extLst>
              </p:cNvPr>
              <p:cNvPicPr/>
              <p:nvPr/>
            </p:nvPicPr>
            <p:blipFill>
              <a:blip r:embed="rId7"/>
              <a:stretch>
                <a:fillRect/>
              </a:stretch>
            </p:blipFill>
            <p:spPr>
              <a:xfrm>
                <a:off x="3670828" y="3546299"/>
                <a:ext cx="4815000" cy="943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0586A284-E193-4DDC-3CBA-4F66D717BBCC}"/>
                  </a:ext>
                </a:extLst>
              </p14:cNvPr>
              <p14:cNvContentPartPr/>
              <p14:nvPr/>
            </p14:nvContentPartPr>
            <p14:xfrm>
              <a:off x="510028" y="4047779"/>
              <a:ext cx="8121240" cy="109440"/>
            </p14:xfrm>
          </p:contentPart>
        </mc:Choice>
        <mc:Fallback>
          <p:pic>
            <p:nvPicPr>
              <p:cNvPr id="6" name="Ink 5">
                <a:extLst>
                  <a:ext uri="{FF2B5EF4-FFF2-40B4-BE49-F238E27FC236}">
                    <a16:creationId xmlns:a16="http://schemas.microsoft.com/office/drawing/2014/main" id="{0586A284-E193-4DDC-3CBA-4F66D717BBCC}"/>
                  </a:ext>
                </a:extLst>
              </p:cNvPr>
              <p:cNvPicPr/>
              <p:nvPr/>
            </p:nvPicPr>
            <p:blipFill>
              <a:blip r:embed="rId9"/>
              <a:stretch>
                <a:fillRect/>
              </a:stretch>
            </p:blipFill>
            <p:spPr>
              <a:xfrm>
                <a:off x="505708" y="4043459"/>
                <a:ext cx="8129880" cy="1180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532A8A73-C143-3B17-CC9E-31F8EE2563A1}"/>
                  </a:ext>
                </a:extLst>
              </p14:cNvPr>
              <p14:cNvContentPartPr/>
              <p14:nvPr/>
            </p14:nvContentPartPr>
            <p14:xfrm>
              <a:off x="489868" y="4670219"/>
              <a:ext cx="1244160" cy="63360"/>
            </p14:xfrm>
          </p:contentPart>
        </mc:Choice>
        <mc:Fallback>
          <p:pic>
            <p:nvPicPr>
              <p:cNvPr id="7" name="Ink 6">
                <a:extLst>
                  <a:ext uri="{FF2B5EF4-FFF2-40B4-BE49-F238E27FC236}">
                    <a16:creationId xmlns:a16="http://schemas.microsoft.com/office/drawing/2014/main" id="{532A8A73-C143-3B17-CC9E-31F8EE2563A1}"/>
                  </a:ext>
                </a:extLst>
              </p:cNvPr>
              <p:cNvPicPr/>
              <p:nvPr/>
            </p:nvPicPr>
            <p:blipFill>
              <a:blip r:embed="rId11"/>
              <a:stretch>
                <a:fillRect/>
              </a:stretch>
            </p:blipFill>
            <p:spPr>
              <a:xfrm>
                <a:off x="485548" y="4665899"/>
                <a:ext cx="12528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 name="Ink 7">
                <a:extLst>
                  <a:ext uri="{FF2B5EF4-FFF2-40B4-BE49-F238E27FC236}">
                    <a16:creationId xmlns:a16="http://schemas.microsoft.com/office/drawing/2014/main" id="{6FA2929E-4EBC-3F68-ED87-FB3F646371F6}"/>
                  </a:ext>
                </a:extLst>
              </p14:cNvPr>
              <p14:cNvContentPartPr/>
              <p14:nvPr/>
            </p14:nvContentPartPr>
            <p14:xfrm>
              <a:off x="3687388" y="5204099"/>
              <a:ext cx="4712400" cy="100800"/>
            </p14:xfrm>
          </p:contentPart>
        </mc:Choice>
        <mc:Fallback>
          <p:pic>
            <p:nvPicPr>
              <p:cNvPr id="8" name="Ink 7">
                <a:extLst>
                  <a:ext uri="{FF2B5EF4-FFF2-40B4-BE49-F238E27FC236}">
                    <a16:creationId xmlns:a16="http://schemas.microsoft.com/office/drawing/2014/main" id="{6FA2929E-4EBC-3F68-ED87-FB3F646371F6}"/>
                  </a:ext>
                </a:extLst>
              </p:cNvPr>
              <p:cNvPicPr/>
              <p:nvPr/>
            </p:nvPicPr>
            <p:blipFill>
              <a:blip r:embed="rId13"/>
              <a:stretch>
                <a:fillRect/>
              </a:stretch>
            </p:blipFill>
            <p:spPr>
              <a:xfrm>
                <a:off x="3683068" y="5199779"/>
                <a:ext cx="4721040" cy="1094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9" name="Ink 8">
                <a:extLst>
                  <a:ext uri="{FF2B5EF4-FFF2-40B4-BE49-F238E27FC236}">
                    <a16:creationId xmlns:a16="http://schemas.microsoft.com/office/drawing/2014/main" id="{F5F545B1-A231-DDE4-43A2-9546D84E23B2}"/>
                  </a:ext>
                </a:extLst>
              </p14:cNvPr>
              <p14:cNvContentPartPr/>
              <p14:nvPr/>
            </p14:nvContentPartPr>
            <p14:xfrm>
              <a:off x="424348" y="5763539"/>
              <a:ext cx="3119400" cy="84240"/>
            </p14:xfrm>
          </p:contentPart>
        </mc:Choice>
        <mc:Fallback>
          <p:pic>
            <p:nvPicPr>
              <p:cNvPr id="9" name="Ink 8">
                <a:extLst>
                  <a:ext uri="{FF2B5EF4-FFF2-40B4-BE49-F238E27FC236}">
                    <a16:creationId xmlns:a16="http://schemas.microsoft.com/office/drawing/2014/main" id="{F5F545B1-A231-DDE4-43A2-9546D84E23B2}"/>
                  </a:ext>
                </a:extLst>
              </p:cNvPr>
              <p:cNvPicPr/>
              <p:nvPr/>
            </p:nvPicPr>
            <p:blipFill>
              <a:blip r:embed="rId15"/>
              <a:stretch>
                <a:fillRect/>
              </a:stretch>
            </p:blipFill>
            <p:spPr>
              <a:xfrm>
                <a:off x="420028" y="5759219"/>
                <a:ext cx="3128040" cy="928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bject 15"/>
          <p:cNvSpPr txBox="1">
            <a:spLocks noChangeArrowheads="1"/>
          </p:cNvSpPr>
          <p:nvPr/>
        </p:nvSpPr>
        <p:spPr bwMode="auto">
          <a:xfrm>
            <a:off x="439947" y="1052129"/>
            <a:ext cx="8272732" cy="5126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10001" rIns="0" bIns="0">
            <a:spAutoFit/>
          </a:bodyPr>
          <a:lstStyle>
            <a:lvl1pPr marL="352425"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lnSpc>
                <a:spcPct val="150000"/>
              </a:lnSpc>
              <a:spcBef>
                <a:spcPts val="75"/>
              </a:spcBef>
              <a:buFont typeface="Wingdings" panose="05000000000000000000" pitchFamily="2" charset="2"/>
              <a:buChar char="v"/>
            </a:pPr>
            <a:r>
              <a:rPr lang="en-US" altLang="en-US" sz="2200" dirty="0">
                <a:latin typeface="+mn-lt"/>
                <a:cs typeface="Times New Roman" panose="02020603050405020304" pitchFamily="18" charset="0"/>
              </a:rPr>
              <a:t>We examine how the information “an event A has occurred” affects the  probability assigned to B.</a:t>
            </a:r>
          </a:p>
          <a:p>
            <a:pPr algn="just" eaLnBrk="1" hangingPunct="1">
              <a:lnSpc>
                <a:spcPct val="150000"/>
              </a:lnSpc>
              <a:spcBef>
                <a:spcPts val="75"/>
              </a:spcBef>
              <a:buFont typeface="Wingdings" panose="05000000000000000000" pitchFamily="2" charset="2"/>
              <a:buChar char="v"/>
            </a:pPr>
            <a:r>
              <a:rPr lang="en-US" altLang="en-US" sz="2200" dirty="0">
                <a:latin typeface="+mn-lt"/>
                <a:cs typeface="Times New Roman" panose="02020603050405020304" pitchFamily="18" charset="0"/>
              </a:rPr>
              <a:t>For </a:t>
            </a:r>
            <a:r>
              <a:rPr lang="en-US" altLang="en-US" sz="2200" dirty="0">
                <a:solidFill>
                  <a:srgbClr val="FF0000"/>
                </a:solidFill>
                <a:latin typeface="+mn-lt"/>
                <a:cs typeface="Times New Roman" panose="02020603050405020304" pitchFamily="18" charset="0"/>
              </a:rPr>
              <a:t>example</a:t>
            </a:r>
            <a:r>
              <a:rPr lang="en-US" altLang="en-US" sz="2200" dirty="0">
                <a:latin typeface="+mn-lt"/>
                <a:cs typeface="Times New Roman" panose="02020603050405020304" pitchFamily="18" charset="0"/>
              </a:rPr>
              <a:t>, B might refer to an individual having a particular disease in the presence of certain symptoms. </a:t>
            </a:r>
          </a:p>
          <a:p>
            <a:pPr algn="just" eaLnBrk="1" hangingPunct="1">
              <a:lnSpc>
                <a:spcPct val="150000"/>
              </a:lnSpc>
              <a:spcBef>
                <a:spcPts val="75"/>
              </a:spcBef>
              <a:buFont typeface="Wingdings" panose="05000000000000000000" pitchFamily="2" charset="2"/>
              <a:buChar char="v"/>
            </a:pPr>
            <a:r>
              <a:rPr lang="en-US" altLang="en-US" sz="2200" dirty="0">
                <a:latin typeface="+mn-lt"/>
                <a:cs typeface="Times New Roman" panose="02020603050405020304" pitchFamily="18" charset="0"/>
              </a:rPr>
              <a:t>If a blood test is  performed on the individual and the result is negative, then the probability of  having the disease will change (it should decrease, but not usually to zero, since  blood tests are not infallible). </a:t>
            </a:r>
          </a:p>
          <a:p>
            <a:pPr algn="just" eaLnBrk="1" hangingPunct="1">
              <a:lnSpc>
                <a:spcPct val="150000"/>
              </a:lnSpc>
              <a:spcBef>
                <a:spcPts val="75"/>
              </a:spcBef>
              <a:buFont typeface="Wingdings" panose="05000000000000000000" pitchFamily="2" charset="2"/>
              <a:buChar char="v"/>
            </a:pPr>
            <a:r>
              <a:rPr lang="en-US" altLang="en-US" sz="2200" dirty="0">
                <a:latin typeface="+mn-lt"/>
                <a:cs typeface="Times New Roman" panose="02020603050405020304" pitchFamily="18" charset="0"/>
              </a:rPr>
              <a:t>We will use the notation to represent the conditional  probability of B given that the event A has occurred. A is the “conditioning  event.”</a:t>
            </a:r>
          </a:p>
        </p:txBody>
      </p:sp>
      <p:sp>
        <p:nvSpPr>
          <p:cNvPr id="7" name="object 2">
            <a:extLst>
              <a:ext uri="{FF2B5EF4-FFF2-40B4-BE49-F238E27FC236}">
                <a16:creationId xmlns:a16="http://schemas.microsoft.com/office/drawing/2014/main" id="{B7F75377-F6E6-4BA4-8B76-2CCF17B1BF0C}"/>
              </a:ext>
            </a:extLst>
          </p:cNvPr>
          <p:cNvSpPr txBox="1">
            <a:spLocks noGrp="1"/>
          </p:cNvSpPr>
          <p:nvPr>
            <p:ph type="title"/>
          </p:nvPr>
        </p:nvSpPr>
        <p:spPr bwMode="auto">
          <a:xfrm>
            <a:off x="0" y="307043"/>
            <a:ext cx="7620000" cy="471764"/>
          </a:xfrm>
          <a:prstGeom prst="rect">
            <a:avLst/>
          </a:prstGeom>
          <a:noFill/>
          <a:ln>
            <a:noFill/>
          </a:ln>
        </p:spPr>
        <p:txBody>
          <a:bodyPr wrap="square" lIns="0" tIns="10001" rIns="0" bIns="0" anchor="ctr">
            <a:spAutoFit/>
          </a:bodyPr>
          <a:lstStyle>
            <a:lvl1pPr marL="0" indent="-342900" algn="l" defTabSz="457200" rtl="0" eaLnBrk="0" fontAlgn="base" hangingPunct="0">
              <a:lnSpc>
                <a:spcPts val="3600"/>
              </a:lnSpc>
              <a:spcBef>
                <a:spcPts val="0"/>
              </a:spcBef>
              <a:spcAft>
                <a:spcPct val="0"/>
              </a:spcAft>
              <a:buFont typeface="Arial" panose="020B0604020202020204" pitchFamily="34" charset="0"/>
              <a:buNone/>
              <a:defRPr sz="3600" b="1" kern="1200" spc="-150" baseline="0">
                <a:solidFill>
                  <a:schemeClr val="tx1"/>
                </a:solidFill>
                <a:latin typeface="Arial" pitchFamily="34" charset="0"/>
                <a:ea typeface="+mn-ea"/>
                <a:cs typeface="Arial" pitchFamily="34"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9525" eaLnBrk="1" fontAlgn="auto" hangingPunct="1">
              <a:spcBef>
                <a:spcPts val="79"/>
              </a:spcBef>
              <a:spcAft>
                <a:spcPts val="0"/>
              </a:spcAft>
              <a:buFont typeface="Arial"/>
              <a:buNone/>
              <a:defRPr/>
            </a:pPr>
            <a:r>
              <a:rPr lang="en-US" sz="3300" spc="-8" dirty="0">
                <a:solidFill>
                  <a:schemeClr val="bg1"/>
                </a:solidFill>
                <a:latin typeface="Calibri"/>
                <a:cs typeface="Calibri"/>
              </a:rPr>
              <a:t>Conditional Probability: Example</a:t>
            </a:r>
            <a:endParaRPr lang="en-US" sz="3300" dirty="0">
              <a:solidFill>
                <a:schemeClr val="bg1"/>
              </a:solidFill>
              <a:latin typeface="Calibri"/>
              <a:cs typeface="Calibri"/>
            </a:endParaRP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BDB4EB8C-299E-BCFB-9799-E0B9137DDB94}"/>
                  </a:ext>
                </a:extLst>
              </p14:cNvPr>
              <p14:cNvContentPartPr/>
              <p14:nvPr/>
            </p14:nvContentPartPr>
            <p14:xfrm>
              <a:off x="4946668" y="1531739"/>
              <a:ext cx="3639600" cy="720"/>
            </p14:xfrm>
          </p:contentPart>
        </mc:Choice>
        <mc:Fallback>
          <p:pic>
            <p:nvPicPr>
              <p:cNvPr id="3" name="Ink 2">
                <a:extLst>
                  <a:ext uri="{FF2B5EF4-FFF2-40B4-BE49-F238E27FC236}">
                    <a16:creationId xmlns:a16="http://schemas.microsoft.com/office/drawing/2014/main" id="{BDB4EB8C-299E-BCFB-9799-E0B9137DDB94}"/>
                  </a:ext>
                </a:extLst>
              </p:cNvPr>
              <p:cNvPicPr/>
              <p:nvPr/>
            </p:nvPicPr>
            <p:blipFill>
              <a:blip r:embed="rId3"/>
              <a:stretch>
                <a:fillRect/>
              </a:stretch>
            </p:blipFill>
            <p:spPr>
              <a:xfrm>
                <a:off x="4941988" y="1523099"/>
                <a:ext cx="364824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7DE31F96-2F2F-E39C-F72A-D9EBB2E41277}"/>
                  </a:ext>
                </a:extLst>
              </p14:cNvPr>
              <p14:cNvContentPartPr/>
              <p14:nvPr/>
            </p14:nvContentPartPr>
            <p14:xfrm>
              <a:off x="677788" y="2019179"/>
              <a:ext cx="3459600" cy="105120"/>
            </p14:xfrm>
          </p:contentPart>
        </mc:Choice>
        <mc:Fallback>
          <p:pic>
            <p:nvPicPr>
              <p:cNvPr id="4" name="Ink 3">
                <a:extLst>
                  <a:ext uri="{FF2B5EF4-FFF2-40B4-BE49-F238E27FC236}">
                    <a16:creationId xmlns:a16="http://schemas.microsoft.com/office/drawing/2014/main" id="{7DE31F96-2F2F-E39C-F72A-D9EBB2E41277}"/>
                  </a:ext>
                </a:extLst>
              </p:cNvPr>
              <p:cNvPicPr/>
              <p:nvPr/>
            </p:nvPicPr>
            <p:blipFill>
              <a:blip r:embed="rId5"/>
              <a:stretch>
                <a:fillRect/>
              </a:stretch>
            </p:blipFill>
            <p:spPr>
              <a:xfrm>
                <a:off x="673468" y="2014859"/>
                <a:ext cx="3468240" cy="1137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9" name="Ink 8">
                <a:extLst>
                  <a:ext uri="{FF2B5EF4-FFF2-40B4-BE49-F238E27FC236}">
                    <a16:creationId xmlns:a16="http://schemas.microsoft.com/office/drawing/2014/main" id="{23ACAA8B-0E06-5234-E620-8F0E5A84CF7C}"/>
                  </a:ext>
                </a:extLst>
              </p14:cNvPr>
              <p14:cNvContentPartPr/>
              <p14:nvPr/>
            </p14:nvContentPartPr>
            <p14:xfrm>
              <a:off x="804148" y="3643859"/>
              <a:ext cx="8056800" cy="720"/>
            </p14:xfrm>
          </p:contentPart>
        </mc:Choice>
        <mc:Fallback>
          <p:pic>
            <p:nvPicPr>
              <p:cNvPr id="9" name="Ink 8">
                <a:extLst>
                  <a:ext uri="{FF2B5EF4-FFF2-40B4-BE49-F238E27FC236}">
                    <a16:creationId xmlns:a16="http://schemas.microsoft.com/office/drawing/2014/main" id="{23ACAA8B-0E06-5234-E620-8F0E5A84CF7C}"/>
                  </a:ext>
                </a:extLst>
              </p:cNvPr>
              <p:cNvPicPr/>
              <p:nvPr/>
            </p:nvPicPr>
            <p:blipFill>
              <a:blip r:embed="rId7"/>
              <a:stretch>
                <a:fillRect/>
              </a:stretch>
            </p:blipFill>
            <p:spPr>
              <a:xfrm>
                <a:off x="799828" y="3635219"/>
                <a:ext cx="806544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0" name="Ink 9">
                <a:extLst>
                  <a:ext uri="{FF2B5EF4-FFF2-40B4-BE49-F238E27FC236}">
                    <a16:creationId xmlns:a16="http://schemas.microsoft.com/office/drawing/2014/main" id="{48A1E4EB-E5FE-A01D-8A31-5A9DBBBCC0C6}"/>
                  </a:ext>
                </a:extLst>
              </p14:cNvPr>
              <p14:cNvContentPartPr/>
              <p14:nvPr/>
            </p14:nvContentPartPr>
            <p14:xfrm>
              <a:off x="786868" y="3947699"/>
              <a:ext cx="1141200" cy="160560"/>
            </p14:xfrm>
          </p:contentPart>
        </mc:Choice>
        <mc:Fallback>
          <p:pic>
            <p:nvPicPr>
              <p:cNvPr id="10" name="Ink 9">
                <a:extLst>
                  <a:ext uri="{FF2B5EF4-FFF2-40B4-BE49-F238E27FC236}">
                    <a16:creationId xmlns:a16="http://schemas.microsoft.com/office/drawing/2014/main" id="{48A1E4EB-E5FE-A01D-8A31-5A9DBBBCC0C6}"/>
                  </a:ext>
                </a:extLst>
              </p:cNvPr>
              <p:cNvPicPr/>
              <p:nvPr/>
            </p:nvPicPr>
            <p:blipFill>
              <a:blip r:embed="rId9"/>
              <a:stretch>
                <a:fillRect/>
              </a:stretch>
            </p:blipFill>
            <p:spPr>
              <a:xfrm>
                <a:off x="782548" y="3943379"/>
                <a:ext cx="1149840" cy="169200"/>
              </a:xfrm>
              <a:prstGeom prst="rect">
                <a:avLst/>
              </a:prstGeom>
            </p:spPr>
          </p:pic>
        </mc:Fallback>
      </mc:AlternateContent>
      <p:grpSp>
        <p:nvGrpSpPr>
          <p:cNvPr id="18" name="Group 17">
            <a:extLst>
              <a:ext uri="{FF2B5EF4-FFF2-40B4-BE49-F238E27FC236}">
                <a16:creationId xmlns:a16="http://schemas.microsoft.com/office/drawing/2014/main" id="{30945E0E-0DE2-31F1-8E6B-0C0319B6DD49}"/>
              </a:ext>
            </a:extLst>
          </p:cNvPr>
          <p:cNvGrpSpPr/>
          <p:nvPr/>
        </p:nvGrpSpPr>
        <p:grpSpPr>
          <a:xfrm>
            <a:off x="706948" y="2528219"/>
            <a:ext cx="7930800" cy="789840"/>
            <a:chOff x="706948" y="2528219"/>
            <a:chExt cx="7930800" cy="789840"/>
          </a:xfrm>
        </p:grpSpPr>
        <mc:AlternateContent xmlns:mc="http://schemas.openxmlformats.org/markup-compatibility/2006">
          <mc:Choice xmlns:p14="http://schemas.microsoft.com/office/powerpoint/2010/main" Requires="p14">
            <p:contentPart p14:bwMode="auto" r:id="rId10">
              <p14:nvContentPartPr>
                <p14:cNvPr id="5" name="Ink 4">
                  <a:extLst>
                    <a:ext uri="{FF2B5EF4-FFF2-40B4-BE49-F238E27FC236}">
                      <a16:creationId xmlns:a16="http://schemas.microsoft.com/office/drawing/2014/main" id="{1881AB5A-B94D-291E-BA0E-E22A66768498}"/>
                    </a:ext>
                  </a:extLst>
                </p14:cNvPr>
                <p14:cNvContentPartPr/>
                <p14:nvPr/>
              </p14:nvContentPartPr>
              <p14:xfrm>
                <a:off x="2334508" y="2528219"/>
                <a:ext cx="6303240" cy="71280"/>
              </p14:xfrm>
            </p:contentPart>
          </mc:Choice>
          <mc:Fallback>
            <p:pic>
              <p:nvPicPr>
                <p:cNvPr id="5" name="Ink 4">
                  <a:extLst>
                    <a:ext uri="{FF2B5EF4-FFF2-40B4-BE49-F238E27FC236}">
                      <a16:creationId xmlns:a16="http://schemas.microsoft.com/office/drawing/2014/main" id="{1881AB5A-B94D-291E-BA0E-E22A66768498}"/>
                    </a:ext>
                  </a:extLst>
                </p:cNvPr>
                <p:cNvPicPr/>
                <p:nvPr/>
              </p:nvPicPr>
              <p:blipFill>
                <a:blip r:embed="rId11"/>
                <a:stretch>
                  <a:fillRect/>
                </a:stretch>
              </p:blipFill>
              <p:spPr>
                <a:xfrm>
                  <a:off x="2330188" y="2523899"/>
                  <a:ext cx="6311880" cy="799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6" name="Ink 5">
                  <a:extLst>
                    <a:ext uri="{FF2B5EF4-FFF2-40B4-BE49-F238E27FC236}">
                      <a16:creationId xmlns:a16="http://schemas.microsoft.com/office/drawing/2014/main" id="{8BBC4BBA-1C9D-3848-DD7C-FF2A3836F537}"/>
                    </a:ext>
                  </a:extLst>
                </p14:cNvPr>
                <p14:cNvContentPartPr/>
                <p14:nvPr/>
              </p14:nvContentPartPr>
              <p14:xfrm>
                <a:off x="706948" y="3015659"/>
                <a:ext cx="4205880" cy="129960"/>
              </p14:xfrm>
            </p:contentPart>
          </mc:Choice>
          <mc:Fallback>
            <p:pic>
              <p:nvPicPr>
                <p:cNvPr id="6" name="Ink 5">
                  <a:extLst>
                    <a:ext uri="{FF2B5EF4-FFF2-40B4-BE49-F238E27FC236}">
                      <a16:creationId xmlns:a16="http://schemas.microsoft.com/office/drawing/2014/main" id="{8BBC4BBA-1C9D-3848-DD7C-FF2A3836F537}"/>
                    </a:ext>
                  </a:extLst>
                </p:cNvPr>
                <p:cNvPicPr/>
                <p:nvPr/>
              </p:nvPicPr>
              <p:blipFill>
                <a:blip r:embed="rId13"/>
                <a:stretch>
                  <a:fillRect/>
                </a:stretch>
              </p:blipFill>
              <p:spPr>
                <a:xfrm>
                  <a:off x="702628" y="3011339"/>
                  <a:ext cx="4214520" cy="1386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1" name="Ink 10">
                  <a:extLst>
                    <a:ext uri="{FF2B5EF4-FFF2-40B4-BE49-F238E27FC236}">
                      <a16:creationId xmlns:a16="http://schemas.microsoft.com/office/drawing/2014/main" id="{5CC1A276-750C-6B2C-EA4F-A258A11F60E5}"/>
                    </a:ext>
                  </a:extLst>
                </p14:cNvPr>
                <p14:cNvContentPartPr/>
                <p14:nvPr/>
              </p14:nvContentPartPr>
              <p14:xfrm>
                <a:off x="5245828" y="2710739"/>
                <a:ext cx="33840" cy="353520"/>
              </p14:xfrm>
            </p:contentPart>
          </mc:Choice>
          <mc:Fallback>
            <p:pic>
              <p:nvPicPr>
                <p:cNvPr id="11" name="Ink 10">
                  <a:extLst>
                    <a:ext uri="{FF2B5EF4-FFF2-40B4-BE49-F238E27FC236}">
                      <a16:creationId xmlns:a16="http://schemas.microsoft.com/office/drawing/2014/main" id="{5CC1A276-750C-6B2C-EA4F-A258A11F60E5}"/>
                    </a:ext>
                  </a:extLst>
                </p:cNvPr>
                <p:cNvPicPr/>
                <p:nvPr/>
              </p:nvPicPr>
              <p:blipFill>
                <a:blip r:embed="rId15"/>
                <a:stretch>
                  <a:fillRect/>
                </a:stretch>
              </p:blipFill>
              <p:spPr>
                <a:xfrm>
                  <a:off x="5241508" y="2706419"/>
                  <a:ext cx="42480" cy="3621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2" name="Ink 11">
                  <a:extLst>
                    <a:ext uri="{FF2B5EF4-FFF2-40B4-BE49-F238E27FC236}">
                      <a16:creationId xmlns:a16="http://schemas.microsoft.com/office/drawing/2014/main" id="{5DF9CD23-CC86-B4F7-6A54-33648D9B53AF}"/>
                    </a:ext>
                  </a:extLst>
                </p14:cNvPr>
                <p14:cNvContentPartPr/>
                <p14:nvPr/>
              </p14:nvContentPartPr>
              <p14:xfrm>
                <a:off x="5184628" y="2711459"/>
                <a:ext cx="139680" cy="185400"/>
              </p14:xfrm>
            </p:contentPart>
          </mc:Choice>
          <mc:Fallback>
            <p:pic>
              <p:nvPicPr>
                <p:cNvPr id="12" name="Ink 11">
                  <a:extLst>
                    <a:ext uri="{FF2B5EF4-FFF2-40B4-BE49-F238E27FC236}">
                      <a16:creationId xmlns:a16="http://schemas.microsoft.com/office/drawing/2014/main" id="{5DF9CD23-CC86-B4F7-6A54-33648D9B53AF}"/>
                    </a:ext>
                  </a:extLst>
                </p:cNvPr>
                <p:cNvPicPr/>
                <p:nvPr/>
              </p:nvPicPr>
              <p:blipFill>
                <a:blip r:embed="rId17"/>
                <a:stretch>
                  <a:fillRect/>
                </a:stretch>
              </p:blipFill>
              <p:spPr>
                <a:xfrm>
                  <a:off x="5180308" y="2707139"/>
                  <a:ext cx="148320" cy="1940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3" name="Ink 12">
                  <a:extLst>
                    <a:ext uri="{FF2B5EF4-FFF2-40B4-BE49-F238E27FC236}">
                      <a16:creationId xmlns:a16="http://schemas.microsoft.com/office/drawing/2014/main" id="{1B1A3C09-3E38-1C04-7D21-8DE98B11F312}"/>
                    </a:ext>
                  </a:extLst>
                </p14:cNvPr>
                <p14:cNvContentPartPr/>
                <p14:nvPr/>
              </p14:nvContentPartPr>
              <p14:xfrm>
                <a:off x="5440588" y="2616419"/>
                <a:ext cx="223920" cy="508680"/>
              </p14:xfrm>
            </p:contentPart>
          </mc:Choice>
          <mc:Fallback>
            <p:pic>
              <p:nvPicPr>
                <p:cNvPr id="13" name="Ink 12">
                  <a:extLst>
                    <a:ext uri="{FF2B5EF4-FFF2-40B4-BE49-F238E27FC236}">
                      <a16:creationId xmlns:a16="http://schemas.microsoft.com/office/drawing/2014/main" id="{1B1A3C09-3E38-1C04-7D21-8DE98B11F312}"/>
                    </a:ext>
                  </a:extLst>
                </p:cNvPr>
                <p:cNvPicPr/>
                <p:nvPr/>
              </p:nvPicPr>
              <p:blipFill>
                <a:blip r:embed="rId19"/>
                <a:stretch>
                  <a:fillRect/>
                </a:stretch>
              </p:blipFill>
              <p:spPr>
                <a:xfrm>
                  <a:off x="5436268" y="2612099"/>
                  <a:ext cx="232560" cy="5173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4" name="Ink 13">
                  <a:extLst>
                    <a:ext uri="{FF2B5EF4-FFF2-40B4-BE49-F238E27FC236}">
                      <a16:creationId xmlns:a16="http://schemas.microsoft.com/office/drawing/2014/main" id="{20E47D05-021E-F573-33DB-A0E1058797EE}"/>
                    </a:ext>
                  </a:extLst>
                </p14:cNvPr>
                <p14:cNvContentPartPr/>
                <p14:nvPr/>
              </p14:nvContentPartPr>
              <p14:xfrm>
                <a:off x="5633188" y="2735939"/>
                <a:ext cx="25560" cy="284040"/>
              </p14:xfrm>
            </p:contentPart>
          </mc:Choice>
          <mc:Fallback>
            <p:pic>
              <p:nvPicPr>
                <p:cNvPr id="14" name="Ink 13">
                  <a:extLst>
                    <a:ext uri="{FF2B5EF4-FFF2-40B4-BE49-F238E27FC236}">
                      <a16:creationId xmlns:a16="http://schemas.microsoft.com/office/drawing/2014/main" id="{20E47D05-021E-F573-33DB-A0E1058797EE}"/>
                    </a:ext>
                  </a:extLst>
                </p:cNvPr>
                <p:cNvPicPr/>
                <p:nvPr/>
              </p:nvPicPr>
              <p:blipFill>
                <a:blip r:embed="rId21"/>
                <a:stretch>
                  <a:fillRect/>
                </a:stretch>
              </p:blipFill>
              <p:spPr>
                <a:xfrm>
                  <a:off x="5628868" y="2731619"/>
                  <a:ext cx="34200" cy="2926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6" name="Ink 15">
                  <a:extLst>
                    <a:ext uri="{FF2B5EF4-FFF2-40B4-BE49-F238E27FC236}">
                      <a16:creationId xmlns:a16="http://schemas.microsoft.com/office/drawing/2014/main" id="{E7849E84-6989-BC2C-84D6-654198EE55DE}"/>
                    </a:ext>
                  </a:extLst>
                </p14:cNvPr>
                <p14:cNvContentPartPr/>
                <p14:nvPr/>
              </p14:nvContentPartPr>
              <p14:xfrm>
                <a:off x="5620228" y="2769779"/>
                <a:ext cx="114480" cy="239040"/>
              </p14:xfrm>
            </p:contentPart>
          </mc:Choice>
          <mc:Fallback>
            <p:pic>
              <p:nvPicPr>
                <p:cNvPr id="16" name="Ink 15">
                  <a:extLst>
                    <a:ext uri="{FF2B5EF4-FFF2-40B4-BE49-F238E27FC236}">
                      <a16:creationId xmlns:a16="http://schemas.microsoft.com/office/drawing/2014/main" id="{E7849E84-6989-BC2C-84D6-654198EE55DE}"/>
                    </a:ext>
                  </a:extLst>
                </p:cNvPr>
                <p:cNvPicPr/>
                <p:nvPr/>
              </p:nvPicPr>
              <p:blipFill>
                <a:blip r:embed="rId23"/>
                <a:stretch>
                  <a:fillRect/>
                </a:stretch>
              </p:blipFill>
              <p:spPr>
                <a:xfrm>
                  <a:off x="5615908" y="2765459"/>
                  <a:ext cx="123120" cy="2476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7" name="Ink 16">
                  <a:extLst>
                    <a:ext uri="{FF2B5EF4-FFF2-40B4-BE49-F238E27FC236}">
                      <a16:creationId xmlns:a16="http://schemas.microsoft.com/office/drawing/2014/main" id="{3A4BB77E-8C8E-1ECE-923E-D0A71BE1B363}"/>
                    </a:ext>
                  </a:extLst>
                </p14:cNvPr>
                <p14:cNvContentPartPr/>
                <p14:nvPr/>
              </p14:nvContentPartPr>
              <p14:xfrm>
                <a:off x="5742988" y="2621459"/>
                <a:ext cx="105480" cy="696600"/>
              </p14:xfrm>
            </p:contentPart>
          </mc:Choice>
          <mc:Fallback>
            <p:pic>
              <p:nvPicPr>
                <p:cNvPr id="17" name="Ink 16">
                  <a:extLst>
                    <a:ext uri="{FF2B5EF4-FFF2-40B4-BE49-F238E27FC236}">
                      <a16:creationId xmlns:a16="http://schemas.microsoft.com/office/drawing/2014/main" id="{3A4BB77E-8C8E-1ECE-923E-D0A71BE1B363}"/>
                    </a:ext>
                  </a:extLst>
                </p:cNvPr>
                <p:cNvPicPr/>
                <p:nvPr/>
              </p:nvPicPr>
              <p:blipFill>
                <a:blip r:embed="rId25"/>
                <a:stretch>
                  <a:fillRect/>
                </a:stretch>
              </p:blipFill>
              <p:spPr>
                <a:xfrm>
                  <a:off x="5738668" y="2617139"/>
                  <a:ext cx="114120" cy="7052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6">
            <p14:nvContentPartPr>
              <p14:cNvPr id="29" name="Ink 28">
                <a:extLst>
                  <a:ext uri="{FF2B5EF4-FFF2-40B4-BE49-F238E27FC236}">
                    <a16:creationId xmlns:a16="http://schemas.microsoft.com/office/drawing/2014/main" id="{FA669922-F3A8-FBDE-5BC1-974EBDF1AA35}"/>
                  </a:ext>
                </a:extLst>
              </p14:cNvPr>
              <p14:cNvContentPartPr/>
              <p14:nvPr/>
            </p14:nvContentPartPr>
            <p14:xfrm>
              <a:off x="803068" y="5699459"/>
              <a:ext cx="582840" cy="56520"/>
            </p14:xfrm>
          </p:contentPart>
        </mc:Choice>
        <mc:Fallback>
          <p:pic>
            <p:nvPicPr>
              <p:cNvPr id="29" name="Ink 28">
                <a:extLst>
                  <a:ext uri="{FF2B5EF4-FFF2-40B4-BE49-F238E27FC236}">
                    <a16:creationId xmlns:a16="http://schemas.microsoft.com/office/drawing/2014/main" id="{FA669922-F3A8-FBDE-5BC1-974EBDF1AA35}"/>
                  </a:ext>
                </a:extLst>
              </p:cNvPr>
              <p:cNvPicPr/>
              <p:nvPr/>
            </p:nvPicPr>
            <p:blipFill>
              <a:blip r:embed="rId27"/>
              <a:stretch>
                <a:fillRect/>
              </a:stretch>
            </p:blipFill>
            <p:spPr>
              <a:xfrm>
                <a:off x="798748" y="5695139"/>
                <a:ext cx="591480" cy="65160"/>
              </a:xfrm>
              <a:prstGeom prst="rect">
                <a:avLst/>
              </a:prstGeom>
            </p:spPr>
          </p:pic>
        </mc:Fallback>
      </mc:AlternateContent>
      <p:grpSp>
        <p:nvGrpSpPr>
          <p:cNvPr id="32" name="Group 31">
            <a:extLst>
              <a:ext uri="{FF2B5EF4-FFF2-40B4-BE49-F238E27FC236}">
                <a16:creationId xmlns:a16="http://schemas.microsoft.com/office/drawing/2014/main" id="{3F83257E-A664-8E86-8A8D-88B9ED8703ED}"/>
              </a:ext>
            </a:extLst>
          </p:cNvPr>
          <p:cNvGrpSpPr/>
          <p:nvPr/>
        </p:nvGrpSpPr>
        <p:grpSpPr>
          <a:xfrm>
            <a:off x="877228" y="4483739"/>
            <a:ext cx="7163280" cy="1195560"/>
            <a:chOff x="877228" y="4483739"/>
            <a:chExt cx="7163280" cy="1195560"/>
          </a:xfrm>
        </p:grpSpPr>
        <mc:AlternateContent xmlns:mc="http://schemas.openxmlformats.org/markup-compatibility/2006">
          <mc:Choice xmlns:p14="http://schemas.microsoft.com/office/powerpoint/2010/main" Requires="p14">
            <p:contentPart p14:bwMode="auto" r:id="rId28">
              <p14:nvContentPartPr>
                <p14:cNvPr id="19" name="Ink 18">
                  <a:extLst>
                    <a:ext uri="{FF2B5EF4-FFF2-40B4-BE49-F238E27FC236}">
                      <a16:creationId xmlns:a16="http://schemas.microsoft.com/office/drawing/2014/main" id="{2DE4350B-FF5E-B50F-4E47-05BFB97CBF37}"/>
                    </a:ext>
                  </a:extLst>
                </p14:cNvPr>
                <p14:cNvContentPartPr/>
                <p14:nvPr/>
              </p14:nvContentPartPr>
              <p14:xfrm>
                <a:off x="3586588" y="4675979"/>
                <a:ext cx="30240" cy="315000"/>
              </p14:xfrm>
            </p:contentPart>
          </mc:Choice>
          <mc:Fallback>
            <p:pic>
              <p:nvPicPr>
                <p:cNvPr id="19" name="Ink 18">
                  <a:extLst>
                    <a:ext uri="{FF2B5EF4-FFF2-40B4-BE49-F238E27FC236}">
                      <a16:creationId xmlns:a16="http://schemas.microsoft.com/office/drawing/2014/main" id="{2DE4350B-FF5E-B50F-4E47-05BFB97CBF37}"/>
                    </a:ext>
                  </a:extLst>
                </p:cNvPr>
                <p:cNvPicPr/>
                <p:nvPr/>
              </p:nvPicPr>
              <p:blipFill>
                <a:blip r:embed="rId29"/>
                <a:stretch>
                  <a:fillRect/>
                </a:stretch>
              </p:blipFill>
              <p:spPr>
                <a:xfrm>
                  <a:off x="3582268" y="4671659"/>
                  <a:ext cx="38880" cy="3236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0" name="Ink 19">
                  <a:extLst>
                    <a:ext uri="{FF2B5EF4-FFF2-40B4-BE49-F238E27FC236}">
                      <a16:creationId xmlns:a16="http://schemas.microsoft.com/office/drawing/2014/main" id="{753B4176-A98D-F883-29C7-C3814B4CA272}"/>
                    </a:ext>
                  </a:extLst>
                </p14:cNvPr>
                <p14:cNvContentPartPr/>
                <p14:nvPr/>
              </p14:nvContentPartPr>
              <p14:xfrm>
                <a:off x="3542668" y="4703699"/>
                <a:ext cx="131040" cy="167760"/>
              </p14:xfrm>
            </p:contentPart>
          </mc:Choice>
          <mc:Fallback>
            <p:pic>
              <p:nvPicPr>
                <p:cNvPr id="20" name="Ink 19">
                  <a:extLst>
                    <a:ext uri="{FF2B5EF4-FFF2-40B4-BE49-F238E27FC236}">
                      <a16:creationId xmlns:a16="http://schemas.microsoft.com/office/drawing/2014/main" id="{753B4176-A98D-F883-29C7-C3814B4CA272}"/>
                    </a:ext>
                  </a:extLst>
                </p:cNvPr>
                <p:cNvPicPr/>
                <p:nvPr/>
              </p:nvPicPr>
              <p:blipFill>
                <a:blip r:embed="rId31"/>
                <a:stretch>
                  <a:fillRect/>
                </a:stretch>
              </p:blipFill>
              <p:spPr>
                <a:xfrm>
                  <a:off x="3538348" y="4699379"/>
                  <a:ext cx="139680" cy="1764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1" name="Ink 20">
                  <a:extLst>
                    <a:ext uri="{FF2B5EF4-FFF2-40B4-BE49-F238E27FC236}">
                      <a16:creationId xmlns:a16="http://schemas.microsoft.com/office/drawing/2014/main" id="{2BBA842A-2BA9-68D3-6E0B-549D2B915828}"/>
                    </a:ext>
                  </a:extLst>
                </p14:cNvPr>
                <p14:cNvContentPartPr/>
                <p14:nvPr/>
              </p14:nvContentPartPr>
              <p14:xfrm>
                <a:off x="3780988" y="4619819"/>
                <a:ext cx="326160" cy="575280"/>
              </p14:xfrm>
            </p:contentPart>
          </mc:Choice>
          <mc:Fallback>
            <p:pic>
              <p:nvPicPr>
                <p:cNvPr id="21" name="Ink 20">
                  <a:extLst>
                    <a:ext uri="{FF2B5EF4-FFF2-40B4-BE49-F238E27FC236}">
                      <a16:creationId xmlns:a16="http://schemas.microsoft.com/office/drawing/2014/main" id="{2BBA842A-2BA9-68D3-6E0B-549D2B915828}"/>
                    </a:ext>
                  </a:extLst>
                </p:cNvPr>
                <p:cNvPicPr/>
                <p:nvPr/>
              </p:nvPicPr>
              <p:blipFill>
                <a:blip r:embed="rId33"/>
                <a:stretch>
                  <a:fillRect/>
                </a:stretch>
              </p:blipFill>
              <p:spPr>
                <a:xfrm>
                  <a:off x="3776668" y="4615499"/>
                  <a:ext cx="334800" cy="5839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2" name="Ink 21">
                  <a:extLst>
                    <a:ext uri="{FF2B5EF4-FFF2-40B4-BE49-F238E27FC236}">
                      <a16:creationId xmlns:a16="http://schemas.microsoft.com/office/drawing/2014/main" id="{A6C97C39-EED6-19BD-96C5-CC8B91439ACF}"/>
                    </a:ext>
                  </a:extLst>
                </p14:cNvPr>
                <p14:cNvContentPartPr/>
                <p14:nvPr/>
              </p14:nvContentPartPr>
              <p14:xfrm>
                <a:off x="4026148" y="4755539"/>
                <a:ext cx="27720" cy="277560"/>
              </p14:xfrm>
            </p:contentPart>
          </mc:Choice>
          <mc:Fallback>
            <p:pic>
              <p:nvPicPr>
                <p:cNvPr id="22" name="Ink 21">
                  <a:extLst>
                    <a:ext uri="{FF2B5EF4-FFF2-40B4-BE49-F238E27FC236}">
                      <a16:creationId xmlns:a16="http://schemas.microsoft.com/office/drawing/2014/main" id="{A6C97C39-EED6-19BD-96C5-CC8B91439ACF}"/>
                    </a:ext>
                  </a:extLst>
                </p:cNvPr>
                <p:cNvPicPr/>
                <p:nvPr/>
              </p:nvPicPr>
              <p:blipFill>
                <a:blip r:embed="rId35"/>
                <a:stretch>
                  <a:fillRect/>
                </a:stretch>
              </p:blipFill>
              <p:spPr>
                <a:xfrm>
                  <a:off x="4021828" y="4751219"/>
                  <a:ext cx="36360" cy="2862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3" name="Ink 22">
                  <a:extLst>
                    <a:ext uri="{FF2B5EF4-FFF2-40B4-BE49-F238E27FC236}">
                      <a16:creationId xmlns:a16="http://schemas.microsoft.com/office/drawing/2014/main" id="{E91A5F4F-C24E-E75D-8D5F-0D4591328D54}"/>
                    </a:ext>
                  </a:extLst>
                </p14:cNvPr>
                <p14:cNvContentPartPr/>
                <p14:nvPr/>
              </p14:nvContentPartPr>
              <p14:xfrm>
                <a:off x="3981508" y="4719539"/>
                <a:ext cx="188640" cy="338040"/>
              </p14:xfrm>
            </p:contentPart>
          </mc:Choice>
          <mc:Fallback>
            <p:pic>
              <p:nvPicPr>
                <p:cNvPr id="23" name="Ink 22">
                  <a:extLst>
                    <a:ext uri="{FF2B5EF4-FFF2-40B4-BE49-F238E27FC236}">
                      <a16:creationId xmlns:a16="http://schemas.microsoft.com/office/drawing/2014/main" id="{E91A5F4F-C24E-E75D-8D5F-0D4591328D54}"/>
                    </a:ext>
                  </a:extLst>
                </p:cNvPr>
                <p:cNvPicPr/>
                <p:nvPr/>
              </p:nvPicPr>
              <p:blipFill>
                <a:blip r:embed="rId37"/>
                <a:stretch>
                  <a:fillRect/>
                </a:stretch>
              </p:blipFill>
              <p:spPr>
                <a:xfrm>
                  <a:off x="3977188" y="4715219"/>
                  <a:ext cx="197280" cy="3466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4" name="Ink 23">
                  <a:extLst>
                    <a:ext uri="{FF2B5EF4-FFF2-40B4-BE49-F238E27FC236}">
                      <a16:creationId xmlns:a16="http://schemas.microsoft.com/office/drawing/2014/main" id="{4C9E1458-DFF8-5A9D-5F95-3AAA66EE8C1A}"/>
                    </a:ext>
                  </a:extLst>
                </p14:cNvPr>
                <p14:cNvContentPartPr/>
                <p14:nvPr/>
              </p14:nvContentPartPr>
              <p14:xfrm>
                <a:off x="4211548" y="4557539"/>
                <a:ext cx="82080" cy="879120"/>
              </p14:xfrm>
            </p:contentPart>
          </mc:Choice>
          <mc:Fallback>
            <p:pic>
              <p:nvPicPr>
                <p:cNvPr id="24" name="Ink 23">
                  <a:extLst>
                    <a:ext uri="{FF2B5EF4-FFF2-40B4-BE49-F238E27FC236}">
                      <a16:creationId xmlns:a16="http://schemas.microsoft.com/office/drawing/2014/main" id="{4C9E1458-DFF8-5A9D-5F95-3AAA66EE8C1A}"/>
                    </a:ext>
                  </a:extLst>
                </p:cNvPr>
                <p:cNvPicPr/>
                <p:nvPr/>
              </p:nvPicPr>
              <p:blipFill>
                <a:blip r:embed="rId39"/>
                <a:stretch>
                  <a:fillRect/>
                </a:stretch>
              </p:blipFill>
              <p:spPr>
                <a:xfrm>
                  <a:off x="4207228" y="4553219"/>
                  <a:ext cx="90720" cy="88776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5" name="Ink 24">
                  <a:extLst>
                    <a:ext uri="{FF2B5EF4-FFF2-40B4-BE49-F238E27FC236}">
                      <a16:creationId xmlns:a16="http://schemas.microsoft.com/office/drawing/2014/main" id="{EC060E43-A489-B40A-3F27-155DEA6881EF}"/>
                    </a:ext>
                  </a:extLst>
                </p14:cNvPr>
                <p14:cNvContentPartPr/>
                <p14:nvPr/>
              </p14:nvContentPartPr>
              <p14:xfrm>
                <a:off x="4436188" y="4794419"/>
                <a:ext cx="31320" cy="238320"/>
              </p14:xfrm>
            </p:contentPart>
          </mc:Choice>
          <mc:Fallback>
            <p:pic>
              <p:nvPicPr>
                <p:cNvPr id="25" name="Ink 24">
                  <a:extLst>
                    <a:ext uri="{FF2B5EF4-FFF2-40B4-BE49-F238E27FC236}">
                      <a16:creationId xmlns:a16="http://schemas.microsoft.com/office/drawing/2014/main" id="{EC060E43-A489-B40A-3F27-155DEA6881EF}"/>
                    </a:ext>
                  </a:extLst>
                </p:cNvPr>
                <p:cNvPicPr/>
                <p:nvPr/>
              </p:nvPicPr>
              <p:blipFill>
                <a:blip r:embed="rId41"/>
                <a:stretch>
                  <a:fillRect/>
                </a:stretch>
              </p:blipFill>
              <p:spPr>
                <a:xfrm>
                  <a:off x="4431868" y="4790099"/>
                  <a:ext cx="39960" cy="2469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6" name="Ink 25">
                  <a:extLst>
                    <a:ext uri="{FF2B5EF4-FFF2-40B4-BE49-F238E27FC236}">
                      <a16:creationId xmlns:a16="http://schemas.microsoft.com/office/drawing/2014/main" id="{2AF83690-3518-9D0F-B695-6FF0C7777ACF}"/>
                    </a:ext>
                  </a:extLst>
                </p14:cNvPr>
                <p14:cNvContentPartPr/>
                <p14:nvPr/>
              </p14:nvContentPartPr>
              <p14:xfrm>
                <a:off x="4297948" y="4774259"/>
                <a:ext cx="335520" cy="98280"/>
              </p14:xfrm>
            </p:contentPart>
          </mc:Choice>
          <mc:Fallback>
            <p:pic>
              <p:nvPicPr>
                <p:cNvPr id="26" name="Ink 25">
                  <a:extLst>
                    <a:ext uri="{FF2B5EF4-FFF2-40B4-BE49-F238E27FC236}">
                      <a16:creationId xmlns:a16="http://schemas.microsoft.com/office/drawing/2014/main" id="{2AF83690-3518-9D0F-B695-6FF0C7777ACF}"/>
                    </a:ext>
                  </a:extLst>
                </p:cNvPr>
                <p:cNvPicPr/>
                <p:nvPr/>
              </p:nvPicPr>
              <p:blipFill>
                <a:blip r:embed="rId43"/>
                <a:stretch>
                  <a:fillRect/>
                </a:stretch>
              </p:blipFill>
              <p:spPr>
                <a:xfrm>
                  <a:off x="4293628" y="4769939"/>
                  <a:ext cx="344160" cy="10692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7" name="Ink 26">
                  <a:extLst>
                    <a:ext uri="{FF2B5EF4-FFF2-40B4-BE49-F238E27FC236}">
                      <a16:creationId xmlns:a16="http://schemas.microsoft.com/office/drawing/2014/main" id="{CC442014-C95C-1867-7B63-101E91AD7E01}"/>
                    </a:ext>
                  </a:extLst>
                </p14:cNvPr>
                <p14:cNvContentPartPr/>
                <p14:nvPr/>
              </p14:nvContentPartPr>
              <p14:xfrm>
                <a:off x="4557148" y="4483739"/>
                <a:ext cx="110880" cy="921960"/>
              </p14:xfrm>
            </p:contentPart>
          </mc:Choice>
          <mc:Fallback>
            <p:pic>
              <p:nvPicPr>
                <p:cNvPr id="27" name="Ink 26">
                  <a:extLst>
                    <a:ext uri="{FF2B5EF4-FFF2-40B4-BE49-F238E27FC236}">
                      <a16:creationId xmlns:a16="http://schemas.microsoft.com/office/drawing/2014/main" id="{CC442014-C95C-1867-7B63-101E91AD7E01}"/>
                    </a:ext>
                  </a:extLst>
                </p:cNvPr>
                <p:cNvPicPr/>
                <p:nvPr/>
              </p:nvPicPr>
              <p:blipFill>
                <a:blip r:embed="rId45"/>
                <a:stretch>
                  <a:fillRect/>
                </a:stretch>
              </p:blipFill>
              <p:spPr>
                <a:xfrm>
                  <a:off x="4552828" y="4479419"/>
                  <a:ext cx="119520" cy="9306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0" name="Ink 29">
                  <a:extLst>
                    <a:ext uri="{FF2B5EF4-FFF2-40B4-BE49-F238E27FC236}">
                      <a16:creationId xmlns:a16="http://schemas.microsoft.com/office/drawing/2014/main" id="{1BA2FCE4-ACD9-F187-EA22-B835CEE72082}"/>
                    </a:ext>
                  </a:extLst>
                </p14:cNvPr>
                <p14:cNvContentPartPr/>
                <p14:nvPr/>
              </p14:nvContentPartPr>
              <p14:xfrm>
                <a:off x="877228" y="5469419"/>
                <a:ext cx="7163280" cy="209880"/>
              </p14:xfrm>
            </p:contentPart>
          </mc:Choice>
          <mc:Fallback>
            <p:pic>
              <p:nvPicPr>
                <p:cNvPr id="30" name="Ink 29">
                  <a:extLst>
                    <a:ext uri="{FF2B5EF4-FFF2-40B4-BE49-F238E27FC236}">
                      <a16:creationId xmlns:a16="http://schemas.microsoft.com/office/drawing/2014/main" id="{1BA2FCE4-ACD9-F187-EA22-B835CEE72082}"/>
                    </a:ext>
                  </a:extLst>
                </p:cNvPr>
                <p:cNvPicPr/>
                <p:nvPr/>
              </p:nvPicPr>
              <p:blipFill>
                <a:blip r:embed="rId47"/>
                <a:stretch>
                  <a:fillRect/>
                </a:stretch>
              </p:blipFill>
              <p:spPr>
                <a:xfrm>
                  <a:off x="872908" y="5465099"/>
                  <a:ext cx="7171920" cy="2185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8">
            <p14:nvContentPartPr>
              <p14:cNvPr id="31" name="Ink 30">
                <a:extLst>
                  <a:ext uri="{FF2B5EF4-FFF2-40B4-BE49-F238E27FC236}">
                    <a16:creationId xmlns:a16="http://schemas.microsoft.com/office/drawing/2014/main" id="{DAE0A713-71F8-2E58-1A1B-7C2F6CA6DA01}"/>
                  </a:ext>
                </a:extLst>
              </p14:cNvPr>
              <p14:cNvContentPartPr/>
              <p14:nvPr/>
            </p14:nvContentPartPr>
            <p14:xfrm>
              <a:off x="4904908" y="6108419"/>
              <a:ext cx="3242520" cy="75240"/>
            </p14:xfrm>
          </p:contentPart>
        </mc:Choice>
        <mc:Fallback>
          <p:pic>
            <p:nvPicPr>
              <p:cNvPr id="31" name="Ink 30">
                <a:extLst>
                  <a:ext uri="{FF2B5EF4-FFF2-40B4-BE49-F238E27FC236}">
                    <a16:creationId xmlns:a16="http://schemas.microsoft.com/office/drawing/2014/main" id="{DAE0A713-71F8-2E58-1A1B-7C2F6CA6DA01}"/>
                  </a:ext>
                </a:extLst>
              </p:cNvPr>
              <p:cNvPicPr/>
              <p:nvPr/>
            </p:nvPicPr>
            <p:blipFill>
              <a:blip r:embed="rId49"/>
              <a:stretch>
                <a:fillRect/>
              </a:stretch>
            </p:blipFill>
            <p:spPr>
              <a:xfrm>
                <a:off x="4900588" y="6104099"/>
                <a:ext cx="3251160" cy="838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3804249" cy="764364"/>
          </a:xfrm>
        </p:spPr>
        <p:txBody>
          <a:bodyPr>
            <a:noAutofit/>
          </a:bodyPr>
          <a:lstStyle/>
          <a:p>
            <a:br>
              <a:rPr lang="en-US" sz="2800" spc="-8" dirty="0">
                <a:latin typeface="+mj-lt"/>
                <a:cs typeface="Calibri"/>
              </a:rPr>
            </a:br>
            <a:r>
              <a:rPr lang="en-US" sz="2800" spc="-8" dirty="0">
                <a:latin typeface="+mj-lt"/>
                <a:cs typeface="Calibri"/>
              </a:rPr>
              <a:t>Conditional Probability</a:t>
            </a:r>
            <a:br>
              <a:rPr lang="en-US" sz="2800" dirty="0">
                <a:latin typeface="+mj-lt"/>
                <a:cs typeface="Calibri"/>
              </a:rPr>
            </a:br>
            <a:endParaRPr lang="en-IN" sz="2800" dirty="0">
              <a:latin typeface="+mj-lt"/>
            </a:endParaRPr>
          </a:p>
        </p:txBody>
      </p:sp>
      <p:sp>
        <p:nvSpPr>
          <p:cNvPr id="3" name="Text Placeholder 2"/>
          <p:cNvSpPr>
            <a:spLocks noGrp="1"/>
          </p:cNvSpPr>
          <p:nvPr>
            <p:ph type="body" sz="quarter" idx="13"/>
          </p:nvPr>
        </p:nvSpPr>
        <p:spPr>
          <a:xfrm>
            <a:off x="643304" y="1151636"/>
            <a:ext cx="7620000" cy="892986"/>
          </a:xfrm>
        </p:spPr>
        <p:txBody>
          <a:bodyPr>
            <a:noAutofit/>
          </a:bodyPr>
          <a:lstStyle/>
          <a:p>
            <a:pPr algn="just">
              <a:buFont typeface="Wingdings" panose="05000000000000000000" pitchFamily="2" charset="2"/>
              <a:buChar char="Ø"/>
            </a:pPr>
            <a:r>
              <a:rPr lang="en-IN" sz="2000" dirty="0">
                <a:latin typeface="+mn-lt"/>
              </a:rPr>
              <a:t>Let A and B be two events in a sample space . The conditional probability that event B occurs given that event A has occurred is denoted by B / A ( B given A – not to read this as B by A) and its probability is </a:t>
            </a:r>
          </a:p>
        </p:txBody>
      </p:sp>
      <p:pic>
        <p:nvPicPr>
          <p:cNvPr id="5" name="Picture 4"/>
          <p:cNvPicPr>
            <a:picLocks noChangeAspect="1"/>
          </p:cNvPicPr>
          <p:nvPr/>
        </p:nvPicPr>
        <p:blipFill>
          <a:blip r:embed="rId2"/>
          <a:stretch>
            <a:fillRect/>
          </a:stretch>
        </p:blipFill>
        <p:spPr>
          <a:xfrm>
            <a:off x="3005137" y="2600328"/>
            <a:ext cx="2817693" cy="496555"/>
          </a:xfrm>
          <a:prstGeom prst="rect">
            <a:avLst/>
          </a:prstGeom>
        </p:spPr>
      </p:pic>
      <p:sp>
        <p:nvSpPr>
          <p:cNvPr id="6" name="Rectangle 5"/>
          <p:cNvSpPr/>
          <p:nvPr/>
        </p:nvSpPr>
        <p:spPr>
          <a:xfrm>
            <a:off x="681490" y="3364149"/>
            <a:ext cx="7581814" cy="707886"/>
          </a:xfrm>
          <a:prstGeom prst="rect">
            <a:avLst/>
          </a:prstGeom>
        </p:spPr>
        <p:txBody>
          <a:bodyPr wrap="square">
            <a:spAutoFit/>
          </a:bodyPr>
          <a:lstStyle/>
          <a:p>
            <a:pPr marL="285750" indent="-285750" algn="just">
              <a:buFont typeface="Wingdings" panose="05000000000000000000" pitchFamily="2" charset="2"/>
              <a:buChar char="Ø"/>
            </a:pPr>
            <a:r>
              <a:rPr lang="en-IN" sz="2000" dirty="0"/>
              <a:t>The conditional probability that event A occurs given that event B has occurred is denoted by A / B and its probability is </a:t>
            </a:r>
          </a:p>
        </p:txBody>
      </p:sp>
      <p:pic>
        <p:nvPicPr>
          <p:cNvPr id="7" name="Picture 6"/>
          <p:cNvPicPr>
            <a:picLocks noChangeAspect="1"/>
          </p:cNvPicPr>
          <p:nvPr/>
        </p:nvPicPr>
        <p:blipFill>
          <a:blip r:embed="rId3"/>
          <a:stretch>
            <a:fillRect/>
          </a:stretch>
        </p:blipFill>
        <p:spPr>
          <a:xfrm>
            <a:off x="3095625" y="4263159"/>
            <a:ext cx="2952750" cy="507249"/>
          </a:xfrm>
          <a:prstGeom prst="rect">
            <a:avLst/>
          </a:prstGeom>
        </p:spPr>
      </p:pic>
      <p:sp>
        <p:nvSpPr>
          <p:cNvPr id="8" name="Rectangle 7"/>
          <p:cNvSpPr/>
          <p:nvPr/>
        </p:nvSpPr>
        <p:spPr>
          <a:xfrm>
            <a:off x="852234" y="5193900"/>
            <a:ext cx="3279103" cy="369332"/>
          </a:xfrm>
          <a:prstGeom prst="rect">
            <a:avLst/>
          </a:prstGeom>
        </p:spPr>
        <p:txBody>
          <a:bodyPr wrap="none">
            <a:spAutoFit/>
          </a:bodyPr>
          <a:lstStyle/>
          <a:p>
            <a:pPr marL="285750" indent="-285750">
              <a:buFont typeface="Wingdings" panose="05000000000000000000" pitchFamily="2" charset="2"/>
              <a:buChar char="Ø"/>
            </a:pPr>
            <a:r>
              <a:rPr lang="en-IN" dirty="0"/>
              <a:t>From these we can also have  </a:t>
            </a:r>
          </a:p>
        </p:txBody>
      </p:sp>
      <p:pic>
        <p:nvPicPr>
          <p:cNvPr id="9" name="Picture 8"/>
          <p:cNvPicPr>
            <a:picLocks noChangeAspect="1"/>
          </p:cNvPicPr>
          <p:nvPr/>
        </p:nvPicPr>
        <p:blipFill>
          <a:blip r:embed="rId4"/>
          <a:stretch>
            <a:fillRect/>
          </a:stretch>
        </p:blipFill>
        <p:spPr>
          <a:xfrm>
            <a:off x="3172725" y="5614169"/>
            <a:ext cx="4610100" cy="596848"/>
          </a:xfrm>
          <a:prstGeom prst="rect">
            <a:avLst/>
          </a:prstGeom>
        </p:spPr>
      </p:pic>
      <p:grpSp>
        <p:nvGrpSpPr>
          <p:cNvPr id="11" name="Group 10">
            <a:extLst>
              <a:ext uri="{FF2B5EF4-FFF2-40B4-BE49-F238E27FC236}">
                <a16:creationId xmlns:a16="http://schemas.microsoft.com/office/drawing/2014/main" id="{C5653A62-4804-37EA-EED9-198588545FBE}"/>
              </a:ext>
            </a:extLst>
          </p:cNvPr>
          <p:cNvGrpSpPr/>
          <p:nvPr/>
        </p:nvGrpSpPr>
        <p:grpSpPr>
          <a:xfrm>
            <a:off x="2897908" y="2991179"/>
            <a:ext cx="1161720" cy="70920"/>
            <a:chOff x="2897908" y="2991179"/>
            <a:chExt cx="1161720" cy="70920"/>
          </a:xfrm>
        </p:grpSpPr>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E8A81565-A595-79F8-31B2-A52313328AB8}"/>
                    </a:ext>
                  </a:extLst>
                </p14:cNvPr>
                <p14:cNvContentPartPr/>
                <p14:nvPr/>
              </p14:nvContentPartPr>
              <p14:xfrm>
                <a:off x="2952268" y="2991179"/>
                <a:ext cx="27720" cy="21600"/>
              </p14:xfrm>
            </p:contentPart>
          </mc:Choice>
          <mc:Fallback>
            <p:pic>
              <p:nvPicPr>
                <p:cNvPr id="4" name="Ink 3">
                  <a:extLst>
                    <a:ext uri="{FF2B5EF4-FFF2-40B4-BE49-F238E27FC236}">
                      <a16:creationId xmlns:a16="http://schemas.microsoft.com/office/drawing/2014/main" id="{E8A81565-A595-79F8-31B2-A52313328AB8}"/>
                    </a:ext>
                  </a:extLst>
                </p:cNvPr>
                <p:cNvPicPr/>
                <p:nvPr/>
              </p:nvPicPr>
              <p:blipFill>
                <a:blip r:embed="rId6"/>
                <a:stretch>
                  <a:fillRect/>
                </a:stretch>
              </p:blipFill>
              <p:spPr>
                <a:xfrm>
                  <a:off x="2947948" y="2986859"/>
                  <a:ext cx="3636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0" name="Ink 9">
                  <a:extLst>
                    <a:ext uri="{FF2B5EF4-FFF2-40B4-BE49-F238E27FC236}">
                      <a16:creationId xmlns:a16="http://schemas.microsoft.com/office/drawing/2014/main" id="{5D0A0A1F-2D9D-FC45-9336-C0624512C7C3}"/>
                    </a:ext>
                  </a:extLst>
                </p14:cNvPr>
                <p14:cNvContentPartPr/>
                <p14:nvPr/>
              </p14:nvContentPartPr>
              <p14:xfrm>
                <a:off x="2897908" y="3017459"/>
                <a:ext cx="1161720" cy="44640"/>
              </p14:xfrm>
            </p:contentPart>
          </mc:Choice>
          <mc:Fallback>
            <p:pic>
              <p:nvPicPr>
                <p:cNvPr id="10" name="Ink 9">
                  <a:extLst>
                    <a:ext uri="{FF2B5EF4-FFF2-40B4-BE49-F238E27FC236}">
                      <a16:creationId xmlns:a16="http://schemas.microsoft.com/office/drawing/2014/main" id="{5D0A0A1F-2D9D-FC45-9336-C0624512C7C3}"/>
                    </a:ext>
                  </a:extLst>
                </p:cNvPr>
                <p:cNvPicPr/>
                <p:nvPr/>
              </p:nvPicPr>
              <p:blipFill>
                <a:blip r:embed="rId8"/>
                <a:stretch>
                  <a:fillRect/>
                </a:stretch>
              </p:blipFill>
              <p:spPr>
                <a:xfrm>
                  <a:off x="2893588" y="3013139"/>
                  <a:ext cx="1170360" cy="532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9">
            <p14:nvContentPartPr>
              <p14:cNvPr id="31" name="Ink 30">
                <a:extLst>
                  <a:ext uri="{FF2B5EF4-FFF2-40B4-BE49-F238E27FC236}">
                    <a16:creationId xmlns:a16="http://schemas.microsoft.com/office/drawing/2014/main" id="{B113198B-397C-A70D-84E0-48693EFE87CC}"/>
                  </a:ext>
                </a:extLst>
              </p14:cNvPr>
              <p14:cNvContentPartPr/>
              <p14:nvPr/>
            </p14:nvContentPartPr>
            <p14:xfrm>
              <a:off x="4689268" y="2847179"/>
              <a:ext cx="720720" cy="311400"/>
            </p14:xfrm>
          </p:contentPart>
        </mc:Choice>
        <mc:Fallback>
          <p:pic>
            <p:nvPicPr>
              <p:cNvPr id="31" name="Ink 30">
                <a:extLst>
                  <a:ext uri="{FF2B5EF4-FFF2-40B4-BE49-F238E27FC236}">
                    <a16:creationId xmlns:a16="http://schemas.microsoft.com/office/drawing/2014/main" id="{B113198B-397C-A70D-84E0-48693EFE87CC}"/>
                  </a:ext>
                </a:extLst>
              </p:cNvPr>
              <p:cNvPicPr/>
              <p:nvPr/>
            </p:nvPicPr>
            <p:blipFill>
              <a:blip r:embed="rId10"/>
              <a:stretch>
                <a:fillRect/>
              </a:stretch>
            </p:blipFill>
            <p:spPr>
              <a:xfrm>
                <a:off x="4684948" y="2842859"/>
                <a:ext cx="729360" cy="32004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32" name="Ink 31">
                <a:extLst>
                  <a:ext uri="{FF2B5EF4-FFF2-40B4-BE49-F238E27FC236}">
                    <a16:creationId xmlns:a16="http://schemas.microsoft.com/office/drawing/2014/main" id="{F6245449-C720-0F74-0EA0-8CA27661A0BE}"/>
                  </a:ext>
                </a:extLst>
              </p14:cNvPr>
              <p14:cNvContentPartPr/>
              <p14:nvPr/>
            </p14:nvContentPartPr>
            <p14:xfrm>
              <a:off x="3584788" y="2564939"/>
              <a:ext cx="297360" cy="623160"/>
            </p14:xfrm>
          </p:contentPart>
        </mc:Choice>
        <mc:Fallback>
          <p:pic>
            <p:nvPicPr>
              <p:cNvPr id="32" name="Ink 31">
                <a:extLst>
                  <a:ext uri="{FF2B5EF4-FFF2-40B4-BE49-F238E27FC236}">
                    <a16:creationId xmlns:a16="http://schemas.microsoft.com/office/drawing/2014/main" id="{F6245449-C720-0F74-0EA0-8CA27661A0BE}"/>
                  </a:ext>
                </a:extLst>
              </p:cNvPr>
              <p:cNvPicPr/>
              <p:nvPr/>
            </p:nvPicPr>
            <p:blipFill>
              <a:blip r:embed="rId12"/>
              <a:stretch>
                <a:fillRect/>
              </a:stretch>
            </p:blipFill>
            <p:spPr>
              <a:xfrm>
                <a:off x="3580468" y="2560619"/>
                <a:ext cx="306000" cy="631800"/>
              </a:xfrm>
              <a:prstGeom prst="rect">
                <a:avLst/>
              </a:prstGeom>
            </p:spPr>
          </p:pic>
        </mc:Fallback>
      </mc:AlternateContent>
      <p:grpSp>
        <p:nvGrpSpPr>
          <p:cNvPr id="35" name="Group 34">
            <a:extLst>
              <a:ext uri="{FF2B5EF4-FFF2-40B4-BE49-F238E27FC236}">
                <a16:creationId xmlns:a16="http://schemas.microsoft.com/office/drawing/2014/main" id="{D70DA4FA-902E-4632-20BD-3778BE00F298}"/>
              </a:ext>
            </a:extLst>
          </p:cNvPr>
          <p:cNvGrpSpPr/>
          <p:nvPr/>
        </p:nvGrpSpPr>
        <p:grpSpPr>
          <a:xfrm>
            <a:off x="3973588" y="2170739"/>
            <a:ext cx="4374000" cy="1564560"/>
            <a:chOff x="3973588" y="2170739"/>
            <a:chExt cx="4374000" cy="1564560"/>
          </a:xfrm>
        </p:grpSpPr>
        <mc:AlternateContent xmlns:mc="http://schemas.openxmlformats.org/markup-compatibility/2006">
          <mc:Choice xmlns:p14="http://schemas.microsoft.com/office/powerpoint/2010/main" Requires="p14">
            <p:contentPart p14:bwMode="auto" r:id="rId13">
              <p14:nvContentPartPr>
                <p14:cNvPr id="12" name="Ink 11">
                  <a:extLst>
                    <a:ext uri="{FF2B5EF4-FFF2-40B4-BE49-F238E27FC236}">
                      <a16:creationId xmlns:a16="http://schemas.microsoft.com/office/drawing/2014/main" id="{131BC162-F7BA-E5AC-6452-7188F214C653}"/>
                    </a:ext>
                  </a:extLst>
                </p14:cNvPr>
                <p14:cNvContentPartPr/>
                <p14:nvPr/>
              </p14:nvContentPartPr>
              <p14:xfrm>
                <a:off x="6808948" y="2409419"/>
                <a:ext cx="63360" cy="351000"/>
              </p14:xfrm>
            </p:contentPart>
          </mc:Choice>
          <mc:Fallback>
            <p:pic>
              <p:nvPicPr>
                <p:cNvPr id="12" name="Ink 11">
                  <a:extLst>
                    <a:ext uri="{FF2B5EF4-FFF2-40B4-BE49-F238E27FC236}">
                      <a16:creationId xmlns:a16="http://schemas.microsoft.com/office/drawing/2014/main" id="{131BC162-F7BA-E5AC-6452-7188F214C653}"/>
                    </a:ext>
                  </a:extLst>
                </p:cNvPr>
                <p:cNvPicPr/>
                <p:nvPr/>
              </p:nvPicPr>
              <p:blipFill>
                <a:blip r:embed="rId14"/>
                <a:stretch>
                  <a:fillRect/>
                </a:stretch>
              </p:blipFill>
              <p:spPr>
                <a:xfrm>
                  <a:off x="6804628" y="2405099"/>
                  <a:ext cx="72000" cy="35964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3" name="Ink 12">
                  <a:extLst>
                    <a:ext uri="{FF2B5EF4-FFF2-40B4-BE49-F238E27FC236}">
                      <a16:creationId xmlns:a16="http://schemas.microsoft.com/office/drawing/2014/main" id="{040D0675-73DA-A4D8-F234-6B8C7186211E}"/>
                    </a:ext>
                  </a:extLst>
                </p14:cNvPr>
                <p14:cNvContentPartPr/>
                <p14:nvPr/>
              </p14:nvContentPartPr>
              <p14:xfrm>
                <a:off x="6956548" y="2274779"/>
                <a:ext cx="243360" cy="587880"/>
              </p14:xfrm>
            </p:contentPart>
          </mc:Choice>
          <mc:Fallback>
            <p:pic>
              <p:nvPicPr>
                <p:cNvPr id="13" name="Ink 12">
                  <a:extLst>
                    <a:ext uri="{FF2B5EF4-FFF2-40B4-BE49-F238E27FC236}">
                      <a16:creationId xmlns:a16="http://schemas.microsoft.com/office/drawing/2014/main" id="{040D0675-73DA-A4D8-F234-6B8C7186211E}"/>
                    </a:ext>
                  </a:extLst>
                </p:cNvPr>
                <p:cNvPicPr/>
                <p:nvPr/>
              </p:nvPicPr>
              <p:blipFill>
                <a:blip r:embed="rId16"/>
                <a:stretch>
                  <a:fillRect/>
                </a:stretch>
              </p:blipFill>
              <p:spPr>
                <a:xfrm>
                  <a:off x="6952228" y="2270459"/>
                  <a:ext cx="252000" cy="59652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4" name="Ink 13">
                  <a:extLst>
                    <a:ext uri="{FF2B5EF4-FFF2-40B4-BE49-F238E27FC236}">
                      <a16:creationId xmlns:a16="http://schemas.microsoft.com/office/drawing/2014/main" id="{43CB7BF8-3146-34C5-AA20-CCDADA2C2B80}"/>
                    </a:ext>
                  </a:extLst>
                </p14:cNvPr>
                <p14:cNvContentPartPr/>
                <p14:nvPr/>
              </p14:nvContentPartPr>
              <p14:xfrm>
                <a:off x="7125028" y="2425979"/>
                <a:ext cx="48600" cy="250920"/>
              </p14:xfrm>
            </p:contentPart>
          </mc:Choice>
          <mc:Fallback>
            <p:pic>
              <p:nvPicPr>
                <p:cNvPr id="14" name="Ink 13">
                  <a:extLst>
                    <a:ext uri="{FF2B5EF4-FFF2-40B4-BE49-F238E27FC236}">
                      <a16:creationId xmlns:a16="http://schemas.microsoft.com/office/drawing/2014/main" id="{43CB7BF8-3146-34C5-AA20-CCDADA2C2B80}"/>
                    </a:ext>
                  </a:extLst>
                </p:cNvPr>
                <p:cNvPicPr/>
                <p:nvPr/>
              </p:nvPicPr>
              <p:blipFill>
                <a:blip r:embed="rId18"/>
                <a:stretch>
                  <a:fillRect/>
                </a:stretch>
              </p:blipFill>
              <p:spPr>
                <a:xfrm>
                  <a:off x="7120708" y="2421659"/>
                  <a:ext cx="57240" cy="25956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5" name="Ink 14">
                  <a:extLst>
                    <a:ext uri="{FF2B5EF4-FFF2-40B4-BE49-F238E27FC236}">
                      <a16:creationId xmlns:a16="http://schemas.microsoft.com/office/drawing/2014/main" id="{53B58507-497F-E19C-48E9-EA9FEE5E186C}"/>
                    </a:ext>
                  </a:extLst>
                </p14:cNvPr>
                <p14:cNvContentPartPr/>
                <p14:nvPr/>
              </p14:nvContentPartPr>
              <p14:xfrm>
                <a:off x="7108108" y="2366579"/>
                <a:ext cx="144360" cy="320040"/>
              </p14:xfrm>
            </p:contentPart>
          </mc:Choice>
          <mc:Fallback>
            <p:pic>
              <p:nvPicPr>
                <p:cNvPr id="15" name="Ink 14">
                  <a:extLst>
                    <a:ext uri="{FF2B5EF4-FFF2-40B4-BE49-F238E27FC236}">
                      <a16:creationId xmlns:a16="http://schemas.microsoft.com/office/drawing/2014/main" id="{53B58507-497F-E19C-48E9-EA9FEE5E186C}"/>
                    </a:ext>
                  </a:extLst>
                </p:cNvPr>
                <p:cNvPicPr/>
                <p:nvPr/>
              </p:nvPicPr>
              <p:blipFill>
                <a:blip r:embed="rId20"/>
                <a:stretch>
                  <a:fillRect/>
                </a:stretch>
              </p:blipFill>
              <p:spPr>
                <a:xfrm>
                  <a:off x="7103788" y="2362259"/>
                  <a:ext cx="153000" cy="3286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6" name="Ink 15">
                  <a:extLst>
                    <a:ext uri="{FF2B5EF4-FFF2-40B4-BE49-F238E27FC236}">
                      <a16:creationId xmlns:a16="http://schemas.microsoft.com/office/drawing/2014/main" id="{2060FF15-7B0F-E567-2681-D45BCC4DB7D1}"/>
                    </a:ext>
                  </a:extLst>
                </p14:cNvPr>
                <p14:cNvContentPartPr/>
                <p14:nvPr/>
              </p14:nvContentPartPr>
              <p14:xfrm>
                <a:off x="7217908" y="2236619"/>
                <a:ext cx="322920" cy="753840"/>
              </p14:xfrm>
            </p:contentPart>
          </mc:Choice>
          <mc:Fallback>
            <p:pic>
              <p:nvPicPr>
                <p:cNvPr id="16" name="Ink 15">
                  <a:extLst>
                    <a:ext uri="{FF2B5EF4-FFF2-40B4-BE49-F238E27FC236}">
                      <a16:creationId xmlns:a16="http://schemas.microsoft.com/office/drawing/2014/main" id="{2060FF15-7B0F-E567-2681-D45BCC4DB7D1}"/>
                    </a:ext>
                  </a:extLst>
                </p:cNvPr>
                <p:cNvPicPr/>
                <p:nvPr/>
              </p:nvPicPr>
              <p:blipFill>
                <a:blip r:embed="rId22"/>
                <a:stretch>
                  <a:fillRect/>
                </a:stretch>
              </p:blipFill>
              <p:spPr>
                <a:xfrm>
                  <a:off x="7213588" y="2232299"/>
                  <a:ext cx="331560" cy="76248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7" name="Ink 16">
                  <a:extLst>
                    <a:ext uri="{FF2B5EF4-FFF2-40B4-BE49-F238E27FC236}">
                      <a16:creationId xmlns:a16="http://schemas.microsoft.com/office/drawing/2014/main" id="{7C29932F-2583-BF19-6FE1-90A6986967AB}"/>
                    </a:ext>
                  </a:extLst>
                </p14:cNvPr>
                <p14:cNvContentPartPr/>
                <p14:nvPr/>
              </p14:nvContentPartPr>
              <p14:xfrm>
                <a:off x="7492588" y="2421299"/>
                <a:ext cx="129600" cy="367560"/>
              </p14:xfrm>
            </p:contentPart>
          </mc:Choice>
          <mc:Fallback>
            <p:pic>
              <p:nvPicPr>
                <p:cNvPr id="17" name="Ink 16">
                  <a:extLst>
                    <a:ext uri="{FF2B5EF4-FFF2-40B4-BE49-F238E27FC236}">
                      <a16:creationId xmlns:a16="http://schemas.microsoft.com/office/drawing/2014/main" id="{7C29932F-2583-BF19-6FE1-90A6986967AB}"/>
                    </a:ext>
                  </a:extLst>
                </p:cNvPr>
                <p:cNvPicPr/>
                <p:nvPr/>
              </p:nvPicPr>
              <p:blipFill>
                <a:blip r:embed="rId24"/>
                <a:stretch>
                  <a:fillRect/>
                </a:stretch>
              </p:blipFill>
              <p:spPr>
                <a:xfrm>
                  <a:off x="7488268" y="2416979"/>
                  <a:ext cx="138240" cy="3762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8" name="Ink 17">
                  <a:extLst>
                    <a:ext uri="{FF2B5EF4-FFF2-40B4-BE49-F238E27FC236}">
                      <a16:creationId xmlns:a16="http://schemas.microsoft.com/office/drawing/2014/main" id="{7B3AFA23-669A-7813-2534-B7D29EA42F73}"/>
                    </a:ext>
                  </a:extLst>
                </p14:cNvPr>
                <p14:cNvContentPartPr/>
                <p14:nvPr/>
              </p14:nvContentPartPr>
              <p14:xfrm>
                <a:off x="7576108" y="2596979"/>
                <a:ext cx="75960" cy="51840"/>
              </p14:xfrm>
            </p:contentPart>
          </mc:Choice>
          <mc:Fallback>
            <p:pic>
              <p:nvPicPr>
                <p:cNvPr id="18" name="Ink 17">
                  <a:extLst>
                    <a:ext uri="{FF2B5EF4-FFF2-40B4-BE49-F238E27FC236}">
                      <a16:creationId xmlns:a16="http://schemas.microsoft.com/office/drawing/2014/main" id="{7B3AFA23-669A-7813-2534-B7D29EA42F73}"/>
                    </a:ext>
                  </a:extLst>
                </p:cNvPr>
                <p:cNvPicPr/>
                <p:nvPr/>
              </p:nvPicPr>
              <p:blipFill>
                <a:blip r:embed="rId26"/>
                <a:stretch>
                  <a:fillRect/>
                </a:stretch>
              </p:blipFill>
              <p:spPr>
                <a:xfrm>
                  <a:off x="7571788" y="2592659"/>
                  <a:ext cx="84600" cy="6048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9" name="Ink 18">
                  <a:extLst>
                    <a:ext uri="{FF2B5EF4-FFF2-40B4-BE49-F238E27FC236}">
                      <a16:creationId xmlns:a16="http://schemas.microsoft.com/office/drawing/2014/main" id="{AA36E6A7-A9BA-0379-0406-E1909D39AA95}"/>
                    </a:ext>
                  </a:extLst>
                </p14:cNvPr>
                <p14:cNvContentPartPr/>
                <p14:nvPr/>
              </p14:nvContentPartPr>
              <p14:xfrm>
                <a:off x="7632628" y="2170739"/>
                <a:ext cx="100440" cy="857880"/>
              </p14:xfrm>
            </p:contentPart>
          </mc:Choice>
          <mc:Fallback>
            <p:pic>
              <p:nvPicPr>
                <p:cNvPr id="19" name="Ink 18">
                  <a:extLst>
                    <a:ext uri="{FF2B5EF4-FFF2-40B4-BE49-F238E27FC236}">
                      <a16:creationId xmlns:a16="http://schemas.microsoft.com/office/drawing/2014/main" id="{AA36E6A7-A9BA-0379-0406-E1909D39AA95}"/>
                    </a:ext>
                  </a:extLst>
                </p:cNvPr>
                <p:cNvPicPr/>
                <p:nvPr/>
              </p:nvPicPr>
              <p:blipFill>
                <a:blip r:embed="rId28"/>
                <a:stretch>
                  <a:fillRect/>
                </a:stretch>
              </p:blipFill>
              <p:spPr>
                <a:xfrm>
                  <a:off x="7628308" y="2166419"/>
                  <a:ext cx="109080" cy="86652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1" name="Ink 20">
                  <a:extLst>
                    <a:ext uri="{FF2B5EF4-FFF2-40B4-BE49-F238E27FC236}">
                      <a16:creationId xmlns:a16="http://schemas.microsoft.com/office/drawing/2014/main" id="{D4EC4F74-6C8F-05DD-7246-61F9D15383B4}"/>
                    </a:ext>
                  </a:extLst>
                </p14:cNvPr>
                <p14:cNvContentPartPr/>
                <p14:nvPr/>
              </p14:nvContentPartPr>
              <p14:xfrm>
                <a:off x="7499428" y="2605619"/>
                <a:ext cx="75240" cy="14760"/>
              </p14:xfrm>
            </p:contentPart>
          </mc:Choice>
          <mc:Fallback>
            <p:pic>
              <p:nvPicPr>
                <p:cNvPr id="21" name="Ink 20">
                  <a:extLst>
                    <a:ext uri="{FF2B5EF4-FFF2-40B4-BE49-F238E27FC236}">
                      <a16:creationId xmlns:a16="http://schemas.microsoft.com/office/drawing/2014/main" id="{D4EC4F74-6C8F-05DD-7246-61F9D15383B4}"/>
                    </a:ext>
                  </a:extLst>
                </p:cNvPr>
                <p:cNvPicPr/>
                <p:nvPr/>
              </p:nvPicPr>
              <p:blipFill>
                <a:blip r:embed="rId30"/>
                <a:stretch>
                  <a:fillRect/>
                </a:stretch>
              </p:blipFill>
              <p:spPr>
                <a:xfrm>
                  <a:off x="7495108" y="2601299"/>
                  <a:ext cx="83880" cy="2340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2" name="Ink 21">
                  <a:extLst>
                    <a:ext uri="{FF2B5EF4-FFF2-40B4-BE49-F238E27FC236}">
                      <a16:creationId xmlns:a16="http://schemas.microsoft.com/office/drawing/2014/main" id="{3909D034-D4D6-103D-2E13-567A16EF5A26}"/>
                    </a:ext>
                  </a:extLst>
                </p14:cNvPr>
                <p14:cNvContentPartPr/>
                <p14:nvPr/>
              </p14:nvContentPartPr>
              <p14:xfrm>
                <a:off x="6992188" y="3026099"/>
                <a:ext cx="65160" cy="400680"/>
              </p14:xfrm>
            </p:contentPart>
          </mc:Choice>
          <mc:Fallback>
            <p:pic>
              <p:nvPicPr>
                <p:cNvPr id="22" name="Ink 21">
                  <a:extLst>
                    <a:ext uri="{FF2B5EF4-FFF2-40B4-BE49-F238E27FC236}">
                      <a16:creationId xmlns:a16="http://schemas.microsoft.com/office/drawing/2014/main" id="{3909D034-D4D6-103D-2E13-567A16EF5A26}"/>
                    </a:ext>
                  </a:extLst>
                </p:cNvPr>
                <p:cNvPicPr/>
                <p:nvPr/>
              </p:nvPicPr>
              <p:blipFill>
                <a:blip r:embed="rId32"/>
                <a:stretch>
                  <a:fillRect/>
                </a:stretch>
              </p:blipFill>
              <p:spPr>
                <a:xfrm>
                  <a:off x="6987868" y="3021779"/>
                  <a:ext cx="73800" cy="40932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3" name="Ink 22">
                  <a:extLst>
                    <a:ext uri="{FF2B5EF4-FFF2-40B4-BE49-F238E27FC236}">
                      <a16:creationId xmlns:a16="http://schemas.microsoft.com/office/drawing/2014/main" id="{35527753-4C15-2E6B-2BF1-B0AECD5BBE51}"/>
                    </a:ext>
                  </a:extLst>
                </p14:cNvPr>
                <p14:cNvContentPartPr/>
                <p14:nvPr/>
              </p14:nvContentPartPr>
              <p14:xfrm>
                <a:off x="7139428" y="3000899"/>
                <a:ext cx="234360" cy="476280"/>
              </p14:xfrm>
            </p:contentPart>
          </mc:Choice>
          <mc:Fallback>
            <p:pic>
              <p:nvPicPr>
                <p:cNvPr id="23" name="Ink 22">
                  <a:extLst>
                    <a:ext uri="{FF2B5EF4-FFF2-40B4-BE49-F238E27FC236}">
                      <a16:creationId xmlns:a16="http://schemas.microsoft.com/office/drawing/2014/main" id="{35527753-4C15-2E6B-2BF1-B0AECD5BBE51}"/>
                    </a:ext>
                  </a:extLst>
                </p:cNvPr>
                <p:cNvPicPr/>
                <p:nvPr/>
              </p:nvPicPr>
              <p:blipFill>
                <a:blip r:embed="rId34"/>
                <a:stretch>
                  <a:fillRect/>
                </a:stretch>
              </p:blipFill>
              <p:spPr>
                <a:xfrm>
                  <a:off x="7135108" y="2996579"/>
                  <a:ext cx="243000" cy="48492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4" name="Ink 23">
                  <a:extLst>
                    <a:ext uri="{FF2B5EF4-FFF2-40B4-BE49-F238E27FC236}">
                      <a16:creationId xmlns:a16="http://schemas.microsoft.com/office/drawing/2014/main" id="{3BA2DC52-A10D-F033-6D85-DC18ACDE2454}"/>
                    </a:ext>
                  </a:extLst>
                </p14:cNvPr>
                <p14:cNvContentPartPr/>
                <p14:nvPr/>
              </p14:nvContentPartPr>
              <p14:xfrm>
                <a:off x="7325908" y="3095219"/>
                <a:ext cx="28440" cy="249120"/>
              </p14:xfrm>
            </p:contentPart>
          </mc:Choice>
          <mc:Fallback>
            <p:pic>
              <p:nvPicPr>
                <p:cNvPr id="24" name="Ink 23">
                  <a:extLst>
                    <a:ext uri="{FF2B5EF4-FFF2-40B4-BE49-F238E27FC236}">
                      <a16:creationId xmlns:a16="http://schemas.microsoft.com/office/drawing/2014/main" id="{3BA2DC52-A10D-F033-6D85-DC18ACDE2454}"/>
                    </a:ext>
                  </a:extLst>
                </p:cNvPr>
                <p:cNvPicPr/>
                <p:nvPr/>
              </p:nvPicPr>
              <p:blipFill>
                <a:blip r:embed="rId36"/>
                <a:stretch>
                  <a:fillRect/>
                </a:stretch>
              </p:blipFill>
              <p:spPr>
                <a:xfrm>
                  <a:off x="7321588" y="3090899"/>
                  <a:ext cx="37080" cy="25776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5" name="Ink 24">
                  <a:extLst>
                    <a:ext uri="{FF2B5EF4-FFF2-40B4-BE49-F238E27FC236}">
                      <a16:creationId xmlns:a16="http://schemas.microsoft.com/office/drawing/2014/main" id="{9F0F3ABD-3852-010C-1B07-3B81F2BCE0C1}"/>
                    </a:ext>
                  </a:extLst>
                </p14:cNvPr>
                <p14:cNvContentPartPr/>
                <p14:nvPr/>
              </p14:nvContentPartPr>
              <p14:xfrm>
                <a:off x="7327708" y="3091259"/>
                <a:ext cx="145440" cy="276120"/>
              </p14:xfrm>
            </p:contentPart>
          </mc:Choice>
          <mc:Fallback>
            <p:pic>
              <p:nvPicPr>
                <p:cNvPr id="25" name="Ink 24">
                  <a:extLst>
                    <a:ext uri="{FF2B5EF4-FFF2-40B4-BE49-F238E27FC236}">
                      <a16:creationId xmlns:a16="http://schemas.microsoft.com/office/drawing/2014/main" id="{9F0F3ABD-3852-010C-1B07-3B81F2BCE0C1}"/>
                    </a:ext>
                  </a:extLst>
                </p:cNvPr>
                <p:cNvPicPr/>
                <p:nvPr/>
              </p:nvPicPr>
              <p:blipFill>
                <a:blip r:embed="rId38"/>
                <a:stretch>
                  <a:fillRect/>
                </a:stretch>
              </p:blipFill>
              <p:spPr>
                <a:xfrm>
                  <a:off x="7323388" y="3086939"/>
                  <a:ext cx="154080" cy="28476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6" name="Ink 25">
                  <a:extLst>
                    <a:ext uri="{FF2B5EF4-FFF2-40B4-BE49-F238E27FC236}">
                      <a16:creationId xmlns:a16="http://schemas.microsoft.com/office/drawing/2014/main" id="{B95537F6-290F-574A-9874-C7AB6A0254AC}"/>
                    </a:ext>
                  </a:extLst>
                </p14:cNvPr>
                <p14:cNvContentPartPr/>
                <p14:nvPr/>
              </p14:nvContentPartPr>
              <p14:xfrm>
                <a:off x="7571788" y="2896859"/>
                <a:ext cx="57960" cy="737640"/>
              </p14:xfrm>
            </p:contentPart>
          </mc:Choice>
          <mc:Fallback>
            <p:pic>
              <p:nvPicPr>
                <p:cNvPr id="26" name="Ink 25">
                  <a:extLst>
                    <a:ext uri="{FF2B5EF4-FFF2-40B4-BE49-F238E27FC236}">
                      <a16:creationId xmlns:a16="http://schemas.microsoft.com/office/drawing/2014/main" id="{B95537F6-290F-574A-9874-C7AB6A0254AC}"/>
                    </a:ext>
                  </a:extLst>
                </p:cNvPr>
                <p:cNvPicPr/>
                <p:nvPr/>
              </p:nvPicPr>
              <p:blipFill>
                <a:blip r:embed="rId40"/>
                <a:stretch>
                  <a:fillRect/>
                </a:stretch>
              </p:blipFill>
              <p:spPr>
                <a:xfrm>
                  <a:off x="7567468" y="2892539"/>
                  <a:ext cx="66600" cy="74628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7" name="Ink 26">
                  <a:extLst>
                    <a:ext uri="{FF2B5EF4-FFF2-40B4-BE49-F238E27FC236}">
                      <a16:creationId xmlns:a16="http://schemas.microsoft.com/office/drawing/2014/main" id="{F4F25FC3-1223-EF22-8AA2-01AC96B3FDDE}"/>
                    </a:ext>
                  </a:extLst>
                </p14:cNvPr>
                <p14:cNvContentPartPr/>
                <p14:nvPr/>
              </p14:nvContentPartPr>
              <p14:xfrm>
                <a:off x="7733788" y="3057059"/>
                <a:ext cx="128880" cy="313560"/>
              </p14:xfrm>
            </p:contentPart>
          </mc:Choice>
          <mc:Fallback>
            <p:pic>
              <p:nvPicPr>
                <p:cNvPr id="27" name="Ink 26">
                  <a:extLst>
                    <a:ext uri="{FF2B5EF4-FFF2-40B4-BE49-F238E27FC236}">
                      <a16:creationId xmlns:a16="http://schemas.microsoft.com/office/drawing/2014/main" id="{F4F25FC3-1223-EF22-8AA2-01AC96B3FDDE}"/>
                    </a:ext>
                  </a:extLst>
                </p:cNvPr>
                <p:cNvPicPr/>
                <p:nvPr/>
              </p:nvPicPr>
              <p:blipFill>
                <a:blip r:embed="rId42"/>
                <a:stretch>
                  <a:fillRect/>
                </a:stretch>
              </p:blipFill>
              <p:spPr>
                <a:xfrm>
                  <a:off x="7729468" y="3052739"/>
                  <a:ext cx="137520" cy="32220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8" name="Ink 27">
                  <a:extLst>
                    <a:ext uri="{FF2B5EF4-FFF2-40B4-BE49-F238E27FC236}">
                      <a16:creationId xmlns:a16="http://schemas.microsoft.com/office/drawing/2014/main" id="{C3689521-B5FD-2AAA-4516-D781F81D7C99}"/>
                    </a:ext>
                  </a:extLst>
                </p14:cNvPr>
                <p14:cNvContentPartPr/>
                <p14:nvPr/>
              </p14:nvContentPartPr>
              <p14:xfrm>
                <a:off x="7773388" y="3208619"/>
                <a:ext cx="50040" cy="28440"/>
              </p14:xfrm>
            </p:contentPart>
          </mc:Choice>
          <mc:Fallback>
            <p:pic>
              <p:nvPicPr>
                <p:cNvPr id="28" name="Ink 27">
                  <a:extLst>
                    <a:ext uri="{FF2B5EF4-FFF2-40B4-BE49-F238E27FC236}">
                      <a16:creationId xmlns:a16="http://schemas.microsoft.com/office/drawing/2014/main" id="{C3689521-B5FD-2AAA-4516-D781F81D7C99}"/>
                    </a:ext>
                  </a:extLst>
                </p:cNvPr>
                <p:cNvPicPr/>
                <p:nvPr/>
              </p:nvPicPr>
              <p:blipFill>
                <a:blip r:embed="rId44"/>
                <a:stretch>
                  <a:fillRect/>
                </a:stretch>
              </p:blipFill>
              <p:spPr>
                <a:xfrm>
                  <a:off x="7769068" y="3204299"/>
                  <a:ext cx="5868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9" name="Ink 28">
                  <a:extLst>
                    <a:ext uri="{FF2B5EF4-FFF2-40B4-BE49-F238E27FC236}">
                      <a16:creationId xmlns:a16="http://schemas.microsoft.com/office/drawing/2014/main" id="{81D4B952-34B5-E23A-5178-0AA7C8C65B9E}"/>
                    </a:ext>
                  </a:extLst>
                </p14:cNvPr>
                <p14:cNvContentPartPr/>
                <p14:nvPr/>
              </p14:nvContentPartPr>
              <p14:xfrm>
                <a:off x="7869508" y="2844659"/>
                <a:ext cx="90000" cy="808200"/>
              </p14:xfrm>
            </p:contentPart>
          </mc:Choice>
          <mc:Fallback>
            <p:pic>
              <p:nvPicPr>
                <p:cNvPr id="29" name="Ink 28">
                  <a:extLst>
                    <a:ext uri="{FF2B5EF4-FFF2-40B4-BE49-F238E27FC236}">
                      <a16:creationId xmlns:a16="http://schemas.microsoft.com/office/drawing/2014/main" id="{81D4B952-34B5-E23A-5178-0AA7C8C65B9E}"/>
                    </a:ext>
                  </a:extLst>
                </p:cNvPr>
                <p:cNvPicPr/>
                <p:nvPr/>
              </p:nvPicPr>
              <p:blipFill>
                <a:blip r:embed="rId46"/>
                <a:stretch>
                  <a:fillRect/>
                </a:stretch>
              </p:blipFill>
              <p:spPr>
                <a:xfrm>
                  <a:off x="7865188" y="2840339"/>
                  <a:ext cx="98640" cy="81684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3" name="Ink 32">
                  <a:extLst>
                    <a:ext uri="{FF2B5EF4-FFF2-40B4-BE49-F238E27FC236}">
                      <a16:creationId xmlns:a16="http://schemas.microsoft.com/office/drawing/2014/main" id="{0462C906-93D4-AF58-A1F4-C31DAD617AB8}"/>
                    </a:ext>
                  </a:extLst>
                </p14:cNvPr>
                <p14:cNvContentPartPr/>
                <p14:nvPr/>
              </p14:nvContentPartPr>
              <p14:xfrm>
                <a:off x="3973588" y="3665099"/>
                <a:ext cx="4374000" cy="70200"/>
              </p14:xfrm>
            </p:contentPart>
          </mc:Choice>
          <mc:Fallback>
            <p:pic>
              <p:nvPicPr>
                <p:cNvPr id="33" name="Ink 32">
                  <a:extLst>
                    <a:ext uri="{FF2B5EF4-FFF2-40B4-BE49-F238E27FC236}">
                      <a16:creationId xmlns:a16="http://schemas.microsoft.com/office/drawing/2014/main" id="{0462C906-93D4-AF58-A1F4-C31DAD617AB8}"/>
                    </a:ext>
                  </a:extLst>
                </p:cNvPr>
                <p:cNvPicPr/>
                <p:nvPr/>
              </p:nvPicPr>
              <p:blipFill>
                <a:blip r:embed="rId48"/>
                <a:stretch>
                  <a:fillRect/>
                </a:stretch>
              </p:blipFill>
              <p:spPr>
                <a:xfrm>
                  <a:off x="3969268" y="3660779"/>
                  <a:ext cx="4382640" cy="788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9">
            <p14:nvContentPartPr>
              <p14:cNvPr id="34" name="Ink 33">
                <a:extLst>
                  <a:ext uri="{FF2B5EF4-FFF2-40B4-BE49-F238E27FC236}">
                    <a16:creationId xmlns:a16="http://schemas.microsoft.com/office/drawing/2014/main" id="{7F9DAFB4-F6C1-BC67-804C-4A6E7E000D03}"/>
                  </a:ext>
                </a:extLst>
              </p14:cNvPr>
              <p14:cNvContentPartPr/>
              <p14:nvPr/>
            </p14:nvContentPartPr>
            <p14:xfrm>
              <a:off x="1023748" y="3943019"/>
              <a:ext cx="2706840" cy="70200"/>
            </p14:xfrm>
          </p:contentPart>
        </mc:Choice>
        <mc:Fallback>
          <p:pic>
            <p:nvPicPr>
              <p:cNvPr id="34" name="Ink 33">
                <a:extLst>
                  <a:ext uri="{FF2B5EF4-FFF2-40B4-BE49-F238E27FC236}">
                    <a16:creationId xmlns:a16="http://schemas.microsoft.com/office/drawing/2014/main" id="{7F9DAFB4-F6C1-BC67-804C-4A6E7E000D03}"/>
                  </a:ext>
                </a:extLst>
              </p:cNvPr>
              <p:cNvPicPr/>
              <p:nvPr/>
            </p:nvPicPr>
            <p:blipFill>
              <a:blip r:embed="rId50"/>
              <a:stretch>
                <a:fillRect/>
              </a:stretch>
            </p:blipFill>
            <p:spPr>
              <a:xfrm>
                <a:off x="1019428" y="3938699"/>
                <a:ext cx="2715480" cy="7884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7" name="Ink 36">
                <a:extLst>
                  <a:ext uri="{FF2B5EF4-FFF2-40B4-BE49-F238E27FC236}">
                    <a16:creationId xmlns:a16="http://schemas.microsoft.com/office/drawing/2014/main" id="{1C27030A-7E44-B3F2-9365-8711F68F0CA5}"/>
                  </a:ext>
                </a:extLst>
              </p14:cNvPr>
              <p14:cNvContentPartPr/>
              <p14:nvPr/>
            </p14:nvContentPartPr>
            <p14:xfrm>
              <a:off x="3344308" y="5955779"/>
              <a:ext cx="939240" cy="720"/>
            </p14:xfrm>
          </p:contentPart>
        </mc:Choice>
        <mc:Fallback>
          <p:pic>
            <p:nvPicPr>
              <p:cNvPr id="37" name="Ink 36">
                <a:extLst>
                  <a:ext uri="{FF2B5EF4-FFF2-40B4-BE49-F238E27FC236}">
                    <a16:creationId xmlns:a16="http://schemas.microsoft.com/office/drawing/2014/main" id="{1C27030A-7E44-B3F2-9365-8711F68F0CA5}"/>
                  </a:ext>
                </a:extLst>
              </p:cNvPr>
              <p:cNvPicPr/>
              <p:nvPr/>
            </p:nvPicPr>
            <p:blipFill>
              <a:blip r:embed="rId52"/>
              <a:stretch>
                <a:fillRect/>
              </a:stretch>
            </p:blipFill>
            <p:spPr>
              <a:xfrm>
                <a:off x="3339988" y="5947139"/>
                <a:ext cx="94788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8" name="Ink 37">
                <a:extLst>
                  <a:ext uri="{FF2B5EF4-FFF2-40B4-BE49-F238E27FC236}">
                    <a16:creationId xmlns:a16="http://schemas.microsoft.com/office/drawing/2014/main" id="{F2CB2112-574D-4168-9503-8DC9AB38A966}"/>
                  </a:ext>
                </a:extLst>
              </p14:cNvPr>
              <p14:cNvContentPartPr/>
              <p14:nvPr/>
            </p14:nvContentPartPr>
            <p14:xfrm>
              <a:off x="3082228" y="5519099"/>
              <a:ext cx="1199520" cy="382320"/>
            </p14:xfrm>
          </p:contentPart>
        </mc:Choice>
        <mc:Fallback>
          <p:pic>
            <p:nvPicPr>
              <p:cNvPr id="38" name="Ink 37">
                <a:extLst>
                  <a:ext uri="{FF2B5EF4-FFF2-40B4-BE49-F238E27FC236}">
                    <a16:creationId xmlns:a16="http://schemas.microsoft.com/office/drawing/2014/main" id="{F2CB2112-574D-4168-9503-8DC9AB38A966}"/>
                  </a:ext>
                </a:extLst>
              </p:cNvPr>
              <p:cNvPicPr/>
              <p:nvPr/>
            </p:nvPicPr>
            <p:blipFill>
              <a:blip r:embed="rId54"/>
              <a:stretch>
                <a:fillRect/>
              </a:stretch>
            </p:blipFill>
            <p:spPr>
              <a:xfrm>
                <a:off x="3077908" y="5514779"/>
                <a:ext cx="1208160" cy="390960"/>
              </a:xfrm>
              <a:prstGeom prst="rect">
                <a:avLst/>
              </a:prstGeom>
            </p:spPr>
          </p:pic>
        </mc:Fallback>
      </mc:AlternateContent>
    </p:spTree>
    <p:extLst>
      <p:ext uri="{BB962C8B-B14F-4D97-AF65-F5344CB8AC3E}">
        <p14:creationId xmlns:p14="http://schemas.microsoft.com/office/powerpoint/2010/main" val="2118939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Conditional Probability</a:t>
            </a: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1122" y="2487945"/>
            <a:ext cx="4040187" cy="156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p:cNvPicPr>
          <p:nvPr/>
        </p:nvPicPr>
        <p:blipFill>
          <a:blip r:embed="rId3"/>
          <a:stretch>
            <a:fillRect/>
          </a:stretch>
        </p:blipFill>
        <p:spPr>
          <a:xfrm>
            <a:off x="1077047" y="1321559"/>
            <a:ext cx="2952750" cy="835045"/>
          </a:xfrm>
          <a:prstGeom prst="rect">
            <a:avLst/>
          </a:prstGeom>
        </p:spPr>
      </p:pic>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82EF08C1-E69D-2914-2F9A-2E0D819091DD}"/>
                  </a:ext>
                </a:extLst>
              </p14:cNvPr>
              <p14:cNvContentPartPr/>
              <p14:nvPr/>
            </p14:nvContentPartPr>
            <p14:xfrm>
              <a:off x="2813308" y="3408779"/>
              <a:ext cx="11880" cy="7200"/>
            </p14:xfrm>
          </p:contentPart>
        </mc:Choice>
        <mc:Fallback>
          <p:pic>
            <p:nvPicPr>
              <p:cNvPr id="3" name="Ink 2">
                <a:extLst>
                  <a:ext uri="{FF2B5EF4-FFF2-40B4-BE49-F238E27FC236}">
                    <a16:creationId xmlns:a16="http://schemas.microsoft.com/office/drawing/2014/main" id="{82EF08C1-E69D-2914-2F9A-2E0D819091DD}"/>
                  </a:ext>
                </a:extLst>
              </p:cNvPr>
              <p:cNvPicPr/>
              <p:nvPr/>
            </p:nvPicPr>
            <p:blipFill>
              <a:blip r:embed="rId5"/>
              <a:stretch>
                <a:fillRect/>
              </a:stretch>
            </p:blipFill>
            <p:spPr>
              <a:xfrm>
                <a:off x="2808988" y="3404459"/>
                <a:ext cx="20520" cy="158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E3137B3B-0CD8-F4D2-B375-923B992F9391}"/>
                  </a:ext>
                </a:extLst>
              </p14:cNvPr>
              <p14:cNvContentPartPr/>
              <p14:nvPr/>
            </p14:nvContentPartPr>
            <p14:xfrm>
              <a:off x="2806468" y="3237779"/>
              <a:ext cx="8280" cy="8280"/>
            </p14:xfrm>
          </p:contentPart>
        </mc:Choice>
        <mc:Fallback>
          <p:pic>
            <p:nvPicPr>
              <p:cNvPr id="4" name="Ink 3">
                <a:extLst>
                  <a:ext uri="{FF2B5EF4-FFF2-40B4-BE49-F238E27FC236}">
                    <a16:creationId xmlns:a16="http://schemas.microsoft.com/office/drawing/2014/main" id="{E3137B3B-0CD8-F4D2-B375-923B992F9391}"/>
                  </a:ext>
                </a:extLst>
              </p:cNvPr>
              <p:cNvPicPr/>
              <p:nvPr/>
            </p:nvPicPr>
            <p:blipFill>
              <a:blip r:embed="rId7"/>
              <a:stretch>
                <a:fillRect/>
              </a:stretch>
            </p:blipFill>
            <p:spPr>
              <a:xfrm>
                <a:off x="2802148" y="3233459"/>
                <a:ext cx="16920" cy="169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D7FD85DD-FC2C-83B8-0E07-CA5AF8952164}"/>
                  </a:ext>
                </a:extLst>
              </p14:cNvPr>
              <p14:cNvContentPartPr/>
              <p14:nvPr/>
            </p14:nvContentPartPr>
            <p14:xfrm>
              <a:off x="2975308" y="3289259"/>
              <a:ext cx="26640" cy="20880"/>
            </p14:xfrm>
          </p:contentPart>
        </mc:Choice>
        <mc:Fallback>
          <p:pic>
            <p:nvPicPr>
              <p:cNvPr id="7" name="Ink 6">
                <a:extLst>
                  <a:ext uri="{FF2B5EF4-FFF2-40B4-BE49-F238E27FC236}">
                    <a16:creationId xmlns:a16="http://schemas.microsoft.com/office/drawing/2014/main" id="{D7FD85DD-FC2C-83B8-0E07-CA5AF8952164}"/>
                  </a:ext>
                </a:extLst>
              </p:cNvPr>
              <p:cNvPicPr/>
              <p:nvPr/>
            </p:nvPicPr>
            <p:blipFill>
              <a:blip r:embed="rId9"/>
              <a:stretch>
                <a:fillRect/>
              </a:stretch>
            </p:blipFill>
            <p:spPr>
              <a:xfrm>
                <a:off x="2970988" y="3284939"/>
                <a:ext cx="35280" cy="295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0C72FB3D-5C8E-5DF0-01CF-80110F892EE0}"/>
                  </a:ext>
                </a:extLst>
              </p14:cNvPr>
              <p14:cNvContentPartPr/>
              <p14:nvPr/>
            </p14:nvContentPartPr>
            <p14:xfrm>
              <a:off x="2888908" y="3140939"/>
              <a:ext cx="14040" cy="5040"/>
            </p14:xfrm>
          </p:contentPart>
        </mc:Choice>
        <mc:Fallback>
          <p:pic>
            <p:nvPicPr>
              <p:cNvPr id="8" name="Ink 7">
                <a:extLst>
                  <a:ext uri="{FF2B5EF4-FFF2-40B4-BE49-F238E27FC236}">
                    <a16:creationId xmlns:a16="http://schemas.microsoft.com/office/drawing/2014/main" id="{0C72FB3D-5C8E-5DF0-01CF-80110F892EE0}"/>
                  </a:ext>
                </a:extLst>
              </p:cNvPr>
              <p:cNvPicPr/>
              <p:nvPr/>
            </p:nvPicPr>
            <p:blipFill>
              <a:blip r:embed="rId5"/>
              <a:stretch>
                <a:fillRect/>
              </a:stretch>
            </p:blipFill>
            <p:spPr>
              <a:xfrm>
                <a:off x="2884588" y="3136619"/>
                <a:ext cx="22680" cy="1368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9" name="Ink 8">
                <a:extLst>
                  <a:ext uri="{FF2B5EF4-FFF2-40B4-BE49-F238E27FC236}">
                    <a16:creationId xmlns:a16="http://schemas.microsoft.com/office/drawing/2014/main" id="{0405DA45-9B8F-496E-567E-0F65534FE8C9}"/>
                  </a:ext>
                </a:extLst>
              </p14:cNvPr>
              <p14:cNvContentPartPr/>
              <p14:nvPr/>
            </p14:nvContentPartPr>
            <p14:xfrm>
              <a:off x="2888908" y="3578699"/>
              <a:ext cx="18000" cy="5040"/>
            </p14:xfrm>
          </p:contentPart>
        </mc:Choice>
        <mc:Fallback>
          <p:pic>
            <p:nvPicPr>
              <p:cNvPr id="9" name="Ink 8">
                <a:extLst>
                  <a:ext uri="{FF2B5EF4-FFF2-40B4-BE49-F238E27FC236}">
                    <a16:creationId xmlns:a16="http://schemas.microsoft.com/office/drawing/2014/main" id="{0405DA45-9B8F-496E-567E-0F65534FE8C9}"/>
                  </a:ext>
                </a:extLst>
              </p:cNvPr>
              <p:cNvPicPr/>
              <p:nvPr/>
            </p:nvPicPr>
            <p:blipFill>
              <a:blip r:embed="rId12"/>
              <a:stretch>
                <a:fillRect/>
              </a:stretch>
            </p:blipFill>
            <p:spPr>
              <a:xfrm>
                <a:off x="2884588" y="3574379"/>
                <a:ext cx="26640" cy="1368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0" name="Ink 9">
                <a:extLst>
                  <a:ext uri="{FF2B5EF4-FFF2-40B4-BE49-F238E27FC236}">
                    <a16:creationId xmlns:a16="http://schemas.microsoft.com/office/drawing/2014/main" id="{E6C5D986-152D-1334-EA75-E0816EB35C70}"/>
                  </a:ext>
                </a:extLst>
              </p14:cNvPr>
              <p14:cNvContentPartPr/>
              <p14:nvPr/>
            </p14:nvContentPartPr>
            <p14:xfrm>
              <a:off x="2956948" y="3454499"/>
              <a:ext cx="5040" cy="8280"/>
            </p14:xfrm>
          </p:contentPart>
        </mc:Choice>
        <mc:Fallback>
          <p:pic>
            <p:nvPicPr>
              <p:cNvPr id="10" name="Ink 9">
                <a:extLst>
                  <a:ext uri="{FF2B5EF4-FFF2-40B4-BE49-F238E27FC236}">
                    <a16:creationId xmlns:a16="http://schemas.microsoft.com/office/drawing/2014/main" id="{E6C5D986-152D-1334-EA75-E0816EB35C70}"/>
                  </a:ext>
                </a:extLst>
              </p:cNvPr>
              <p:cNvPicPr/>
              <p:nvPr/>
            </p:nvPicPr>
            <p:blipFill>
              <a:blip r:embed="rId14"/>
              <a:stretch>
                <a:fillRect/>
              </a:stretch>
            </p:blipFill>
            <p:spPr>
              <a:xfrm>
                <a:off x="2952628" y="3450179"/>
                <a:ext cx="13680" cy="169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1" name="Ink 10">
                <a:extLst>
                  <a:ext uri="{FF2B5EF4-FFF2-40B4-BE49-F238E27FC236}">
                    <a16:creationId xmlns:a16="http://schemas.microsoft.com/office/drawing/2014/main" id="{7B0A87AB-E1BD-8C8A-3B7E-48861DD844DF}"/>
                  </a:ext>
                </a:extLst>
              </p14:cNvPr>
              <p14:cNvContentPartPr/>
              <p14:nvPr/>
            </p14:nvContentPartPr>
            <p14:xfrm>
              <a:off x="2756788" y="3354419"/>
              <a:ext cx="23760" cy="3240"/>
            </p14:xfrm>
          </p:contentPart>
        </mc:Choice>
        <mc:Fallback>
          <p:pic>
            <p:nvPicPr>
              <p:cNvPr id="11" name="Ink 10">
                <a:extLst>
                  <a:ext uri="{FF2B5EF4-FFF2-40B4-BE49-F238E27FC236}">
                    <a16:creationId xmlns:a16="http://schemas.microsoft.com/office/drawing/2014/main" id="{7B0A87AB-E1BD-8C8A-3B7E-48861DD844DF}"/>
                  </a:ext>
                </a:extLst>
              </p:cNvPr>
              <p:cNvPicPr/>
              <p:nvPr/>
            </p:nvPicPr>
            <p:blipFill>
              <a:blip r:embed="rId16"/>
              <a:stretch>
                <a:fillRect/>
              </a:stretch>
            </p:blipFill>
            <p:spPr>
              <a:xfrm>
                <a:off x="2752468" y="3350099"/>
                <a:ext cx="32400" cy="1188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2" name="Ink 11">
                <a:extLst>
                  <a:ext uri="{FF2B5EF4-FFF2-40B4-BE49-F238E27FC236}">
                    <a16:creationId xmlns:a16="http://schemas.microsoft.com/office/drawing/2014/main" id="{C240CD09-F5B3-7370-4F50-1C57D10A0D09}"/>
                  </a:ext>
                </a:extLst>
              </p14:cNvPr>
              <p14:cNvContentPartPr/>
              <p14:nvPr/>
            </p14:nvContentPartPr>
            <p14:xfrm>
              <a:off x="2891068" y="3343619"/>
              <a:ext cx="11160" cy="10080"/>
            </p14:xfrm>
          </p:contentPart>
        </mc:Choice>
        <mc:Fallback>
          <p:pic>
            <p:nvPicPr>
              <p:cNvPr id="12" name="Ink 11">
                <a:extLst>
                  <a:ext uri="{FF2B5EF4-FFF2-40B4-BE49-F238E27FC236}">
                    <a16:creationId xmlns:a16="http://schemas.microsoft.com/office/drawing/2014/main" id="{C240CD09-F5B3-7370-4F50-1C57D10A0D09}"/>
                  </a:ext>
                </a:extLst>
              </p:cNvPr>
              <p:cNvPicPr/>
              <p:nvPr/>
            </p:nvPicPr>
            <p:blipFill>
              <a:blip r:embed="rId18"/>
              <a:stretch>
                <a:fillRect/>
              </a:stretch>
            </p:blipFill>
            <p:spPr>
              <a:xfrm>
                <a:off x="2886748" y="3339299"/>
                <a:ext cx="19800" cy="1872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3" name="Ink 12">
                <a:extLst>
                  <a:ext uri="{FF2B5EF4-FFF2-40B4-BE49-F238E27FC236}">
                    <a16:creationId xmlns:a16="http://schemas.microsoft.com/office/drawing/2014/main" id="{1FB51895-A846-6B5B-EC64-9E8088ED50E6}"/>
                  </a:ext>
                </a:extLst>
              </p14:cNvPr>
              <p14:cNvContentPartPr/>
              <p14:nvPr/>
            </p14:nvContentPartPr>
            <p14:xfrm>
              <a:off x="3019948" y="3406979"/>
              <a:ext cx="3240" cy="10080"/>
            </p14:xfrm>
          </p:contentPart>
        </mc:Choice>
        <mc:Fallback>
          <p:pic>
            <p:nvPicPr>
              <p:cNvPr id="13" name="Ink 12">
                <a:extLst>
                  <a:ext uri="{FF2B5EF4-FFF2-40B4-BE49-F238E27FC236}">
                    <a16:creationId xmlns:a16="http://schemas.microsoft.com/office/drawing/2014/main" id="{1FB51895-A846-6B5B-EC64-9E8088ED50E6}"/>
                  </a:ext>
                </a:extLst>
              </p:cNvPr>
              <p:cNvPicPr/>
              <p:nvPr/>
            </p:nvPicPr>
            <p:blipFill>
              <a:blip r:embed="rId20"/>
              <a:stretch>
                <a:fillRect/>
              </a:stretch>
            </p:blipFill>
            <p:spPr>
              <a:xfrm>
                <a:off x="3015628" y="3402659"/>
                <a:ext cx="11880" cy="18720"/>
              </a:xfrm>
              <a:prstGeom prst="rect">
                <a:avLst/>
              </a:prstGeom>
            </p:spPr>
          </p:pic>
        </mc:Fallback>
      </mc:AlternateContent>
    </p:spTree>
    <p:extLst>
      <p:ext uri="{BB962C8B-B14F-4D97-AF65-F5344CB8AC3E}">
        <p14:creationId xmlns:p14="http://schemas.microsoft.com/office/powerpoint/2010/main" val="2493981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160569"/>
            <a:ext cx="7620000" cy="764364"/>
          </a:xfrm>
        </p:spPr>
        <p:txBody>
          <a:bodyPr>
            <a:normAutofit/>
          </a:bodyPr>
          <a:lstStyle/>
          <a:p>
            <a:pPr algn="l"/>
            <a:r>
              <a:rPr lang="en-US" sz="3600" spc="-8" dirty="0">
                <a:latin typeface="Calibri"/>
                <a:cs typeface="Calibri"/>
              </a:rPr>
              <a:t>Multiplication rule</a:t>
            </a:r>
            <a:endParaRPr lang="en-IN" dirty="0"/>
          </a:p>
        </p:txBody>
      </p:sp>
      <p:sp>
        <p:nvSpPr>
          <p:cNvPr id="2" name="Content Placeholder 1"/>
          <p:cNvSpPr>
            <a:spLocks noGrp="1" noChangeArrowheads="1"/>
          </p:cNvSpPr>
          <p:nvPr>
            <p:ph idx="4294967295"/>
          </p:nvPr>
        </p:nvSpPr>
        <p:spPr>
          <a:xfrm>
            <a:off x="491705" y="1200062"/>
            <a:ext cx="8151149" cy="1983085"/>
          </a:xfrm>
        </p:spPr>
        <p:txBody>
          <a:bodyPr>
            <a:noAutofit/>
          </a:bodyPr>
          <a:lstStyle/>
          <a:p>
            <a:pPr algn="just" fontAlgn="base">
              <a:spcBef>
                <a:spcPts val="0"/>
              </a:spcBef>
              <a:spcAft>
                <a:spcPct val="0"/>
              </a:spcAft>
              <a:buFont typeface="Wingdings" panose="05000000000000000000" pitchFamily="2" charset="2"/>
              <a:buChar char="Ø"/>
            </a:pPr>
            <a:r>
              <a:rPr lang="en-US" altLang="en-US" sz="2800" dirty="0">
                <a:cs typeface="Times New Roman" panose="02020603050405020304" pitchFamily="18" charset="0"/>
              </a:rPr>
              <a:t>Let A,B and C be three events in a sample space S, then </a:t>
            </a:r>
            <a:r>
              <a:rPr lang="en-US" altLang="en-US" sz="2800" b="1" dirty="0">
                <a:solidFill>
                  <a:srgbClr val="00B0F0"/>
                </a:solidFill>
                <a:cs typeface="Times New Roman" panose="02020603050405020304" pitchFamily="18" charset="0"/>
              </a:rPr>
              <a:t>P(A∩B∩C) = P(A) P(B|A) P(C|A∩B) </a:t>
            </a:r>
            <a:r>
              <a:rPr lang="en-US" altLang="en-US" sz="2800" dirty="0">
                <a:cs typeface="Times New Roman" panose="02020603050405020304" pitchFamily="18" charset="0"/>
              </a:rPr>
              <a:t>and it is called multiplication rule</a:t>
            </a:r>
            <a:endParaRPr lang="en-US" altLang="en-US" sz="2800" dirty="0"/>
          </a:p>
        </p:txBody>
      </p:sp>
      <p:pic>
        <p:nvPicPr>
          <p:cNvPr id="4" name="Picture 3"/>
          <p:cNvPicPr>
            <a:picLocks noChangeAspect="1"/>
          </p:cNvPicPr>
          <p:nvPr/>
        </p:nvPicPr>
        <p:blipFill>
          <a:blip r:embed="rId2"/>
          <a:stretch>
            <a:fillRect/>
          </a:stretch>
        </p:blipFill>
        <p:spPr>
          <a:xfrm>
            <a:off x="905774" y="3600627"/>
            <a:ext cx="7660256" cy="1847850"/>
          </a:xfrm>
          <a:prstGeom prst="rect">
            <a:avLst/>
          </a:prstGeom>
        </p:spPr>
      </p:pic>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B8C06737-E09A-42D3-376D-FD94949A22D7}"/>
                  </a:ext>
                </a:extLst>
              </p14:cNvPr>
              <p14:cNvContentPartPr/>
              <p14:nvPr/>
            </p14:nvContentPartPr>
            <p14:xfrm>
              <a:off x="3766948" y="2070659"/>
              <a:ext cx="9000" cy="5040"/>
            </p14:xfrm>
          </p:contentPart>
        </mc:Choice>
        <mc:Fallback>
          <p:pic>
            <p:nvPicPr>
              <p:cNvPr id="5" name="Ink 4">
                <a:extLst>
                  <a:ext uri="{FF2B5EF4-FFF2-40B4-BE49-F238E27FC236}">
                    <a16:creationId xmlns:a16="http://schemas.microsoft.com/office/drawing/2014/main" id="{B8C06737-E09A-42D3-376D-FD94949A22D7}"/>
                  </a:ext>
                </a:extLst>
              </p:cNvPr>
              <p:cNvPicPr/>
              <p:nvPr/>
            </p:nvPicPr>
            <p:blipFill>
              <a:blip r:embed="rId4"/>
              <a:stretch>
                <a:fillRect/>
              </a:stretch>
            </p:blipFill>
            <p:spPr>
              <a:xfrm>
                <a:off x="3762628" y="2066339"/>
                <a:ext cx="17640" cy="136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81D39615-E9E9-F777-17CA-8D52A0C7644C}"/>
                  </a:ext>
                </a:extLst>
              </p14:cNvPr>
              <p14:cNvContentPartPr/>
              <p14:nvPr/>
            </p14:nvContentPartPr>
            <p14:xfrm>
              <a:off x="6385588" y="2069579"/>
              <a:ext cx="653040" cy="45720"/>
            </p14:xfrm>
          </p:contentPart>
        </mc:Choice>
        <mc:Fallback>
          <p:pic>
            <p:nvPicPr>
              <p:cNvPr id="6" name="Ink 5">
                <a:extLst>
                  <a:ext uri="{FF2B5EF4-FFF2-40B4-BE49-F238E27FC236}">
                    <a16:creationId xmlns:a16="http://schemas.microsoft.com/office/drawing/2014/main" id="{81D39615-E9E9-F777-17CA-8D52A0C7644C}"/>
                  </a:ext>
                </a:extLst>
              </p:cNvPr>
              <p:cNvPicPr/>
              <p:nvPr/>
            </p:nvPicPr>
            <p:blipFill>
              <a:blip r:embed="rId6"/>
              <a:stretch>
                <a:fillRect/>
              </a:stretch>
            </p:blipFill>
            <p:spPr>
              <a:xfrm>
                <a:off x="6381268" y="2065259"/>
                <a:ext cx="661680" cy="543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7" name="Ink 6">
                <a:extLst>
                  <a:ext uri="{FF2B5EF4-FFF2-40B4-BE49-F238E27FC236}">
                    <a16:creationId xmlns:a16="http://schemas.microsoft.com/office/drawing/2014/main" id="{B7C6A582-473E-5182-3C44-6EBA2A3C6EFB}"/>
                  </a:ext>
                </a:extLst>
              </p14:cNvPr>
              <p14:cNvContentPartPr/>
              <p14:nvPr/>
            </p14:nvContentPartPr>
            <p14:xfrm>
              <a:off x="1316788" y="4720619"/>
              <a:ext cx="2724120" cy="66240"/>
            </p14:xfrm>
          </p:contentPart>
        </mc:Choice>
        <mc:Fallback>
          <p:pic>
            <p:nvPicPr>
              <p:cNvPr id="7" name="Ink 6">
                <a:extLst>
                  <a:ext uri="{FF2B5EF4-FFF2-40B4-BE49-F238E27FC236}">
                    <a16:creationId xmlns:a16="http://schemas.microsoft.com/office/drawing/2014/main" id="{B7C6A582-473E-5182-3C44-6EBA2A3C6EFB}"/>
                  </a:ext>
                </a:extLst>
              </p:cNvPr>
              <p:cNvPicPr/>
              <p:nvPr/>
            </p:nvPicPr>
            <p:blipFill>
              <a:blip r:embed="rId8"/>
              <a:stretch>
                <a:fillRect/>
              </a:stretch>
            </p:blipFill>
            <p:spPr>
              <a:xfrm>
                <a:off x="1312468" y="4716299"/>
                <a:ext cx="2732760" cy="7488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9" name="Ink 8">
                <a:extLst>
                  <a:ext uri="{FF2B5EF4-FFF2-40B4-BE49-F238E27FC236}">
                    <a16:creationId xmlns:a16="http://schemas.microsoft.com/office/drawing/2014/main" id="{67AAF2E3-4BFF-6094-DC3C-B9D13C480B51}"/>
                  </a:ext>
                </a:extLst>
              </p14:cNvPr>
              <p14:cNvContentPartPr/>
              <p14:nvPr/>
            </p14:nvContentPartPr>
            <p14:xfrm>
              <a:off x="1541068" y="5370419"/>
              <a:ext cx="574200" cy="80640"/>
            </p14:xfrm>
          </p:contentPart>
        </mc:Choice>
        <mc:Fallback>
          <p:pic>
            <p:nvPicPr>
              <p:cNvPr id="9" name="Ink 8">
                <a:extLst>
                  <a:ext uri="{FF2B5EF4-FFF2-40B4-BE49-F238E27FC236}">
                    <a16:creationId xmlns:a16="http://schemas.microsoft.com/office/drawing/2014/main" id="{67AAF2E3-4BFF-6094-DC3C-B9D13C480B51}"/>
                  </a:ext>
                </a:extLst>
              </p:cNvPr>
              <p:cNvPicPr/>
              <p:nvPr/>
            </p:nvPicPr>
            <p:blipFill>
              <a:blip r:embed="rId10"/>
              <a:stretch>
                <a:fillRect/>
              </a:stretch>
            </p:blipFill>
            <p:spPr>
              <a:xfrm>
                <a:off x="1536748" y="5366099"/>
                <a:ext cx="582840" cy="8928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1" name="Ink 10">
                <a:extLst>
                  <a:ext uri="{FF2B5EF4-FFF2-40B4-BE49-F238E27FC236}">
                    <a16:creationId xmlns:a16="http://schemas.microsoft.com/office/drawing/2014/main" id="{1978F25F-9080-3951-2DB1-A335C806239E}"/>
                  </a:ext>
                </a:extLst>
              </p14:cNvPr>
              <p14:cNvContentPartPr/>
              <p14:nvPr/>
            </p14:nvContentPartPr>
            <p14:xfrm>
              <a:off x="2322988" y="5466539"/>
              <a:ext cx="881280" cy="720"/>
            </p14:xfrm>
          </p:contentPart>
        </mc:Choice>
        <mc:Fallback>
          <p:pic>
            <p:nvPicPr>
              <p:cNvPr id="11" name="Ink 10">
                <a:extLst>
                  <a:ext uri="{FF2B5EF4-FFF2-40B4-BE49-F238E27FC236}">
                    <a16:creationId xmlns:a16="http://schemas.microsoft.com/office/drawing/2014/main" id="{1978F25F-9080-3951-2DB1-A335C806239E}"/>
                  </a:ext>
                </a:extLst>
              </p:cNvPr>
              <p:cNvPicPr/>
              <p:nvPr/>
            </p:nvPicPr>
            <p:blipFill>
              <a:blip r:embed="rId12"/>
              <a:stretch>
                <a:fillRect/>
              </a:stretch>
            </p:blipFill>
            <p:spPr>
              <a:xfrm>
                <a:off x="2318308" y="5457179"/>
                <a:ext cx="88992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3" name="Ink 12">
                <a:extLst>
                  <a:ext uri="{FF2B5EF4-FFF2-40B4-BE49-F238E27FC236}">
                    <a16:creationId xmlns:a16="http://schemas.microsoft.com/office/drawing/2014/main" id="{BB754E61-F5C0-1AFD-8A86-4CB660C1338A}"/>
                  </a:ext>
                </a:extLst>
              </p14:cNvPr>
              <p14:cNvContentPartPr/>
              <p14:nvPr/>
            </p14:nvContentPartPr>
            <p14:xfrm>
              <a:off x="3538348" y="5451779"/>
              <a:ext cx="1457280" cy="720"/>
            </p14:xfrm>
          </p:contentPart>
        </mc:Choice>
        <mc:Fallback>
          <p:pic>
            <p:nvPicPr>
              <p:cNvPr id="13" name="Ink 12">
                <a:extLst>
                  <a:ext uri="{FF2B5EF4-FFF2-40B4-BE49-F238E27FC236}">
                    <a16:creationId xmlns:a16="http://schemas.microsoft.com/office/drawing/2014/main" id="{BB754E61-F5C0-1AFD-8A86-4CB660C1338A}"/>
                  </a:ext>
                </a:extLst>
              </p:cNvPr>
              <p:cNvPicPr/>
              <p:nvPr/>
            </p:nvPicPr>
            <p:blipFill>
              <a:blip r:embed="rId14"/>
              <a:stretch>
                <a:fillRect/>
              </a:stretch>
            </p:blipFill>
            <p:spPr>
              <a:xfrm>
                <a:off x="3534028" y="5443139"/>
                <a:ext cx="1465920" cy="18000"/>
              </a:xfrm>
              <a:prstGeom prst="rect">
                <a:avLst/>
              </a:prstGeom>
            </p:spPr>
          </p:pic>
        </mc:Fallback>
      </mc:AlternateContent>
      <p:grpSp>
        <p:nvGrpSpPr>
          <p:cNvPr id="63" name="Group 62">
            <a:extLst>
              <a:ext uri="{FF2B5EF4-FFF2-40B4-BE49-F238E27FC236}">
                <a16:creationId xmlns:a16="http://schemas.microsoft.com/office/drawing/2014/main" id="{E1723096-2979-9F92-2757-D5A26AD0E2DD}"/>
              </a:ext>
            </a:extLst>
          </p:cNvPr>
          <p:cNvGrpSpPr/>
          <p:nvPr/>
        </p:nvGrpSpPr>
        <p:grpSpPr>
          <a:xfrm>
            <a:off x="1581388" y="4888019"/>
            <a:ext cx="4451400" cy="1450080"/>
            <a:chOff x="1581388" y="4888019"/>
            <a:chExt cx="4451400" cy="1450080"/>
          </a:xfrm>
        </p:grpSpPr>
        <mc:AlternateContent xmlns:mc="http://schemas.openxmlformats.org/markup-compatibility/2006">
          <mc:Choice xmlns:p14="http://schemas.microsoft.com/office/powerpoint/2010/main" Requires="p14">
            <p:contentPart p14:bwMode="auto" r:id="rId15">
              <p14:nvContentPartPr>
                <p14:cNvPr id="14" name="Ink 13">
                  <a:extLst>
                    <a:ext uri="{FF2B5EF4-FFF2-40B4-BE49-F238E27FC236}">
                      <a16:creationId xmlns:a16="http://schemas.microsoft.com/office/drawing/2014/main" id="{1A4FF4EA-7B1C-8B21-5FBA-189447F8E781}"/>
                    </a:ext>
                  </a:extLst>
                </p14:cNvPr>
                <p14:cNvContentPartPr/>
                <p14:nvPr/>
              </p14:nvContentPartPr>
              <p14:xfrm>
                <a:off x="1581388" y="4888019"/>
                <a:ext cx="1782720" cy="654480"/>
              </p14:xfrm>
            </p:contentPart>
          </mc:Choice>
          <mc:Fallback>
            <p:pic>
              <p:nvPicPr>
                <p:cNvPr id="14" name="Ink 13">
                  <a:extLst>
                    <a:ext uri="{FF2B5EF4-FFF2-40B4-BE49-F238E27FC236}">
                      <a16:creationId xmlns:a16="http://schemas.microsoft.com/office/drawing/2014/main" id="{1A4FF4EA-7B1C-8B21-5FBA-189447F8E781}"/>
                    </a:ext>
                  </a:extLst>
                </p:cNvPr>
                <p:cNvPicPr/>
                <p:nvPr/>
              </p:nvPicPr>
              <p:blipFill>
                <a:blip r:embed="rId16"/>
                <a:stretch>
                  <a:fillRect/>
                </a:stretch>
              </p:blipFill>
              <p:spPr>
                <a:xfrm>
                  <a:off x="1577068" y="4883699"/>
                  <a:ext cx="1791360" cy="66312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5" name="Ink 14">
                  <a:extLst>
                    <a:ext uri="{FF2B5EF4-FFF2-40B4-BE49-F238E27FC236}">
                      <a16:creationId xmlns:a16="http://schemas.microsoft.com/office/drawing/2014/main" id="{5C0FE8D1-A5F0-E0AC-9A73-E8A07596378D}"/>
                    </a:ext>
                  </a:extLst>
                </p14:cNvPr>
                <p14:cNvContentPartPr/>
                <p14:nvPr/>
              </p14:nvContentPartPr>
              <p14:xfrm>
                <a:off x="2227948" y="5719979"/>
                <a:ext cx="68040" cy="315720"/>
              </p14:xfrm>
            </p:contentPart>
          </mc:Choice>
          <mc:Fallback>
            <p:pic>
              <p:nvPicPr>
                <p:cNvPr id="15" name="Ink 14">
                  <a:extLst>
                    <a:ext uri="{FF2B5EF4-FFF2-40B4-BE49-F238E27FC236}">
                      <a16:creationId xmlns:a16="http://schemas.microsoft.com/office/drawing/2014/main" id="{5C0FE8D1-A5F0-E0AC-9A73-E8A07596378D}"/>
                    </a:ext>
                  </a:extLst>
                </p:cNvPr>
                <p:cNvPicPr/>
                <p:nvPr/>
              </p:nvPicPr>
              <p:blipFill>
                <a:blip r:embed="rId18"/>
                <a:stretch>
                  <a:fillRect/>
                </a:stretch>
              </p:blipFill>
              <p:spPr>
                <a:xfrm>
                  <a:off x="2223628" y="5715659"/>
                  <a:ext cx="76680" cy="32436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6" name="Ink 15">
                  <a:extLst>
                    <a:ext uri="{FF2B5EF4-FFF2-40B4-BE49-F238E27FC236}">
                      <a16:creationId xmlns:a16="http://schemas.microsoft.com/office/drawing/2014/main" id="{8FACB2AB-220F-74F2-2526-77613B87F979}"/>
                    </a:ext>
                  </a:extLst>
                </p14:cNvPr>
                <p14:cNvContentPartPr/>
                <p14:nvPr/>
              </p14:nvContentPartPr>
              <p14:xfrm>
                <a:off x="2362588" y="5667419"/>
                <a:ext cx="127080" cy="466560"/>
              </p14:xfrm>
            </p:contentPart>
          </mc:Choice>
          <mc:Fallback>
            <p:pic>
              <p:nvPicPr>
                <p:cNvPr id="16" name="Ink 15">
                  <a:extLst>
                    <a:ext uri="{FF2B5EF4-FFF2-40B4-BE49-F238E27FC236}">
                      <a16:creationId xmlns:a16="http://schemas.microsoft.com/office/drawing/2014/main" id="{8FACB2AB-220F-74F2-2526-77613B87F979}"/>
                    </a:ext>
                  </a:extLst>
                </p:cNvPr>
                <p:cNvPicPr/>
                <p:nvPr/>
              </p:nvPicPr>
              <p:blipFill>
                <a:blip r:embed="rId20"/>
                <a:stretch>
                  <a:fillRect/>
                </a:stretch>
              </p:blipFill>
              <p:spPr>
                <a:xfrm>
                  <a:off x="2358268" y="5663099"/>
                  <a:ext cx="135720" cy="4752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7" name="Ink 16">
                  <a:extLst>
                    <a:ext uri="{FF2B5EF4-FFF2-40B4-BE49-F238E27FC236}">
                      <a16:creationId xmlns:a16="http://schemas.microsoft.com/office/drawing/2014/main" id="{0B4A8937-AF89-A780-B49A-45ADD05AC095}"/>
                    </a:ext>
                  </a:extLst>
                </p14:cNvPr>
                <p14:cNvContentPartPr/>
                <p14:nvPr/>
              </p14:nvContentPartPr>
              <p14:xfrm>
                <a:off x="2459788" y="5749139"/>
                <a:ext cx="138960" cy="266400"/>
              </p14:xfrm>
            </p:contentPart>
          </mc:Choice>
          <mc:Fallback>
            <p:pic>
              <p:nvPicPr>
                <p:cNvPr id="17" name="Ink 16">
                  <a:extLst>
                    <a:ext uri="{FF2B5EF4-FFF2-40B4-BE49-F238E27FC236}">
                      <a16:creationId xmlns:a16="http://schemas.microsoft.com/office/drawing/2014/main" id="{0B4A8937-AF89-A780-B49A-45ADD05AC095}"/>
                    </a:ext>
                  </a:extLst>
                </p:cNvPr>
                <p:cNvPicPr/>
                <p:nvPr/>
              </p:nvPicPr>
              <p:blipFill>
                <a:blip r:embed="rId22"/>
                <a:stretch>
                  <a:fillRect/>
                </a:stretch>
              </p:blipFill>
              <p:spPr>
                <a:xfrm>
                  <a:off x="2455468" y="5744819"/>
                  <a:ext cx="147600" cy="27504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8" name="Ink 17">
                  <a:extLst>
                    <a:ext uri="{FF2B5EF4-FFF2-40B4-BE49-F238E27FC236}">
                      <a16:creationId xmlns:a16="http://schemas.microsoft.com/office/drawing/2014/main" id="{463F128A-22DB-CD40-9565-C0DD49FEAC87}"/>
                    </a:ext>
                  </a:extLst>
                </p14:cNvPr>
                <p14:cNvContentPartPr/>
                <p14:nvPr/>
              </p14:nvContentPartPr>
              <p14:xfrm>
                <a:off x="2493628" y="5871539"/>
                <a:ext cx="126720" cy="26640"/>
              </p14:xfrm>
            </p:contentPart>
          </mc:Choice>
          <mc:Fallback>
            <p:pic>
              <p:nvPicPr>
                <p:cNvPr id="18" name="Ink 17">
                  <a:extLst>
                    <a:ext uri="{FF2B5EF4-FFF2-40B4-BE49-F238E27FC236}">
                      <a16:creationId xmlns:a16="http://schemas.microsoft.com/office/drawing/2014/main" id="{463F128A-22DB-CD40-9565-C0DD49FEAC87}"/>
                    </a:ext>
                  </a:extLst>
                </p:cNvPr>
                <p:cNvPicPr/>
                <p:nvPr/>
              </p:nvPicPr>
              <p:blipFill>
                <a:blip r:embed="rId24"/>
                <a:stretch>
                  <a:fillRect/>
                </a:stretch>
              </p:blipFill>
              <p:spPr>
                <a:xfrm>
                  <a:off x="2489308" y="5867219"/>
                  <a:ext cx="13536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9" name="Ink 18">
                  <a:extLst>
                    <a:ext uri="{FF2B5EF4-FFF2-40B4-BE49-F238E27FC236}">
                      <a16:creationId xmlns:a16="http://schemas.microsoft.com/office/drawing/2014/main" id="{4A9AC245-217A-B35D-0B1E-3F017F689225}"/>
                    </a:ext>
                  </a:extLst>
                </p14:cNvPr>
                <p14:cNvContentPartPr/>
                <p14:nvPr/>
              </p14:nvContentPartPr>
              <p14:xfrm>
                <a:off x="2704588" y="6083939"/>
                <a:ext cx="21600" cy="128520"/>
              </p14:xfrm>
            </p:contentPart>
          </mc:Choice>
          <mc:Fallback>
            <p:pic>
              <p:nvPicPr>
                <p:cNvPr id="19" name="Ink 18">
                  <a:extLst>
                    <a:ext uri="{FF2B5EF4-FFF2-40B4-BE49-F238E27FC236}">
                      <a16:creationId xmlns:a16="http://schemas.microsoft.com/office/drawing/2014/main" id="{4A9AC245-217A-B35D-0B1E-3F017F689225}"/>
                    </a:ext>
                  </a:extLst>
                </p:cNvPr>
                <p:cNvPicPr/>
                <p:nvPr/>
              </p:nvPicPr>
              <p:blipFill>
                <a:blip r:embed="rId26"/>
                <a:stretch>
                  <a:fillRect/>
                </a:stretch>
              </p:blipFill>
              <p:spPr>
                <a:xfrm>
                  <a:off x="2700268" y="6079619"/>
                  <a:ext cx="30240" cy="13716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20" name="Ink 19">
                  <a:extLst>
                    <a:ext uri="{FF2B5EF4-FFF2-40B4-BE49-F238E27FC236}">
                      <a16:creationId xmlns:a16="http://schemas.microsoft.com/office/drawing/2014/main" id="{B160B5DA-1FB2-6E62-F18E-E50715584A8B}"/>
                    </a:ext>
                  </a:extLst>
                </p14:cNvPr>
                <p14:cNvContentPartPr/>
                <p14:nvPr/>
              </p14:nvContentPartPr>
              <p14:xfrm>
                <a:off x="2805388" y="5797739"/>
                <a:ext cx="145080" cy="230760"/>
              </p14:xfrm>
            </p:contentPart>
          </mc:Choice>
          <mc:Fallback>
            <p:pic>
              <p:nvPicPr>
                <p:cNvPr id="20" name="Ink 19">
                  <a:extLst>
                    <a:ext uri="{FF2B5EF4-FFF2-40B4-BE49-F238E27FC236}">
                      <a16:creationId xmlns:a16="http://schemas.microsoft.com/office/drawing/2014/main" id="{B160B5DA-1FB2-6E62-F18E-E50715584A8B}"/>
                    </a:ext>
                  </a:extLst>
                </p:cNvPr>
                <p:cNvPicPr/>
                <p:nvPr/>
              </p:nvPicPr>
              <p:blipFill>
                <a:blip r:embed="rId28"/>
                <a:stretch>
                  <a:fillRect/>
                </a:stretch>
              </p:blipFill>
              <p:spPr>
                <a:xfrm>
                  <a:off x="2801068" y="5793419"/>
                  <a:ext cx="153720" cy="23940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1" name="Ink 20">
                  <a:extLst>
                    <a:ext uri="{FF2B5EF4-FFF2-40B4-BE49-F238E27FC236}">
                      <a16:creationId xmlns:a16="http://schemas.microsoft.com/office/drawing/2014/main" id="{5E526A91-27A2-CAA3-5385-7E248B596421}"/>
                    </a:ext>
                  </a:extLst>
                </p14:cNvPr>
                <p14:cNvContentPartPr/>
                <p14:nvPr/>
              </p14:nvContentPartPr>
              <p14:xfrm>
                <a:off x="3066388" y="5749499"/>
                <a:ext cx="169560" cy="281520"/>
              </p14:xfrm>
            </p:contentPart>
          </mc:Choice>
          <mc:Fallback>
            <p:pic>
              <p:nvPicPr>
                <p:cNvPr id="21" name="Ink 20">
                  <a:extLst>
                    <a:ext uri="{FF2B5EF4-FFF2-40B4-BE49-F238E27FC236}">
                      <a16:creationId xmlns:a16="http://schemas.microsoft.com/office/drawing/2014/main" id="{5E526A91-27A2-CAA3-5385-7E248B596421}"/>
                    </a:ext>
                  </a:extLst>
                </p:cNvPr>
                <p:cNvPicPr/>
                <p:nvPr/>
              </p:nvPicPr>
              <p:blipFill>
                <a:blip r:embed="rId30"/>
                <a:stretch>
                  <a:fillRect/>
                </a:stretch>
              </p:blipFill>
              <p:spPr>
                <a:xfrm>
                  <a:off x="3062068" y="5745179"/>
                  <a:ext cx="178200" cy="29016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2" name="Ink 21">
                  <a:extLst>
                    <a:ext uri="{FF2B5EF4-FFF2-40B4-BE49-F238E27FC236}">
                      <a16:creationId xmlns:a16="http://schemas.microsoft.com/office/drawing/2014/main" id="{6534319E-DC9F-48EF-7691-9E95A0E275FA}"/>
                    </a:ext>
                  </a:extLst>
                </p14:cNvPr>
                <p14:cNvContentPartPr/>
                <p14:nvPr/>
              </p14:nvContentPartPr>
              <p14:xfrm>
                <a:off x="3111388" y="5870459"/>
                <a:ext cx="114120" cy="16920"/>
              </p14:xfrm>
            </p:contentPart>
          </mc:Choice>
          <mc:Fallback>
            <p:pic>
              <p:nvPicPr>
                <p:cNvPr id="22" name="Ink 21">
                  <a:extLst>
                    <a:ext uri="{FF2B5EF4-FFF2-40B4-BE49-F238E27FC236}">
                      <a16:creationId xmlns:a16="http://schemas.microsoft.com/office/drawing/2014/main" id="{6534319E-DC9F-48EF-7691-9E95A0E275FA}"/>
                    </a:ext>
                  </a:extLst>
                </p:cNvPr>
                <p:cNvPicPr/>
                <p:nvPr/>
              </p:nvPicPr>
              <p:blipFill>
                <a:blip r:embed="rId32"/>
                <a:stretch>
                  <a:fillRect/>
                </a:stretch>
              </p:blipFill>
              <p:spPr>
                <a:xfrm>
                  <a:off x="3107068" y="5866139"/>
                  <a:ext cx="12276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3" name="Ink 22">
                  <a:extLst>
                    <a:ext uri="{FF2B5EF4-FFF2-40B4-BE49-F238E27FC236}">
                      <a16:creationId xmlns:a16="http://schemas.microsoft.com/office/drawing/2014/main" id="{F102ED89-4A79-40C2-DDBF-B82628774E41}"/>
                    </a:ext>
                  </a:extLst>
                </p14:cNvPr>
                <p14:cNvContentPartPr/>
                <p14:nvPr/>
              </p14:nvContentPartPr>
              <p14:xfrm>
                <a:off x="3347188" y="5934179"/>
                <a:ext cx="192960" cy="116640"/>
              </p14:xfrm>
            </p:contentPart>
          </mc:Choice>
          <mc:Fallback>
            <p:pic>
              <p:nvPicPr>
                <p:cNvPr id="23" name="Ink 22">
                  <a:extLst>
                    <a:ext uri="{FF2B5EF4-FFF2-40B4-BE49-F238E27FC236}">
                      <a16:creationId xmlns:a16="http://schemas.microsoft.com/office/drawing/2014/main" id="{F102ED89-4A79-40C2-DDBF-B82628774E41}"/>
                    </a:ext>
                  </a:extLst>
                </p:cNvPr>
                <p:cNvPicPr/>
                <p:nvPr/>
              </p:nvPicPr>
              <p:blipFill>
                <a:blip r:embed="rId34"/>
                <a:stretch>
                  <a:fillRect/>
                </a:stretch>
              </p:blipFill>
              <p:spPr>
                <a:xfrm>
                  <a:off x="3342868" y="5929859"/>
                  <a:ext cx="201600" cy="12528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4" name="Ink 23">
                  <a:extLst>
                    <a:ext uri="{FF2B5EF4-FFF2-40B4-BE49-F238E27FC236}">
                      <a16:creationId xmlns:a16="http://schemas.microsoft.com/office/drawing/2014/main" id="{5AF5F0D4-43E4-6E87-FB05-E41D3AFAF6BB}"/>
                    </a:ext>
                  </a:extLst>
                </p14:cNvPr>
                <p14:cNvContentPartPr/>
                <p14:nvPr/>
              </p14:nvContentPartPr>
              <p14:xfrm>
                <a:off x="3427828" y="5674259"/>
                <a:ext cx="153720" cy="551880"/>
              </p14:xfrm>
            </p:contentPart>
          </mc:Choice>
          <mc:Fallback>
            <p:pic>
              <p:nvPicPr>
                <p:cNvPr id="24" name="Ink 23">
                  <a:extLst>
                    <a:ext uri="{FF2B5EF4-FFF2-40B4-BE49-F238E27FC236}">
                      <a16:creationId xmlns:a16="http://schemas.microsoft.com/office/drawing/2014/main" id="{5AF5F0D4-43E4-6E87-FB05-E41D3AFAF6BB}"/>
                    </a:ext>
                  </a:extLst>
                </p:cNvPr>
                <p:cNvPicPr/>
                <p:nvPr/>
              </p:nvPicPr>
              <p:blipFill>
                <a:blip r:embed="rId36"/>
                <a:stretch>
                  <a:fillRect/>
                </a:stretch>
              </p:blipFill>
              <p:spPr>
                <a:xfrm>
                  <a:off x="3423508" y="5669939"/>
                  <a:ext cx="162360" cy="56052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5" name="Ink 24">
                  <a:extLst>
                    <a:ext uri="{FF2B5EF4-FFF2-40B4-BE49-F238E27FC236}">
                      <a16:creationId xmlns:a16="http://schemas.microsoft.com/office/drawing/2014/main" id="{319BFFF6-691D-0297-0A7A-0ADD87BEFA12}"/>
                    </a:ext>
                  </a:extLst>
                </p14:cNvPr>
                <p14:cNvContentPartPr/>
                <p14:nvPr/>
              </p14:nvContentPartPr>
              <p14:xfrm>
                <a:off x="2407228" y="6160619"/>
                <a:ext cx="1149480" cy="85680"/>
              </p14:xfrm>
            </p:contentPart>
          </mc:Choice>
          <mc:Fallback>
            <p:pic>
              <p:nvPicPr>
                <p:cNvPr id="25" name="Ink 24">
                  <a:extLst>
                    <a:ext uri="{FF2B5EF4-FFF2-40B4-BE49-F238E27FC236}">
                      <a16:creationId xmlns:a16="http://schemas.microsoft.com/office/drawing/2014/main" id="{319BFFF6-691D-0297-0A7A-0ADD87BEFA12}"/>
                    </a:ext>
                  </a:extLst>
                </p:cNvPr>
                <p:cNvPicPr/>
                <p:nvPr/>
              </p:nvPicPr>
              <p:blipFill>
                <a:blip r:embed="rId38"/>
                <a:stretch>
                  <a:fillRect/>
                </a:stretch>
              </p:blipFill>
              <p:spPr>
                <a:xfrm>
                  <a:off x="2402908" y="6156299"/>
                  <a:ext cx="1158120" cy="9432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7" name="Ink 26">
                  <a:extLst>
                    <a:ext uri="{FF2B5EF4-FFF2-40B4-BE49-F238E27FC236}">
                      <a16:creationId xmlns:a16="http://schemas.microsoft.com/office/drawing/2014/main" id="{0EA6AB46-5D9A-5C8C-5D15-9AA81290CC4C}"/>
                    </a:ext>
                  </a:extLst>
                </p14:cNvPr>
                <p14:cNvContentPartPr/>
                <p14:nvPr/>
              </p14:nvContentPartPr>
              <p14:xfrm>
                <a:off x="4011388" y="4967579"/>
                <a:ext cx="1003680" cy="479880"/>
              </p14:xfrm>
            </p:contentPart>
          </mc:Choice>
          <mc:Fallback>
            <p:pic>
              <p:nvPicPr>
                <p:cNvPr id="27" name="Ink 26">
                  <a:extLst>
                    <a:ext uri="{FF2B5EF4-FFF2-40B4-BE49-F238E27FC236}">
                      <a16:creationId xmlns:a16="http://schemas.microsoft.com/office/drawing/2014/main" id="{0EA6AB46-5D9A-5C8C-5D15-9AA81290CC4C}"/>
                    </a:ext>
                  </a:extLst>
                </p:cNvPr>
                <p:cNvPicPr/>
                <p:nvPr/>
              </p:nvPicPr>
              <p:blipFill>
                <a:blip r:embed="rId40"/>
                <a:stretch>
                  <a:fillRect/>
                </a:stretch>
              </p:blipFill>
              <p:spPr>
                <a:xfrm>
                  <a:off x="4007068" y="4963259"/>
                  <a:ext cx="1012320" cy="48852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8" name="Ink 27">
                  <a:extLst>
                    <a:ext uri="{FF2B5EF4-FFF2-40B4-BE49-F238E27FC236}">
                      <a16:creationId xmlns:a16="http://schemas.microsoft.com/office/drawing/2014/main" id="{EE643F0B-43D5-CFFD-AC8F-9F0C158FEB04}"/>
                    </a:ext>
                  </a:extLst>
                </p14:cNvPr>
                <p14:cNvContentPartPr/>
                <p14:nvPr/>
              </p14:nvContentPartPr>
              <p14:xfrm>
                <a:off x="3716908" y="5705219"/>
                <a:ext cx="119160" cy="381960"/>
              </p14:xfrm>
            </p:contentPart>
          </mc:Choice>
          <mc:Fallback>
            <p:pic>
              <p:nvPicPr>
                <p:cNvPr id="28" name="Ink 27">
                  <a:extLst>
                    <a:ext uri="{FF2B5EF4-FFF2-40B4-BE49-F238E27FC236}">
                      <a16:creationId xmlns:a16="http://schemas.microsoft.com/office/drawing/2014/main" id="{EE643F0B-43D5-CFFD-AC8F-9F0C158FEB04}"/>
                    </a:ext>
                  </a:extLst>
                </p:cNvPr>
                <p:cNvPicPr/>
                <p:nvPr/>
              </p:nvPicPr>
              <p:blipFill>
                <a:blip r:embed="rId42"/>
                <a:stretch>
                  <a:fillRect/>
                </a:stretch>
              </p:blipFill>
              <p:spPr>
                <a:xfrm>
                  <a:off x="3712588" y="5700899"/>
                  <a:ext cx="127800" cy="39060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9" name="Ink 28">
                  <a:extLst>
                    <a:ext uri="{FF2B5EF4-FFF2-40B4-BE49-F238E27FC236}">
                      <a16:creationId xmlns:a16="http://schemas.microsoft.com/office/drawing/2014/main" id="{41C9E0A6-0BBD-39B4-3E68-7220B0829D6A}"/>
                    </a:ext>
                  </a:extLst>
                </p14:cNvPr>
                <p14:cNvContentPartPr/>
                <p14:nvPr/>
              </p14:nvContentPartPr>
              <p14:xfrm>
                <a:off x="3853708" y="5623859"/>
                <a:ext cx="277920" cy="663120"/>
              </p14:xfrm>
            </p:contentPart>
          </mc:Choice>
          <mc:Fallback>
            <p:pic>
              <p:nvPicPr>
                <p:cNvPr id="29" name="Ink 28">
                  <a:extLst>
                    <a:ext uri="{FF2B5EF4-FFF2-40B4-BE49-F238E27FC236}">
                      <a16:creationId xmlns:a16="http://schemas.microsoft.com/office/drawing/2014/main" id="{41C9E0A6-0BBD-39B4-3E68-7220B0829D6A}"/>
                    </a:ext>
                  </a:extLst>
                </p:cNvPr>
                <p:cNvPicPr/>
                <p:nvPr/>
              </p:nvPicPr>
              <p:blipFill>
                <a:blip r:embed="rId44"/>
                <a:stretch>
                  <a:fillRect/>
                </a:stretch>
              </p:blipFill>
              <p:spPr>
                <a:xfrm>
                  <a:off x="3849388" y="5619539"/>
                  <a:ext cx="286560" cy="67176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31" name="Ink 30">
                  <a:extLst>
                    <a:ext uri="{FF2B5EF4-FFF2-40B4-BE49-F238E27FC236}">
                      <a16:creationId xmlns:a16="http://schemas.microsoft.com/office/drawing/2014/main" id="{223600E5-6104-22BF-7922-5CB6C3CE6211}"/>
                    </a:ext>
                  </a:extLst>
                </p14:cNvPr>
                <p14:cNvContentPartPr/>
                <p14:nvPr/>
              </p14:nvContentPartPr>
              <p14:xfrm>
                <a:off x="4015348" y="5802779"/>
                <a:ext cx="145800" cy="272880"/>
              </p14:xfrm>
            </p:contentPart>
          </mc:Choice>
          <mc:Fallback>
            <p:pic>
              <p:nvPicPr>
                <p:cNvPr id="31" name="Ink 30">
                  <a:extLst>
                    <a:ext uri="{FF2B5EF4-FFF2-40B4-BE49-F238E27FC236}">
                      <a16:creationId xmlns:a16="http://schemas.microsoft.com/office/drawing/2014/main" id="{223600E5-6104-22BF-7922-5CB6C3CE6211}"/>
                    </a:ext>
                  </a:extLst>
                </p:cNvPr>
                <p:cNvPicPr/>
                <p:nvPr/>
              </p:nvPicPr>
              <p:blipFill>
                <a:blip r:embed="rId46"/>
                <a:stretch>
                  <a:fillRect/>
                </a:stretch>
              </p:blipFill>
              <p:spPr>
                <a:xfrm>
                  <a:off x="4011028" y="5798459"/>
                  <a:ext cx="154440" cy="28152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2" name="Ink 31">
                  <a:extLst>
                    <a:ext uri="{FF2B5EF4-FFF2-40B4-BE49-F238E27FC236}">
                      <a16:creationId xmlns:a16="http://schemas.microsoft.com/office/drawing/2014/main" id="{0BE2CC78-555E-E9A7-4344-3DCAC8822088}"/>
                    </a:ext>
                  </a:extLst>
                </p14:cNvPr>
                <p14:cNvContentPartPr/>
                <p14:nvPr/>
              </p14:nvContentPartPr>
              <p14:xfrm>
                <a:off x="4040548" y="5904299"/>
                <a:ext cx="125640" cy="27720"/>
              </p14:xfrm>
            </p:contentPart>
          </mc:Choice>
          <mc:Fallback>
            <p:pic>
              <p:nvPicPr>
                <p:cNvPr id="32" name="Ink 31">
                  <a:extLst>
                    <a:ext uri="{FF2B5EF4-FFF2-40B4-BE49-F238E27FC236}">
                      <a16:creationId xmlns:a16="http://schemas.microsoft.com/office/drawing/2014/main" id="{0BE2CC78-555E-E9A7-4344-3DCAC8822088}"/>
                    </a:ext>
                  </a:extLst>
                </p:cNvPr>
                <p:cNvPicPr/>
                <p:nvPr/>
              </p:nvPicPr>
              <p:blipFill>
                <a:blip r:embed="rId48"/>
                <a:stretch>
                  <a:fillRect/>
                </a:stretch>
              </p:blipFill>
              <p:spPr>
                <a:xfrm>
                  <a:off x="4036228" y="5899979"/>
                  <a:ext cx="134280" cy="3636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3" name="Ink 32">
                  <a:extLst>
                    <a:ext uri="{FF2B5EF4-FFF2-40B4-BE49-F238E27FC236}">
                      <a16:creationId xmlns:a16="http://schemas.microsoft.com/office/drawing/2014/main" id="{0289AC51-8982-0638-1A5E-D31C5000F481}"/>
                    </a:ext>
                  </a:extLst>
                </p14:cNvPr>
                <p14:cNvContentPartPr/>
                <p14:nvPr/>
              </p14:nvContentPartPr>
              <p14:xfrm>
                <a:off x="4254748" y="5973779"/>
                <a:ext cx="174960" cy="224280"/>
              </p14:xfrm>
            </p:contentPart>
          </mc:Choice>
          <mc:Fallback>
            <p:pic>
              <p:nvPicPr>
                <p:cNvPr id="33" name="Ink 32">
                  <a:extLst>
                    <a:ext uri="{FF2B5EF4-FFF2-40B4-BE49-F238E27FC236}">
                      <a16:creationId xmlns:a16="http://schemas.microsoft.com/office/drawing/2014/main" id="{0289AC51-8982-0638-1A5E-D31C5000F481}"/>
                    </a:ext>
                  </a:extLst>
                </p:cNvPr>
                <p:cNvPicPr/>
                <p:nvPr/>
              </p:nvPicPr>
              <p:blipFill>
                <a:blip r:embed="rId50"/>
                <a:stretch>
                  <a:fillRect/>
                </a:stretch>
              </p:blipFill>
              <p:spPr>
                <a:xfrm>
                  <a:off x="4250428" y="5969459"/>
                  <a:ext cx="183600" cy="23292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4" name="Ink 33">
                  <a:extLst>
                    <a:ext uri="{FF2B5EF4-FFF2-40B4-BE49-F238E27FC236}">
                      <a16:creationId xmlns:a16="http://schemas.microsoft.com/office/drawing/2014/main" id="{1A785143-C0FA-2420-85D6-E650BB1FF345}"/>
                    </a:ext>
                  </a:extLst>
                </p14:cNvPr>
                <p14:cNvContentPartPr/>
                <p14:nvPr/>
              </p14:nvContentPartPr>
              <p14:xfrm>
                <a:off x="4478668" y="5681099"/>
                <a:ext cx="53640" cy="654840"/>
              </p14:xfrm>
            </p:contentPart>
          </mc:Choice>
          <mc:Fallback>
            <p:pic>
              <p:nvPicPr>
                <p:cNvPr id="34" name="Ink 33">
                  <a:extLst>
                    <a:ext uri="{FF2B5EF4-FFF2-40B4-BE49-F238E27FC236}">
                      <a16:creationId xmlns:a16="http://schemas.microsoft.com/office/drawing/2014/main" id="{1A785143-C0FA-2420-85D6-E650BB1FF345}"/>
                    </a:ext>
                  </a:extLst>
                </p:cNvPr>
                <p:cNvPicPr/>
                <p:nvPr/>
              </p:nvPicPr>
              <p:blipFill>
                <a:blip r:embed="rId52"/>
                <a:stretch>
                  <a:fillRect/>
                </a:stretch>
              </p:blipFill>
              <p:spPr>
                <a:xfrm>
                  <a:off x="4474348" y="5676779"/>
                  <a:ext cx="62280" cy="66348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5" name="Ink 34">
                  <a:extLst>
                    <a:ext uri="{FF2B5EF4-FFF2-40B4-BE49-F238E27FC236}">
                      <a16:creationId xmlns:a16="http://schemas.microsoft.com/office/drawing/2014/main" id="{BEA28756-18D5-428C-500E-EFD506241E2E}"/>
                    </a:ext>
                  </a:extLst>
                </p14:cNvPr>
                <p14:cNvContentPartPr/>
                <p14:nvPr/>
              </p14:nvContentPartPr>
              <p14:xfrm>
                <a:off x="4617988" y="5881979"/>
                <a:ext cx="153720" cy="270360"/>
              </p14:xfrm>
            </p:contentPart>
          </mc:Choice>
          <mc:Fallback>
            <p:pic>
              <p:nvPicPr>
                <p:cNvPr id="35" name="Ink 34">
                  <a:extLst>
                    <a:ext uri="{FF2B5EF4-FFF2-40B4-BE49-F238E27FC236}">
                      <a16:creationId xmlns:a16="http://schemas.microsoft.com/office/drawing/2014/main" id="{BEA28756-18D5-428C-500E-EFD506241E2E}"/>
                    </a:ext>
                  </a:extLst>
                </p:cNvPr>
                <p:cNvPicPr/>
                <p:nvPr/>
              </p:nvPicPr>
              <p:blipFill>
                <a:blip r:embed="rId54"/>
                <a:stretch>
                  <a:fillRect/>
                </a:stretch>
              </p:blipFill>
              <p:spPr>
                <a:xfrm>
                  <a:off x="4613668" y="5877659"/>
                  <a:ext cx="162360" cy="27900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6" name="Ink 35">
                  <a:extLst>
                    <a:ext uri="{FF2B5EF4-FFF2-40B4-BE49-F238E27FC236}">
                      <a16:creationId xmlns:a16="http://schemas.microsoft.com/office/drawing/2014/main" id="{457C2F11-C7BB-1F93-1F2E-C0A76FC95DDD}"/>
                    </a:ext>
                  </a:extLst>
                </p14:cNvPr>
                <p14:cNvContentPartPr/>
                <p14:nvPr/>
              </p14:nvContentPartPr>
              <p14:xfrm>
                <a:off x="4654348" y="5990699"/>
                <a:ext cx="111960" cy="14040"/>
              </p14:xfrm>
            </p:contentPart>
          </mc:Choice>
          <mc:Fallback>
            <p:pic>
              <p:nvPicPr>
                <p:cNvPr id="36" name="Ink 35">
                  <a:extLst>
                    <a:ext uri="{FF2B5EF4-FFF2-40B4-BE49-F238E27FC236}">
                      <a16:creationId xmlns:a16="http://schemas.microsoft.com/office/drawing/2014/main" id="{457C2F11-C7BB-1F93-1F2E-C0A76FC95DDD}"/>
                    </a:ext>
                  </a:extLst>
                </p:cNvPr>
                <p:cNvPicPr/>
                <p:nvPr/>
              </p:nvPicPr>
              <p:blipFill>
                <a:blip r:embed="rId56"/>
                <a:stretch>
                  <a:fillRect/>
                </a:stretch>
              </p:blipFill>
              <p:spPr>
                <a:xfrm>
                  <a:off x="4650028" y="5986379"/>
                  <a:ext cx="120600" cy="2268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7" name="Ink 36">
                  <a:extLst>
                    <a:ext uri="{FF2B5EF4-FFF2-40B4-BE49-F238E27FC236}">
                      <a16:creationId xmlns:a16="http://schemas.microsoft.com/office/drawing/2014/main" id="{E725008D-435D-FEC9-E8DF-71C09613BE00}"/>
                    </a:ext>
                  </a:extLst>
                </p14:cNvPr>
                <p14:cNvContentPartPr/>
                <p14:nvPr/>
              </p14:nvContentPartPr>
              <p14:xfrm>
                <a:off x="4861348" y="6149099"/>
                <a:ext cx="10080" cy="130320"/>
              </p14:xfrm>
            </p:contentPart>
          </mc:Choice>
          <mc:Fallback>
            <p:pic>
              <p:nvPicPr>
                <p:cNvPr id="37" name="Ink 36">
                  <a:extLst>
                    <a:ext uri="{FF2B5EF4-FFF2-40B4-BE49-F238E27FC236}">
                      <a16:creationId xmlns:a16="http://schemas.microsoft.com/office/drawing/2014/main" id="{E725008D-435D-FEC9-E8DF-71C09613BE00}"/>
                    </a:ext>
                  </a:extLst>
                </p:cNvPr>
                <p:cNvPicPr/>
                <p:nvPr/>
              </p:nvPicPr>
              <p:blipFill>
                <a:blip r:embed="rId58"/>
                <a:stretch>
                  <a:fillRect/>
                </a:stretch>
              </p:blipFill>
              <p:spPr>
                <a:xfrm>
                  <a:off x="4857028" y="6144779"/>
                  <a:ext cx="1872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38" name="Ink 37">
                  <a:extLst>
                    <a:ext uri="{FF2B5EF4-FFF2-40B4-BE49-F238E27FC236}">
                      <a16:creationId xmlns:a16="http://schemas.microsoft.com/office/drawing/2014/main" id="{5A696B43-86C9-3521-9BB5-69ECB456DB3C}"/>
                    </a:ext>
                  </a:extLst>
                </p14:cNvPr>
                <p14:cNvContentPartPr/>
                <p14:nvPr/>
              </p14:nvContentPartPr>
              <p14:xfrm>
                <a:off x="4979068" y="5926979"/>
                <a:ext cx="142920" cy="299160"/>
              </p14:xfrm>
            </p:contentPart>
          </mc:Choice>
          <mc:Fallback>
            <p:pic>
              <p:nvPicPr>
                <p:cNvPr id="38" name="Ink 37">
                  <a:extLst>
                    <a:ext uri="{FF2B5EF4-FFF2-40B4-BE49-F238E27FC236}">
                      <a16:creationId xmlns:a16="http://schemas.microsoft.com/office/drawing/2014/main" id="{5A696B43-86C9-3521-9BB5-69ECB456DB3C}"/>
                    </a:ext>
                  </a:extLst>
                </p:cNvPr>
                <p:cNvPicPr/>
                <p:nvPr/>
              </p:nvPicPr>
              <p:blipFill>
                <a:blip r:embed="rId60"/>
                <a:stretch>
                  <a:fillRect/>
                </a:stretch>
              </p:blipFill>
              <p:spPr>
                <a:xfrm>
                  <a:off x="4974748" y="5922659"/>
                  <a:ext cx="151560" cy="30780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39" name="Ink 38">
                  <a:extLst>
                    <a:ext uri="{FF2B5EF4-FFF2-40B4-BE49-F238E27FC236}">
                      <a16:creationId xmlns:a16="http://schemas.microsoft.com/office/drawing/2014/main" id="{084EFB36-E1C8-18C6-417C-15AD995FAF70}"/>
                    </a:ext>
                  </a:extLst>
                </p14:cNvPr>
                <p14:cNvContentPartPr/>
                <p14:nvPr/>
              </p14:nvContentPartPr>
              <p14:xfrm>
                <a:off x="5249788" y="5875499"/>
                <a:ext cx="179640" cy="308880"/>
              </p14:xfrm>
            </p:contentPart>
          </mc:Choice>
          <mc:Fallback>
            <p:pic>
              <p:nvPicPr>
                <p:cNvPr id="39" name="Ink 38">
                  <a:extLst>
                    <a:ext uri="{FF2B5EF4-FFF2-40B4-BE49-F238E27FC236}">
                      <a16:creationId xmlns:a16="http://schemas.microsoft.com/office/drawing/2014/main" id="{084EFB36-E1C8-18C6-417C-15AD995FAF70}"/>
                    </a:ext>
                  </a:extLst>
                </p:cNvPr>
                <p:cNvPicPr/>
                <p:nvPr/>
              </p:nvPicPr>
              <p:blipFill>
                <a:blip r:embed="rId62"/>
                <a:stretch>
                  <a:fillRect/>
                </a:stretch>
              </p:blipFill>
              <p:spPr>
                <a:xfrm>
                  <a:off x="5245468" y="5871179"/>
                  <a:ext cx="188280" cy="31752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40" name="Ink 39">
                  <a:extLst>
                    <a:ext uri="{FF2B5EF4-FFF2-40B4-BE49-F238E27FC236}">
                      <a16:creationId xmlns:a16="http://schemas.microsoft.com/office/drawing/2014/main" id="{BCE9C85A-7548-38C3-AC81-3C1110A19295}"/>
                    </a:ext>
                  </a:extLst>
                </p14:cNvPr>
                <p14:cNvContentPartPr/>
                <p14:nvPr/>
              </p14:nvContentPartPr>
              <p14:xfrm>
                <a:off x="5341948" y="6030659"/>
                <a:ext cx="107280" cy="9000"/>
              </p14:xfrm>
            </p:contentPart>
          </mc:Choice>
          <mc:Fallback>
            <p:pic>
              <p:nvPicPr>
                <p:cNvPr id="40" name="Ink 39">
                  <a:extLst>
                    <a:ext uri="{FF2B5EF4-FFF2-40B4-BE49-F238E27FC236}">
                      <a16:creationId xmlns:a16="http://schemas.microsoft.com/office/drawing/2014/main" id="{BCE9C85A-7548-38C3-AC81-3C1110A19295}"/>
                    </a:ext>
                  </a:extLst>
                </p:cNvPr>
                <p:cNvPicPr/>
                <p:nvPr/>
              </p:nvPicPr>
              <p:blipFill>
                <a:blip r:embed="rId64"/>
                <a:stretch>
                  <a:fillRect/>
                </a:stretch>
              </p:blipFill>
              <p:spPr>
                <a:xfrm>
                  <a:off x="5337628" y="6026339"/>
                  <a:ext cx="115920" cy="1764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41" name="Ink 40">
                  <a:extLst>
                    <a:ext uri="{FF2B5EF4-FFF2-40B4-BE49-F238E27FC236}">
                      <a16:creationId xmlns:a16="http://schemas.microsoft.com/office/drawing/2014/main" id="{47CD9C9A-B13A-AA3A-91D8-F59D18639267}"/>
                    </a:ext>
                  </a:extLst>
                </p14:cNvPr>
                <p14:cNvContentPartPr/>
                <p14:nvPr/>
              </p14:nvContentPartPr>
              <p14:xfrm>
                <a:off x="5530228" y="6108419"/>
                <a:ext cx="170280" cy="109080"/>
              </p14:xfrm>
            </p:contentPart>
          </mc:Choice>
          <mc:Fallback>
            <p:pic>
              <p:nvPicPr>
                <p:cNvPr id="41" name="Ink 40">
                  <a:extLst>
                    <a:ext uri="{FF2B5EF4-FFF2-40B4-BE49-F238E27FC236}">
                      <a16:creationId xmlns:a16="http://schemas.microsoft.com/office/drawing/2014/main" id="{47CD9C9A-B13A-AA3A-91D8-F59D18639267}"/>
                    </a:ext>
                  </a:extLst>
                </p:cNvPr>
                <p:cNvPicPr/>
                <p:nvPr/>
              </p:nvPicPr>
              <p:blipFill>
                <a:blip r:embed="rId66"/>
                <a:stretch>
                  <a:fillRect/>
                </a:stretch>
              </p:blipFill>
              <p:spPr>
                <a:xfrm>
                  <a:off x="5525908" y="6104099"/>
                  <a:ext cx="178920" cy="11772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42" name="Ink 41">
                  <a:extLst>
                    <a:ext uri="{FF2B5EF4-FFF2-40B4-BE49-F238E27FC236}">
                      <a16:creationId xmlns:a16="http://schemas.microsoft.com/office/drawing/2014/main" id="{C02CCBAB-9023-E491-4ABF-8345FE30C8E0}"/>
                    </a:ext>
                  </a:extLst>
                </p14:cNvPr>
                <p14:cNvContentPartPr/>
                <p14:nvPr/>
              </p14:nvContentPartPr>
              <p14:xfrm>
                <a:off x="5506828" y="5667779"/>
                <a:ext cx="135000" cy="670320"/>
              </p14:xfrm>
            </p:contentPart>
          </mc:Choice>
          <mc:Fallback>
            <p:pic>
              <p:nvPicPr>
                <p:cNvPr id="42" name="Ink 41">
                  <a:extLst>
                    <a:ext uri="{FF2B5EF4-FFF2-40B4-BE49-F238E27FC236}">
                      <a16:creationId xmlns:a16="http://schemas.microsoft.com/office/drawing/2014/main" id="{C02CCBAB-9023-E491-4ABF-8345FE30C8E0}"/>
                    </a:ext>
                  </a:extLst>
                </p:cNvPr>
                <p:cNvPicPr/>
                <p:nvPr/>
              </p:nvPicPr>
              <p:blipFill>
                <a:blip r:embed="rId68"/>
                <a:stretch>
                  <a:fillRect/>
                </a:stretch>
              </p:blipFill>
              <p:spPr>
                <a:xfrm>
                  <a:off x="5502508" y="5663459"/>
                  <a:ext cx="143640" cy="67896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44" name="Ink 43">
                  <a:extLst>
                    <a:ext uri="{FF2B5EF4-FFF2-40B4-BE49-F238E27FC236}">
                      <a16:creationId xmlns:a16="http://schemas.microsoft.com/office/drawing/2014/main" id="{EE928D04-60AE-0212-8A48-B0A11EBA6DCE}"/>
                    </a:ext>
                  </a:extLst>
                </p14:cNvPr>
                <p14:cNvContentPartPr/>
                <p14:nvPr/>
              </p14:nvContentPartPr>
              <p14:xfrm>
                <a:off x="5872228" y="5942459"/>
                <a:ext cx="128520" cy="53640"/>
              </p14:xfrm>
            </p:contentPart>
          </mc:Choice>
          <mc:Fallback>
            <p:pic>
              <p:nvPicPr>
                <p:cNvPr id="44" name="Ink 43">
                  <a:extLst>
                    <a:ext uri="{FF2B5EF4-FFF2-40B4-BE49-F238E27FC236}">
                      <a16:creationId xmlns:a16="http://schemas.microsoft.com/office/drawing/2014/main" id="{EE928D04-60AE-0212-8A48-B0A11EBA6DCE}"/>
                    </a:ext>
                  </a:extLst>
                </p:cNvPr>
                <p:cNvPicPr/>
                <p:nvPr/>
              </p:nvPicPr>
              <p:blipFill>
                <a:blip r:embed="rId70"/>
                <a:stretch>
                  <a:fillRect/>
                </a:stretch>
              </p:blipFill>
              <p:spPr>
                <a:xfrm>
                  <a:off x="5867908" y="5938139"/>
                  <a:ext cx="137160" cy="6228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45" name="Ink 44">
                  <a:extLst>
                    <a:ext uri="{FF2B5EF4-FFF2-40B4-BE49-F238E27FC236}">
                      <a16:creationId xmlns:a16="http://schemas.microsoft.com/office/drawing/2014/main" id="{819BA384-6CE3-B400-DF78-04835D09AA2E}"/>
                    </a:ext>
                  </a:extLst>
                </p14:cNvPr>
                <p14:cNvContentPartPr/>
                <p14:nvPr/>
              </p14:nvContentPartPr>
              <p14:xfrm>
                <a:off x="5903188" y="5997539"/>
                <a:ext cx="129600" cy="45000"/>
              </p14:xfrm>
            </p:contentPart>
          </mc:Choice>
          <mc:Fallback>
            <p:pic>
              <p:nvPicPr>
                <p:cNvPr id="45" name="Ink 44">
                  <a:extLst>
                    <a:ext uri="{FF2B5EF4-FFF2-40B4-BE49-F238E27FC236}">
                      <a16:creationId xmlns:a16="http://schemas.microsoft.com/office/drawing/2014/main" id="{819BA384-6CE3-B400-DF78-04835D09AA2E}"/>
                    </a:ext>
                  </a:extLst>
                </p:cNvPr>
                <p:cNvPicPr/>
                <p:nvPr/>
              </p:nvPicPr>
              <p:blipFill>
                <a:blip r:embed="rId72"/>
                <a:stretch>
                  <a:fillRect/>
                </a:stretch>
              </p:blipFill>
              <p:spPr>
                <a:xfrm>
                  <a:off x="5898868" y="5993219"/>
                  <a:ext cx="138240" cy="53640"/>
                </a:xfrm>
                <a:prstGeom prst="rect">
                  <a:avLst/>
                </a:prstGeom>
              </p:spPr>
            </p:pic>
          </mc:Fallback>
        </mc:AlternateContent>
      </p:grpSp>
      <p:grpSp>
        <p:nvGrpSpPr>
          <p:cNvPr id="65" name="Group 64">
            <a:extLst>
              <a:ext uri="{FF2B5EF4-FFF2-40B4-BE49-F238E27FC236}">
                <a16:creationId xmlns:a16="http://schemas.microsoft.com/office/drawing/2014/main" id="{52CEB5F0-F27C-C928-A689-A30471C1CCA2}"/>
              </a:ext>
            </a:extLst>
          </p:cNvPr>
          <p:cNvGrpSpPr/>
          <p:nvPr/>
        </p:nvGrpSpPr>
        <p:grpSpPr>
          <a:xfrm>
            <a:off x="6337348" y="5601539"/>
            <a:ext cx="2476440" cy="625320"/>
            <a:chOff x="6337348" y="5601539"/>
            <a:chExt cx="2476440" cy="625320"/>
          </a:xfrm>
        </p:grpSpPr>
        <mc:AlternateContent xmlns:mc="http://schemas.openxmlformats.org/markup-compatibility/2006">
          <mc:Choice xmlns:p14="http://schemas.microsoft.com/office/powerpoint/2010/main" Requires="p14">
            <p:contentPart p14:bwMode="auto" r:id="rId73">
              <p14:nvContentPartPr>
                <p14:cNvPr id="46" name="Ink 45">
                  <a:extLst>
                    <a:ext uri="{FF2B5EF4-FFF2-40B4-BE49-F238E27FC236}">
                      <a16:creationId xmlns:a16="http://schemas.microsoft.com/office/drawing/2014/main" id="{4060E2B5-7909-F866-C626-D2024E0B1837}"/>
                    </a:ext>
                  </a:extLst>
                </p14:cNvPr>
                <p14:cNvContentPartPr/>
                <p14:nvPr/>
              </p14:nvContentPartPr>
              <p14:xfrm>
                <a:off x="6337348" y="5682179"/>
                <a:ext cx="106920" cy="390600"/>
              </p14:xfrm>
            </p:contentPart>
          </mc:Choice>
          <mc:Fallback>
            <p:pic>
              <p:nvPicPr>
                <p:cNvPr id="46" name="Ink 45">
                  <a:extLst>
                    <a:ext uri="{FF2B5EF4-FFF2-40B4-BE49-F238E27FC236}">
                      <a16:creationId xmlns:a16="http://schemas.microsoft.com/office/drawing/2014/main" id="{4060E2B5-7909-F866-C626-D2024E0B1837}"/>
                    </a:ext>
                  </a:extLst>
                </p:cNvPr>
                <p:cNvPicPr/>
                <p:nvPr/>
              </p:nvPicPr>
              <p:blipFill>
                <a:blip r:embed="rId74"/>
                <a:stretch>
                  <a:fillRect/>
                </a:stretch>
              </p:blipFill>
              <p:spPr>
                <a:xfrm>
                  <a:off x="6333028" y="5677859"/>
                  <a:ext cx="115560" cy="39924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47" name="Ink 46">
                  <a:extLst>
                    <a:ext uri="{FF2B5EF4-FFF2-40B4-BE49-F238E27FC236}">
                      <a16:creationId xmlns:a16="http://schemas.microsoft.com/office/drawing/2014/main" id="{40C29389-E804-A2C0-B7B6-4FDD455612E2}"/>
                    </a:ext>
                  </a:extLst>
                </p14:cNvPr>
                <p14:cNvContentPartPr/>
                <p14:nvPr/>
              </p14:nvContentPartPr>
              <p14:xfrm>
                <a:off x="6547588" y="5601539"/>
                <a:ext cx="116280" cy="497520"/>
              </p14:xfrm>
            </p:contentPart>
          </mc:Choice>
          <mc:Fallback>
            <p:pic>
              <p:nvPicPr>
                <p:cNvPr id="47" name="Ink 46">
                  <a:extLst>
                    <a:ext uri="{FF2B5EF4-FFF2-40B4-BE49-F238E27FC236}">
                      <a16:creationId xmlns:a16="http://schemas.microsoft.com/office/drawing/2014/main" id="{40C29389-E804-A2C0-B7B6-4FDD455612E2}"/>
                    </a:ext>
                  </a:extLst>
                </p:cNvPr>
                <p:cNvPicPr/>
                <p:nvPr/>
              </p:nvPicPr>
              <p:blipFill>
                <a:blip r:embed="rId76"/>
                <a:stretch>
                  <a:fillRect/>
                </a:stretch>
              </p:blipFill>
              <p:spPr>
                <a:xfrm>
                  <a:off x="6543268" y="5597219"/>
                  <a:ext cx="124920" cy="50616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48" name="Ink 47">
                  <a:extLst>
                    <a:ext uri="{FF2B5EF4-FFF2-40B4-BE49-F238E27FC236}">
                      <a16:creationId xmlns:a16="http://schemas.microsoft.com/office/drawing/2014/main" id="{5826E8C3-3D93-6012-83B6-592BF86E33A8}"/>
                    </a:ext>
                  </a:extLst>
                </p14:cNvPr>
                <p14:cNvContentPartPr/>
                <p14:nvPr/>
              </p14:nvContentPartPr>
              <p14:xfrm>
                <a:off x="6686548" y="5693699"/>
                <a:ext cx="178560" cy="335160"/>
              </p14:xfrm>
            </p:contentPart>
          </mc:Choice>
          <mc:Fallback>
            <p:pic>
              <p:nvPicPr>
                <p:cNvPr id="48" name="Ink 47">
                  <a:extLst>
                    <a:ext uri="{FF2B5EF4-FFF2-40B4-BE49-F238E27FC236}">
                      <a16:creationId xmlns:a16="http://schemas.microsoft.com/office/drawing/2014/main" id="{5826E8C3-3D93-6012-83B6-592BF86E33A8}"/>
                    </a:ext>
                  </a:extLst>
                </p:cNvPr>
                <p:cNvPicPr/>
                <p:nvPr/>
              </p:nvPicPr>
              <p:blipFill>
                <a:blip r:embed="rId78"/>
                <a:stretch>
                  <a:fillRect/>
                </a:stretch>
              </p:blipFill>
              <p:spPr>
                <a:xfrm>
                  <a:off x="6682228" y="5689379"/>
                  <a:ext cx="187200" cy="34380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49" name="Ink 48">
                  <a:extLst>
                    <a:ext uri="{FF2B5EF4-FFF2-40B4-BE49-F238E27FC236}">
                      <a16:creationId xmlns:a16="http://schemas.microsoft.com/office/drawing/2014/main" id="{482B1DC5-F0D9-CFCF-5DFA-1AE514780128}"/>
                    </a:ext>
                  </a:extLst>
                </p14:cNvPr>
                <p14:cNvContentPartPr/>
                <p14:nvPr/>
              </p14:nvContentPartPr>
              <p14:xfrm>
                <a:off x="6753868" y="5857859"/>
                <a:ext cx="110880" cy="11880"/>
              </p14:xfrm>
            </p:contentPart>
          </mc:Choice>
          <mc:Fallback>
            <p:pic>
              <p:nvPicPr>
                <p:cNvPr id="49" name="Ink 48">
                  <a:extLst>
                    <a:ext uri="{FF2B5EF4-FFF2-40B4-BE49-F238E27FC236}">
                      <a16:creationId xmlns:a16="http://schemas.microsoft.com/office/drawing/2014/main" id="{482B1DC5-F0D9-CFCF-5DFA-1AE514780128}"/>
                    </a:ext>
                  </a:extLst>
                </p:cNvPr>
                <p:cNvPicPr/>
                <p:nvPr/>
              </p:nvPicPr>
              <p:blipFill>
                <a:blip r:embed="rId80"/>
                <a:stretch>
                  <a:fillRect/>
                </a:stretch>
              </p:blipFill>
              <p:spPr>
                <a:xfrm>
                  <a:off x="6749548" y="5853539"/>
                  <a:ext cx="119520" cy="2052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50" name="Ink 49">
                  <a:extLst>
                    <a:ext uri="{FF2B5EF4-FFF2-40B4-BE49-F238E27FC236}">
                      <a16:creationId xmlns:a16="http://schemas.microsoft.com/office/drawing/2014/main" id="{0C8163D0-4BBE-6B34-331F-3952662731FB}"/>
                    </a:ext>
                  </a:extLst>
                </p14:cNvPr>
                <p14:cNvContentPartPr/>
                <p14:nvPr/>
              </p14:nvContentPartPr>
              <p14:xfrm>
                <a:off x="6957628" y="6001499"/>
                <a:ext cx="21600" cy="181080"/>
              </p14:xfrm>
            </p:contentPart>
          </mc:Choice>
          <mc:Fallback>
            <p:pic>
              <p:nvPicPr>
                <p:cNvPr id="50" name="Ink 49">
                  <a:extLst>
                    <a:ext uri="{FF2B5EF4-FFF2-40B4-BE49-F238E27FC236}">
                      <a16:creationId xmlns:a16="http://schemas.microsoft.com/office/drawing/2014/main" id="{0C8163D0-4BBE-6B34-331F-3952662731FB}"/>
                    </a:ext>
                  </a:extLst>
                </p:cNvPr>
                <p:cNvPicPr/>
                <p:nvPr/>
              </p:nvPicPr>
              <p:blipFill>
                <a:blip r:embed="rId82"/>
                <a:stretch>
                  <a:fillRect/>
                </a:stretch>
              </p:blipFill>
              <p:spPr>
                <a:xfrm>
                  <a:off x="6953308" y="5997179"/>
                  <a:ext cx="30240" cy="18972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51" name="Ink 50">
                  <a:extLst>
                    <a:ext uri="{FF2B5EF4-FFF2-40B4-BE49-F238E27FC236}">
                      <a16:creationId xmlns:a16="http://schemas.microsoft.com/office/drawing/2014/main" id="{20F4A707-78F6-78E5-02C4-C04715F162C0}"/>
                    </a:ext>
                  </a:extLst>
                </p14:cNvPr>
                <p14:cNvContentPartPr/>
                <p14:nvPr/>
              </p14:nvContentPartPr>
              <p14:xfrm>
                <a:off x="7136548" y="5759219"/>
                <a:ext cx="149040" cy="214200"/>
              </p14:xfrm>
            </p:contentPart>
          </mc:Choice>
          <mc:Fallback>
            <p:pic>
              <p:nvPicPr>
                <p:cNvPr id="51" name="Ink 50">
                  <a:extLst>
                    <a:ext uri="{FF2B5EF4-FFF2-40B4-BE49-F238E27FC236}">
                      <a16:creationId xmlns:a16="http://schemas.microsoft.com/office/drawing/2014/main" id="{20F4A707-78F6-78E5-02C4-C04715F162C0}"/>
                    </a:ext>
                  </a:extLst>
                </p:cNvPr>
                <p:cNvPicPr/>
                <p:nvPr/>
              </p:nvPicPr>
              <p:blipFill>
                <a:blip r:embed="rId84"/>
                <a:stretch>
                  <a:fillRect/>
                </a:stretch>
              </p:blipFill>
              <p:spPr>
                <a:xfrm>
                  <a:off x="7132228" y="5754899"/>
                  <a:ext cx="157680" cy="22284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52" name="Ink 51">
                  <a:extLst>
                    <a:ext uri="{FF2B5EF4-FFF2-40B4-BE49-F238E27FC236}">
                      <a16:creationId xmlns:a16="http://schemas.microsoft.com/office/drawing/2014/main" id="{F0864A82-4FEC-8682-1D47-CBABE118B38A}"/>
                    </a:ext>
                  </a:extLst>
                </p14:cNvPr>
                <p14:cNvContentPartPr/>
                <p14:nvPr/>
              </p14:nvContentPartPr>
              <p14:xfrm>
                <a:off x="7476388" y="5732579"/>
                <a:ext cx="149760" cy="284040"/>
              </p14:xfrm>
            </p:contentPart>
          </mc:Choice>
          <mc:Fallback>
            <p:pic>
              <p:nvPicPr>
                <p:cNvPr id="52" name="Ink 51">
                  <a:extLst>
                    <a:ext uri="{FF2B5EF4-FFF2-40B4-BE49-F238E27FC236}">
                      <a16:creationId xmlns:a16="http://schemas.microsoft.com/office/drawing/2014/main" id="{F0864A82-4FEC-8682-1D47-CBABE118B38A}"/>
                    </a:ext>
                  </a:extLst>
                </p:cNvPr>
                <p:cNvPicPr/>
                <p:nvPr/>
              </p:nvPicPr>
              <p:blipFill>
                <a:blip r:embed="rId86"/>
                <a:stretch>
                  <a:fillRect/>
                </a:stretch>
              </p:blipFill>
              <p:spPr>
                <a:xfrm>
                  <a:off x="7472068" y="5728259"/>
                  <a:ext cx="158400" cy="29268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53" name="Ink 52">
                  <a:extLst>
                    <a:ext uri="{FF2B5EF4-FFF2-40B4-BE49-F238E27FC236}">
                      <a16:creationId xmlns:a16="http://schemas.microsoft.com/office/drawing/2014/main" id="{716FF76F-28D9-E986-BC68-EED73200F949}"/>
                    </a:ext>
                  </a:extLst>
                </p14:cNvPr>
                <p14:cNvContentPartPr/>
                <p14:nvPr/>
              </p14:nvContentPartPr>
              <p14:xfrm>
                <a:off x="7524628" y="5896739"/>
                <a:ext cx="111960" cy="11160"/>
              </p14:xfrm>
            </p:contentPart>
          </mc:Choice>
          <mc:Fallback>
            <p:pic>
              <p:nvPicPr>
                <p:cNvPr id="53" name="Ink 52">
                  <a:extLst>
                    <a:ext uri="{FF2B5EF4-FFF2-40B4-BE49-F238E27FC236}">
                      <a16:creationId xmlns:a16="http://schemas.microsoft.com/office/drawing/2014/main" id="{716FF76F-28D9-E986-BC68-EED73200F949}"/>
                    </a:ext>
                  </a:extLst>
                </p:cNvPr>
                <p:cNvPicPr/>
                <p:nvPr/>
              </p:nvPicPr>
              <p:blipFill>
                <a:blip r:embed="rId88"/>
                <a:stretch>
                  <a:fillRect/>
                </a:stretch>
              </p:blipFill>
              <p:spPr>
                <a:xfrm>
                  <a:off x="7520308" y="5892419"/>
                  <a:ext cx="120600" cy="1980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54" name="Ink 53">
                  <a:extLst>
                    <a:ext uri="{FF2B5EF4-FFF2-40B4-BE49-F238E27FC236}">
                      <a16:creationId xmlns:a16="http://schemas.microsoft.com/office/drawing/2014/main" id="{0F87DBEF-2987-6427-5109-6767A24B8ED0}"/>
                    </a:ext>
                  </a:extLst>
                </p14:cNvPr>
                <p14:cNvContentPartPr/>
                <p14:nvPr/>
              </p14:nvContentPartPr>
              <p14:xfrm>
                <a:off x="7729828" y="5942459"/>
                <a:ext cx="217080" cy="150840"/>
              </p14:xfrm>
            </p:contentPart>
          </mc:Choice>
          <mc:Fallback>
            <p:pic>
              <p:nvPicPr>
                <p:cNvPr id="54" name="Ink 53">
                  <a:extLst>
                    <a:ext uri="{FF2B5EF4-FFF2-40B4-BE49-F238E27FC236}">
                      <a16:creationId xmlns:a16="http://schemas.microsoft.com/office/drawing/2014/main" id="{0F87DBEF-2987-6427-5109-6767A24B8ED0}"/>
                    </a:ext>
                  </a:extLst>
                </p:cNvPr>
                <p:cNvPicPr/>
                <p:nvPr/>
              </p:nvPicPr>
              <p:blipFill>
                <a:blip r:embed="rId90"/>
                <a:stretch>
                  <a:fillRect/>
                </a:stretch>
              </p:blipFill>
              <p:spPr>
                <a:xfrm>
                  <a:off x="7725508" y="5938139"/>
                  <a:ext cx="225720" cy="15948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55" name="Ink 54">
                  <a:extLst>
                    <a:ext uri="{FF2B5EF4-FFF2-40B4-BE49-F238E27FC236}">
                      <a16:creationId xmlns:a16="http://schemas.microsoft.com/office/drawing/2014/main" id="{818E714C-43BE-4A42-2A22-E7610355BE5F}"/>
                    </a:ext>
                  </a:extLst>
                </p14:cNvPr>
                <p14:cNvContentPartPr/>
                <p14:nvPr/>
              </p14:nvContentPartPr>
              <p14:xfrm>
                <a:off x="8025748" y="5764259"/>
                <a:ext cx="131400" cy="254880"/>
              </p14:xfrm>
            </p:contentPart>
          </mc:Choice>
          <mc:Fallback>
            <p:pic>
              <p:nvPicPr>
                <p:cNvPr id="55" name="Ink 54">
                  <a:extLst>
                    <a:ext uri="{FF2B5EF4-FFF2-40B4-BE49-F238E27FC236}">
                      <a16:creationId xmlns:a16="http://schemas.microsoft.com/office/drawing/2014/main" id="{818E714C-43BE-4A42-2A22-E7610355BE5F}"/>
                    </a:ext>
                  </a:extLst>
                </p:cNvPr>
                <p:cNvPicPr/>
                <p:nvPr/>
              </p:nvPicPr>
              <p:blipFill>
                <a:blip r:embed="rId92"/>
                <a:stretch>
                  <a:fillRect/>
                </a:stretch>
              </p:blipFill>
              <p:spPr>
                <a:xfrm>
                  <a:off x="8021428" y="5759939"/>
                  <a:ext cx="140040" cy="26352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56" name="Ink 55">
                  <a:extLst>
                    <a:ext uri="{FF2B5EF4-FFF2-40B4-BE49-F238E27FC236}">
                      <a16:creationId xmlns:a16="http://schemas.microsoft.com/office/drawing/2014/main" id="{68186065-AA5B-1F57-B816-79DF6ADD447F}"/>
                    </a:ext>
                  </a:extLst>
                </p14:cNvPr>
                <p14:cNvContentPartPr/>
                <p14:nvPr/>
              </p14:nvContentPartPr>
              <p14:xfrm>
                <a:off x="8343988" y="5696579"/>
                <a:ext cx="146160" cy="319680"/>
              </p14:xfrm>
            </p:contentPart>
          </mc:Choice>
          <mc:Fallback>
            <p:pic>
              <p:nvPicPr>
                <p:cNvPr id="56" name="Ink 55">
                  <a:extLst>
                    <a:ext uri="{FF2B5EF4-FFF2-40B4-BE49-F238E27FC236}">
                      <a16:creationId xmlns:a16="http://schemas.microsoft.com/office/drawing/2014/main" id="{68186065-AA5B-1F57-B816-79DF6ADD447F}"/>
                    </a:ext>
                  </a:extLst>
                </p:cNvPr>
                <p:cNvPicPr/>
                <p:nvPr/>
              </p:nvPicPr>
              <p:blipFill>
                <a:blip r:embed="rId94"/>
                <a:stretch>
                  <a:fillRect/>
                </a:stretch>
              </p:blipFill>
              <p:spPr>
                <a:xfrm>
                  <a:off x="8339668" y="5692259"/>
                  <a:ext cx="154800" cy="32832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57" name="Ink 56">
                  <a:extLst>
                    <a:ext uri="{FF2B5EF4-FFF2-40B4-BE49-F238E27FC236}">
                      <a16:creationId xmlns:a16="http://schemas.microsoft.com/office/drawing/2014/main" id="{5F76E0CB-7B92-EB80-81E0-C2E1256EBB1B}"/>
                    </a:ext>
                  </a:extLst>
                </p14:cNvPr>
                <p14:cNvContentPartPr/>
                <p14:nvPr/>
              </p14:nvContentPartPr>
              <p14:xfrm>
                <a:off x="8387908" y="5873339"/>
                <a:ext cx="134280" cy="12960"/>
              </p14:xfrm>
            </p:contentPart>
          </mc:Choice>
          <mc:Fallback>
            <p:pic>
              <p:nvPicPr>
                <p:cNvPr id="57" name="Ink 56">
                  <a:extLst>
                    <a:ext uri="{FF2B5EF4-FFF2-40B4-BE49-F238E27FC236}">
                      <a16:creationId xmlns:a16="http://schemas.microsoft.com/office/drawing/2014/main" id="{5F76E0CB-7B92-EB80-81E0-C2E1256EBB1B}"/>
                    </a:ext>
                  </a:extLst>
                </p:cNvPr>
                <p:cNvPicPr/>
                <p:nvPr/>
              </p:nvPicPr>
              <p:blipFill>
                <a:blip r:embed="rId96"/>
                <a:stretch>
                  <a:fillRect/>
                </a:stretch>
              </p:blipFill>
              <p:spPr>
                <a:xfrm>
                  <a:off x="8383588" y="5869019"/>
                  <a:ext cx="14292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58" name="Ink 57">
                  <a:extLst>
                    <a:ext uri="{FF2B5EF4-FFF2-40B4-BE49-F238E27FC236}">
                      <a16:creationId xmlns:a16="http://schemas.microsoft.com/office/drawing/2014/main" id="{1AE33D90-504D-E03F-47F9-E49DFB8CC231}"/>
                    </a:ext>
                  </a:extLst>
                </p14:cNvPr>
                <p14:cNvContentPartPr/>
                <p14:nvPr/>
              </p14:nvContentPartPr>
              <p14:xfrm>
                <a:off x="8587348" y="5888819"/>
                <a:ext cx="145440" cy="225720"/>
              </p14:xfrm>
            </p:contentPart>
          </mc:Choice>
          <mc:Fallback>
            <p:pic>
              <p:nvPicPr>
                <p:cNvPr id="58" name="Ink 57">
                  <a:extLst>
                    <a:ext uri="{FF2B5EF4-FFF2-40B4-BE49-F238E27FC236}">
                      <a16:creationId xmlns:a16="http://schemas.microsoft.com/office/drawing/2014/main" id="{1AE33D90-504D-E03F-47F9-E49DFB8CC231}"/>
                    </a:ext>
                  </a:extLst>
                </p:cNvPr>
                <p:cNvPicPr/>
                <p:nvPr/>
              </p:nvPicPr>
              <p:blipFill>
                <a:blip r:embed="rId98"/>
                <a:stretch>
                  <a:fillRect/>
                </a:stretch>
              </p:blipFill>
              <p:spPr>
                <a:xfrm>
                  <a:off x="8583028" y="5884499"/>
                  <a:ext cx="154080" cy="23436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59" name="Ink 58">
                  <a:extLst>
                    <a:ext uri="{FF2B5EF4-FFF2-40B4-BE49-F238E27FC236}">
                      <a16:creationId xmlns:a16="http://schemas.microsoft.com/office/drawing/2014/main" id="{424A8928-1667-50C5-5607-1478364162A8}"/>
                    </a:ext>
                  </a:extLst>
                </p14:cNvPr>
                <p14:cNvContentPartPr/>
                <p14:nvPr/>
              </p14:nvContentPartPr>
              <p14:xfrm>
                <a:off x="8696788" y="5611979"/>
                <a:ext cx="117000" cy="614880"/>
              </p14:xfrm>
            </p:contentPart>
          </mc:Choice>
          <mc:Fallback>
            <p:pic>
              <p:nvPicPr>
                <p:cNvPr id="59" name="Ink 58">
                  <a:extLst>
                    <a:ext uri="{FF2B5EF4-FFF2-40B4-BE49-F238E27FC236}">
                      <a16:creationId xmlns:a16="http://schemas.microsoft.com/office/drawing/2014/main" id="{424A8928-1667-50C5-5607-1478364162A8}"/>
                    </a:ext>
                  </a:extLst>
                </p:cNvPr>
                <p:cNvPicPr/>
                <p:nvPr/>
              </p:nvPicPr>
              <p:blipFill>
                <a:blip r:embed="rId100"/>
                <a:stretch>
                  <a:fillRect/>
                </a:stretch>
              </p:blipFill>
              <p:spPr>
                <a:xfrm>
                  <a:off x="8692468" y="5607659"/>
                  <a:ext cx="125640" cy="62352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64" name="Ink 63">
                  <a:extLst>
                    <a:ext uri="{FF2B5EF4-FFF2-40B4-BE49-F238E27FC236}">
                      <a16:creationId xmlns:a16="http://schemas.microsoft.com/office/drawing/2014/main" id="{B0A769E5-F08E-1627-6BEA-4047B19FA5AA}"/>
                    </a:ext>
                  </a:extLst>
                </p14:cNvPr>
                <p14:cNvContentPartPr/>
                <p14:nvPr/>
              </p14:nvContentPartPr>
              <p14:xfrm>
                <a:off x="6730468" y="6155219"/>
                <a:ext cx="2057040" cy="58320"/>
              </p14:xfrm>
            </p:contentPart>
          </mc:Choice>
          <mc:Fallback>
            <p:pic>
              <p:nvPicPr>
                <p:cNvPr id="64" name="Ink 63">
                  <a:extLst>
                    <a:ext uri="{FF2B5EF4-FFF2-40B4-BE49-F238E27FC236}">
                      <a16:creationId xmlns:a16="http://schemas.microsoft.com/office/drawing/2014/main" id="{B0A769E5-F08E-1627-6BEA-4047B19FA5AA}"/>
                    </a:ext>
                  </a:extLst>
                </p:cNvPr>
                <p:cNvPicPr/>
                <p:nvPr/>
              </p:nvPicPr>
              <p:blipFill>
                <a:blip r:embed="rId102"/>
                <a:stretch>
                  <a:fillRect/>
                </a:stretch>
              </p:blipFill>
              <p:spPr>
                <a:xfrm>
                  <a:off x="6726148" y="6150899"/>
                  <a:ext cx="2065680" cy="66960"/>
                </a:xfrm>
                <a:prstGeom prst="rect">
                  <a:avLst/>
                </a:prstGeom>
              </p:spPr>
            </p:pic>
          </mc:Fallback>
        </mc:AlternateContent>
      </p:grpSp>
      <p:grpSp>
        <p:nvGrpSpPr>
          <p:cNvPr id="69" name="Group 68">
            <a:extLst>
              <a:ext uri="{FF2B5EF4-FFF2-40B4-BE49-F238E27FC236}">
                <a16:creationId xmlns:a16="http://schemas.microsoft.com/office/drawing/2014/main" id="{310B1071-1DA7-18DF-D70D-73977873E8FA}"/>
              </a:ext>
            </a:extLst>
          </p:cNvPr>
          <p:cNvGrpSpPr/>
          <p:nvPr/>
        </p:nvGrpSpPr>
        <p:grpSpPr>
          <a:xfrm>
            <a:off x="629548" y="2730179"/>
            <a:ext cx="439200" cy="526680"/>
            <a:chOff x="629548" y="2730179"/>
            <a:chExt cx="439200" cy="526680"/>
          </a:xfrm>
        </p:grpSpPr>
        <mc:AlternateContent xmlns:mc="http://schemas.openxmlformats.org/markup-compatibility/2006">
          <mc:Choice xmlns:p14="http://schemas.microsoft.com/office/powerpoint/2010/main" Requires="p14">
            <p:contentPart p14:bwMode="auto" r:id="rId103">
              <p14:nvContentPartPr>
                <p14:cNvPr id="66" name="Ink 65">
                  <a:extLst>
                    <a:ext uri="{FF2B5EF4-FFF2-40B4-BE49-F238E27FC236}">
                      <a16:creationId xmlns:a16="http://schemas.microsoft.com/office/drawing/2014/main" id="{10B0FB97-4DF0-D04E-1A49-641866FD38BA}"/>
                    </a:ext>
                  </a:extLst>
                </p14:cNvPr>
                <p14:cNvContentPartPr/>
                <p14:nvPr/>
              </p14:nvContentPartPr>
              <p14:xfrm>
                <a:off x="629548" y="2824859"/>
                <a:ext cx="79560" cy="432000"/>
              </p14:xfrm>
            </p:contentPart>
          </mc:Choice>
          <mc:Fallback>
            <p:pic>
              <p:nvPicPr>
                <p:cNvPr id="66" name="Ink 65">
                  <a:extLst>
                    <a:ext uri="{FF2B5EF4-FFF2-40B4-BE49-F238E27FC236}">
                      <a16:creationId xmlns:a16="http://schemas.microsoft.com/office/drawing/2014/main" id="{10B0FB97-4DF0-D04E-1A49-641866FD38BA}"/>
                    </a:ext>
                  </a:extLst>
                </p:cNvPr>
                <p:cNvPicPr/>
                <p:nvPr/>
              </p:nvPicPr>
              <p:blipFill>
                <a:blip r:embed="rId104"/>
                <a:stretch>
                  <a:fillRect/>
                </a:stretch>
              </p:blipFill>
              <p:spPr>
                <a:xfrm>
                  <a:off x="625228" y="2820539"/>
                  <a:ext cx="88200" cy="44064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67" name="Ink 66">
                  <a:extLst>
                    <a:ext uri="{FF2B5EF4-FFF2-40B4-BE49-F238E27FC236}">
                      <a16:creationId xmlns:a16="http://schemas.microsoft.com/office/drawing/2014/main" id="{9FB64434-BBFF-9E1B-CA2A-3E6CB2D857FC}"/>
                    </a:ext>
                  </a:extLst>
                </p14:cNvPr>
                <p14:cNvContentPartPr/>
                <p14:nvPr/>
              </p14:nvContentPartPr>
              <p14:xfrm>
                <a:off x="1031308" y="2730179"/>
                <a:ext cx="16920" cy="11160"/>
              </p14:xfrm>
            </p:contentPart>
          </mc:Choice>
          <mc:Fallback>
            <p:pic>
              <p:nvPicPr>
                <p:cNvPr id="67" name="Ink 66">
                  <a:extLst>
                    <a:ext uri="{FF2B5EF4-FFF2-40B4-BE49-F238E27FC236}">
                      <a16:creationId xmlns:a16="http://schemas.microsoft.com/office/drawing/2014/main" id="{9FB64434-BBFF-9E1B-CA2A-3E6CB2D857FC}"/>
                    </a:ext>
                  </a:extLst>
                </p:cNvPr>
                <p:cNvPicPr/>
                <p:nvPr/>
              </p:nvPicPr>
              <p:blipFill>
                <a:blip r:embed="rId106"/>
                <a:stretch>
                  <a:fillRect/>
                </a:stretch>
              </p:blipFill>
              <p:spPr>
                <a:xfrm>
                  <a:off x="1026988" y="2725859"/>
                  <a:ext cx="25560" cy="1980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68" name="Ink 67">
                  <a:extLst>
                    <a:ext uri="{FF2B5EF4-FFF2-40B4-BE49-F238E27FC236}">
                      <a16:creationId xmlns:a16="http://schemas.microsoft.com/office/drawing/2014/main" id="{805096CE-D1E1-C91A-A4A0-9B39D693A01D}"/>
                    </a:ext>
                  </a:extLst>
                </p14:cNvPr>
                <p14:cNvContentPartPr/>
                <p14:nvPr/>
              </p14:nvContentPartPr>
              <p14:xfrm>
                <a:off x="1015828" y="2735939"/>
                <a:ext cx="52920" cy="14040"/>
              </p14:xfrm>
            </p:contentPart>
          </mc:Choice>
          <mc:Fallback>
            <p:pic>
              <p:nvPicPr>
                <p:cNvPr id="68" name="Ink 67">
                  <a:extLst>
                    <a:ext uri="{FF2B5EF4-FFF2-40B4-BE49-F238E27FC236}">
                      <a16:creationId xmlns:a16="http://schemas.microsoft.com/office/drawing/2014/main" id="{805096CE-D1E1-C91A-A4A0-9B39D693A01D}"/>
                    </a:ext>
                  </a:extLst>
                </p:cNvPr>
                <p:cNvPicPr/>
                <p:nvPr/>
              </p:nvPicPr>
              <p:blipFill>
                <a:blip r:embed="rId108"/>
                <a:stretch>
                  <a:fillRect/>
                </a:stretch>
              </p:blipFill>
              <p:spPr>
                <a:xfrm>
                  <a:off x="1011508" y="2731619"/>
                  <a:ext cx="61560" cy="22680"/>
                </a:xfrm>
                <a:prstGeom prst="rect">
                  <a:avLst/>
                </a:prstGeom>
              </p:spPr>
            </p:pic>
          </mc:Fallback>
        </mc:AlternateContent>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normAutofit/>
          </a:bodyPr>
          <a:lstStyle/>
          <a:p>
            <a:pPr algn="l"/>
            <a:r>
              <a:rPr lang="en-US" sz="3200" dirty="0"/>
              <a:t>Example - 1</a:t>
            </a:r>
            <a:endParaRPr lang="en-IN" sz="3200" dirty="0"/>
          </a:p>
        </p:txBody>
      </p:sp>
      <p:sp>
        <p:nvSpPr>
          <p:cNvPr id="6" name="Content Placeholder 5"/>
          <p:cNvSpPr>
            <a:spLocks noGrp="1"/>
          </p:cNvSpPr>
          <p:nvPr>
            <p:ph idx="4294967295"/>
          </p:nvPr>
        </p:nvSpPr>
        <p:spPr>
          <a:xfrm>
            <a:off x="282530" y="924933"/>
            <a:ext cx="8229600" cy="5439423"/>
          </a:xfrm>
        </p:spPr>
        <p:txBody>
          <a:bodyPr rtlCol="0">
            <a:normAutofit/>
          </a:bodyPr>
          <a:lstStyle/>
          <a:p>
            <a:pPr>
              <a:buFont typeface="Wingdings" panose="05000000000000000000" pitchFamily="2" charset="2"/>
              <a:buChar char="Ø"/>
              <a:defRPr/>
            </a:pPr>
            <a:r>
              <a:rPr lang="en-US" sz="2600" dirty="0">
                <a:cs typeface="Times New Roman" panose="02020603050405020304" pitchFamily="18" charset="0"/>
              </a:rPr>
              <a:t>Following table contains the different age group peoples who have defaulted and not defaulted on Loans.</a:t>
            </a:r>
          </a:p>
          <a:p>
            <a:pPr>
              <a:defRPr/>
            </a:pPr>
            <a:endParaRPr lang="en-US" sz="3100" b="1" dirty="0"/>
          </a:p>
          <a:p>
            <a:pPr>
              <a:defRPr/>
            </a:pPr>
            <a:endParaRPr lang="en-US" sz="3100" b="1" dirty="0"/>
          </a:p>
          <a:p>
            <a:pPr>
              <a:defRPr/>
            </a:pPr>
            <a:endParaRPr lang="en-US" sz="3100" b="1" dirty="0"/>
          </a:p>
          <a:p>
            <a:pPr>
              <a:defRPr/>
            </a:pPr>
            <a:endParaRPr lang="en-US" sz="3100" b="1" dirty="0"/>
          </a:p>
          <a:p>
            <a:pPr marL="457200" indent="-457200" algn="just">
              <a:buFont typeface="Arial" pitchFamily="34" charset="0"/>
              <a:buAutoNum type="alphaLcParenR"/>
              <a:defRPr/>
            </a:pPr>
            <a:r>
              <a:rPr lang="en-US" sz="2400" dirty="0">
                <a:cs typeface="Times New Roman" panose="02020603050405020304" pitchFamily="18" charset="0"/>
              </a:rPr>
              <a:t>What is the probability that a person will not default on the loan given he/she is middle-aged?</a:t>
            </a:r>
          </a:p>
          <a:p>
            <a:pPr marL="457200" indent="-457200" algn="just">
              <a:buFont typeface="Arial" pitchFamily="34" charset="0"/>
              <a:buAutoNum type="alphaLcParenR"/>
              <a:defRPr/>
            </a:pPr>
            <a:r>
              <a:rPr lang="en-US" sz="2400" dirty="0">
                <a:cs typeface="Times New Roman" panose="02020603050405020304" pitchFamily="18" charset="0"/>
              </a:rPr>
              <a:t>What is the probability that a person is middle-aged given he/she has not defaulted on the loan?</a:t>
            </a:r>
          </a:p>
          <a:p>
            <a:pPr marL="0" indent="0">
              <a:defRPr/>
            </a:pPr>
            <a:endParaRPr lang="en-US" dirty="0">
              <a:latin typeface="Times New Roman" panose="02020603050405020304" pitchFamily="18" charset="0"/>
              <a:cs typeface="Times New Roman" panose="02020603050405020304" pitchFamily="18" charset="0"/>
            </a:endParaRPr>
          </a:p>
          <a:p>
            <a:pPr>
              <a:defRPr/>
            </a:pPr>
            <a:endParaRPr lang="en-IN" dirty="0">
              <a:latin typeface="Times New Roman" panose="02020603050405020304" pitchFamily="18" charset="0"/>
              <a:cs typeface="Times New Roman" panose="02020603050405020304" pitchFamily="18" charset="0"/>
            </a:endParaRPr>
          </a:p>
        </p:txBody>
      </p:sp>
      <p:graphicFrame>
        <p:nvGraphicFramePr>
          <p:cNvPr id="7" name="Table 6"/>
          <p:cNvGraphicFramePr>
            <a:graphicFrameLocks noGrp="1"/>
          </p:cNvGraphicFramePr>
          <p:nvPr>
            <p:extLst>
              <p:ext uri="{D42A27DB-BD31-4B8C-83A1-F6EECF244321}">
                <p14:modId xmlns:p14="http://schemas.microsoft.com/office/powerpoint/2010/main" val="3735492741"/>
              </p:ext>
            </p:extLst>
          </p:nvPr>
        </p:nvGraphicFramePr>
        <p:xfrm>
          <a:off x="787321" y="1856831"/>
          <a:ext cx="7485061" cy="1736146"/>
        </p:xfrm>
        <a:graphic>
          <a:graphicData uri="http://schemas.openxmlformats.org/drawingml/2006/table">
            <a:tbl>
              <a:tblPr firstRow="1" firstCol="1" bandRow="1">
                <a:tableStyleId>{5C22544A-7EE6-4342-B048-85BDC9FD1C3A}</a:tableStyleId>
              </a:tblPr>
              <a:tblGrid>
                <a:gridCol w="1130309">
                  <a:extLst>
                    <a:ext uri="{9D8B030D-6E8A-4147-A177-3AD203B41FA5}">
                      <a16:colId xmlns:a16="http://schemas.microsoft.com/office/drawing/2014/main" val="20000"/>
                    </a:ext>
                  </a:extLst>
                </a:gridCol>
                <a:gridCol w="1259361">
                  <a:extLst>
                    <a:ext uri="{9D8B030D-6E8A-4147-A177-3AD203B41FA5}">
                      <a16:colId xmlns:a16="http://schemas.microsoft.com/office/drawing/2014/main" val="20001"/>
                    </a:ext>
                  </a:extLst>
                </a:gridCol>
                <a:gridCol w="1287927">
                  <a:extLst>
                    <a:ext uri="{9D8B030D-6E8A-4147-A177-3AD203B41FA5}">
                      <a16:colId xmlns:a16="http://schemas.microsoft.com/office/drawing/2014/main" val="20002"/>
                    </a:ext>
                  </a:extLst>
                </a:gridCol>
                <a:gridCol w="1287927">
                  <a:extLst>
                    <a:ext uri="{9D8B030D-6E8A-4147-A177-3AD203B41FA5}">
                      <a16:colId xmlns:a16="http://schemas.microsoft.com/office/drawing/2014/main" val="20003"/>
                    </a:ext>
                  </a:extLst>
                </a:gridCol>
                <a:gridCol w="1281397">
                  <a:extLst>
                    <a:ext uri="{9D8B030D-6E8A-4147-A177-3AD203B41FA5}">
                      <a16:colId xmlns:a16="http://schemas.microsoft.com/office/drawing/2014/main" val="20004"/>
                    </a:ext>
                  </a:extLst>
                </a:gridCol>
                <a:gridCol w="1238140">
                  <a:extLst>
                    <a:ext uri="{9D8B030D-6E8A-4147-A177-3AD203B41FA5}">
                      <a16:colId xmlns:a16="http://schemas.microsoft.com/office/drawing/2014/main" val="20005"/>
                    </a:ext>
                  </a:extLst>
                </a:gridCol>
              </a:tblGrid>
              <a:tr h="77472">
                <a:tc rowSpan="2" gridSpan="2">
                  <a:txBody>
                    <a:bodyPr/>
                    <a:lstStyle/>
                    <a:p>
                      <a:pPr algn="ctr">
                        <a:lnSpc>
                          <a:spcPct val="107000"/>
                        </a:lnSpc>
                        <a:spcAft>
                          <a:spcPts val="0"/>
                        </a:spcAft>
                      </a:pPr>
                      <a:r>
                        <a:rPr lang="en-IN" sz="1600" dirty="0">
                          <a:effectLst/>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hMerge="1">
                  <a:txBody>
                    <a:bodyPr/>
                    <a:lstStyle/>
                    <a:p>
                      <a:endParaRPr lang="en-IN"/>
                    </a:p>
                  </a:txBody>
                  <a:tcPr/>
                </a:tc>
                <a:tc gridSpan="3">
                  <a:txBody>
                    <a:bodyPr/>
                    <a:lstStyle/>
                    <a:p>
                      <a:pPr algn="ctr">
                        <a:lnSpc>
                          <a:spcPct val="107000"/>
                        </a:lnSpc>
                        <a:spcAft>
                          <a:spcPts val="0"/>
                        </a:spcAft>
                      </a:pPr>
                      <a:r>
                        <a:rPr lang="en-IN" sz="1600" dirty="0">
                          <a:effectLst/>
                        </a:rPr>
                        <a:t>Age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tc>
                  <a:txBody>
                    <a:bodyPr/>
                    <a:lstStyle/>
                    <a:p>
                      <a:pPr algn="ctr">
                        <a:lnSpc>
                          <a:spcPct val="107000"/>
                        </a:lnSpc>
                        <a:spcAft>
                          <a:spcPts val="0"/>
                        </a:spcAft>
                      </a:pPr>
                      <a:r>
                        <a:rPr lang="en-IN" sz="1600">
                          <a:effectLst/>
                        </a:rPr>
                        <a:t> </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15211">
                <a:tc gridSpan="2" vMerge="1">
                  <a:txBody>
                    <a:bodyPr/>
                    <a:lstStyle/>
                    <a:p>
                      <a:endParaRPr lang="en-IN"/>
                    </a:p>
                  </a:txBody>
                  <a:tcPr/>
                </a:tc>
                <a:tc hMerge="1" vMerge="1">
                  <a:txBody>
                    <a:bodyPr/>
                    <a:lstStyle/>
                    <a:p>
                      <a:endParaRPr lang="en-IN"/>
                    </a:p>
                  </a:txBody>
                  <a:tcPr/>
                </a:tc>
                <a:tc>
                  <a:txBody>
                    <a:bodyPr/>
                    <a:lstStyle/>
                    <a:p>
                      <a:pPr algn="ctr">
                        <a:lnSpc>
                          <a:spcPct val="107000"/>
                        </a:lnSpc>
                        <a:spcAft>
                          <a:spcPts val="0"/>
                        </a:spcAft>
                      </a:pPr>
                      <a:r>
                        <a:rPr lang="en-IN" sz="1600">
                          <a:effectLst/>
                        </a:rPr>
                        <a:t>Young</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dirty="0">
                          <a:effectLst/>
                        </a:rPr>
                        <a:t>Middle-Aged</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a:effectLst/>
                        </a:rPr>
                        <a:t>Senior citizens </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b="1" dirty="0">
                          <a:effectLst/>
                        </a:rPr>
                        <a:t>Total </a:t>
                      </a:r>
                      <a:endParaRPr lang="en-IN"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29988">
                <a:tc rowSpan="2">
                  <a:txBody>
                    <a:bodyPr/>
                    <a:lstStyle/>
                    <a:p>
                      <a:pPr algn="ctr">
                        <a:lnSpc>
                          <a:spcPct val="107000"/>
                        </a:lnSpc>
                        <a:spcAft>
                          <a:spcPts val="0"/>
                        </a:spcAft>
                      </a:pPr>
                      <a:r>
                        <a:rPr lang="en-IN" sz="1600" dirty="0">
                          <a:effectLst/>
                        </a:rPr>
                        <a:t>Loan Default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dirty="0">
                          <a:effectLst/>
                        </a:rPr>
                        <a:t>No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a:effectLst/>
                        </a:rPr>
                        <a:t>10503</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dirty="0">
                          <a:effectLst/>
                        </a:rPr>
                        <a:t>27368</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dirty="0">
                          <a:effectLst/>
                        </a:rPr>
                        <a:t>259</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b="1" dirty="0">
                          <a:effectLst/>
                        </a:rPr>
                        <a:t>38130</a:t>
                      </a:r>
                      <a:endParaRPr lang="en-IN"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29988">
                <a:tc vMerge="1">
                  <a:txBody>
                    <a:bodyPr/>
                    <a:lstStyle/>
                    <a:p>
                      <a:endParaRPr lang="en-IN"/>
                    </a:p>
                  </a:txBody>
                  <a:tcPr/>
                </a:tc>
                <a:tc>
                  <a:txBody>
                    <a:bodyPr/>
                    <a:lstStyle/>
                    <a:p>
                      <a:pPr algn="ctr">
                        <a:lnSpc>
                          <a:spcPct val="107000"/>
                        </a:lnSpc>
                        <a:spcAft>
                          <a:spcPts val="0"/>
                        </a:spcAft>
                      </a:pPr>
                      <a:r>
                        <a:rPr lang="en-IN" sz="1600" dirty="0">
                          <a:effectLst/>
                        </a:rPr>
                        <a:t>Yes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dirty="0">
                          <a:effectLst/>
                        </a:rPr>
                        <a:t>3586</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dirty="0">
                          <a:effectLst/>
                        </a:rPr>
                        <a:t>4851</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dirty="0">
                          <a:effectLst/>
                        </a:rPr>
                        <a:t>120</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b="1" dirty="0">
                          <a:effectLst/>
                        </a:rPr>
                        <a:t>8557</a:t>
                      </a:r>
                      <a:endParaRPr lang="en-IN"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57606">
                <a:tc>
                  <a:txBody>
                    <a:bodyPr/>
                    <a:lstStyle/>
                    <a:p>
                      <a:pPr algn="ctr">
                        <a:lnSpc>
                          <a:spcPct val="107000"/>
                        </a:lnSpc>
                        <a:spcAft>
                          <a:spcPts val="0"/>
                        </a:spcAft>
                      </a:pPr>
                      <a:r>
                        <a:rPr lang="en-IN" sz="1600" dirty="0">
                          <a:effectLst/>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b="1" dirty="0">
                          <a:effectLst/>
                        </a:rPr>
                        <a:t>Total</a:t>
                      </a:r>
                      <a:endParaRPr lang="en-IN"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b="1" dirty="0">
                          <a:effectLst/>
                        </a:rPr>
                        <a:t>14089</a:t>
                      </a:r>
                      <a:endParaRPr lang="en-IN"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b="1" dirty="0">
                          <a:effectLst/>
                        </a:rPr>
                        <a:t>32219</a:t>
                      </a:r>
                      <a:endParaRPr lang="en-IN"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b="1" dirty="0">
                          <a:effectLst/>
                        </a:rPr>
                        <a:t>379</a:t>
                      </a:r>
                      <a:endParaRPr lang="en-IN"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2000" b="1" dirty="0">
                          <a:effectLst/>
                        </a:rPr>
                        <a:t>46687</a:t>
                      </a:r>
                      <a:endParaRPr lang="en-IN"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AlternateContent xmlns:mc="http://schemas.openxmlformats.org/markup-compatibility/2006">
        <mc:Choice xmlns:p14="http://schemas.microsoft.com/office/powerpoint/2010/main" Requires="p14">
          <p:contentPart p14:bwMode="auto" r:id="rId2">
            <p14:nvContentPartPr>
              <p14:cNvPr id="10" name="Ink 9">
                <a:extLst>
                  <a:ext uri="{FF2B5EF4-FFF2-40B4-BE49-F238E27FC236}">
                    <a16:creationId xmlns:a16="http://schemas.microsoft.com/office/drawing/2014/main" id="{1F1E3695-E09F-5EA0-B583-F3DFFEBA7814}"/>
                  </a:ext>
                </a:extLst>
              </p14:cNvPr>
              <p14:cNvContentPartPr/>
              <p14:nvPr/>
            </p14:nvContentPartPr>
            <p14:xfrm>
              <a:off x="2249188" y="3009179"/>
              <a:ext cx="483120" cy="235080"/>
            </p14:xfrm>
          </p:contentPart>
        </mc:Choice>
        <mc:Fallback>
          <p:pic>
            <p:nvPicPr>
              <p:cNvPr id="10" name="Ink 9">
                <a:extLst>
                  <a:ext uri="{FF2B5EF4-FFF2-40B4-BE49-F238E27FC236}">
                    <a16:creationId xmlns:a16="http://schemas.microsoft.com/office/drawing/2014/main" id="{1F1E3695-E09F-5EA0-B583-F3DFFEBA7814}"/>
                  </a:ext>
                </a:extLst>
              </p:cNvPr>
              <p:cNvPicPr/>
              <p:nvPr/>
            </p:nvPicPr>
            <p:blipFill>
              <a:blip r:embed="rId3"/>
              <a:stretch>
                <a:fillRect/>
              </a:stretch>
            </p:blipFill>
            <p:spPr>
              <a:xfrm>
                <a:off x="2244868" y="3004859"/>
                <a:ext cx="491760" cy="2437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1" name="Ink 10">
                <a:extLst>
                  <a:ext uri="{FF2B5EF4-FFF2-40B4-BE49-F238E27FC236}">
                    <a16:creationId xmlns:a16="http://schemas.microsoft.com/office/drawing/2014/main" id="{E4D36271-E6D3-6A11-8B47-DF7864AFCA5C}"/>
                  </a:ext>
                </a:extLst>
              </p14:cNvPr>
              <p14:cNvContentPartPr/>
              <p14:nvPr/>
            </p14:nvContentPartPr>
            <p14:xfrm>
              <a:off x="7325188" y="2609579"/>
              <a:ext cx="762840" cy="376200"/>
            </p14:xfrm>
          </p:contentPart>
        </mc:Choice>
        <mc:Fallback>
          <p:pic>
            <p:nvPicPr>
              <p:cNvPr id="11" name="Ink 10">
                <a:extLst>
                  <a:ext uri="{FF2B5EF4-FFF2-40B4-BE49-F238E27FC236}">
                    <a16:creationId xmlns:a16="http://schemas.microsoft.com/office/drawing/2014/main" id="{E4D36271-E6D3-6A11-8B47-DF7864AFCA5C}"/>
                  </a:ext>
                </a:extLst>
              </p:cNvPr>
              <p:cNvPicPr/>
              <p:nvPr/>
            </p:nvPicPr>
            <p:blipFill>
              <a:blip r:embed="rId5"/>
              <a:stretch>
                <a:fillRect/>
              </a:stretch>
            </p:blipFill>
            <p:spPr>
              <a:xfrm>
                <a:off x="7320868" y="2605259"/>
                <a:ext cx="771480" cy="3848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2" name="Ink 11">
                <a:extLst>
                  <a:ext uri="{FF2B5EF4-FFF2-40B4-BE49-F238E27FC236}">
                    <a16:creationId xmlns:a16="http://schemas.microsoft.com/office/drawing/2014/main" id="{C528DF06-83CC-1216-E681-69B72B654BCE}"/>
                  </a:ext>
                </a:extLst>
              </p14:cNvPr>
              <p14:cNvContentPartPr/>
              <p14:nvPr/>
            </p14:nvContentPartPr>
            <p14:xfrm>
              <a:off x="7419148" y="2977859"/>
              <a:ext cx="585360" cy="271080"/>
            </p14:xfrm>
          </p:contentPart>
        </mc:Choice>
        <mc:Fallback>
          <p:pic>
            <p:nvPicPr>
              <p:cNvPr id="12" name="Ink 11">
                <a:extLst>
                  <a:ext uri="{FF2B5EF4-FFF2-40B4-BE49-F238E27FC236}">
                    <a16:creationId xmlns:a16="http://schemas.microsoft.com/office/drawing/2014/main" id="{C528DF06-83CC-1216-E681-69B72B654BCE}"/>
                  </a:ext>
                </a:extLst>
              </p:cNvPr>
              <p:cNvPicPr/>
              <p:nvPr/>
            </p:nvPicPr>
            <p:blipFill>
              <a:blip r:embed="rId7"/>
              <a:stretch>
                <a:fillRect/>
              </a:stretch>
            </p:blipFill>
            <p:spPr>
              <a:xfrm>
                <a:off x="7414828" y="2973539"/>
                <a:ext cx="594000" cy="2797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3" name="Ink 12">
                <a:extLst>
                  <a:ext uri="{FF2B5EF4-FFF2-40B4-BE49-F238E27FC236}">
                    <a16:creationId xmlns:a16="http://schemas.microsoft.com/office/drawing/2014/main" id="{340AA6AF-F503-BFBE-EF25-5A2B70731A43}"/>
                  </a:ext>
                </a:extLst>
              </p14:cNvPr>
              <p14:cNvContentPartPr/>
              <p14:nvPr/>
            </p14:nvContentPartPr>
            <p14:xfrm>
              <a:off x="7034308" y="3258299"/>
              <a:ext cx="1125720" cy="461520"/>
            </p14:xfrm>
          </p:contentPart>
        </mc:Choice>
        <mc:Fallback>
          <p:pic>
            <p:nvPicPr>
              <p:cNvPr id="13" name="Ink 12">
                <a:extLst>
                  <a:ext uri="{FF2B5EF4-FFF2-40B4-BE49-F238E27FC236}">
                    <a16:creationId xmlns:a16="http://schemas.microsoft.com/office/drawing/2014/main" id="{340AA6AF-F503-BFBE-EF25-5A2B70731A43}"/>
                  </a:ext>
                </a:extLst>
              </p:cNvPr>
              <p:cNvPicPr/>
              <p:nvPr/>
            </p:nvPicPr>
            <p:blipFill>
              <a:blip r:embed="rId9"/>
              <a:stretch>
                <a:fillRect/>
              </a:stretch>
            </p:blipFill>
            <p:spPr>
              <a:xfrm>
                <a:off x="7029988" y="3253979"/>
                <a:ext cx="1134360" cy="4701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6" name="Ink 15">
                <a:extLst>
                  <a:ext uri="{FF2B5EF4-FFF2-40B4-BE49-F238E27FC236}">
                    <a16:creationId xmlns:a16="http://schemas.microsoft.com/office/drawing/2014/main" id="{C13C777D-6C83-07A6-50DB-6EC6B7C33834}"/>
                  </a:ext>
                </a:extLst>
              </p14:cNvPr>
              <p14:cNvContentPartPr/>
              <p14:nvPr/>
            </p14:nvContentPartPr>
            <p14:xfrm>
              <a:off x="4695388" y="3275219"/>
              <a:ext cx="897120" cy="443160"/>
            </p14:xfrm>
          </p:contentPart>
        </mc:Choice>
        <mc:Fallback>
          <p:pic>
            <p:nvPicPr>
              <p:cNvPr id="16" name="Ink 15">
                <a:extLst>
                  <a:ext uri="{FF2B5EF4-FFF2-40B4-BE49-F238E27FC236}">
                    <a16:creationId xmlns:a16="http://schemas.microsoft.com/office/drawing/2014/main" id="{C13C777D-6C83-07A6-50DB-6EC6B7C33834}"/>
                  </a:ext>
                </a:extLst>
              </p:cNvPr>
              <p:cNvPicPr/>
              <p:nvPr/>
            </p:nvPicPr>
            <p:blipFill>
              <a:blip r:embed="rId11"/>
              <a:stretch>
                <a:fillRect/>
              </a:stretch>
            </p:blipFill>
            <p:spPr>
              <a:xfrm>
                <a:off x="4691068" y="3270899"/>
                <a:ext cx="905760" cy="4518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4" name="Ink 13">
                <a:extLst>
                  <a:ext uri="{FF2B5EF4-FFF2-40B4-BE49-F238E27FC236}">
                    <a16:creationId xmlns:a16="http://schemas.microsoft.com/office/drawing/2014/main" id="{17940253-8D90-0164-82FE-6979C46A6B93}"/>
                  </a:ext>
                </a:extLst>
              </p14:cNvPr>
              <p14:cNvContentPartPr/>
              <p14:nvPr/>
            </p14:nvContentPartPr>
            <p14:xfrm>
              <a:off x="907108" y="4460699"/>
              <a:ext cx="7124760" cy="57600"/>
            </p14:xfrm>
          </p:contentPart>
        </mc:Choice>
        <mc:Fallback>
          <p:pic>
            <p:nvPicPr>
              <p:cNvPr id="14" name="Ink 13">
                <a:extLst>
                  <a:ext uri="{FF2B5EF4-FFF2-40B4-BE49-F238E27FC236}">
                    <a16:creationId xmlns:a16="http://schemas.microsoft.com/office/drawing/2014/main" id="{17940253-8D90-0164-82FE-6979C46A6B93}"/>
                  </a:ext>
                </a:extLst>
              </p:cNvPr>
              <p:cNvPicPr/>
              <p:nvPr/>
            </p:nvPicPr>
            <p:blipFill>
              <a:blip r:embed="rId13"/>
              <a:stretch>
                <a:fillRect/>
              </a:stretch>
            </p:blipFill>
            <p:spPr>
              <a:xfrm>
                <a:off x="902788" y="4456379"/>
                <a:ext cx="7133400" cy="662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5" name="Ink 14">
                <a:extLst>
                  <a:ext uri="{FF2B5EF4-FFF2-40B4-BE49-F238E27FC236}">
                    <a16:creationId xmlns:a16="http://schemas.microsoft.com/office/drawing/2014/main" id="{DD465B56-2900-EED8-C3BE-24C7CAEDE1F8}"/>
                  </a:ext>
                </a:extLst>
              </p14:cNvPr>
              <p14:cNvContentPartPr/>
              <p14:nvPr/>
            </p14:nvContentPartPr>
            <p14:xfrm>
              <a:off x="720628" y="4736099"/>
              <a:ext cx="4261680" cy="167400"/>
            </p14:xfrm>
          </p:contentPart>
        </mc:Choice>
        <mc:Fallback>
          <p:pic>
            <p:nvPicPr>
              <p:cNvPr id="15" name="Ink 14">
                <a:extLst>
                  <a:ext uri="{FF2B5EF4-FFF2-40B4-BE49-F238E27FC236}">
                    <a16:creationId xmlns:a16="http://schemas.microsoft.com/office/drawing/2014/main" id="{DD465B56-2900-EED8-C3BE-24C7CAEDE1F8}"/>
                  </a:ext>
                </a:extLst>
              </p:cNvPr>
              <p:cNvPicPr/>
              <p:nvPr/>
            </p:nvPicPr>
            <p:blipFill>
              <a:blip r:embed="rId15"/>
              <a:stretch>
                <a:fillRect/>
              </a:stretch>
            </p:blipFill>
            <p:spPr>
              <a:xfrm>
                <a:off x="716308" y="4731779"/>
                <a:ext cx="4270320" cy="1760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30" name="Ink 29">
                <a:extLst>
                  <a:ext uri="{FF2B5EF4-FFF2-40B4-BE49-F238E27FC236}">
                    <a16:creationId xmlns:a16="http://schemas.microsoft.com/office/drawing/2014/main" id="{B21AE238-1046-6367-DBCD-79D257F00559}"/>
                  </a:ext>
                </a:extLst>
              </p14:cNvPr>
              <p14:cNvContentPartPr/>
              <p14:nvPr/>
            </p14:nvContentPartPr>
            <p14:xfrm>
              <a:off x="190708" y="4511099"/>
              <a:ext cx="3758040" cy="1844280"/>
            </p14:xfrm>
          </p:contentPart>
        </mc:Choice>
        <mc:Fallback>
          <p:pic>
            <p:nvPicPr>
              <p:cNvPr id="30" name="Ink 29">
                <a:extLst>
                  <a:ext uri="{FF2B5EF4-FFF2-40B4-BE49-F238E27FC236}">
                    <a16:creationId xmlns:a16="http://schemas.microsoft.com/office/drawing/2014/main" id="{B21AE238-1046-6367-DBCD-79D257F00559}"/>
                  </a:ext>
                </a:extLst>
              </p:cNvPr>
              <p:cNvPicPr/>
              <p:nvPr/>
            </p:nvPicPr>
            <p:blipFill>
              <a:blip r:embed="rId17"/>
              <a:stretch>
                <a:fillRect/>
              </a:stretch>
            </p:blipFill>
            <p:spPr>
              <a:xfrm>
                <a:off x="186388" y="4506779"/>
                <a:ext cx="3766680" cy="18529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31" name="Ink 30">
                <a:extLst>
                  <a:ext uri="{FF2B5EF4-FFF2-40B4-BE49-F238E27FC236}">
                    <a16:creationId xmlns:a16="http://schemas.microsoft.com/office/drawing/2014/main" id="{773E51E3-2326-9C72-5323-BF85C1342A3F}"/>
                  </a:ext>
                </a:extLst>
              </p14:cNvPr>
              <p14:cNvContentPartPr/>
              <p14:nvPr/>
            </p14:nvContentPartPr>
            <p14:xfrm>
              <a:off x="382228" y="4461419"/>
              <a:ext cx="177480" cy="210240"/>
            </p14:xfrm>
          </p:contentPart>
        </mc:Choice>
        <mc:Fallback>
          <p:pic>
            <p:nvPicPr>
              <p:cNvPr id="31" name="Ink 30">
                <a:extLst>
                  <a:ext uri="{FF2B5EF4-FFF2-40B4-BE49-F238E27FC236}">
                    <a16:creationId xmlns:a16="http://schemas.microsoft.com/office/drawing/2014/main" id="{773E51E3-2326-9C72-5323-BF85C1342A3F}"/>
                  </a:ext>
                </a:extLst>
              </p:cNvPr>
              <p:cNvPicPr/>
              <p:nvPr/>
            </p:nvPicPr>
            <p:blipFill>
              <a:blip r:embed="rId19"/>
              <a:stretch>
                <a:fillRect/>
              </a:stretch>
            </p:blipFill>
            <p:spPr>
              <a:xfrm>
                <a:off x="377908" y="4457099"/>
                <a:ext cx="186120" cy="218880"/>
              </a:xfrm>
              <a:prstGeom prst="rect">
                <a:avLst/>
              </a:prstGeom>
            </p:spPr>
          </p:pic>
        </mc:Fallback>
      </mc:AlternateContent>
      <p:grpSp>
        <p:nvGrpSpPr>
          <p:cNvPr id="39" name="Group 38">
            <a:extLst>
              <a:ext uri="{FF2B5EF4-FFF2-40B4-BE49-F238E27FC236}">
                <a16:creationId xmlns:a16="http://schemas.microsoft.com/office/drawing/2014/main" id="{5768B5FE-173F-ADEC-AA45-15AA36DE7968}"/>
              </a:ext>
            </a:extLst>
          </p:cNvPr>
          <p:cNvGrpSpPr/>
          <p:nvPr/>
        </p:nvGrpSpPr>
        <p:grpSpPr>
          <a:xfrm>
            <a:off x="2244868" y="2442539"/>
            <a:ext cx="5921280" cy="1359000"/>
            <a:chOff x="2244868" y="2442539"/>
            <a:chExt cx="5921280" cy="1359000"/>
          </a:xfrm>
        </p:grpSpPr>
        <mc:AlternateContent xmlns:mc="http://schemas.openxmlformats.org/markup-compatibility/2006">
          <mc:Choice xmlns:p14="http://schemas.microsoft.com/office/powerpoint/2010/main" Requires="p14">
            <p:contentPart p14:bwMode="auto" r:id="rId20">
              <p14:nvContentPartPr>
                <p14:cNvPr id="3" name="Ink 2">
                  <a:extLst>
                    <a:ext uri="{FF2B5EF4-FFF2-40B4-BE49-F238E27FC236}">
                      <a16:creationId xmlns:a16="http://schemas.microsoft.com/office/drawing/2014/main" id="{DA3B218A-CBD6-36ED-792A-8AA00C6F61FD}"/>
                    </a:ext>
                  </a:extLst>
                </p14:cNvPr>
                <p14:cNvContentPartPr/>
                <p14:nvPr/>
              </p14:nvContentPartPr>
              <p14:xfrm>
                <a:off x="2244868" y="2624339"/>
                <a:ext cx="551160" cy="371520"/>
              </p14:xfrm>
            </p:contentPart>
          </mc:Choice>
          <mc:Fallback>
            <p:pic>
              <p:nvPicPr>
                <p:cNvPr id="3" name="Ink 2">
                  <a:extLst>
                    <a:ext uri="{FF2B5EF4-FFF2-40B4-BE49-F238E27FC236}">
                      <a16:creationId xmlns:a16="http://schemas.microsoft.com/office/drawing/2014/main" id="{DA3B218A-CBD6-36ED-792A-8AA00C6F61FD}"/>
                    </a:ext>
                  </a:extLst>
                </p:cNvPr>
                <p:cNvPicPr/>
                <p:nvPr/>
              </p:nvPicPr>
              <p:blipFill>
                <a:blip r:embed="rId21"/>
                <a:stretch>
                  <a:fillRect/>
                </a:stretch>
              </p:blipFill>
              <p:spPr>
                <a:xfrm>
                  <a:off x="2240548" y="2620019"/>
                  <a:ext cx="559800" cy="3801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4" name="Ink 3">
                  <a:extLst>
                    <a:ext uri="{FF2B5EF4-FFF2-40B4-BE49-F238E27FC236}">
                      <a16:creationId xmlns:a16="http://schemas.microsoft.com/office/drawing/2014/main" id="{030EEAB7-C3FB-214C-1051-FD75A74422B5}"/>
                    </a:ext>
                  </a:extLst>
                </p14:cNvPr>
                <p14:cNvContentPartPr/>
                <p14:nvPr/>
              </p14:nvContentPartPr>
              <p14:xfrm>
                <a:off x="3566788" y="2483579"/>
                <a:ext cx="589680" cy="42120"/>
              </p14:xfrm>
            </p:contentPart>
          </mc:Choice>
          <mc:Fallback>
            <p:pic>
              <p:nvPicPr>
                <p:cNvPr id="4" name="Ink 3">
                  <a:extLst>
                    <a:ext uri="{FF2B5EF4-FFF2-40B4-BE49-F238E27FC236}">
                      <a16:creationId xmlns:a16="http://schemas.microsoft.com/office/drawing/2014/main" id="{030EEAB7-C3FB-214C-1051-FD75A74422B5}"/>
                    </a:ext>
                  </a:extLst>
                </p:cNvPr>
                <p:cNvPicPr/>
                <p:nvPr/>
              </p:nvPicPr>
              <p:blipFill>
                <a:blip r:embed="rId23"/>
                <a:stretch>
                  <a:fillRect/>
                </a:stretch>
              </p:blipFill>
              <p:spPr>
                <a:xfrm>
                  <a:off x="3562468" y="2479259"/>
                  <a:ext cx="598320" cy="507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5" name="Ink 4">
                  <a:extLst>
                    <a:ext uri="{FF2B5EF4-FFF2-40B4-BE49-F238E27FC236}">
                      <a16:creationId xmlns:a16="http://schemas.microsoft.com/office/drawing/2014/main" id="{1BDD9D63-8138-5025-6D64-FF7E7E8AE1E9}"/>
                    </a:ext>
                  </a:extLst>
                </p14:cNvPr>
                <p14:cNvContentPartPr/>
                <p14:nvPr/>
              </p14:nvContentPartPr>
              <p14:xfrm>
                <a:off x="4627348" y="2442539"/>
                <a:ext cx="1042200" cy="94680"/>
              </p14:xfrm>
            </p:contentPart>
          </mc:Choice>
          <mc:Fallback>
            <p:pic>
              <p:nvPicPr>
                <p:cNvPr id="5" name="Ink 4">
                  <a:extLst>
                    <a:ext uri="{FF2B5EF4-FFF2-40B4-BE49-F238E27FC236}">
                      <a16:creationId xmlns:a16="http://schemas.microsoft.com/office/drawing/2014/main" id="{1BDD9D63-8138-5025-6D64-FF7E7E8AE1E9}"/>
                    </a:ext>
                  </a:extLst>
                </p:cNvPr>
                <p:cNvPicPr/>
                <p:nvPr/>
              </p:nvPicPr>
              <p:blipFill>
                <a:blip r:embed="rId25"/>
                <a:stretch>
                  <a:fillRect/>
                </a:stretch>
              </p:blipFill>
              <p:spPr>
                <a:xfrm>
                  <a:off x="4623028" y="2438219"/>
                  <a:ext cx="1050840" cy="1033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35" name="Ink 34">
                  <a:extLst>
                    <a:ext uri="{FF2B5EF4-FFF2-40B4-BE49-F238E27FC236}">
                      <a16:creationId xmlns:a16="http://schemas.microsoft.com/office/drawing/2014/main" id="{5AAE629E-BE36-9FF1-880B-ED85FBC1AD95}"/>
                    </a:ext>
                  </a:extLst>
                </p14:cNvPr>
                <p14:cNvContentPartPr/>
                <p14:nvPr/>
              </p14:nvContentPartPr>
              <p14:xfrm>
                <a:off x="4951348" y="2552339"/>
                <a:ext cx="33480" cy="23760"/>
              </p14:xfrm>
            </p:contentPart>
          </mc:Choice>
          <mc:Fallback>
            <p:pic>
              <p:nvPicPr>
                <p:cNvPr id="35" name="Ink 34">
                  <a:extLst>
                    <a:ext uri="{FF2B5EF4-FFF2-40B4-BE49-F238E27FC236}">
                      <a16:creationId xmlns:a16="http://schemas.microsoft.com/office/drawing/2014/main" id="{5AAE629E-BE36-9FF1-880B-ED85FBC1AD95}"/>
                    </a:ext>
                  </a:extLst>
                </p:cNvPr>
                <p:cNvPicPr/>
                <p:nvPr/>
              </p:nvPicPr>
              <p:blipFill>
                <a:blip r:embed="rId27"/>
                <a:stretch>
                  <a:fillRect/>
                </a:stretch>
              </p:blipFill>
              <p:spPr>
                <a:xfrm>
                  <a:off x="4947028" y="2548019"/>
                  <a:ext cx="42120" cy="324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36" name="Ink 35">
                  <a:extLst>
                    <a:ext uri="{FF2B5EF4-FFF2-40B4-BE49-F238E27FC236}">
                      <a16:creationId xmlns:a16="http://schemas.microsoft.com/office/drawing/2014/main" id="{5B476AA9-4FE1-FBFC-3A1F-46D438AD7744}"/>
                    </a:ext>
                  </a:extLst>
                </p14:cNvPr>
                <p14:cNvContentPartPr/>
                <p14:nvPr/>
              </p14:nvContentPartPr>
              <p14:xfrm>
                <a:off x="4719148" y="2617499"/>
                <a:ext cx="1006200" cy="1184040"/>
              </p14:xfrm>
            </p:contentPart>
          </mc:Choice>
          <mc:Fallback>
            <p:pic>
              <p:nvPicPr>
                <p:cNvPr id="36" name="Ink 35">
                  <a:extLst>
                    <a:ext uri="{FF2B5EF4-FFF2-40B4-BE49-F238E27FC236}">
                      <a16:creationId xmlns:a16="http://schemas.microsoft.com/office/drawing/2014/main" id="{5B476AA9-4FE1-FBFC-3A1F-46D438AD7744}"/>
                    </a:ext>
                  </a:extLst>
                </p:cNvPr>
                <p:cNvPicPr/>
                <p:nvPr/>
              </p:nvPicPr>
              <p:blipFill>
                <a:blip r:embed="rId29"/>
                <a:stretch>
                  <a:fillRect/>
                </a:stretch>
              </p:blipFill>
              <p:spPr>
                <a:xfrm>
                  <a:off x="4714828" y="2613179"/>
                  <a:ext cx="1014840" cy="11926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38" name="Ink 37">
                  <a:extLst>
                    <a:ext uri="{FF2B5EF4-FFF2-40B4-BE49-F238E27FC236}">
                      <a16:creationId xmlns:a16="http://schemas.microsoft.com/office/drawing/2014/main" id="{7EB5834B-75EA-17B9-6AD0-8C6DB8BC2A5E}"/>
                    </a:ext>
                  </a:extLst>
                </p14:cNvPr>
                <p14:cNvContentPartPr/>
                <p14:nvPr/>
              </p14:nvContentPartPr>
              <p14:xfrm>
                <a:off x="3108148" y="2545499"/>
                <a:ext cx="5058000" cy="411120"/>
              </p14:xfrm>
            </p:contentPart>
          </mc:Choice>
          <mc:Fallback>
            <p:pic>
              <p:nvPicPr>
                <p:cNvPr id="38" name="Ink 37">
                  <a:extLst>
                    <a:ext uri="{FF2B5EF4-FFF2-40B4-BE49-F238E27FC236}">
                      <a16:creationId xmlns:a16="http://schemas.microsoft.com/office/drawing/2014/main" id="{7EB5834B-75EA-17B9-6AD0-8C6DB8BC2A5E}"/>
                    </a:ext>
                  </a:extLst>
                </p:cNvPr>
                <p:cNvPicPr/>
                <p:nvPr/>
              </p:nvPicPr>
              <p:blipFill>
                <a:blip r:embed="rId31"/>
                <a:stretch>
                  <a:fillRect/>
                </a:stretch>
              </p:blipFill>
              <p:spPr>
                <a:xfrm>
                  <a:off x="3103828" y="2541179"/>
                  <a:ext cx="5066640" cy="4197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2">
            <p14:nvContentPartPr>
              <p14:cNvPr id="33" name="Ink 32">
                <a:extLst>
                  <a:ext uri="{FF2B5EF4-FFF2-40B4-BE49-F238E27FC236}">
                    <a16:creationId xmlns:a16="http://schemas.microsoft.com/office/drawing/2014/main" id="{05787B05-0046-AFA8-DBB9-9283F161EFB1}"/>
                  </a:ext>
                </a:extLst>
              </p14:cNvPr>
              <p14:cNvContentPartPr/>
              <p14:nvPr/>
            </p14:nvContentPartPr>
            <p14:xfrm>
              <a:off x="7667188" y="5291219"/>
              <a:ext cx="761400" cy="38880"/>
            </p14:xfrm>
          </p:contentPart>
        </mc:Choice>
        <mc:Fallback>
          <p:pic>
            <p:nvPicPr>
              <p:cNvPr id="33" name="Ink 32">
                <a:extLst>
                  <a:ext uri="{FF2B5EF4-FFF2-40B4-BE49-F238E27FC236}">
                    <a16:creationId xmlns:a16="http://schemas.microsoft.com/office/drawing/2014/main" id="{05787B05-0046-AFA8-DBB9-9283F161EFB1}"/>
                  </a:ext>
                </a:extLst>
              </p:cNvPr>
              <p:cNvPicPr/>
              <p:nvPr/>
            </p:nvPicPr>
            <p:blipFill>
              <a:blip r:embed="rId33"/>
              <a:stretch>
                <a:fillRect/>
              </a:stretch>
            </p:blipFill>
            <p:spPr>
              <a:xfrm>
                <a:off x="7662868" y="5286899"/>
                <a:ext cx="770040" cy="475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34" name="Ink 33">
                <a:extLst>
                  <a:ext uri="{FF2B5EF4-FFF2-40B4-BE49-F238E27FC236}">
                    <a16:creationId xmlns:a16="http://schemas.microsoft.com/office/drawing/2014/main" id="{138DC89B-D5BF-A887-10CD-BE2BEF991A7D}"/>
                  </a:ext>
                </a:extLst>
              </p14:cNvPr>
              <p14:cNvContentPartPr/>
              <p14:nvPr/>
            </p14:nvContentPartPr>
            <p14:xfrm>
              <a:off x="831508" y="5588939"/>
              <a:ext cx="4740120" cy="105120"/>
            </p14:xfrm>
          </p:contentPart>
        </mc:Choice>
        <mc:Fallback>
          <p:pic>
            <p:nvPicPr>
              <p:cNvPr id="34" name="Ink 33">
                <a:extLst>
                  <a:ext uri="{FF2B5EF4-FFF2-40B4-BE49-F238E27FC236}">
                    <a16:creationId xmlns:a16="http://schemas.microsoft.com/office/drawing/2014/main" id="{138DC89B-D5BF-A887-10CD-BE2BEF991A7D}"/>
                  </a:ext>
                </a:extLst>
              </p:cNvPr>
              <p:cNvPicPr/>
              <p:nvPr/>
            </p:nvPicPr>
            <p:blipFill>
              <a:blip r:embed="rId35"/>
              <a:stretch>
                <a:fillRect/>
              </a:stretch>
            </p:blipFill>
            <p:spPr>
              <a:xfrm>
                <a:off x="827188" y="5584619"/>
                <a:ext cx="4748760" cy="11376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40" name="Ink 39">
                <a:extLst>
                  <a:ext uri="{FF2B5EF4-FFF2-40B4-BE49-F238E27FC236}">
                    <a16:creationId xmlns:a16="http://schemas.microsoft.com/office/drawing/2014/main" id="{E43A6B65-73F9-6CEB-C165-EE6E4F5890E9}"/>
                  </a:ext>
                </a:extLst>
              </p14:cNvPr>
              <p14:cNvContentPartPr/>
              <p14:nvPr/>
            </p14:nvContentPartPr>
            <p14:xfrm>
              <a:off x="5749828" y="5451059"/>
              <a:ext cx="333720" cy="70200"/>
            </p14:xfrm>
          </p:contentPart>
        </mc:Choice>
        <mc:Fallback>
          <p:pic>
            <p:nvPicPr>
              <p:cNvPr id="40" name="Ink 39">
                <a:extLst>
                  <a:ext uri="{FF2B5EF4-FFF2-40B4-BE49-F238E27FC236}">
                    <a16:creationId xmlns:a16="http://schemas.microsoft.com/office/drawing/2014/main" id="{E43A6B65-73F9-6CEB-C165-EE6E4F5890E9}"/>
                  </a:ext>
                </a:extLst>
              </p:cNvPr>
              <p:cNvPicPr/>
              <p:nvPr/>
            </p:nvPicPr>
            <p:blipFill>
              <a:blip r:embed="rId37"/>
              <a:stretch>
                <a:fillRect/>
              </a:stretch>
            </p:blipFill>
            <p:spPr>
              <a:xfrm>
                <a:off x="5745508" y="5446739"/>
                <a:ext cx="342360" cy="788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41" name="Ink 40">
                <a:extLst>
                  <a:ext uri="{FF2B5EF4-FFF2-40B4-BE49-F238E27FC236}">
                    <a16:creationId xmlns:a16="http://schemas.microsoft.com/office/drawing/2014/main" id="{79E7443E-CA93-3A98-AB8A-D617B5C0FFD4}"/>
                  </a:ext>
                </a:extLst>
              </p14:cNvPr>
              <p14:cNvContentPartPr/>
              <p14:nvPr/>
            </p14:nvContentPartPr>
            <p14:xfrm>
              <a:off x="5966188" y="5309579"/>
              <a:ext cx="173520" cy="282600"/>
            </p14:xfrm>
          </p:contentPart>
        </mc:Choice>
        <mc:Fallback>
          <p:pic>
            <p:nvPicPr>
              <p:cNvPr id="41" name="Ink 40">
                <a:extLst>
                  <a:ext uri="{FF2B5EF4-FFF2-40B4-BE49-F238E27FC236}">
                    <a16:creationId xmlns:a16="http://schemas.microsoft.com/office/drawing/2014/main" id="{79E7443E-CA93-3A98-AB8A-D617B5C0FFD4}"/>
                  </a:ext>
                </a:extLst>
              </p:cNvPr>
              <p:cNvPicPr/>
              <p:nvPr/>
            </p:nvPicPr>
            <p:blipFill>
              <a:blip r:embed="rId39"/>
              <a:stretch>
                <a:fillRect/>
              </a:stretch>
            </p:blipFill>
            <p:spPr>
              <a:xfrm>
                <a:off x="5961868" y="5305259"/>
                <a:ext cx="182160" cy="291240"/>
              </a:xfrm>
              <a:prstGeom prst="rect">
                <a:avLst/>
              </a:prstGeom>
            </p:spPr>
          </p:pic>
        </mc:Fallback>
      </mc:AlternateContent>
      <p:grpSp>
        <p:nvGrpSpPr>
          <p:cNvPr id="55" name="Group 54">
            <a:extLst>
              <a:ext uri="{FF2B5EF4-FFF2-40B4-BE49-F238E27FC236}">
                <a16:creationId xmlns:a16="http://schemas.microsoft.com/office/drawing/2014/main" id="{B2FCBBF0-1397-33DA-820E-95AF2C689624}"/>
              </a:ext>
            </a:extLst>
          </p:cNvPr>
          <p:cNvGrpSpPr/>
          <p:nvPr/>
        </p:nvGrpSpPr>
        <p:grpSpPr>
          <a:xfrm>
            <a:off x="6600148" y="5273219"/>
            <a:ext cx="1368720" cy="805320"/>
            <a:chOff x="6600148" y="5273219"/>
            <a:chExt cx="1368720" cy="805320"/>
          </a:xfrm>
        </p:grpSpPr>
        <mc:AlternateContent xmlns:mc="http://schemas.openxmlformats.org/markup-compatibility/2006">
          <mc:Choice xmlns:p14="http://schemas.microsoft.com/office/powerpoint/2010/main" Requires="p14">
            <p:contentPart p14:bwMode="auto" r:id="rId40">
              <p14:nvContentPartPr>
                <p14:cNvPr id="42" name="Ink 41">
                  <a:extLst>
                    <a:ext uri="{FF2B5EF4-FFF2-40B4-BE49-F238E27FC236}">
                      <a16:creationId xmlns:a16="http://schemas.microsoft.com/office/drawing/2014/main" id="{F30B5B51-0409-A5DF-44B1-48CEB8BB3699}"/>
                    </a:ext>
                  </a:extLst>
                </p14:cNvPr>
                <p14:cNvContentPartPr/>
                <p14:nvPr/>
              </p14:nvContentPartPr>
              <p14:xfrm>
                <a:off x="6600148" y="5356019"/>
                <a:ext cx="232920" cy="222120"/>
              </p14:xfrm>
            </p:contentPart>
          </mc:Choice>
          <mc:Fallback>
            <p:pic>
              <p:nvPicPr>
                <p:cNvPr id="42" name="Ink 41">
                  <a:extLst>
                    <a:ext uri="{FF2B5EF4-FFF2-40B4-BE49-F238E27FC236}">
                      <a16:creationId xmlns:a16="http://schemas.microsoft.com/office/drawing/2014/main" id="{F30B5B51-0409-A5DF-44B1-48CEB8BB3699}"/>
                    </a:ext>
                  </a:extLst>
                </p:cNvPr>
                <p:cNvPicPr/>
                <p:nvPr/>
              </p:nvPicPr>
              <p:blipFill>
                <a:blip r:embed="rId41"/>
                <a:stretch>
                  <a:fillRect/>
                </a:stretch>
              </p:blipFill>
              <p:spPr>
                <a:xfrm>
                  <a:off x="6595828" y="5351699"/>
                  <a:ext cx="241560" cy="2307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43" name="Ink 42">
                  <a:extLst>
                    <a:ext uri="{FF2B5EF4-FFF2-40B4-BE49-F238E27FC236}">
                      <a16:creationId xmlns:a16="http://schemas.microsoft.com/office/drawing/2014/main" id="{1DECFCC3-03AB-9CCD-8E33-7D0111CBA3E4}"/>
                    </a:ext>
                  </a:extLst>
                </p14:cNvPr>
                <p14:cNvContentPartPr/>
                <p14:nvPr/>
              </p14:nvContentPartPr>
              <p14:xfrm>
                <a:off x="6819028" y="5303099"/>
                <a:ext cx="187560" cy="195480"/>
              </p14:xfrm>
            </p:contentPart>
          </mc:Choice>
          <mc:Fallback>
            <p:pic>
              <p:nvPicPr>
                <p:cNvPr id="43" name="Ink 42">
                  <a:extLst>
                    <a:ext uri="{FF2B5EF4-FFF2-40B4-BE49-F238E27FC236}">
                      <a16:creationId xmlns:a16="http://schemas.microsoft.com/office/drawing/2014/main" id="{1DECFCC3-03AB-9CCD-8E33-7D0111CBA3E4}"/>
                    </a:ext>
                  </a:extLst>
                </p:cNvPr>
                <p:cNvPicPr/>
                <p:nvPr/>
              </p:nvPicPr>
              <p:blipFill>
                <a:blip r:embed="rId43"/>
                <a:stretch>
                  <a:fillRect/>
                </a:stretch>
              </p:blipFill>
              <p:spPr>
                <a:xfrm>
                  <a:off x="6814708" y="5298779"/>
                  <a:ext cx="196200" cy="20412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44" name="Ink 43">
                  <a:extLst>
                    <a:ext uri="{FF2B5EF4-FFF2-40B4-BE49-F238E27FC236}">
                      <a16:creationId xmlns:a16="http://schemas.microsoft.com/office/drawing/2014/main" id="{F0722109-7B71-696B-1270-EF773491B2BA}"/>
                    </a:ext>
                  </a:extLst>
                </p14:cNvPr>
                <p14:cNvContentPartPr/>
                <p14:nvPr/>
              </p14:nvContentPartPr>
              <p14:xfrm>
                <a:off x="7128628" y="5289779"/>
                <a:ext cx="181800" cy="259920"/>
              </p14:xfrm>
            </p:contentPart>
          </mc:Choice>
          <mc:Fallback>
            <p:pic>
              <p:nvPicPr>
                <p:cNvPr id="44" name="Ink 43">
                  <a:extLst>
                    <a:ext uri="{FF2B5EF4-FFF2-40B4-BE49-F238E27FC236}">
                      <a16:creationId xmlns:a16="http://schemas.microsoft.com/office/drawing/2014/main" id="{F0722109-7B71-696B-1270-EF773491B2BA}"/>
                    </a:ext>
                  </a:extLst>
                </p:cNvPr>
                <p:cNvPicPr/>
                <p:nvPr/>
              </p:nvPicPr>
              <p:blipFill>
                <a:blip r:embed="rId45"/>
                <a:stretch>
                  <a:fillRect/>
                </a:stretch>
              </p:blipFill>
              <p:spPr>
                <a:xfrm>
                  <a:off x="7124308" y="5285459"/>
                  <a:ext cx="190440" cy="2685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45" name="Ink 44">
                  <a:extLst>
                    <a:ext uri="{FF2B5EF4-FFF2-40B4-BE49-F238E27FC236}">
                      <a16:creationId xmlns:a16="http://schemas.microsoft.com/office/drawing/2014/main" id="{B780C2C2-B480-2F56-0B05-8C0A9E83322C}"/>
                    </a:ext>
                  </a:extLst>
                </p14:cNvPr>
                <p14:cNvContentPartPr/>
                <p14:nvPr/>
              </p14:nvContentPartPr>
              <p14:xfrm>
                <a:off x="7406188" y="5273219"/>
                <a:ext cx="126720" cy="256320"/>
              </p14:xfrm>
            </p:contentPart>
          </mc:Choice>
          <mc:Fallback>
            <p:pic>
              <p:nvPicPr>
                <p:cNvPr id="45" name="Ink 44">
                  <a:extLst>
                    <a:ext uri="{FF2B5EF4-FFF2-40B4-BE49-F238E27FC236}">
                      <a16:creationId xmlns:a16="http://schemas.microsoft.com/office/drawing/2014/main" id="{B780C2C2-B480-2F56-0B05-8C0A9E83322C}"/>
                    </a:ext>
                  </a:extLst>
                </p:cNvPr>
                <p:cNvPicPr/>
                <p:nvPr/>
              </p:nvPicPr>
              <p:blipFill>
                <a:blip r:embed="rId47"/>
                <a:stretch>
                  <a:fillRect/>
                </a:stretch>
              </p:blipFill>
              <p:spPr>
                <a:xfrm>
                  <a:off x="7401868" y="5268899"/>
                  <a:ext cx="135360" cy="26496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46" name="Ink 45">
                  <a:extLst>
                    <a:ext uri="{FF2B5EF4-FFF2-40B4-BE49-F238E27FC236}">
                      <a16:creationId xmlns:a16="http://schemas.microsoft.com/office/drawing/2014/main" id="{7097DF83-51CD-61E4-C278-37EE92D9B03B}"/>
                    </a:ext>
                  </a:extLst>
                </p14:cNvPr>
                <p14:cNvContentPartPr/>
                <p14:nvPr/>
              </p14:nvContentPartPr>
              <p14:xfrm>
                <a:off x="7638028" y="5296619"/>
                <a:ext cx="132840" cy="276840"/>
              </p14:xfrm>
            </p:contentPart>
          </mc:Choice>
          <mc:Fallback>
            <p:pic>
              <p:nvPicPr>
                <p:cNvPr id="46" name="Ink 45">
                  <a:extLst>
                    <a:ext uri="{FF2B5EF4-FFF2-40B4-BE49-F238E27FC236}">
                      <a16:creationId xmlns:a16="http://schemas.microsoft.com/office/drawing/2014/main" id="{7097DF83-51CD-61E4-C278-37EE92D9B03B}"/>
                    </a:ext>
                  </a:extLst>
                </p:cNvPr>
                <p:cNvPicPr/>
                <p:nvPr/>
              </p:nvPicPr>
              <p:blipFill>
                <a:blip r:embed="rId49"/>
                <a:stretch>
                  <a:fillRect/>
                </a:stretch>
              </p:blipFill>
              <p:spPr>
                <a:xfrm>
                  <a:off x="7633708" y="5292299"/>
                  <a:ext cx="141480" cy="28548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47" name="Ink 46">
                  <a:extLst>
                    <a:ext uri="{FF2B5EF4-FFF2-40B4-BE49-F238E27FC236}">
                      <a16:creationId xmlns:a16="http://schemas.microsoft.com/office/drawing/2014/main" id="{B393CCA5-66CA-BC20-E827-B76456534604}"/>
                    </a:ext>
                  </a:extLst>
                </p14:cNvPr>
                <p14:cNvContentPartPr/>
                <p14:nvPr/>
              </p14:nvContentPartPr>
              <p14:xfrm>
                <a:off x="6605188" y="5626739"/>
                <a:ext cx="1363680" cy="97920"/>
              </p14:xfrm>
            </p:contentPart>
          </mc:Choice>
          <mc:Fallback>
            <p:pic>
              <p:nvPicPr>
                <p:cNvPr id="47" name="Ink 46">
                  <a:extLst>
                    <a:ext uri="{FF2B5EF4-FFF2-40B4-BE49-F238E27FC236}">
                      <a16:creationId xmlns:a16="http://schemas.microsoft.com/office/drawing/2014/main" id="{B393CCA5-66CA-BC20-E827-B76456534604}"/>
                    </a:ext>
                  </a:extLst>
                </p:cNvPr>
                <p:cNvPicPr/>
                <p:nvPr/>
              </p:nvPicPr>
              <p:blipFill>
                <a:blip r:embed="rId51"/>
                <a:stretch>
                  <a:fillRect/>
                </a:stretch>
              </p:blipFill>
              <p:spPr>
                <a:xfrm>
                  <a:off x="6600868" y="5622419"/>
                  <a:ext cx="1372320" cy="1065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48" name="Ink 47">
                  <a:extLst>
                    <a:ext uri="{FF2B5EF4-FFF2-40B4-BE49-F238E27FC236}">
                      <a16:creationId xmlns:a16="http://schemas.microsoft.com/office/drawing/2014/main" id="{576850EB-3C15-A57C-9DA0-07C1683C2A74}"/>
                    </a:ext>
                  </a:extLst>
                </p14:cNvPr>
                <p14:cNvContentPartPr/>
                <p14:nvPr/>
              </p14:nvContentPartPr>
              <p14:xfrm>
                <a:off x="6875188" y="5844179"/>
                <a:ext cx="168480" cy="234360"/>
              </p14:xfrm>
            </p:contentPart>
          </mc:Choice>
          <mc:Fallback>
            <p:pic>
              <p:nvPicPr>
                <p:cNvPr id="48" name="Ink 47">
                  <a:extLst>
                    <a:ext uri="{FF2B5EF4-FFF2-40B4-BE49-F238E27FC236}">
                      <a16:creationId xmlns:a16="http://schemas.microsoft.com/office/drawing/2014/main" id="{576850EB-3C15-A57C-9DA0-07C1683C2A74}"/>
                    </a:ext>
                  </a:extLst>
                </p:cNvPr>
                <p:cNvPicPr/>
                <p:nvPr/>
              </p:nvPicPr>
              <p:blipFill>
                <a:blip r:embed="rId53"/>
                <a:stretch>
                  <a:fillRect/>
                </a:stretch>
              </p:blipFill>
              <p:spPr>
                <a:xfrm>
                  <a:off x="6870868" y="5839859"/>
                  <a:ext cx="177120" cy="24300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49" name="Ink 48">
                  <a:extLst>
                    <a:ext uri="{FF2B5EF4-FFF2-40B4-BE49-F238E27FC236}">
                      <a16:creationId xmlns:a16="http://schemas.microsoft.com/office/drawing/2014/main" id="{9573DE92-2710-5103-E7DF-BD2464F781DA}"/>
                    </a:ext>
                  </a:extLst>
                </p14:cNvPr>
                <p14:cNvContentPartPr/>
                <p14:nvPr/>
              </p14:nvContentPartPr>
              <p14:xfrm>
                <a:off x="7088668" y="5786579"/>
                <a:ext cx="204120" cy="282600"/>
              </p14:xfrm>
            </p:contentPart>
          </mc:Choice>
          <mc:Fallback>
            <p:pic>
              <p:nvPicPr>
                <p:cNvPr id="49" name="Ink 48">
                  <a:extLst>
                    <a:ext uri="{FF2B5EF4-FFF2-40B4-BE49-F238E27FC236}">
                      <a16:creationId xmlns:a16="http://schemas.microsoft.com/office/drawing/2014/main" id="{9573DE92-2710-5103-E7DF-BD2464F781DA}"/>
                    </a:ext>
                  </a:extLst>
                </p:cNvPr>
                <p:cNvPicPr/>
                <p:nvPr/>
              </p:nvPicPr>
              <p:blipFill>
                <a:blip r:embed="rId55"/>
                <a:stretch>
                  <a:fillRect/>
                </a:stretch>
              </p:blipFill>
              <p:spPr>
                <a:xfrm>
                  <a:off x="7084348" y="5782259"/>
                  <a:ext cx="212760" cy="29124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50" name="Ink 49">
                  <a:extLst>
                    <a:ext uri="{FF2B5EF4-FFF2-40B4-BE49-F238E27FC236}">
                      <a16:creationId xmlns:a16="http://schemas.microsoft.com/office/drawing/2014/main" id="{D8838E18-FE76-6B01-FE7E-96FBAEA84562}"/>
                    </a:ext>
                  </a:extLst>
                </p14:cNvPr>
                <p14:cNvContentPartPr/>
                <p14:nvPr/>
              </p14:nvContentPartPr>
              <p14:xfrm>
                <a:off x="7363348" y="5832659"/>
                <a:ext cx="43200" cy="221400"/>
              </p14:xfrm>
            </p:contentPart>
          </mc:Choice>
          <mc:Fallback>
            <p:pic>
              <p:nvPicPr>
                <p:cNvPr id="50" name="Ink 49">
                  <a:extLst>
                    <a:ext uri="{FF2B5EF4-FFF2-40B4-BE49-F238E27FC236}">
                      <a16:creationId xmlns:a16="http://schemas.microsoft.com/office/drawing/2014/main" id="{D8838E18-FE76-6B01-FE7E-96FBAEA84562}"/>
                    </a:ext>
                  </a:extLst>
                </p:cNvPr>
                <p:cNvPicPr/>
                <p:nvPr/>
              </p:nvPicPr>
              <p:blipFill>
                <a:blip r:embed="rId57"/>
                <a:stretch>
                  <a:fillRect/>
                </a:stretch>
              </p:blipFill>
              <p:spPr>
                <a:xfrm>
                  <a:off x="7359028" y="5828339"/>
                  <a:ext cx="51840" cy="23004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51" name="Ink 50">
                  <a:extLst>
                    <a:ext uri="{FF2B5EF4-FFF2-40B4-BE49-F238E27FC236}">
                      <a16:creationId xmlns:a16="http://schemas.microsoft.com/office/drawing/2014/main" id="{2EB45791-985D-1EA8-A81C-B238AA925C16}"/>
                    </a:ext>
                  </a:extLst>
                </p14:cNvPr>
                <p14:cNvContentPartPr/>
                <p14:nvPr/>
              </p14:nvContentPartPr>
              <p14:xfrm>
                <a:off x="7479988" y="5789099"/>
                <a:ext cx="222840" cy="214920"/>
              </p14:xfrm>
            </p:contentPart>
          </mc:Choice>
          <mc:Fallback>
            <p:pic>
              <p:nvPicPr>
                <p:cNvPr id="51" name="Ink 50">
                  <a:extLst>
                    <a:ext uri="{FF2B5EF4-FFF2-40B4-BE49-F238E27FC236}">
                      <a16:creationId xmlns:a16="http://schemas.microsoft.com/office/drawing/2014/main" id="{2EB45791-985D-1EA8-A81C-B238AA925C16}"/>
                    </a:ext>
                  </a:extLst>
                </p:cNvPr>
                <p:cNvPicPr/>
                <p:nvPr/>
              </p:nvPicPr>
              <p:blipFill>
                <a:blip r:embed="rId59"/>
                <a:stretch>
                  <a:fillRect/>
                </a:stretch>
              </p:blipFill>
              <p:spPr>
                <a:xfrm>
                  <a:off x="7475668" y="5784779"/>
                  <a:ext cx="231480" cy="22356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54" name="Ink 53">
                  <a:extLst>
                    <a:ext uri="{FF2B5EF4-FFF2-40B4-BE49-F238E27FC236}">
                      <a16:creationId xmlns:a16="http://schemas.microsoft.com/office/drawing/2014/main" id="{C0D8975E-CB19-BCFE-06C6-CB4B1376FAC3}"/>
                    </a:ext>
                  </a:extLst>
                </p14:cNvPr>
                <p14:cNvContentPartPr/>
                <p14:nvPr/>
              </p14:nvContentPartPr>
              <p14:xfrm>
                <a:off x="7779868" y="5817179"/>
                <a:ext cx="181080" cy="149760"/>
              </p14:xfrm>
            </p:contentPart>
          </mc:Choice>
          <mc:Fallback>
            <p:pic>
              <p:nvPicPr>
                <p:cNvPr id="54" name="Ink 53">
                  <a:extLst>
                    <a:ext uri="{FF2B5EF4-FFF2-40B4-BE49-F238E27FC236}">
                      <a16:creationId xmlns:a16="http://schemas.microsoft.com/office/drawing/2014/main" id="{C0D8975E-CB19-BCFE-06C6-CB4B1376FAC3}"/>
                    </a:ext>
                  </a:extLst>
                </p:cNvPr>
                <p:cNvPicPr/>
                <p:nvPr/>
              </p:nvPicPr>
              <p:blipFill>
                <a:blip r:embed="rId61"/>
                <a:stretch>
                  <a:fillRect/>
                </a:stretch>
              </p:blipFill>
              <p:spPr>
                <a:xfrm>
                  <a:off x="7775548" y="5812859"/>
                  <a:ext cx="189720" cy="158400"/>
                </a:xfrm>
                <a:prstGeom prst="rect">
                  <a:avLst/>
                </a:prstGeom>
              </p:spPr>
            </p:pic>
          </mc:Fallback>
        </mc:AlternateContent>
      </p:grpSp>
      <p:grpSp>
        <p:nvGrpSpPr>
          <p:cNvPr id="57" name="Group 56">
            <a:extLst>
              <a:ext uri="{FF2B5EF4-FFF2-40B4-BE49-F238E27FC236}">
                <a16:creationId xmlns:a16="http://schemas.microsoft.com/office/drawing/2014/main" id="{E4FCD9DE-C4D8-44FA-58BB-D82870CD21ED}"/>
              </a:ext>
            </a:extLst>
          </p:cNvPr>
          <p:cNvGrpSpPr/>
          <p:nvPr/>
        </p:nvGrpSpPr>
        <p:grpSpPr>
          <a:xfrm>
            <a:off x="3690268" y="5854259"/>
            <a:ext cx="2103480" cy="1039320"/>
            <a:chOff x="3690268" y="5854259"/>
            <a:chExt cx="2103480" cy="1039320"/>
          </a:xfrm>
        </p:grpSpPr>
        <mc:AlternateContent xmlns:mc="http://schemas.openxmlformats.org/markup-compatibility/2006">
          <mc:Choice xmlns:p14="http://schemas.microsoft.com/office/powerpoint/2010/main" Requires="p14">
            <p:contentPart p14:bwMode="auto" r:id="rId62">
              <p14:nvContentPartPr>
                <p14:cNvPr id="17" name="Ink 16">
                  <a:extLst>
                    <a:ext uri="{FF2B5EF4-FFF2-40B4-BE49-F238E27FC236}">
                      <a16:creationId xmlns:a16="http://schemas.microsoft.com/office/drawing/2014/main" id="{D8FB51AC-D46D-1D87-C3D0-8AA1C4D9CEB8}"/>
                    </a:ext>
                  </a:extLst>
                </p14:cNvPr>
                <p14:cNvContentPartPr/>
                <p14:nvPr/>
              </p14:nvContentPartPr>
              <p14:xfrm>
                <a:off x="3998788" y="6100139"/>
                <a:ext cx="219960" cy="230040"/>
              </p14:xfrm>
            </p:contentPart>
          </mc:Choice>
          <mc:Fallback>
            <p:pic>
              <p:nvPicPr>
                <p:cNvPr id="17" name="Ink 16">
                  <a:extLst>
                    <a:ext uri="{FF2B5EF4-FFF2-40B4-BE49-F238E27FC236}">
                      <a16:creationId xmlns:a16="http://schemas.microsoft.com/office/drawing/2014/main" id="{D8FB51AC-D46D-1D87-C3D0-8AA1C4D9CEB8}"/>
                    </a:ext>
                  </a:extLst>
                </p:cNvPr>
                <p:cNvPicPr/>
                <p:nvPr/>
              </p:nvPicPr>
              <p:blipFill>
                <a:blip r:embed="rId63"/>
                <a:stretch>
                  <a:fillRect/>
                </a:stretch>
              </p:blipFill>
              <p:spPr>
                <a:xfrm>
                  <a:off x="3994468" y="6095819"/>
                  <a:ext cx="228600" cy="23868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18" name="Ink 17">
                  <a:extLst>
                    <a:ext uri="{FF2B5EF4-FFF2-40B4-BE49-F238E27FC236}">
                      <a16:creationId xmlns:a16="http://schemas.microsoft.com/office/drawing/2014/main" id="{9D121CBC-FB6F-2E27-9A05-C4AA453F0211}"/>
                    </a:ext>
                  </a:extLst>
                </p14:cNvPr>
                <p14:cNvContentPartPr/>
                <p14:nvPr/>
              </p14:nvContentPartPr>
              <p14:xfrm>
                <a:off x="4302628" y="6078539"/>
                <a:ext cx="173880" cy="239400"/>
              </p14:xfrm>
            </p:contentPart>
          </mc:Choice>
          <mc:Fallback>
            <p:pic>
              <p:nvPicPr>
                <p:cNvPr id="18" name="Ink 17">
                  <a:extLst>
                    <a:ext uri="{FF2B5EF4-FFF2-40B4-BE49-F238E27FC236}">
                      <a16:creationId xmlns:a16="http://schemas.microsoft.com/office/drawing/2014/main" id="{9D121CBC-FB6F-2E27-9A05-C4AA453F0211}"/>
                    </a:ext>
                  </a:extLst>
                </p:cNvPr>
                <p:cNvPicPr/>
                <p:nvPr/>
              </p:nvPicPr>
              <p:blipFill>
                <a:blip r:embed="rId65"/>
                <a:stretch>
                  <a:fillRect/>
                </a:stretch>
              </p:blipFill>
              <p:spPr>
                <a:xfrm>
                  <a:off x="4298308" y="6074219"/>
                  <a:ext cx="182520" cy="24804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19" name="Ink 18">
                  <a:extLst>
                    <a:ext uri="{FF2B5EF4-FFF2-40B4-BE49-F238E27FC236}">
                      <a16:creationId xmlns:a16="http://schemas.microsoft.com/office/drawing/2014/main" id="{600DF878-283E-9904-B510-75BC3A0A80B8}"/>
                    </a:ext>
                  </a:extLst>
                </p14:cNvPr>
                <p14:cNvContentPartPr/>
                <p14:nvPr/>
              </p14:nvContentPartPr>
              <p14:xfrm>
                <a:off x="4599988" y="6050099"/>
                <a:ext cx="219960" cy="250200"/>
              </p14:xfrm>
            </p:contentPart>
          </mc:Choice>
          <mc:Fallback>
            <p:pic>
              <p:nvPicPr>
                <p:cNvPr id="19" name="Ink 18">
                  <a:extLst>
                    <a:ext uri="{FF2B5EF4-FFF2-40B4-BE49-F238E27FC236}">
                      <a16:creationId xmlns:a16="http://schemas.microsoft.com/office/drawing/2014/main" id="{600DF878-283E-9904-B510-75BC3A0A80B8}"/>
                    </a:ext>
                  </a:extLst>
                </p:cNvPr>
                <p:cNvPicPr/>
                <p:nvPr/>
              </p:nvPicPr>
              <p:blipFill>
                <a:blip r:embed="rId67"/>
                <a:stretch>
                  <a:fillRect/>
                </a:stretch>
              </p:blipFill>
              <p:spPr>
                <a:xfrm>
                  <a:off x="4595668" y="6045779"/>
                  <a:ext cx="228600" cy="25884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20" name="Ink 19">
                  <a:extLst>
                    <a:ext uri="{FF2B5EF4-FFF2-40B4-BE49-F238E27FC236}">
                      <a16:creationId xmlns:a16="http://schemas.microsoft.com/office/drawing/2014/main" id="{3BB1143A-C43E-8E8A-C01C-2DF646A24AE0}"/>
                    </a:ext>
                  </a:extLst>
                </p14:cNvPr>
                <p14:cNvContentPartPr/>
                <p14:nvPr/>
              </p14:nvContentPartPr>
              <p14:xfrm>
                <a:off x="4959988" y="5982059"/>
                <a:ext cx="127080" cy="213120"/>
              </p14:xfrm>
            </p:contentPart>
          </mc:Choice>
          <mc:Fallback>
            <p:pic>
              <p:nvPicPr>
                <p:cNvPr id="20" name="Ink 19">
                  <a:extLst>
                    <a:ext uri="{FF2B5EF4-FFF2-40B4-BE49-F238E27FC236}">
                      <a16:creationId xmlns:a16="http://schemas.microsoft.com/office/drawing/2014/main" id="{3BB1143A-C43E-8E8A-C01C-2DF646A24AE0}"/>
                    </a:ext>
                  </a:extLst>
                </p:cNvPr>
                <p:cNvPicPr/>
                <p:nvPr/>
              </p:nvPicPr>
              <p:blipFill>
                <a:blip r:embed="rId69"/>
                <a:stretch>
                  <a:fillRect/>
                </a:stretch>
              </p:blipFill>
              <p:spPr>
                <a:xfrm>
                  <a:off x="4955668" y="5977739"/>
                  <a:ext cx="13572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21" name="Ink 20">
                  <a:extLst>
                    <a:ext uri="{FF2B5EF4-FFF2-40B4-BE49-F238E27FC236}">
                      <a16:creationId xmlns:a16="http://schemas.microsoft.com/office/drawing/2014/main" id="{BAAE6051-28D5-E449-D325-C1FA6F8E4A49}"/>
                    </a:ext>
                  </a:extLst>
                </p14:cNvPr>
                <p14:cNvContentPartPr/>
                <p14:nvPr/>
              </p14:nvContentPartPr>
              <p14:xfrm>
                <a:off x="5165908" y="5978099"/>
                <a:ext cx="151200" cy="296640"/>
              </p14:xfrm>
            </p:contentPart>
          </mc:Choice>
          <mc:Fallback>
            <p:pic>
              <p:nvPicPr>
                <p:cNvPr id="21" name="Ink 20">
                  <a:extLst>
                    <a:ext uri="{FF2B5EF4-FFF2-40B4-BE49-F238E27FC236}">
                      <a16:creationId xmlns:a16="http://schemas.microsoft.com/office/drawing/2014/main" id="{BAAE6051-28D5-E449-D325-C1FA6F8E4A49}"/>
                    </a:ext>
                  </a:extLst>
                </p:cNvPr>
                <p:cNvPicPr/>
                <p:nvPr/>
              </p:nvPicPr>
              <p:blipFill>
                <a:blip r:embed="rId71"/>
                <a:stretch>
                  <a:fillRect/>
                </a:stretch>
              </p:blipFill>
              <p:spPr>
                <a:xfrm>
                  <a:off x="5161588" y="5973779"/>
                  <a:ext cx="159840" cy="30528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22" name="Ink 21">
                  <a:extLst>
                    <a:ext uri="{FF2B5EF4-FFF2-40B4-BE49-F238E27FC236}">
                      <a16:creationId xmlns:a16="http://schemas.microsoft.com/office/drawing/2014/main" id="{85FCE70A-9BBC-DC7D-2E19-D60359E17280}"/>
                    </a:ext>
                  </a:extLst>
                </p14:cNvPr>
                <p14:cNvContentPartPr/>
                <p14:nvPr/>
              </p14:nvContentPartPr>
              <p14:xfrm>
                <a:off x="3690268" y="6372299"/>
                <a:ext cx="2103480" cy="122400"/>
              </p14:xfrm>
            </p:contentPart>
          </mc:Choice>
          <mc:Fallback>
            <p:pic>
              <p:nvPicPr>
                <p:cNvPr id="22" name="Ink 21">
                  <a:extLst>
                    <a:ext uri="{FF2B5EF4-FFF2-40B4-BE49-F238E27FC236}">
                      <a16:creationId xmlns:a16="http://schemas.microsoft.com/office/drawing/2014/main" id="{85FCE70A-9BBC-DC7D-2E19-D60359E17280}"/>
                    </a:ext>
                  </a:extLst>
                </p:cNvPr>
                <p:cNvPicPr/>
                <p:nvPr/>
              </p:nvPicPr>
              <p:blipFill>
                <a:blip r:embed="rId73"/>
                <a:stretch>
                  <a:fillRect/>
                </a:stretch>
              </p:blipFill>
              <p:spPr>
                <a:xfrm>
                  <a:off x="3685948" y="6367979"/>
                  <a:ext cx="2112120" cy="13104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24" name="Ink 23">
                  <a:extLst>
                    <a:ext uri="{FF2B5EF4-FFF2-40B4-BE49-F238E27FC236}">
                      <a16:creationId xmlns:a16="http://schemas.microsoft.com/office/drawing/2014/main" id="{A810DCEB-81AA-A770-C3D7-C53F4C3E3B26}"/>
                    </a:ext>
                  </a:extLst>
                </p14:cNvPr>
                <p14:cNvContentPartPr/>
                <p14:nvPr/>
              </p14:nvContentPartPr>
              <p14:xfrm>
                <a:off x="4214068" y="6528899"/>
                <a:ext cx="196920" cy="258480"/>
              </p14:xfrm>
            </p:contentPart>
          </mc:Choice>
          <mc:Fallback>
            <p:pic>
              <p:nvPicPr>
                <p:cNvPr id="24" name="Ink 23">
                  <a:extLst>
                    <a:ext uri="{FF2B5EF4-FFF2-40B4-BE49-F238E27FC236}">
                      <a16:creationId xmlns:a16="http://schemas.microsoft.com/office/drawing/2014/main" id="{A810DCEB-81AA-A770-C3D7-C53F4C3E3B26}"/>
                    </a:ext>
                  </a:extLst>
                </p:cNvPr>
                <p:cNvPicPr/>
                <p:nvPr/>
              </p:nvPicPr>
              <p:blipFill>
                <a:blip r:embed="rId75"/>
                <a:stretch>
                  <a:fillRect/>
                </a:stretch>
              </p:blipFill>
              <p:spPr>
                <a:xfrm>
                  <a:off x="4209748" y="6524579"/>
                  <a:ext cx="205560" cy="26712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25" name="Ink 24">
                  <a:extLst>
                    <a:ext uri="{FF2B5EF4-FFF2-40B4-BE49-F238E27FC236}">
                      <a16:creationId xmlns:a16="http://schemas.microsoft.com/office/drawing/2014/main" id="{AB18AC90-083A-0C79-AE45-14DF5417ED75}"/>
                    </a:ext>
                  </a:extLst>
                </p14:cNvPr>
                <p14:cNvContentPartPr/>
                <p14:nvPr/>
              </p14:nvContentPartPr>
              <p14:xfrm>
                <a:off x="4491268" y="6495059"/>
                <a:ext cx="300600" cy="214560"/>
              </p14:xfrm>
            </p:contentPart>
          </mc:Choice>
          <mc:Fallback>
            <p:pic>
              <p:nvPicPr>
                <p:cNvPr id="25" name="Ink 24">
                  <a:extLst>
                    <a:ext uri="{FF2B5EF4-FFF2-40B4-BE49-F238E27FC236}">
                      <a16:creationId xmlns:a16="http://schemas.microsoft.com/office/drawing/2014/main" id="{AB18AC90-083A-0C79-AE45-14DF5417ED75}"/>
                    </a:ext>
                  </a:extLst>
                </p:cNvPr>
                <p:cNvPicPr/>
                <p:nvPr/>
              </p:nvPicPr>
              <p:blipFill>
                <a:blip r:embed="rId77"/>
                <a:stretch>
                  <a:fillRect/>
                </a:stretch>
              </p:blipFill>
              <p:spPr>
                <a:xfrm>
                  <a:off x="4486948" y="6490739"/>
                  <a:ext cx="309240" cy="22320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26" name="Ink 25">
                  <a:extLst>
                    <a:ext uri="{FF2B5EF4-FFF2-40B4-BE49-F238E27FC236}">
                      <a16:creationId xmlns:a16="http://schemas.microsoft.com/office/drawing/2014/main" id="{53C9A2D2-C628-11B2-632D-95247F75504C}"/>
                    </a:ext>
                  </a:extLst>
                </p14:cNvPr>
                <p14:cNvContentPartPr/>
                <p14:nvPr/>
              </p14:nvContentPartPr>
              <p14:xfrm>
                <a:off x="4840828" y="6517739"/>
                <a:ext cx="215280" cy="164520"/>
              </p14:xfrm>
            </p:contentPart>
          </mc:Choice>
          <mc:Fallback>
            <p:pic>
              <p:nvPicPr>
                <p:cNvPr id="26" name="Ink 25">
                  <a:extLst>
                    <a:ext uri="{FF2B5EF4-FFF2-40B4-BE49-F238E27FC236}">
                      <a16:creationId xmlns:a16="http://schemas.microsoft.com/office/drawing/2014/main" id="{53C9A2D2-C628-11B2-632D-95247F75504C}"/>
                    </a:ext>
                  </a:extLst>
                </p:cNvPr>
                <p:cNvPicPr/>
                <p:nvPr/>
              </p:nvPicPr>
              <p:blipFill>
                <a:blip r:embed="rId79"/>
                <a:stretch>
                  <a:fillRect/>
                </a:stretch>
              </p:blipFill>
              <p:spPr>
                <a:xfrm>
                  <a:off x="4836508" y="6513419"/>
                  <a:ext cx="223920" cy="17316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27" name="Ink 26">
                  <a:extLst>
                    <a:ext uri="{FF2B5EF4-FFF2-40B4-BE49-F238E27FC236}">
                      <a16:creationId xmlns:a16="http://schemas.microsoft.com/office/drawing/2014/main" id="{0207C2E9-BBD5-359B-D136-90460BD9F216}"/>
                    </a:ext>
                  </a:extLst>
                </p14:cNvPr>
                <p14:cNvContentPartPr/>
                <p14:nvPr/>
              </p14:nvContentPartPr>
              <p14:xfrm>
                <a:off x="5110828" y="6527099"/>
                <a:ext cx="46800" cy="199080"/>
              </p14:xfrm>
            </p:contentPart>
          </mc:Choice>
          <mc:Fallback>
            <p:pic>
              <p:nvPicPr>
                <p:cNvPr id="27" name="Ink 26">
                  <a:extLst>
                    <a:ext uri="{FF2B5EF4-FFF2-40B4-BE49-F238E27FC236}">
                      <a16:creationId xmlns:a16="http://schemas.microsoft.com/office/drawing/2014/main" id="{0207C2E9-BBD5-359B-D136-90460BD9F216}"/>
                    </a:ext>
                  </a:extLst>
                </p:cNvPr>
                <p:cNvPicPr/>
                <p:nvPr/>
              </p:nvPicPr>
              <p:blipFill>
                <a:blip r:embed="rId81"/>
                <a:stretch>
                  <a:fillRect/>
                </a:stretch>
              </p:blipFill>
              <p:spPr>
                <a:xfrm>
                  <a:off x="5106508" y="6522779"/>
                  <a:ext cx="55440" cy="20772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28" name="Ink 27">
                  <a:extLst>
                    <a:ext uri="{FF2B5EF4-FFF2-40B4-BE49-F238E27FC236}">
                      <a16:creationId xmlns:a16="http://schemas.microsoft.com/office/drawing/2014/main" id="{0D011289-B743-0701-1DA1-0A466421A0ED}"/>
                    </a:ext>
                  </a:extLst>
                </p14:cNvPr>
                <p14:cNvContentPartPr/>
                <p14:nvPr/>
              </p14:nvContentPartPr>
              <p14:xfrm>
                <a:off x="5303068" y="6527099"/>
                <a:ext cx="155520" cy="315360"/>
              </p14:xfrm>
            </p:contentPart>
          </mc:Choice>
          <mc:Fallback>
            <p:pic>
              <p:nvPicPr>
                <p:cNvPr id="28" name="Ink 27">
                  <a:extLst>
                    <a:ext uri="{FF2B5EF4-FFF2-40B4-BE49-F238E27FC236}">
                      <a16:creationId xmlns:a16="http://schemas.microsoft.com/office/drawing/2014/main" id="{0D011289-B743-0701-1DA1-0A466421A0ED}"/>
                    </a:ext>
                  </a:extLst>
                </p:cNvPr>
                <p:cNvPicPr/>
                <p:nvPr/>
              </p:nvPicPr>
              <p:blipFill>
                <a:blip r:embed="rId83"/>
                <a:stretch>
                  <a:fillRect/>
                </a:stretch>
              </p:blipFill>
              <p:spPr>
                <a:xfrm>
                  <a:off x="5298748" y="6522779"/>
                  <a:ext cx="164160" cy="32400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6" name="Ink 55">
                  <a:extLst>
                    <a:ext uri="{FF2B5EF4-FFF2-40B4-BE49-F238E27FC236}">
                      <a16:creationId xmlns:a16="http://schemas.microsoft.com/office/drawing/2014/main" id="{9FE09B18-0049-11CD-1488-E758C01B1D95}"/>
                    </a:ext>
                  </a:extLst>
                </p14:cNvPr>
                <p14:cNvContentPartPr/>
                <p14:nvPr/>
              </p14:nvContentPartPr>
              <p14:xfrm>
                <a:off x="3829948" y="5854259"/>
                <a:ext cx="1947960" cy="1039320"/>
              </p14:xfrm>
            </p:contentPart>
          </mc:Choice>
          <mc:Fallback>
            <p:pic>
              <p:nvPicPr>
                <p:cNvPr id="56" name="Ink 55">
                  <a:extLst>
                    <a:ext uri="{FF2B5EF4-FFF2-40B4-BE49-F238E27FC236}">
                      <a16:creationId xmlns:a16="http://schemas.microsoft.com/office/drawing/2014/main" id="{9FE09B18-0049-11CD-1488-E758C01B1D95}"/>
                    </a:ext>
                  </a:extLst>
                </p:cNvPr>
                <p:cNvPicPr/>
                <p:nvPr/>
              </p:nvPicPr>
              <p:blipFill>
                <a:blip r:embed="rId85"/>
                <a:stretch>
                  <a:fillRect/>
                </a:stretch>
              </p:blipFill>
              <p:spPr>
                <a:xfrm>
                  <a:off x="3825628" y="5849939"/>
                  <a:ext cx="1956600" cy="1047960"/>
                </a:xfrm>
                <a:prstGeom prst="rect">
                  <a:avLst/>
                </a:prstGeom>
              </p:spPr>
            </p:pic>
          </mc:Fallback>
        </mc:AlternateContent>
      </p:grpSp>
    </p:spTree>
    <p:extLst>
      <p:ext uri="{BB962C8B-B14F-4D97-AF65-F5344CB8AC3E}">
        <p14:creationId xmlns:p14="http://schemas.microsoft.com/office/powerpoint/2010/main" val="3638978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5" name="Table 4"/>
          <p:cNvGraphicFramePr>
            <a:graphicFrameLocks noGrp="1"/>
          </p:cNvGraphicFramePr>
          <p:nvPr>
            <p:extLst>
              <p:ext uri="{D42A27DB-BD31-4B8C-83A1-F6EECF244321}">
                <p14:modId xmlns:p14="http://schemas.microsoft.com/office/powerpoint/2010/main" val="1149019446"/>
              </p:ext>
            </p:extLst>
          </p:nvPr>
        </p:nvGraphicFramePr>
        <p:xfrm>
          <a:off x="643304" y="992737"/>
          <a:ext cx="5792000" cy="1493835"/>
        </p:xfrm>
        <a:graphic>
          <a:graphicData uri="http://schemas.openxmlformats.org/drawingml/2006/table">
            <a:tbl>
              <a:tblPr firstRow="1" firstCol="1" bandRow="1">
                <a:tableStyleId>{5C22544A-7EE6-4342-B048-85BDC9FD1C3A}</a:tableStyleId>
              </a:tblPr>
              <a:tblGrid>
                <a:gridCol w="874643">
                  <a:extLst>
                    <a:ext uri="{9D8B030D-6E8A-4147-A177-3AD203B41FA5}">
                      <a16:colId xmlns:a16="http://schemas.microsoft.com/office/drawing/2014/main" val="20000"/>
                    </a:ext>
                  </a:extLst>
                </a:gridCol>
                <a:gridCol w="974504">
                  <a:extLst>
                    <a:ext uri="{9D8B030D-6E8A-4147-A177-3AD203B41FA5}">
                      <a16:colId xmlns:a16="http://schemas.microsoft.com/office/drawing/2014/main" val="20001"/>
                    </a:ext>
                  </a:extLst>
                </a:gridCol>
                <a:gridCol w="996607">
                  <a:extLst>
                    <a:ext uri="{9D8B030D-6E8A-4147-A177-3AD203B41FA5}">
                      <a16:colId xmlns:a16="http://schemas.microsoft.com/office/drawing/2014/main" val="20002"/>
                    </a:ext>
                  </a:extLst>
                </a:gridCol>
                <a:gridCol w="996607">
                  <a:extLst>
                    <a:ext uri="{9D8B030D-6E8A-4147-A177-3AD203B41FA5}">
                      <a16:colId xmlns:a16="http://schemas.microsoft.com/office/drawing/2014/main" val="20003"/>
                    </a:ext>
                  </a:extLst>
                </a:gridCol>
                <a:gridCol w="991555">
                  <a:extLst>
                    <a:ext uri="{9D8B030D-6E8A-4147-A177-3AD203B41FA5}">
                      <a16:colId xmlns:a16="http://schemas.microsoft.com/office/drawing/2014/main" val="20004"/>
                    </a:ext>
                  </a:extLst>
                </a:gridCol>
                <a:gridCol w="958084">
                  <a:extLst>
                    <a:ext uri="{9D8B030D-6E8A-4147-A177-3AD203B41FA5}">
                      <a16:colId xmlns:a16="http://schemas.microsoft.com/office/drawing/2014/main" val="20005"/>
                    </a:ext>
                  </a:extLst>
                </a:gridCol>
              </a:tblGrid>
              <a:tr h="239016">
                <a:tc rowSpan="2" gridSpan="2">
                  <a:txBody>
                    <a:bodyPr/>
                    <a:lstStyle/>
                    <a:p>
                      <a:pPr algn="ctr">
                        <a:lnSpc>
                          <a:spcPct val="107000"/>
                        </a:lnSpc>
                        <a:spcAft>
                          <a:spcPts val="0"/>
                        </a:spcAft>
                      </a:pPr>
                      <a:r>
                        <a:rPr lang="en-IN" sz="1100" dirty="0">
                          <a:effectLst/>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hMerge="1">
                  <a:txBody>
                    <a:bodyPr/>
                    <a:lstStyle/>
                    <a:p>
                      <a:endParaRPr lang="en-IN"/>
                    </a:p>
                  </a:txBody>
                  <a:tcPr/>
                </a:tc>
                <a:tc gridSpan="3">
                  <a:txBody>
                    <a:bodyPr/>
                    <a:lstStyle/>
                    <a:p>
                      <a:pPr algn="ctr">
                        <a:lnSpc>
                          <a:spcPct val="107000"/>
                        </a:lnSpc>
                        <a:spcAft>
                          <a:spcPts val="0"/>
                        </a:spcAft>
                      </a:pPr>
                      <a:r>
                        <a:rPr lang="en-IN" sz="1100" dirty="0">
                          <a:effectLst/>
                        </a:rPr>
                        <a:t>Age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tc>
                  <a:txBody>
                    <a:bodyPr/>
                    <a:lstStyle/>
                    <a:p>
                      <a:pPr algn="ctr">
                        <a:lnSpc>
                          <a:spcPct val="107000"/>
                        </a:lnSpc>
                        <a:spcAft>
                          <a:spcPts val="0"/>
                        </a:spcAft>
                      </a:pPr>
                      <a:r>
                        <a:rPr lang="en-IN" sz="1100">
                          <a:effectLst/>
                        </a:rPr>
                        <a:t>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78032">
                <a:tc gridSpan="2" vMerge="1">
                  <a:txBody>
                    <a:bodyPr/>
                    <a:lstStyle/>
                    <a:p>
                      <a:endParaRPr lang="en-IN"/>
                    </a:p>
                  </a:txBody>
                  <a:tcPr/>
                </a:tc>
                <a:tc hMerge="1" vMerge="1">
                  <a:txBody>
                    <a:bodyPr/>
                    <a:lstStyle/>
                    <a:p>
                      <a:endParaRPr lang="en-IN"/>
                    </a:p>
                  </a:txBody>
                  <a:tcPr/>
                </a:tc>
                <a:tc>
                  <a:txBody>
                    <a:bodyPr/>
                    <a:lstStyle/>
                    <a:p>
                      <a:pPr algn="ctr">
                        <a:lnSpc>
                          <a:spcPct val="107000"/>
                        </a:lnSpc>
                        <a:spcAft>
                          <a:spcPts val="0"/>
                        </a:spcAft>
                      </a:pPr>
                      <a:r>
                        <a:rPr lang="en-IN" sz="1100">
                          <a:effectLst/>
                        </a:rPr>
                        <a:t>Young</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dirty="0">
                          <a:effectLst/>
                        </a:rPr>
                        <a:t>Middle-Aged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dirty="0">
                          <a:effectLst/>
                        </a:rPr>
                        <a:t>Senior citizens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b="1" dirty="0">
                          <a:effectLst/>
                        </a:rPr>
                        <a:t>Total </a:t>
                      </a:r>
                      <a:endParaRPr lang="en-IN"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39016">
                <a:tc rowSpan="2">
                  <a:txBody>
                    <a:bodyPr/>
                    <a:lstStyle/>
                    <a:p>
                      <a:pPr algn="ctr">
                        <a:lnSpc>
                          <a:spcPct val="107000"/>
                        </a:lnSpc>
                        <a:spcAft>
                          <a:spcPts val="0"/>
                        </a:spcAft>
                      </a:pPr>
                      <a:r>
                        <a:rPr lang="en-IN" sz="1100" dirty="0">
                          <a:effectLst/>
                        </a:rPr>
                        <a:t>Loan Default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a:effectLst/>
                        </a:rPr>
                        <a:t>No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a:effectLst/>
                        </a:rPr>
                        <a:t>10503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dirty="0">
                          <a:effectLst/>
                        </a:rPr>
                        <a:t>27368</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dirty="0">
                          <a:effectLst/>
                        </a:rPr>
                        <a:t>259</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b="1" dirty="0">
                          <a:effectLst/>
                        </a:rPr>
                        <a:t>38130</a:t>
                      </a:r>
                      <a:endParaRPr lang="en-IN"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39016">
                <a:tc vMerge="1">
                  <a:txBody>
                    <a:bodyPr/>
                    <a:lstStyle/>
                    <a:p>
                      <a:endParaRPr lang="en-IN"/>
                    </a:p>
                  </a:txBody>
                  <a:tcPr/>
                </a:tc>
                <a:tc>
                  <a:txBody>
                    <a:bodyPr/>
                    <a:lstStyle/>
                    <a:p>
                      <a:pPr algn="ctr">
                        <a:lnSpc>
                          <a:spcPct val="107000"/>
                        </a:lnSpc>
                        <a:spcAft>
                          <a:spcPts val="0"/>
                        </a:spcAft>
                      </a:pPr>
                      <a:r>
                        <a:rPr lang="en-IN" sz="1100" dirty="0">
                          <a:effectLst/>
                        </a:rPr>
                        <a:t>Yes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dirty="0">
                          <a:effectLst/>
                        </a:rPr>
                        <a:t>3586</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dirty="0">
                          <a:effectLst/>
                        </a:rPr>
                        <a:t>4851</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dirty="0">
                          <a:effectLst/>
                        </a:rPr>
                        <a:t>120</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b="1" dirty="0">
                          <a:effectLst/>
                        </a:rPr>
                        <a:t>8557</a:t>
                      </a:r>
                      <a:endParaRPr lang="en-IN"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98755">
                <a:tc>
                  <a:txBody>
                    <a:bodyPr/>
                    <a:lstStyle/>
                    <a:p>
                      <a:pPr algn="ctr">
                        <a:lnSpc>
                          <a:spcPct val="107000"/>
                        </a:lnSpc>
                        <a:spcAft>
                          <a:spcPts val="0"/>
                        </a:spcAft>
                      </a:pPr>
                      <a:r>
                        <a:rPr lang="en-IN" sz="1100" dirty="0">
                          <a:effectLst/>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b="1" dirty="0">
                          <a:effectLst/>
                        </a:rPr>
                        <a:t>Total</a:t>
                      </a:r>
                      <a:endParaRPr lang="en-IN"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b="1" dirty="0">
                          <a:effectLst/>
                        </a:rPr>
                        <a:t>14089</a:t>
                      </a:r>
                      <a:endParaRPr lang="en-IN"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b="1" dirty="0">
                          <a:effectLst/>
                        </a:rPr>
                        <a:t>32219</a:t>
                      </a:r>
                      <a:endParaRPr lang="en-IN"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b="1" dirty="0">
                          <a:effectLst/>
                        </a:rPr>
                        <a:t>379</a:t>
                      </a:r>
                      <a:endParaRPr lang="en-IN"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b="1" dirty="0">
                          <a:effectLst/>
                        </a:rPr>
                        <a:t>46687</a:t>
                      </a:r>
                      <a:endParaRPr lang="en-IN"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Rectangle 5"/>
          <p:cNvSpPr/>
          <p:nvPr/>
        </p:nvSpPr>
        <p:spPr>
          <a:xfrm>
            <a:off x="569916" y="2657741"/>
            <a:ext cx="7866717" cy="646331"/>
          </a:xfrm>
          <a:prstGeom prst="rect">
            <a:avLst/>
          </a:prstGeom>
        </p:spPr>
        <p:txBody>
          <a:bodyPr wrap="square">
            <a:spAutoFit/>
          </a:bodyPr>
          <a:lstStyle/>
          <a:p>
            <a:r>
              <a:rPr lang="en-US" dirty="0">
                <a:cs typeface="Times New Roman" panose="02020603050405020304" pitchFamily="18" charset="0"/>
              </a:rPr>
              <a:t>Let A denote the event that a person will not default on the loan And B be the event that he /she is middle aged </a:t>
            </a:r>
            <a:endParaRPr lang="en-IN" dirty="0"/>
          </a:p>
        </p:txBody>
      </p:sp>
      <p:pic>
        <p:nvPicPr>
          <p:cNvPr id="3" name="Picture 2"/>
          <p:cNvPicPr>
            <a:picLocks noChangeAspect="1"/>
          </p:cNvPicPr>
          <p:nvPr/>
        </p:nvPicPr>
        <p:blipFill>
          <a:blip r:embed="rId2"/>
          <a:stretch>
            <a:fillRect/>
          </a:stretch>
        </p:blipFill>
        <p:spPr>
          <a:xfrm>
            <a:off x="528637" y="3509331"/>
            <a:ext cx="8086725" cy="2686050"/>
          </a:xfrm>
          <a:prstGeom prst="rect">
            <a:avLst/>
          </a:prstGeom>
        </p:spPr>
      </p:pic>
      <mc:AlternateContent xmlns:mc="http://schemas.openxmlformats.org/markup-compatibility/2006">
        <mc:Choice xmlns:p14="http://schemas.microsoft.com/office/powerpoint/2010/main" Requires="p14">
          <p:contentPart p14:bwMode="auto" r:id="rId3">
            <p14:nvContentPartPr>
              <p14:cNvPr id="7" name="Ink 6">
                <a:extLst>
                  <a:ext uri="{FF2B5EF4-FFF2-40B4-BE49-F238E27FC236}">
                    <a16:creationId xmlns:a16="http://schemas.microsoft.com/office/drawing/2014/main" id="{9C26D479-B6D5-D904-187A-70455784FC8D}"/>
                  </a:ext>
                </a:extLst>
              </p14:cNvPr>
              <p14:cNvContentPartPr/>
              <p14:nvPr/>
            </p14:nvContentPartPr>
            <p14:xfrm>
              <a:off x="7089748" y="2999099"/>
              <a:ext cx="916920" cy="18000"/>
            </p14:xfrm>
          </p:contentPart>
        </mc:Choice>
        <mc:Fallback>
          <p:pic>
            <p:nvPicPr>
              <p:cNvPr id="7" name="Ink 6">
                <a:extLst>
                  <a:ext uri="{FF2B5EF4-FFF2-40B4-BE49-F238E27FC236}">
                    <a16:creationId xmlns:a16="http://schemas.microsoft.com/office/drawing/2014/main" id="{9C26D479-B6D5-D904-187A-70455784FC8D}"/>
                  </a:ext>
                </a:extLst>
              </p:cNvPr>
              <p:cNvPicPr/>
              <p:nvPr/>
            </p:nvPicPr>
            <p:blipFill>
              <a:blip r:embed="rId4"/>
              <a:stretch>
                <a:fillRect/>
              </a:stretch>
            </p:blipFill>
            <p:spPr>
              <a:xfrm>
                <a:off x="7085428" y="2994419"/>
                <a:ext cx="92556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8" name="Ink 7">
                <a:extLst>
                  <a:ext uri="{FF2B5EF4-FFF2-40B4-BE49-F238E27FC236}">
                    <a16:creationId xmlns:a16="http://schemas.microsoft.com/office/drawing/2014/main" id="{3AC66CB0-051F-99B7-A6CE-AD8BF93DFF92}"/>
                  </a:ext>
                </a:extLst>
              </p14:cNvPr>
              <p14:cNvContentPartPr/>
              <p14:nvPr/>
            </p14:nvContentPartPr>
            <p14:xfrm>
              <a:off x="5177068" y="3571139"/>
              <a:ext cx="1083240" cy="497520"/>
            </p14:xfrm>
          </p:contentPart>
        </mc:Choice>
        <mc:Fallback>
          <p:pic>
            <p:nvPicPr>
              <p:cNvPr id="8" name="Ink 7">
                <a:extLst>
                  <a:ext uri="{FF2B5EF4-FFF2-40B4-BE49-F238E27FC236}">
                    <a16:creationId xmlns:a16="http://schemas.microsoft.com/office/drawing/2014/main" id="{3AC66CB0-051F-99B7-A6CE-AD8BF93DFF92}"/>
                  </a:ext>
                </a:extLst>
              </p:cNvPr>
              <p:cNvPicPr/>
              <p:nvPr/>
            </p:nvPicPr>
            <p:blipFill>
              <a:blip r:embed="rId6"/>
              <a:stretch>
                <a:fillRect/>
              </a:stretch>
            </p:blipFill>
            <p:spPr>
              <a:xfrm>
                <a:off x="5172748" y="3566819"/>
                <a:ext cx="1091880" cy="5061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9" name="Ink 8">
                <a:extLst>
                  <a:ext uri="{FF2B5EF4-FFF2-40B4-BE49-F238E27FC236}">
                    <a16:creationId xmlns:a16="http://schemas.microsoft.com/office/drawing/2014/main" id="{4543A204-BACD-6013-7F97-89D0A5E5F35D}"/>
                  </a:ext>
                </a:extLst>
              </p14:cNvPr>
              <p14:cNvContentPartPr/>
              <p14:nvPr/>
            </p14:nvContentPartPr>
            <p14:xfrm>
              <a:off x="5213428" y="4065419"/>
              <a:ext cx="1089720" cy="420840"/>
            </p14:xfrm>
          </p:contentPart>
        </mc:Choice>
        <mc:Fallback>
          <p:pic>
            <p:nvPicPr>
              <p:cNvPr id="9" name="Ink 8">
                <a:extLst>
                  <a:ext uri="{FF2B5EF4-FFF2-40B4-BE49-F238E27FC236}">
                    <a16:creationId xmlns:a16="http://schemas.microsoft.com/office/drawing/2014/main" id="{4543A204-BACD-6013-7F97-89D0A5E5F35D}"/>
                  </a:ext>
                </a:extLst>
              </p:cNvPr>
              <p:cNvPicPr/>
              <p:nvPr/>
            </p:nvPicPr>
            <p:blipFill>
              <a:blip r:embed="rId8"/>
              <a:stretch>
                <a:fillRect/>
              </a:stretch>
            </p:blipFill>
            <p:spPr>
              <a:xfrm>
                <a:off x="5209108" y="4061099"/>
                <a:ext cx="1098360" cy="429480"/>
              </a:xfrm>
              <a:prstGeom prst="rect">
                <a:avLst/>
              </a:prstGeom>
            </p:spPr>
          </p:pic>
        </mc:Fallback>
      </mc:AlternateContent>
      <p:grpSp>
        <p:nvGrpSpPr>
          <p:cNvPr id="12" name="Group 11">
            <a:extLst>
              <a:ext uri="{FF2B5EF4-FFF2-40B4-BE49-F238E27FC236}">
                <a16:creationId xmlns:a16="http://schemas.microsoft.com/office/drawing/2014/main" id="{2C2B72D3-DC14-40E9-38BE-118D61CC310E}"/>
              </a:ext>
            </a:extLst>
          </p:cNvPr>
          <p:cNvGrpSpPr/>
          <p:nvPr/>
        </p:nvGrpSpPr>
        <p:grpSpPr>
          <a:xfrm>
            <a:off x="3674068" y="4683179"/>
            <a:ext cx="1605600" cy="694080"/>
            <a:chOff x="3674068" y="4683179"/>
            <a:chExt cx="1605600" cy="694080"/>
          </a:xfrm>
        </p:grpSpPr>
        <mc:AlternateContent xmlns:mc="http://schemas.openxmlformats.org/markup-compatibility/2006">
          <mc:Choice xmlns:p14="http://schemas.microsoft.com/office/powerpoint/2010/main" Requires="p14">
            <p:contentPart p14:bwMode="auto" r:id="rId9">
              <p14:nvContentPartPr>
                <p14:cNvPr id="10" name="Ink 9">
                  <a:extLst>
                    <a:ext uri="{FF2B5EF4-FFF2-40B4-BE49-F238E27FC236}">
                      <a16:creationId xmlns:a16="http://schemas.microsoft.com/office/drawing/2014/main" id="{E105776E-D2AD-085A-BF4B-250B9502D3D9}"/>
                    </a:ext>
                  </a:extLst>
                </p14:cNvPr>
                <p14:cNvContentPartPr/>
                <p14:nvPr/>
              </p14:nvContentPartPr>
              <p14:xfrm>
                <a:off x="3674068" y="4683179"/>
                <a:ext cx="593640" cy="694080"/>
              </p14:xfrm>
            </p:contentPart>
          </mc:Choice>
          <mc:Fallback>
            <p:pic>
              <p:nvPicPr>
                <p:cNvPr id="10" name="Ink 9">
                  <a:extLst>
                    <a:ext uri="{FF2B5EF4-FFF2-40B4-BE49-F238E27FC236}">
                      <a16:creationId xmlns:a16="http://schemas.microsoft.com/office/drawing/2014/main" id="{E105776E-D2AD-085A-BF4B-250B9502D3D9}"/>
                    </a:ext>
                  </a:extLst>
                </p:cNvPr>
                <p:cNvPicPr/>
                <p:nvPr/>
              </p:nvPicPr>
              <p:blipFill>
                <a:blip r:embed="rId10"/>
                <a:stretch>
                  <a:fillRect/>
                </a:stretch>
              </p:blipFill>
              <p:spPr>
                <a:xfrm>
                  <a:off x="3669748" y="4678859"/>
                  <a:ext cx="602280" cy="7027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1" name="Ink 10">
                  <a:extLst>
                    <a:ext uri="{FF2B5EF4-FFF2-40B4-BE49-F238E27FC236}">
                      <a16:creationId xmlns:a16="http://schemas.microsoft.com/office/drawing/2014/main" id="{CEDFBC1B-CF64-17AF-8DA5-315A30317DC6}"/>
                    </a:ext>
                  </a:extLst>
                </p14:cNvPr>
                <p14:cNvContentPartPr/>
                <p14:nvPr/>
              </p14:nvContentPartPr>
              <p14:xfrm>
                <a:off x="4592068" y="5194739"/>
                <a:ext cx="687600" cy="30600"/>
              </p14:xfrm>
            </p:contentPart>
          </mc:Choice>
          <mc:Fallback>
            <p:pic>
              <p:nvPicPr>
                <p:cNvPr id="11" name="Ink 10">
                  <a:extLst>
                    <a:ext uri="{FF2B5EF4-FFF2-40B4-BE49-F238E27FC236}">
                      <a16:creationId xmlns:a16="http://schemas.microsoft.com/office/drawing/2014/main" id="{CEDFBC1B-CF64-17AF-8DA5-315A30317DC6}"/>
                    </a:ext>
                  </a:extLst>
                </p:cNvPr>
                <p:cNvPicPr/>
                <p:nvPr/>
              </p:nvPicPr>
              <p:blipFill>
                <a:blip r:embed="rId12"/>
                <a:stretch>
                  <a:fillRect/>
                </a:stretch>
              </p:blipFill>
              <p:spPr>
                <a:xfrm>
                  <a:off x="4587748" y="5190419"/>
                  <a:ext cx="696240" cy="392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3">
            <p14:nvContentPartPr>
              <p14:cNvPr id="29" name="Ink 28">
                <a:extLst>
                  <a:ext uri="{FF2B5EF4-FFF2-40B4-BE49-F238E27FC236}">
                    <a16:creationId xmlns:a16="http://schemas.microsoft.com/office/drawing/2014/main" id="{E8B21B80-CF4A-B355-9EA5-1425CF0AD122}"/>
                  </a:ext>
                </a:extLst>
              </p14:cNvPr>
              <p14:cNvContentPartPr/>
              <p14:nvPr/>
            </p14:nvContentPartPr>
            <p14:xfrm>
              <a:off x="624508" y="2931059"/>
              <a:ext cx="5817240" cy="112680"/>
            </p14:xfrm>
          </p:contentPart>
        </mc:Choice>
        <mc:Fallback>
          <p:pic>
            <p:nvPicPr>
              <p:cNvPr id="29" name="Ink 28">
                <a:extLst>
                  <a:ext uri="{FF2B5EF4-FFF2-40B4-BE49-F238E27FC236}">
                    <a16:creationId xmlns:a16="http://schemas.microsoft.com/office/drawing/2014/main" id="{E8B21B80-CF4A-B355-9EA5-1425CF0AD122}"/>
                  </a:ext>
                </a:extLst>
              </p:cNvPr>
              <p:cNvPicPr/>
              <p:nvPr/>
            </p:nvPicPr>
            <p:blipFill>
              <a:blip r:embed="rId14"/>
              <a:stretch>
                <a:fillRect/>
              </a:stretch>
            </p:blipFill>
            <p:spPr>
              <a:xfrm>
                <a:off x="620188" y="2926739"/>
                <a:ext cx="5825880" cy="1213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30" name="Ink 29">
                <a:extLst>
                  <a:ext uri="{FF2B5EF4-FFF2-40B4-BE49-F238E27FC236}">
                    <a16:creationId xmlns:a16="http://schemas.microsoft.com/office/drawing/2014/main" id="{A13D7032-544A-6E55-89DC-83B016A02A7F}"/>
                  </a:ext>
                </a:extLst>
              </p14:cNvPr>
              <p14:cNvContentPartPr/>
              <p14:nvPr/>
            </p14:nvContentPartPr>
            <p14:xfrm>
              <a:off x="1991788" y="3216539"/>
              <a:ext cx="1767600" cy="74880"/>
            </p14:xfrm>
          </p:contentPart>
        </mc:Choice>
        <mc:Fallback>
          <p:pic>
            <p:nvPicPr>
              <p:cNvPr id="30" name="Ink 29">
                <a:extLst>
                  <a:ext uri="{FF2B5EF4-FFF2-40B4-BE49-F238E27FC236}">
                    <a16:creationId xmlns:a16="http://schemas.microsoft.com/office/drawing/2014/main" id="{A13D7032-544A-6E55-89DC-83B016A02A7F}"/>
                  </a:ext>
                </a:extLst>
              </p:cNvPr>
              <p:cNvPicPr/>
              <p:nvPr/>
            </p:nvPicPr>
            <p:blipFill>
              <a:blip r:embed="rId16"/>
              <a:stretch>
                <a:fillRect/>
              </a:stretch>
            </p:blipFill>
            <p:spPr>
              <a:xfrm>
                <a:off x="1987468" y="3212219"/>
                <a:ext cx="1776240" cy="8352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31" name="Ink 30">
                <a:extLst>
                  <a:ext uri="{FF2B5EF4-FFF2-40B4-BE49-F238E27FC236}">
                    <a16:creationId xmlns:a16="http://schemas.microsoft.com/office/drawing/2014/main" id="{D14732D7-5491-C735-1E1D-D818F0CC9DC3}"/>
                  </a:ext>
                </a:extLst>
              </p14:cNvPr>
              <p14:cNvContentPartPr/>
              <p14:nvPr/>
            </p14:nvContentPartPr>
            <p14:xfrm>
              <a:off x="3649228" y="1711379"/>
              <a:ext cx="674640" cy="245880"/>
            </p14:xfrm>
          </p:contentPart>
        </mc:Choice>
        <mc:Fallback>
          <p:pic>
            <p:nvPicPr>
              <p:cNvPr id="31" name="Ink 30">
                <a:extLst>
                  <a:ext uri="{FF2B5EF4-FFF2-40B4-BE49-F238E27FC236}">
                    <a16:creationId xmlns:a16="http://schemas.microsoft.com/office/drawing/2014/main" id="{D14732D7-5491-C735-1E1D-D818F0CC9DC3}"/>
                  </a:ext>
                </a:extLst>
              </p:cNvPr>
              <p:cNvPicPr/>
              <p:nvPr/>
            </p:nvPicPr>
            <p:blipFill>
              <a:blip r:embed="rId18"/>
              <a:stretch>
                <a:fillRect/>
              </a:stretch>
            </p:blipFill>
            <p:spPr>
              <a:xfrm>
                <a:off x="3644908" y="1707059"/>
                <a:ext cx="683280" cy="25452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32" name="Ink 31">
                <a:extLst>
                  <a:ext uri="{FF2B5EF4-FFF2-40B4-BE49-F238E27FC236}">
                    <a16:creationId xmlns:a16="http://schemas.microsoft.com/office/drawing/2014/main" id="{0545C16D-D8FC-BCDE-8E1C-5F9DC10A9C58}"/>
                  </a:ext>
                </a:extLst>
              </p14:cNvPr>
              <p14:cNvContentPartPr/>
              <p14:nvPr/>
            </p14:nvContentPartPr>
            <p14:xfrm>
              <a:off x="3670108" y="2194499"/>
              <a:ext cx="606960" cy="327960"/>
            </p14:xfrm>
          </p:contentPart>
        </mc:Choice>
        <mc:Fallback>
          <p:pic>
            <p:nvPicPr>
              <p:cNvPr id="32" name="Ink 31">
                <a:extLst>
                  <a:ext uri="{FF2B5EF4-FFF2-40B4-BE49-F238E27FC236}">
                    <a16:creationId xmlns:a16="http://schemas.microsoft.com/office/drawing/2014/main" id="{0545C16D-D8FC-BCDE-8E1C-5F9DC10A9C58}"/>
                  </a:ext>
                </a:extLst>
              </p:cNvPr>
              <p:cNvPicPr/>
              <p:nvPr/>
            </p:nvPicPr>
            <p:blipFill>
              <a:blip r:embed="rId20"/>
              <a:stretch>
                <a:fillRect/>
              </a:stretch>
            </p:blipFill>
            <p:spPr>
              <a:xfrm>
                <a:off x="3665788" y="2190179"/>
                <a:ext cx="615600" cy="336600"/>
              </a:xfrm>
              <a:prstGeom prst="rect">
                <a:avLst/>
              </a:prstGeom>
            </p:spPr>
          </p:pic>
        </mc:Fallback>
      </mc:AlternateContent>
      <p:grpSp>
        <p:nvGrpSpPr>
          <p:cNvPr id="34" name="Group 33">
            <a:extLst>
              <a:ext uri="{FF2B5EF4-FFF2-40B4-BE49-F238E27FC236}">
                <a16:creationId xmlns:a16="http://schemas.microsoft.com/office/drawing/2014/main" id="{6593DB36-293B-8C29-8F16-AA7101931799}"/>
              </a:ext>
            </a:extLst>
          </p:cNvPr>
          <p:cNvGrpSpPr/>
          <p:nvPr/>
        </p:nvGrpSpPr>
        <p:grpSpPr>
          <a:xfrm>
            <a:off x="5596108" y="4497419"/>
            <a:ext cx="2383920" cy="1341000"/>
            <a:chOff x="5596108" y="4497419"/>
            <a:chExt cx="2383920" cy="1341000"/>
          </a:xfrm>
        </p:grpSpPr>
        <mc:AlternateContent xmlns:mc="http://schemas.openxmlformats.org/markup-compatibility/2006">
          <mc:Choice xmlns:p14="http://schemas.microsoft.com/office/powerpoint/2010/main" Requires="p14">
            <p:contentPart p14:bwMode="auto" r:id="rId21">
              <p14:nvContentPartPr>
                <p14:cNvPr id="13" name="Ink 12">
                  <a:extLst>
                    <a:ext uri="{FF2B5EF4-FFF2-40B4-BE49-F238E27FC236}">
                      <a16:creationId xmlns:a16="http://schemas.microsoft.com/office/drawing/2014/main" id="{F70B3D48-B071-8C07-C3A5-5A55CF76F93A}"/>
                    </a:ext>
                  </a:extLst>
                </p14:cNvPr>
                <p14:cNvContentPartPr/>
                <p14:nvPr/>
              </p14:nvContentPartPr>
              <p14:xfrm>
                <a:off x="5635708" y="5000339"/>
                <a:ext cx="131040" cy="45000"/>
              </p14:xfrm>
            </p:contentPart>
          </mc:Choice>
          <mc:Fallback>
            <p:pic>
              <p:nvPicPr>
                <p:cNvPr id="13" name="Ink 12">
                  <a:extLst>
                    <a:ext uri="{FF2B5EF4-FFF2-40B4-BE49-F238E27FC236}">
                      <a16:creationId xmlns:a16="http://schemas.microsoft.com/office/drawing/2014/main" id="{F70B3D48-B071-8C07-C3A5-5A55CF76F93A}"/>
                    </a:ext>
                  </a:extLst>
                </p:cNvPr>
                <p:cNvPicPr/>
                <p:nvPr/>
              </p:nvPicPr>
              <p:blipFill>
                <a:blip r:embed="rId22"/>
                <a:stretch>
                  <a:fillRect/>
                </a:stretch>
              </p:blipFill>
              <p:spPr>
                <a:xfrm>
                  <a:off x="5631388" y="4996019"/>
                  <a:ext cx="139680" cy="5364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4" name="Ink 13">
                  <a:extLst>
                    <a:ext uri="{FF2B5EF4-FFF2-40B4-BE49-F238E27FC236}">
                      <a16:creationId xmlns:a16="http://schemas.microsoft.com/office/drawing/2014/main" id="{47638524-2EFA-93A5-ACC6-3FBB56949104}"/>
                    </a:ext>
                  </a:extLst>
                </p14:cNvPr>
                <p14:cNvContentPartPr/>
                <p14:nvPr/>
              </p14:nvContentPartPr>
              <p14:xfrm>
                <a:off x="5596108" y="5087819"/>
                <a:ext cx="198360" cy="57600"/>
              </p14:xfrm>
            </p:contentPart>
          </mc:Choice>
          <mc:Fallback>
            <p:pic>
              <p:nvPicPr>
                <p:cNvPr id="14" name="Ink 13">
                  <a:extLst>
                    <a:ext uri="{FF2B5EF4-FFF2-40B4-BE49-F238E27FC236}">
                      <a16:creationId xmlns:a16="http://schemas.microsoft.com/office/drawing/2014/main" id="{47638524-2EFA-93A5-ACC6-3FBB56949104}"/>
                    </a:ext>
                  </a:extLst>
                </p:cNvPr>
                <p:cNvPicPr/>
                <p:nvPr/>
              </p:nvPicPr>
              <p:blipFill>
                <a:blip r:embed="rId24"/>
                <a:stretch>
                  <a:fillRect/>
                </a:stretch>
              </p:blipFill>
              <p:spPr>
                <a:xfrm>
                  <a:off x="5591788" y="5083499"/>
                  <a:ext cx="207000" cy="6624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5" name="Ink 14">
                  <a:extLst>
                    <a:ext uri="{FF2B5EF4-FFF2-40B4-BE49-F238E27FC236}">
                      <a16:creationId xmlns:a16="http://schemas.microsoft.com/office/drawing/2014/main" id="{90D7B9F3-DA4E-FBB7-0759-15A34F240B1C}"/>
                    </a:ext>
                  </a:extLst>
                </p14:cNvPr>
                <p14:cNvContentPartPr/>
                <p14:nvPr/>
              </p14:nvContentPartPr>
              <p14:xfrm>
                <a:off x="6137548" y="4761659"/>
                <a:ext cx="258840" cy="270360"/>
              </p14:xfrm>
            </p:contentPart>
          </mc:Choice>
          <mc:Fallback>
            <p:pic>
              <p:nvPicPr>
                <p:cNvPr id="15" name="Ink 14">
                  <a:extLst>
                    <a:ext uri="{FF2B5EF4-FFF2-40B4-BE49-F238E27FC236}">
                      <a16:creationId xmlns:a16="http://schemas.microsoft.com/office/drawing/2014/main" id="{90D7B9F3-DA4E-FBB7-0759-15A34F240B1C}"/>
                    </a:ext>
                  </a:extLst>
                </p:cNvPr>
                <p:cNvPicPr/>
                <p:nvPr/>
              </p:nvPicPr>
              <p:blipFill>
                <a:blip r:embed="rId26"/>
                <a:stretch>
                  <a:fillRect/>
                </a:stretch>
              </p:blipFill>
              <p:spPr>
                <a:xfrm>
                  <a:off x="6133228" y="4757339"/>
                  <a:ext cx="267480" cy="2790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6" name="Ink 15">
                  <a:extLst>
                    <a:ext uri="{FF2B5EF4-FFF2-40B4-BE49-F238E27FC236}">
                      <a16:creationId xmlns:a16="http://schemas.microsoft.com/office/drawing/2014/main" id="{99E400E3-7703-700B-3F16-74C57031F29A}"/>
                    </a:ext>
                  </a:extLst>
                </p14:cNvPr>
                <p14:cNvContentPartPr/>
                <p14:nvPr/>
              </p14:nvContentPartPr>
              <p14:xfrm>
                <a:off x="6463348" y="4738619"/>
                <a:ext cx="209880" cy="255960"/>
              </p14:xfrm>
            </p:contentPart>
          </mc:Choice>
          <mc:Fallback>
            <p:pic>
              <p:nvPicPr>
                <p:cNvPr id="16" name="Ink 15">
                  <a:extLst>
                    <a:ext uri="{FF2B5EF4-FFF2-40B4-BE49-F238E27FC236}">
                      <a16:creationId xmlns:a16="http://schemas.microsoft.com/office/drawing/2014/main" id="{99E400E3-7703-700B-3F16-74C57031F29A}"/>
                    </a:ext>
                  </a:extLst>
                </p:cNvPr>
                <p:cNvPicPr/>
                <p:nvPr/>
              </p:nvPicPr>
              <p:blipFill>
                <a:blip r:embed="rId28"/>
                <a:stretch>
                  <a:fillRect/>
                </a:stretch>
              </p:blipFill>
              <p:spPr>
                <a:xfrm>
                  <a:off x="6459028" y="4734299"/>
                  <a:ext cx="218520" cy="26460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7" name="Ink 16">
                  <a:extLst>
                    <a:ext uri="{FF2B5EF4-FFF2-40B4-BE49-F238E27FC236}">
                      <a16:creationId xmlns:a16="http://schemas.microsoft.com/office/drawing/2014/main" id="{CEDFD8A1-A187-222F-A36E-A330B22C7C39}"/>
                    </a:ext>
                  </a:extLst>
                </p14:cNvPr>
                <p14:cNvContentPartPr/>
                <p14:nvPr/>
              </p14:nvContentPartPr>
              <p14:xfrm>
                <a:off x="6871228" y="4710179"/>
                <a:ext cx="159480" cy="263160"/>
              </p14:xfrm>
            </p:contentPart>
          </mc:Choice>
          <mc:Fallback>
            <p:pic>
              <p:nvPicPr>
                <p:cNvPr id="17" name="Ink 16">
                  <a:extLst>
                    <a:ext uri="{FF2B5EF4-FFF2-40B4-BE49-F238E27FC236}">
                      <a16:creationId xmlns:a16="http://schemas.microsoft.com/office/drawing/2014/main" id="{CEDFD8A1-A187-222F-A36E-A330B22C7C39}"/>
                    </a:ext>
                  </a:extLst>
                </p:cNvPr>
                <p:cNvPicPr/>
                <p:nvPr/>
              </p:nvPicPr>
              <p:blipFill>
                <a:blip r:embed="rId30"/>
                <a:stretch>
                  <a:fillRect/>
                </a:stretch>
              </p:blipFill>
              <p:spPr>
                <a:xfrm>
                  <a:off x="6866908" y="4705859"/>
                  <a:ext cx="168120" cy="27180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18" name="Ink 17">
                  <a:extLst>
                    <a:ext uri="{FF2B5EF4-FFF2-40B4-BE49-F238E27FC236}">
                      <a16:creationId xmlns:a16="http://schemas.microsoft.com/office/drawing/2014/main" id="{6430F8DB-0B04-B277-5BA4-48340615F903}"/>
                    </a:ext>
                  </a:extLst>
                </p14:cNvPr>
                <p14:cNvContentPartPr/>
                <p14:nvPr/>
              </p14:nvContentPartPr>
              <p14:xfrm>
                <a:off x="7142308" y="4665179"/>
                <a:ext cx="163080" cy="259920"/>
              </p14:xfrm>
            </p:contentPart>
          </mc:Choice>
          <mc:Fallback>
            <p:pic>
              <p:nvPicPr>
                <p:cNvPr id="18" name="Ink 17">
                  <a:extLst>
                    <a:ext uri="{FF2B5EF4-FFF2-40B4-BE49-F238E27FC236}">
                      <a16:creationId xmlns:a16="http://schemas.microsoft.com/office/drawing/2014/main" id="{6430F8DB-0B04-B277-5BA4-48340615F903}"/>
                    </a:ext>
                  </a:extLst>
                </p:cNvPr>
                <p:cNvPicPr/>
                <p:nvPr/>
              </p:nvPicPr>
              <p:blipFill>
                <a:blip r:embed="rId32"/>
                <a:stretch>
                  <a:fillRect/>
                </a:stretch>
              </p:blipFill>
              <p:spPr>
                <a:xfrm>
                  <a:off x="7137988" y="4660859"/>
                  <a:ext cx="171720" cy="26856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19" name="Ink 18">
                  <a:extLst>
                    <a:ext uri="{FF2B5EF4-FFF2-40B4-BE49-F238E27FC236}">
                      <a16:creationId xmlns:a16="http://schemas.microsoft.com/office/drawing/2014/main" id="{17D6B758-218A-237E-B9EE-8BA749ED1885}"/>
                    </a:ext>
                  </a:extLst>
                </p14:cNvPr>
                <p14:cNvContentPartPr/>
                <p14:nvPr/>
              </p14:nvContentPartPr>
              <p14:xfrm>
                <a:off x="7441828" y="4743659"/>
                <a:ext cx="176040" cy="226440"/>
              </p14:xfrm>
            </p:contentPart>
          </mc:Choice>
          <mc:Fallback>
            <p:pic>
              <p:nvPicPr>
                <p:cNvPr id="19" name="Ink 18">
                  <a:extLst>
                    <a:ext uri="{FF2B5EF4-FFF2-40B4-BE49-F238E27FC236}">
                      <a16:creationId xmlns:a16="http://schemas.microsoft.com/office/drawing/2014/main" id="{17D6B758-218A-237E-B9EE-8BA749ED1885}"/>
                    </a:ext>
                  </a:extLst>
                </p:cNvPr>
                <p:cNvPicPr/>
                <p:nvPr/>
              </p:nvPicPr>
              <p:blipFill>
                <a:blip r:embed="rId34"/>
                <a:stretch>
                  <a:fillRect/>
                </a:stretch>
              </p:blipFill>
              <p:spPr>
                <a:xfrm>
                  <a:off x="7437508" y="4739339"/>
                  <a:ext cx="184680" cy="23508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1" name="Ink 20">
                  <a:extLst>
                    <a:ext uri="{FF2B5EF4-FFF2-40B4-BE49-F238E27FC236}">
                      <a16:creationId xmlns:a16="http://schemas.microsoft.com/office/drawing/2014/main" id="{39FE8071-469C-CEC5-8B7C-1129C5EF319F}"/>
                    </a:ext>
                  </a:extLst>
                </p14:cNvPr>
                <p14:cNvContentPartPr/>
                <p14:nvPr/>
              </p14:nvContentPartPr>
              <p14:xfrm>
                <a:off x="6124228" y="5019779"/>
                <a:ext cx="1791720" cy="103680"/>
              </p14:xfrm>
            </p:contentPart>
          </mc:Choice>
          <mc:Fallback>
            <p:pic>
              <p:nvPicPr>
                <p:cNvPr id="21" name="Ink 20">
                  <a:extLst>
                    <a:ext uri="{FF2B5EF4-FFF2-40B4-BE49-F238E27FC236}">
                      <a16:creationId xmlns:a16="http://schemas.microsoft.com/office/drawing/2014/main" id="{39FE8071-469C-CEC5-8B7C-1129C5EF319F}"/>
                    </a:ext>
                  </a:extLst>
                </p:cNvPr>
                <p:cNvPicPr/>
                <p:nvPr/>
              </p:nvPicPr>
              <p:blipFill>
                <a:blip r:embed="rId36"/>
                <a:stretch>
                  <a:fillRect/>
                </a:stretch>
              </p:blipFill>
              <p:spPr>
                <a:xfrm>
                  <a:off x="6119908" y="5015459"/>
                  <a:ext cx="180036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2" name="Ink 21">
                  <a:extLst>
                    <a:ext uri="{FF2B5EF4-FFF2-40B4-BE49-F238E27FC236}">
                      <a16:creationId xmlns:a16="http://schemas.microsoft.com/office/drawing/2014/main" id="{6A0627EB-655F-D76B-597B-221F7BF8778F}"/>
                    </a:ext>
                  </a:extLst>
                </p14:cNvPr>
                <p14:cNvContentPartPr/>
                <p14:nvPr/>
              </p14:nvContentPartPr>
              <p14:xfrm>
                <a:off x="6519868" y="5227859"/>
                <a:ext cx="173160" cy="380520"/>
              </p14:xfrm>
            </p:contentPart>
          </mc:Choice>
          <mc:Fallback>
            <p:pic>
              <p:nvPicPr>
                <p:cNvPr id="22" name="Ink 21">
                  <a:extLst>
                    <a:ext uri="{FF2B5EF4-FFF2-40B4-BE49-F238E27FC236}">
                      <a16:creationId xmlns:a16="http://schemas.microsoft.com/office/drawing/2014/main" id="{6A0627EB-655F-D76B-597B-221F7BF8778F}"/>
                    </a:ext>
                  </a:extLst>
                </p:cNvPr>
                <p:cNvPicPr/>
                <p:nvPr/>
              </p:nvPicPr>
              <p:blipFill>
                <a:blip r:embed="rId38"/>
                <a:stretch>
                  <a:fillRect/>
                </a:stretch>
              </p:blipFill>
              <p:spPr>
                <a:xfrm>
                  <a:off x="6515548" y="5223539"/>
                  <a:ext cx="181800" cy="38916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3" name="Ink 22">
                  <a:extLst>
                    <a:ext uri="{FF2B5EF4-FFF2-40B4-BE49-F238E27FC236}">
                      <a16:creationId xmlns:a16="http://schemas.microsoft.com/office/drawing/2014/main" id="{2EB8A3F6-7236-BFEE-8BF9-42189AA973DB}"/>
                    </a:ext>
                  </a:extLst>
                </p14:cNvPr>
                <p14:cNvContentPartPr/>
                <p14:nvPr/>
              </p14:nvContentPartPr>
              <p14:xfrm>
                <a:off x="6784828" y="5270339"/>
                <a:ext cx="34200" cy="33480"/>
              </p14:xfrm>
            </p:contentPart>
          </mc:Choice>
          <mc:Fallback>
            <p:pic>
              <p:nvPicPr>
                <p:cNvPr id="23" name="Ink 22">
                  <a:extLst>
                    <a:ext uri="{FF2B5EF4-FFF2-40B4-BE49-F238E27FC236}">
                      <a16:creationId xmlns:a16="http://schemas.microsoft.com/office/drawing/2014/main" id="{2EB8A3F6-7236-BFEE-8BF9-42189AA973DB}"/>
                    </a:ext>
                  </a:extLst>
                </p:cNvPr>
                <p:cNvPicPr/>
                <p:nvPr/>
              </p:nvPicPr>
              <p:blipFill>
                <a:blip r:embed="rId40"/>
                <a:stretch>
                  <a:fillRect/>
                </a:stretch>
              </p:blipFill>
              <p:spPr>
                <a:xfrm>
                  <a:off x="6780508" y="5266019"/>
                  <a:ext cx="42840" cy="4212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4" name="Ink 23">
                  <a:extLst>
                    <a:ext uri="{FF2B5EF4-FFF2-40B4-BE49-F238E27FC236}">
                      <a16:creationId xmlns:a16="http://schemas.microsoft.com/office/drawing/2014/main" id="{5D5FF36C-F5AE-D38E-4A61-D5272FB06AC3}"/>
                    </a:ext>
                  </a:extLst>
                </p14:cNvPr>
                <p14:cNvContentPartPr/>
                <p14:nvPr/>
              </p14:nvContentPartPr>
              <p14:xfrm>
                <a:off x="6709228" y="5274299"/>
                <a:ext cx="299880" cy="254880"/>
              </p14:xfrm>
            </p:contentPart>
          </mc:Choice>
          <mc:Fallback>
            <p:pic>
              <p:nvPicPr>
                <p:cNvPr id="24" name="Ink 23">
                  <a:extLst>
                    <a:ext uri="{FF2B5EF4-FFF2-40B4-BE49-F238E27FC236}">
                      <a16:creationId xmlns:a16="http://schemas.microsoft.com/office/drawing/2014/main" id="{5D5FF36C-F5AE-D38E-4A61-D5272FB06AC3}"/>
                    </a:ext>
                  </a:extLst>
                </p:cNvPr>
                <p:cNvPicPr/>
                <p:nvPr/>
              </p:nvPicPr>
              <p:blipFill>
                <a:blip r:embed="rId42"/>
                <a:stretch>
                  <a:fillRect/>
                </a:stretch>
              </p:blipFill>
              <p:spPr>
                <a:xfrm>
                  <a:off x="6704908" y="5269979"/>
                  <a:ext cx="308520" cy="26352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5" name="Ink 24">
                  <a:extLst>
                    <a:ext uri="{FF2B5EF4-FFF2-40B4-BE49-F238E27FC236}">
                      <a16:creationId xmlns:a16="http://schemas.microsoft.com/office/drawing/2014/main" id="{8B95AFDF-FAAC-6AE8-0355-4794B2ACFCAD}"/>
                    </a:ext>
                  </a:extLst>
                </p14:cNvPr>
                <p14:cNvContentPartPr/>
                <p14:nvPr/>
              </p14:nvContentPartPr>
              <p14:xfrm>
                <a:off x="7091548" y="5247299"/>
                <a:ext cx="240120" cy="239040"/>
              </p14:xfrm>
            </p:contentPart>
          </mc:Choice>
          <mc:Fallback>
            <p:pic>
              <p:nvPicPr>
                <p:cNvPr id="25" name="Ink 24">
                  <a:extLst>
                    <a:ext uri="{FF2B5EF4-FFF2-40B4-BE49-F238E27FC236}">
                      <a16:creationId xmlns:a16="http://schemas.microsoft.com/office/drawing/2014/main" id="{8B95AFDF-FAAC-6AE8-0355-4794B2ACFCAD}"/>
                    </a:ext>
                  </a:extLst>
                </p:cNvPr>
                <p:cNvPicPr/>
                <p:nvPr/>
              </p:nvPicPr>
              <p:blipFill>
                <a:blip r:embed="rId44"/>
                <a:stretch>
                  <a:fillRect/>
                </a:stretch>
              </p:blipFill>
              <p:spPr>
                <a:xfrm>
                  <a:off x="7087228" y="5242979"/>
                  <a:ext cx="248760" cy="24768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6" name="Ink 25">
                  <a:extLst>
                    <a:ext uri="{FF2B5EF4-FFF2-40B4-BE49-F238E27FC236}">
                      <a16:creationId xmlns:a16="http://schemas.microsoft.com/office/drawing/2014/main" id="{99855324-34BA-4613-9409-3080CBFD785A}"/>
                    </a:ext>
                  </a:extLst>
                </p14:cNvPr>
                <p14:cNvContentPartPr/>
                <p14:nvPr/>
              </p14:nvContentPartPr>
              <p14:xfrm>
                <a:off x="7402228" y="5278979"/>
                <a:ext cx="9360" cy="210960"/>
              </p14:xfrm>
            </p:contentPart>
          </mc:Choice>
          <mc:Fallback>
            <p:pic>
              <p:nvPicPr>
                <p:cNvPr id="26" name="Ink 25">
                  <a:extLst>
                    <a:ext uri="{FF2B5EF4-FFF2-40B4-BE49-F238E27FC236}">
                      <a16:creationId xmlns:a16="http://schemas.microsoft.com/office/drawing/2014/main" id="{99855324-34BA-4613-9409-3080CBFD785A}"/>
                    </a:ext>
                  </a:extLst>
                </p:cNvPr>
                <p:cNvPicPr/>
                <p:nvPr/>
              </p:nvPicPr>
              <p:blipFill>
                <a:blip r:embed="rId46"/>
                <a:stretch>
                  <a:fillRect/>
                </a:stretch>
              </p:blipFill>
              <p:spPr>
                <a:xfrm>
                  <a:off x="7397908" y="5274659"/>
                  <a:ext cx="18000" cy="21960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27" name="Ink 26">
                  <a:extLst>
                    <a:ext uri="{FF2B5EF4-FFF2-40B4-BE49-F238E27FC236}">
                      <a16:creationId xmlns:a16="http://schemas.microsoft.com/office/drawing/2014/main" id="{BFCDC28E-D514-7809-E05A-69044171B3A4}"/>
                    </a:ext>
                  </a:extLst>
                </p14:cNvPr>
                <p14:cNvContentPartPr/>
                <p14:nvPr/>
              </p14:nvContentPartPr>
              <p14:xfrm>
                <a:off x="7553428" y="5210219"/>
                <a:ext cx="217440" cy="280800"/>
              </p14:xfrm>
            </p:contentPart>
          </mc:Choice>
          <mc:Fallback>
            <p:pic>
              <p:nvPicPr>
                <p:cNvPr id="27" name="Ink 26">
                  <a:extLst>
                    <a:ext uri="{FF2B5EF4-FFF2-40B4-BE49-F238E27FC236}">
                      <a16:creationId xmlns:a16="http://schemas.microsoft.com/office/drawing/2014/main" id="{BFCDC28E-D514-7809-E05A-69044171B3A4}"/>
                    </a:ext>
                  </a:extLst>
                </p:cNvPr>
                <p:cNvPicPr/>
                <p:nvPr/>
              </p:nvPicPr>
              <p:blipFill>
                <a:blip r:embed="rId48"/>
                <a:stretch>
                  <a:fillRect/>
                </a:stretch>
              </p:blipFill>
              <p:spPr>
                <a:xfrm>
                  <a:off x="7549108" y="5205899"/>
                  <a:ext cx="226080" cy="28944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3" name="Ink 32">
                  <a:extLst>
                    <a:ext uri="{FF2B5EF4-FFF2-40B4-BE49-F238E27FC236}">
                      <a16:creationId xmlns:a16="http://schemas.microsoft.com/office/drawing/2014/main" id="{3C3547B1-5710-B355-A633-2C19524FE4C7}"/>
                    </a:ext>
                  </a:extLst>
                </p14:cNvPr>
                <p14:cNvContentPartPr/>
                <p14:nvPr/>
              </p14:nvContentPartPr>
              <p14:xfrm>
                <a:off x="5821468" y="4497419"/>
                <a:ext cx="2158560" cy="1341000"/>
              </p14:xfrm>
            </p:contentPart>
          </mc:Choice>
          <mc:Fallback>
            <p:pic>
              <p:nvPicPr>
                <p:cNvPr id="33" name="Ink 32">
                  <a:extLst>
                    <a:ext uri="{FF2B5EF4-FFF2-40B4-BE49-F238E27FC236}">
                      <a16:creationId xmlns:a16="http://schemas.microsoft.com/office/drawing/2014/main" id="{3C3547B1-5710-B355-A633-2C19524FE4C7}"/>
                    </a:ext>
                  </a:extLst>
                </p:cNvPr>
                <p:cNvPicPr/>
                <p:nvPr/>
              </p:nvPicPr>
              <p:blipFill>
                <a:blip r:embed="rId50"/>
                <a:stretch>
                  <a:fillRect/>
                </a:stretch>
              </p:blipFill>
              <p:spPr>
                <a:xfrm>
                  <a:off x="5817148" y="4493099"/>
                  <a:ext cx="2167200" cy="1349640"/>
                </a:xfrm>
                <a:prstGeom prst="rect">
                  <a:avLst/>
                </a:prstGeom>
              </p:spPr>
            </p:pic>
          </mc:Fallback>
        </mc:AlternateContent>
      </p:grpSp>
      <p:grpSp>
        <p:nvGrpSpPr>
          <p:cNvPr id="63" name="Group 62">
            <a:extLst>
              <a:ext uri="{FF2B5EF4-FFF2-40B4-BE49-F238E27FC236}">
                <a16:creationId xmlns:a16="http://schemas.microsoft.com/office/drawing/2014/main" id="{B9AA581C-CAA6-4BE5-181A-7B8E186CD34F}"/>
              </a:ext>
            </a:extLst>
          </p:cNvPr>
          <p:cNvGrpSpPr/>
          <p:nvPr/>
        </p:nvGrpSpPr>
        <p:grpSpPr>
          <a:xfrm>
            <a:off x="5246548" y="6102659"/>
            <a:ext cx="3224880" cy="981313"/>
            <a:chOff x="5246548" y="6102659"/>
            <a:chExt cx="3224880" cy="981313"/>
          </a:xfrm>
        </p:grpSpPr>
        <mc:AlternateContent xmlns:mc="http://schemas.openxmlformats.org/markup-compatibility/2006">
          <mc:Choice xmlns:p14="http://schemas.microsoft.com/office/powerpoint/2010/main" Requires="p14">
            <p:contentPart p14:bwMode="auto" r:id="rId51">
              <p14:nvContentPartPr>
                <p14:cNvPr id="35" name="Ink 34">
                  <a:extLst>
                    <a:ext uri="{FF2B5EF4-FFF2-40B4-BE49-F238E27FC236}">
                      <a16:creationId xmlns:a16="http://schemas.microsoft.com/office/drawing/2014/main" id="{8056B013-52DC-D70B-3F0A-E33F6B8996BB}"/>
                    </a:ext>
                  </a:extLst>
                </p14:cNvPr>
                <p14:cNvContentPartPr/>
                <p14:nvPr/>
              </p14:nvContentPartPr>
              <p14:xfrm>
                <a:off x="5485588" y="6338819"/>
                <a:ext cx="208080" cy="232200"/>
              </p14:xfrm>
            </p:contentPart>
          </mc:Choice>
          <mc:Fallback>
            <p:pic>
              <p:nvPicPr>
                <p:cNvPr id="35" name="Ink 34">
                  <a:extLst>
                    <a:ext uri="{FF2B5EF4-FFF2-40B4-BE49-F238E27FC236}">
                      <a16:creationId xmlns:a16="http://schemas.microsoft.com/office/drawing/2014/main" id="{8056B013-52DC-D70B-3F0A-E33F6B8996BB}"/>
                    </a:ext>
                  </a:extLst>
                </p:cNvPr>
                <p:cNvPicPr/>
                <p:nvPr/>
              </p:nvPicPr>
              <p:blipFill>
                <a:blip r:embed="rId52"/>
                <a:stretch>
                  <a:fillRect/>
                </a:stretch>
              </p:blipFill>
              <p:spPr>
                <a:xfrm>
                  <a:off x="5481268" y="6334499"/>
                  <a:ext cx="216720" cy="24084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6" name="Ink 35">
                  <a:extLst>
                    <a:ext uri="{FF2B5EF4-FFF2-40B4-BE49-F238E27FC236}">
                      <a16:creationId xmlns:a16="http://schemas.microsoft.com/office/drawing/2014/main" id="{AB8F5FE6-7B80-F26F-A7DE-3E11FEC27BAD}"/>
                    </a:ext>
                  </a:extLst>
                </p14:cNvPr>
                <p14:cNvContentPartPr/>
                <p14:nvPr/>
              </p14:nvContentPartPr>
              <p14:xfrm>
                <a:off x="5738668" y="6362219"/>
                <a:ext cx="164880" cy="207360"/>
              </p14:xfrm>
            </p:contentPart>
          </mc:Choice>
          <mc:Fallback>
            <p:pic>
              <p:nvPicPr>
                <p:cNvPr id="36" name="Ink 35">
                  <a:extLst>
                    <a:ext uri="{FF2B5EF4-FFF2-40B4-BE49-F238E27FC236}">
                      <a16:creationId xmlns:a16="http://schemas.microsoft.com/office/drawing/2014/main" id="{AB8F5FE6-7B80-F26F-A7DE-3E11FEC27BAD}"/>
                    </a:ext>
                  </a:extLst>
                </p:cNvPr>
                <p:cNvPicPr/>
                <p:nvPr/>
              </p:nvPicPr>
              <p:blipFill>
                <a:blip r:embed="rId54"/>
                <a:stretch>
                  <a:fillRect/>
                </a:stretch>
              </p:blipFill>
              <p:spPr>
                <a:xfrm>
                  <a:off x="5734348" y="6357899"/>
                  <a:ext cx="1735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7" name="Ink 36">
                  <a:extLst>
                    <a:ext uri="{FF2B5EF4-FFF2-40B4-BE49-F238E27FC236}">
                      <a16:creationId xmlns:a16="http://schemas.microsoft.com/office/drawing/2014/main" id="{EDA0877E-1471-42AA-BB20-834724F9EF27}"/>
                    </a:ext>
                  </a:extLst>
                </p14:cNvPr>
                <p14:cNvContentPartPr/>
                <p14:nvPr/>
              </p14:nvContentPartPr>
              <p14:xfrm>
                <a:off x="6000388" y="6338459"/>
                <a:ext cx="150480" cy="252000"/>
              </p14:xfrm>
            </p:contentPart>
          </mc:Choice>
          <mc:Fallback>
            <p:pic>
              <p:nvPicPr>
                <p:cNvPr id="37" name="Ink 36">
                  <a:extLst>
                    <a:ext uri="{FF2B5EF4-FFF2-40B4-BE49-F238E27FC236}">
                      <a16:creationId xmlns:a16="http://schemas.microsoft.com/office/drawing/2014/main" id="{EDA0877E-1471-42AA-BB20-834724F9EF27}"/>
                    </a:ext>
                  </a:extLst>
                </p:cNvPr>
                <p:cNvPicPr/>
                <p:nvPr/>
              </p:nvPicPr>
              <p:blipFill>
                <a:blip r:embed="rId56"/>
                <a:stretch>
                  <a:fillRect/>
                </a:stretch>
              </p:blipFill>
              <p:spPr>
                <a:xfrm>
                  <a:off x="5996068" y="6334139"/>
                  <a:ext cx="159120" cy="26064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8" name="Ink 37">
                  <a:extLst>
                    <a:ext uri="{FF2B5EF4-FFF2-40B4-BE49-F238E27FC236}">
                      <a16:creationId xmlns:a16="http://schemas.microsoft.com/office/drawing/2014/main" id="{9AC4E3C9-9391-37F4-638D-C180BD885ECE}"/>
                    </a:ext>
                  </a:extLst>
                </p14:cNvPr>
                <p14:cNvContentPartPr/>
                <p14:nvPr/>
              </p14:nvContentPartPr>
              <p14:xfrm>
                <a:off x="6301348" y="6332699"/>
                <a:ext cx="153000" cy="154080"/>
              </p14:xfrm>
            </p:contentPart>
          </mc:Choice>
          <mc:Fallback>
            <p:pic>
              <p:nvPicPr>
                <p:cNvPr id="38" name="Ink 37">
                  <a:extLst>
                    <a:ext uri="{FF2B5EF4-FFF2-40B4-BE49-F238E27FC236}">
                      <a16:creationId xmlns:a16="http://schemas.microsoft.com/office/drawing/2014/main" id="{9AC4E3C9-9391-37F4-638D-C180BD885ECE}"/>
                    </a:ext>
                  </a:extLst>
                </p:cNvPr>
                <p:cNvPicPr/>
                <p:nvPr/>
              </p:nvPicPr>
              <p:blipFill>
                <a:blip r:embed="rId58"/>
                <a:stretch>
                  <a:fillRect/>
                </a:stretch>
              </p:blipFill>
              <p:spPr>
                <a:xfrm>
                  <a:off x="6297028" y="6328379"/>
                  <a:ext cx="161640" cy="16272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39" name="Ink 38">
                  <a:extLst>
                    <a:ext uri="{FF2B5EF4-FFF2-40B4-BE49-F238E27FC236}">
                      <a16:creationId xmlns:a16="http://schemas.microsoft.com/office/drawing/2014/main" id="{A36F4982-8AF0-A91E-A586-E1281A4AA95E}"/>
                    </a:ext>
                  </a:extLst>
                </p14:cNvPr>
                <p14:cNvContentPartPr/>
                <p14:nvPr/>
              </p14:nvContentPartPr>
              <p14:xfrm>
                <a:off x="6558748" y="6317219"/>
                <a:ext cx="119160" cy="227160"/>
              </p14:xfrm>
            </p:contentPart>
          </mc:Choice>
          <mc:Fallback>
            <p:pic>
              <p:nvPicPr>
                <p:cNvPr id="39" name="Ink 38">
                  <a:extLst>
                    <a:ext uri="{FF2B5EF4-FFF2-40B4-BE49-F238E27FC236}">
                      <a16:creationId xmlns:a16="http://schemas.microsoft.com/office/drawing/2014/main" id="{A36F4982-8AF0-A91E-A586-E1281A4AA95E}"/>
                    </a:ext>
                  </a:extLst>
                </p:cNvPr>
                <p:cNvPicPr/>
                <p:nvPr/>
              </p:nvPicPr>
              <p:blipFill>
                <a:blip r:embed="rId60"/>
                <a:stretch>
                  <a:fillRect/>
                </a:stretch>
              </p:blipFill>
              <p:spPr>
                <a:xfrm>
                  <a:off x="6554428" y="6312899"/>
                  <a:ext cx="127800" cy="23580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40" name="Ink 39">
                  <a:extLst>
                    <a:ext uri="{FF2B5EF4-FFF2-40B4-BE49-F238E27FC236}">
                      <a16:creationId xmlns:a16="http://schemas.microsoft.com/office/drawing/2014/main" id="{40361445-E0EF-93BA-4C2C-5F772ECF5FF0}"/>
                    </a:ext>
                  </a:extLst>
                </p14:cNvPr>
                <p14:cNvContentPartPr/>
                <p14:nvPr/>
              </p14:nvContentPartPr>
              <p14:xfrm>
                <a:off x="6704188" y="6102659"/>
                <a:ext cx="264600" cy="652680"/>
              </p14:xfrm>
            </p:contentPart>
          </mc:Choice>
          <mc:Fallback>
            <p:pic>
              <p:nvPicPr>
                <p:cNvPr id="40" name="Ink 39">
                  <a:extLst>
                    <a:ext uri="{FF2B5EF4-FFF2-40B4-BE49-F238E27FC236}">
                      <a16:creationId xmlns:a16="http://schemas.microsoft.com/office/drawing/2014/main" id="{40361445-E0EF-93BA-4C2C-5F772ECF5FF0}"/>
                    </a:ext>
                  </a:extLst>
                </p:cNvPr>
                <p:cNvPicPr/>
                <p:nvPr/>
              </p:nvPicPr>
              <p:blipFill>
                <a:blip r:embed="rId62"/>
                <a:stretch>
                  <a:fillRect/>
                </a:stretch>
              </p:blipFill>
              <p:spPr>
                <a:xfrm>
                  <a:off x="6699868" y="6098339"/>
                  <a:ext cx="273240" cy="66132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41" name="Ink 40">
                  <a:extLst>
                    <a:ext uri="{FF2B5EF4-FFF2-40B4-BE49-F238E27FC236}">
                      <a16:creationId xmlns:a16="http://schemas.microsoft.com/office/drawing/2014/main" id="{3B9682D5-EE61-1726-DF16-50EA0CD9AFA0}"/>
                    </a:ext>
                  </a:extLst>
                </p14:cNvPr>
                <p14:cNvContentPartPr/>
                <p14:nvPr/>
              </p14:nvContentPartPr>
              <p14:xfrm>
                <a:off x="6989668" y="6313259"/>
                <a:ext cx="201600" cy="195840"/>
              </p14:xfrm>
            </p:contentPart>
          </mc:Choice>
          <mc:Fallback>
            <p:pic>
              <p:nvPicPr>
                <p:cNvPr id="41" name="Ink 40">
                  <a:extLst>
                    <a:ext uri="{FF2B5EF4-FFF2-40B4-BE49-F238E27FC236}">
                      <a16:creationId xmlns:a16="http://schemas.microsoft.com/office/drawing/2014/main" id="{3B9682D5-EE61-1726-DF16-50EA0CD9AFA0}"/>
                    </a:ext>
                  </a:extLst>
                </p:cNvPr>
                <p:cNvPicPr/>
                <p:nvPr/>
              </p:nvPicPr>
              <p:blipFill>
                <a:blip r:embed="rId64"/>
                <a:stretch>
                  <a:fillRect/>
                </a:stretch>
              </p:blipFill>
              <p:spPr>
                <a:xfrm>
                  <a:off x="6985348" y="6308939"/>
                  <a:ext cx="210240" cy="20448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42" name="Ink 41">
                  <a:extLst>
                    <a:ext uri="{FF2B5EF4-FFF2-40B4-BE49-F238E27FC236}">
                      <a16:creationId xmlns:a16="http://schemas.microsoft.com/office/drawing/2014/main" id="{1106662B-EB9D-638C-6A9C-ACBFFFE6CC3D}"/>
                    </a:ext>
                  </a:extLst>
                </p14:cNvPr>
                <p14:cNvContentPartPr/>
                <p14:nvPr/>
              </p14:nvContentPartPr>
              <p14:xfrm>
                <a:off x="7020988" y="6436379"/>
                <a:ext cx="74880" cy="237240"/>
              </p14:xfrm>
            </p:contentPart>
          </mc:Choice>
          <mc:Fallback>
            <p:pic>
              <p:nvPicPr>
                <p:cNvPr id="42" name="Ink 41">
                  <a:extLst>
                    <a:ext uri="{FF2B5EF4-FFF2-40B4-BE49-F238E27FC236}">
                      <a16:creationId xmlns:a16="http://schemas.microsoft.com/office/drawing/2014/main" id="{1106662B-EB9D-638C-6A9C-ACBFFFE6CC3D}"/>
                    </a:ext>
                  </a:extLst>
                </p:cNvPr>
                <p:cNvPicPr/>
                <p:nvPr/>
              </p:nvPicPr>
              <p:blipFill>
                <a:blip r:embed="rId66"/>
                <a:stretch>
                  <a:fillRect/>
                </a:stretch>
              </p:blipFill>
              <p:spPr>
                <a:xfrm>
                  <a:off x="7016668" y="6432059"/>
                  <a:ext cx="83520" cy="24588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43" name="Ink 42">
                  <a:extLst>
                    <a:ext uri="{FF2B5EF4-FFF2-40B4-BE49-F238E27FC236}">
                      <a16:creationId xmlns:a16="http://schemas.microsoft.com/office/drawing/2014/main" id="{D50B6D75-6FF8-6B39-94FB-B6DEE6AD527E}"/>
                    </a:ext>
                  </a:extLst>
                </p14:cNvPr>
                <p14:cNvContentPartPr/>
                <p14:nvPr/>
              </p14:nvContentPartPr>
              <p14:xfrm>
                <a:off x="7248508" y="6324059"/>
                <a:ext cx="179280" cy="203040"/>
              </p14:xfrm>
            </p:contentPart>
          </mc:Choice>
          <mc:Fallback>
            <p:pic>
              <p:nvPicPr>
                <p:cNvPr id="43" name="Ink 42">
                  <a:extLst>
                    <a:ext uri="{FF2B5EF4-FFF2-40B4-BE49-F238E27FC236}">
                      <a16:creationId xmlns:a16="http://schemas.microsoft.com/office/drawing/2014/main" id="{D50B6D75-6FF8-6B39-94FB-B6DEE6AD527E}"/>
                    </a:ext>
                  </a:extLst>
                </p:cNvPr>
                <p:cNvPicPr/>
                <p:nvPr/>
              </p:nvPicPr>
              <p:blipFill>
                <a:blip r:embed="rId68"/>
                <a:stretch>
                  <a:fillRect/>
                </a:stretch>
              </p:blipFill>
              <p:spPr>
                <a:xfrm>
                  <a:off x="7244188" y="6319739"/>
                  <a:ext cx="187920" cy="21168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44" name="Ink 43">
                  <a:extLst>
                    <a:ext uri="{FF2B5EF4-FFF2-40B4-BE49-F238E27FC236}">
                      <a16:creationId xmlns:a16="http://schemas.microsoft.com/office/drawing/2014/main" id="{07FE781A-713A-43F5-B34C-720BC02EA475}"/>
                    </a:ext>
                  </a:extLst>
                </p14:cNvPr>
                <p14:cNvContentPartPr/>
                <p14:nvPr/>
              </p14:nvContentPartPr>
              <p14:xfrm>
                <a:off x="7590868" y="6312179"/>
                <a:ext cx="100800" cy="232200"/>
              </p14:xfrm>
            </p:contentPart>
          </mc:Choice>
          <mc:Fallback>
            <p:pic>
              <p:nvPicPr>
                <p:cNvPr id="44" name="Ink 43">
                  <a:extLst>
                    <a:ext uri="{FF2B5EF4-FFF2-40B4-BE49-F238E27FC236}">
                      <a16:creationId xmlns:a16="http://schemas.microsoft.com/office/drawing/2014/main" id="{07FE781A-713A-43F5-B34C-720BC02EA475}"/>
                    </a:ext>
                  </a:extLst>
                </p:cNvPr>
                <p:cNvPicPr/>
                <p:nvPr/>
              </p:nvPicPr>
              <p:blipFill>
                <a:blip r:embed="rId70"/>
                <a:stretch>
                  <a:fillRect/>
                </a:stretch>
              </p:blipFill>
              <p:spPr>
                <a:xfrm>
                  <a:off x="7586548" y="6307859"/>
                  <a:ext cx="109440" cy="24084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45" name="Ink 44">
                  <a:extLst>
                    <a:ext uri="{FF2B5EF4-FFF2-40B4-BE49-F238E27FC236}">
                      <a16:creationId xmlns:a16="http://schemas.microsoft.com/office/drawing/2014/main" id="{9DA1FAA9-778F-A7F8-3394-CFAF036F3FCE}"/>
                    </a:ext>
                  </a:extLst>
                </p14:cNvPr>
                <p14:cNvContentPartPr/>
                <p14:nvPr/>
              </p14:nvContentPartPr>
              <p14:xfrm>
                <a:off x="7872388" y="6338459"/>
                <a:ext cx="152280" cy="229320"/>
              </p14:xfrm>
            </p:contentPart>
          </mc:Choice>
          <mc:Fallback>
            <p:pic>
              <p:nvPicPr>
                <p:cNvPr id="45" name="Ink 44">
                  <a:extLst>
                    <a:ext uri="{FF2B5EF4-FFF2-40B4-BE49-F238E27FC236}">
                      <a16:creationId xmlns:a16="http://schemas.microsoft.com/office/drawing/2014/main" id="{9DA1FAA9-778F-A7F8-3394-CFAF036F3FCE}"/>
                    </a:ext>
                  </a:extLst>
                </p:cNvPr>
                <p:cNvPicPr/>
                <p:nvPr/>
              </p:nvPicPr>
              <p:blipFill>
                <a:blip r:embed="rId72"/>
                <a:stretch>
                  <a:fillRect/>
                </a:stretch>
              </p:blipFill>
              <p:spPr>
                <a:xfrm>
                  <a:off x="7868068" y="6334139"/>
                  <a:ext cx="160920" cy="23796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46" name="Ink 45">
                  <a:extLst>
                    <a:ext uri="{FF2B5EF4-FFF2-40B4-BE49-F238E27FC236}">
                      <a16:creationId xmlns:a16="http://schemas.microsoft.com/office/drawing/2014/main" id="{A3BE3B03-0912-F882-2FA5-133F75A423F3}"/>
                    </a:ext>
                  </a:extLst>
                </p14:cNvPr>
                <p14:cNvContentPartPr/>
                <p14:nvPr/>
              </p14:nvContentPartPr>
              <p14:xfrm>
                <a:off x="8152108" y="6284819"/>
                <a:ext cx="191880" cy="197640"/>
              </p14:xfrm>
            </p:contentPart>
          </mc:Choice>
          <mc:Fallback>
            <p:pic>
              <p:nvPicPr>
                <p:cNvPr id="46" name="Ink 45">
                  <a:extLst>
                    <a:ext uri="{FF2B5EF4-FFF2-40B4-BE49-F238E27FC236}">
                      <a16:creationId xmlns:a16="http://schemas.microsoft.com/office/drawing/2014/main" id="{A3BE3B03-0912-F882-2FA5-133F75A423F3}"/>
                    </a:ext>
                  </a:extLst>
                </p:cNvPr>
                <p:cNvPicPr/>
                <p:nvPr/>
              </p:nvPicPr>
              <p:blipFill>
                <a:blip r:embed="rId74"/>
                <a:stretch>
                  <a:fillRect/>
                </a:stretch>
              </p:blipFill>
              <p:spPr>
                <a:xfrm>
                  <a:off x="8147788" y="6280499"/>
                  <a:ext cx="200520" cy="20628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47" name="Ink 46">
                  <a:extLst>
                    <a:ext uri="{FF2B5EF4-FFF2-40B4-BE49-F238E27FC236}">
                      <a16:creationId xmlns:a16="http://schemas.microsoft.com/office/drawing/2014/main" id="{64A48951-DDD0-0D22-8D25-B1B5B59A268A}"/>
                    </a:ext>
                  </a:extLst>
                </p14:cNvPr>
                <p14:cNvContentPartPr/>
                <p14:nvPr/>
              </p14:nvContentPartPr>
              <p14:xfrm>
                <a:off x="8136628" y="6376259"/>
                <a:ext cx="334800" cy="39240"/>
              </p14:xfrm>
            </p:contentPart>
          </mc:Choice>
          <mc:Fallback>
            <p:pic>
              <p:nvPicPr>
                <p:cNvPr id="47" name="Ink 46">
                  <a:extLst>
                    <a:ext uri="{FF2B5EF4-FFF2-40B4-BE49-F238E27FC236}">
                      <a16:creationId xmlns:a16="http://schemas.microsoft.com/office/drawing/2014/main" id="{64A48951-DDD0-0D22-8D25-B1B5B59A268A}"/>
                    </a:ext>
                  </a:extLst>
                </p:cNvPr>
                <p:cNvPicPr/>
                <p:nvPr/>
              </p:nvPicPr>
              <p:blipFill>
                <a:blip r:embed="rId76"/>
                <a:stretch>
                  <a:fillRect/>
                </a:stretch>
              </p:blipFill>
              <p:spPr>
                <a:xfrm>
                  <a:off x="8132308" y="6371939"/>
                  <a:ext cx="343440" cy="4788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48" name="Ink 47">
                  <a:extLst>
                    <a:ext uri="{FF2B5EF4-FFF2-40B4-BE49-F238E27FC236}">
                      <a16:creationId xmlns:a16="http://schemas.microsoft.com/office/drawing/2014/main" id="{1649EF37-6D3A-366F-C8DC-D15B1B5C63BD}"/>
                    </a:ext>
                  </a:extLst>
                </p14:cNvPr>
                <p14:cNvContentPartPr/>
                <p14:nvPr/>
              </p14:nvContentPartPr>
              <p14:xfrm>
                <a:off x="5246548" y="6673619"/>
                <a:ext cx="3105360" cy="41400"/>
              </p14:xfrm>
            </p:contentPart>
          </mc:Choice>
          <mc:Fallback>
            <p:pic>
              <p:nvPicPr>
                <p:cNvPr id="48" name="Ink 47">
                  <a:extLst>
                    <a:ext uri="{FF2B5EF4-FFF2-40B4-BE49-F238E27FC236}">
                      <a16:creationId xmlns:a16="http://schemas.microsoft.com/office/drawing/2014/main" id="{1649EF37-6D3A-366F-C8DC-D15B1B5C63BD}"/>
                    </a:ext>
                  </a:extLst>
                </p:cNvPr>
                <p:cNvPicPr/>
                <p:nvPr/>
              </p:nvPicPr>
              <p:blipFill>
                <a:blip r:embed="rId78"/>
                <a:stretch>
                  <a:fillRect/>
                </a:stretch>
              </p:blipFill>
              <p:spPr>
                <a:xfrm>
                  <a:off x="5242228" y="6669299"/>
                  <a:ext cx="3114000" cy="5004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50" name="Ink 49">
                  <a:extLst>
                    <a:ext uri="{FF2B5EF4-FFF2-40B4-BE49-F238E27FC236}">
                      <a16:creationId xmlns:a16="http://schemas.microsoft.com/office/drawing/2014/main" id="{591C2B9F-A99A-A859-1B4C-6F8259551859}"/>
                    </a:ext>
                  </a:extLst>
                </p14:cNvPr>
                <p14:cNvContentPartPr/>
                <p14:nvPr/>
              </p14:nvContentPartPr>
              <p14:xfrm>
                <a:off x="5601148" y="6745259"/>
                <a:ext cx="170280" cy="207360"/>
              </p14:xfrm>
            </p:contentPart>
          </mc:Choice>
          <mc:Fallback>
            <p:pic>
              <p:nvPicPr>
                <p:cNvPr id="50" name="Ink 49">
                  <a:extLst>
                    <a:ext uri="{FF2B5EF4-FFF2-40B4-BE49-F238E27FC236}">
                      <a16:creationId xmlns:a16="http://schemas.microsoft.com/office/drawing/2014/main" id="{591C2B9F-A99A-A859-1B4C-6F8259551859}"/>
                    </a:ext>
                  </a:extLst>
                </p:cNvPr>
                <p:cNvPicPr/>
                <p:nvPr/>
              </p:nvPicPr>
              <p:blipFill>
                <a:blip r:embed="rId80"/>
                <a:stretch>
                  <a:fillRect/>
                </a:stretch>
              </p:blipFill>
              <p:spPr>
                <a:xfrm>
                  <a:off x="5596828" y="6740939"/>
                  <a:ext cx="1789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51" name="Ink 50">
                  <a:extLst>
                    <a:ext uri="{FF2B5EF4-FFF2-40B4-BE49-F238E27FC236}">
                      <a16:creationId xmlns:a16="http://schemas.microsoft.com/office/drawing/2014/main" id="{61991773-0C3D-2395-4977-E278C020F285}"/>
                    </a:ext>
                  </a:extLst>
                </p14:cNvPr>
                <p14:cNvContentPartPr/>
                <p14:nvPr/>
              </p14:nvContentPartPr>
              <p14:xfrm>
                <a:off x="5877268" y="6773292"/>
                <a:ext cx="239040" cy="120240"/>
              </p14:xfrm>
            </p:contentPart>
          </mc:Choice>
          <mc:Fallback>
            <p:pic>
              <p:nvPicPr>
                <p:cNvPr id="51" name="Ink 50">
                  <a:extLst>
                    <a:ext uri="{FF2B5EF4-FFF2-40B4-BE49-F238E27FC236}">
                      <a16:creationId xmlns:a16="http://schemas.microsoft.com/office/drawing/2014/main" id="{61991773-0C3D-2395-4977-E278C020F285}"/>
                    </a:ext>
                  </a:extLst>
                </p:cNvPr>
                <p:cNvPicPr/>
                <p:nvPr/>
              </p:nvPicPr>
              <p:blipFill>
                <a:blip r:embed="rId82"/>
                <a:stretch>
                  <a:fillRect/>
                </a:stretch>
              </p:blipFill>
              <p:spPr>
                <a:xfrm>
                  <a:off x="5872948" y="6768972"/>
                  <a:ext cx="247680" cy="12888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52" name="Ink 51">
                  <a:extLst>
                    <a:ext uri="{FF2B5EF4-FFF2-40B4-BE49-F238E27FC236}">
                      <a16:creationId xmlns:a16="http://schemas.microsoft.com/office/drawing/2014/main" id="{676F5FB2-833B-5747-15BF-D122A538E793}"/>
                    </a:ext>
                  </a:extLst>
                </p14:cNvPr>
                <p14:cNvContentPartPr/>
                <p14:nvPr/>
              </p14:nvContentPartPr>
              <p14:xfrm>
                <a:off x="6144748" y="6733692"/>
                <a:ext cx="189360" cy="177480"/>
              </p14:xfrm>
            </p:contentPart>
          </mc:Choice>
          <mc:Fallback>
            <p:pic>
              <p:nvPicPr>
                <p:cNvPr id="52" name="Ink 51">
                  <a:extLst>
                    <a:ext uri="{FF2B5EF4-FFF2-40B4-BE49-F238E27FC236}">
                      <a16:creationId xmlns:a16="http://schemas.microsoft.com/office/drawing/2014/main" id="{676F5FB2-833B-5747-15BF-D122A538E793}"/>
                    </a:ext>
                  </a:extLst>
                </p:cNvPr>
                <p:cNvPicPr/>
                <p:nvPr/>
              </p:nvPicPr>
              <p:blipFill>
                <a:blip r:embed="rId84"/>
                <a:stretch>
                  <a:fillRect/>
                </a:stretch>
              </p:blipFill>
              <p:spPr>
                <a:xfrm>
                  <a:off x="6140428" y="6729372"/>
                  <a:ext cx="198000" cy="18612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53" name="Ink 52">
                  <a:extLst>
                    <a:ext uri="{FF2B5EF4-FFF2-40B4-BE49-F238E27FC236}">
                      <a16:creationId xmlns:a16="http://schemas.microsoft.com/office/drawing/2014/main" id="{5C25A16C-B8AD-A71E-774E-C5600B32C41E}"/>
                    </a:ext>
                  </a:extLst>
                </p14:cNvPr>
                <p14:cNvContentPartPr/>
                <p14:nvPr/>
              </p14:nvContentPartPr>
              <p14:xfrm>
                <a:off x="6381988" y="6754932"/>
                <a:ext cx="41040" cy="207000"/>
              </p14:xfrm>
            </p:contentPart>
          </mc:Choice>
          <mc:Fallback>
            <p:pic>
              <p:nvPicPr>
                <p:cNvPr id="53" name="Ink 52">
                  <a:extLst>
                    <a:ext uri="{FF2B5EF4-FFF2-40B4-BE49-F238E27FC236}">
                      <a16:creationId xmlns:a16="http://schemas.microsoft.com/office/drawing/2014/main" id="{5C25A16C-B8AD-A71E-774E-C5600B32C41E}"/>
                    </a:ext>
                  </a:extLst>
                </p:cNvPr>
                <p:cNvPicPr/>
                <p:nvPr/>
              </p:nvPicPr>
              <p:blipFill>
                <a:blip r:embed="rId86"/>
                <a:stretch>
                  <a:fillRect/>
                </a:stretch>
              </p:blipFill>
              <p:spPr>
                <a:xfrm>
                  <a:off x="6377668" y="6750612"/>
                  <a:ext cx="49680" cy="21564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54" name="Ink 53">
                  <a:extLst>
                    <a:ext uri="{FF2B5EF4-FFF2-40B4-BE49-F238E27FC236}">
                      <a16:creationId xmlns:a16="http://schemas.microsoft.com/office/drawing/2014/main" id="{CAE1B51A-9713-689C-C11E-5A1B19C04D81}"/>
                    </a:ext>
                  </a:extLst>
                </p14:cNvPr>
                <p14:cNvContentPartPr/>
                <p14:nvPr/>
              </p14:nvContentPartPr>
              <p14:xfrm>
                <a:off x="6544708" y="6768252"/>
                <a:ext cx="122760" cy="196560"/>
              </p14:xfrm>
            </p:contentPart>
          </mc:Choice>
          <mc:Fallback>
            <p:pic>
              <p:nvPicPr>
                <p:cNvPr id="54" name="Ink 53">
                  <a:extLst>
                    <a:ext uri="{FF2B5EF4-FFF2-40B4-BE49-F238E27FC236}">
                      <a16:creationId xmlns:a16="http://schemas.microsoft.com/office/drawing/2014/main" id="{CAE1B51A-9713-689C-C11E-5A1B19C04D81}"/>
                    </a:ext>
                  </a:extLst>
                </p:cNvPr>
                <p:cNvPicPr/>
                <p:nvPr/>
              </p:nvPicPr>
              <p:blipFill>
                <a:blip r:embed="rId88"/>
                <a:stretch>
                  <a:fillRect/>
                </a:stretch>
              </p:blipFill>
              <p:spPr>
                <a:xfrm>
                  <a:off x="6540388" y="6763932"/>
                  <a:ext cx="131400" cy="20520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55" name="Ink 54">
                  <a:extLst>
                    <a:ext uri="{FF2B5EF4-FFF2-40B4-BE49-F238E27FC236}">
                      <a16:creationId xmlns:a16="http://schemas.microsoft.com/office/drawing/2014/main" id="{3E5AF2F5-BAA7-0796-2D04-8892D4BEE2A4}"/>
                    </a:ext>
                  </a:extLst>
                </p14:cNvPr>
                <p14:cNvContentPartPr/>
                <p14:nvPr/>
              </p14:nvContentPartPr>
              <p14:xfrm>
                <a:off x="6793828" y="6673572"/>
                <a:ext cx="141480" cy="399960"/>
              </p14:xfrm>
            </p:contentPart>
          </mc:Choice>
          <mc:Fallback>
            <p:pic>
              <p:nvPicPr>
                <p:cNvPr id="55" name="Ink 54">
                  <a:extLst>
                    <a:ext uri="{FF2B5EF4-FFF2-40B4-BE49-F238E27FC236}">
                      <a16:creationId xmlns:a16="http://schemas.microsoft.com/office/drawing/2014/main" id="{3E5AF2F5-BAA7-0796-2D04-8892D4BEE2A4}"/>
                    </a:ext>
                  </a:extLst>
                </p:cNvPr>
                <p:cNvPicPr/>
                <p:nvPr/>
              </p:nvPicPr>
              <p:blipFill>
                <a:blip r:embed="rId90"/>
                <a:stretch>
                  <a:fillRect/>
                </a:stretch>
              </p:blipFill>
              <p:spPr>
                <a:xfrm>
                  <a:off x="6789508" y="6669252"/>
                  <a:ext cx="150120" cy="40860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56" name="Ink 55">
                  <a:extLst>
                    <a:ext uri="{FF2B5EF4-FFF2-40B4-BE49-F238E27FC236}">
                      <a16:creationId xmlns:a16="http://schemas.microsoft.com/office/drawing/2014/main" id="{1BD44E8B-2702-8071-0F5C-50A4328998C1}"/>
                    </a:ext>
                  </a:extLst>
                </p14:cNvPr>
                <p14:cNvContentPartPr/>
                <p14:nvPr/>
              </p14:nvContentPartPr>
              <p14:xfrm>
                <a:off x="7019908" y="6768612"/>
                <a:ext cx="157320" cy="188280"/>
              </p14:xfrm>
            </p:contentPart>
          </mc:Choice>
          <mc:Fallback>
            <p:pic>
              <p:nvPicPr>
                <p:cNvPr id="56" name="Ink 55">
                  <a:extLst>
                    <a:ext uri="{FF2B5EF4-FFF2-40B4-BE49-F238E27FC236}">
                      <a16:creationId xmlns:a16="http://schemas.microsoft.com/office/drawing/2014/main" id="{1BD44E8B-2702-8071-0F5C-50A4328998C1}"/>
                    </a:ext>
                  </a:extLst>
                </p:cNvPr>
                <p:cNvPicPr/>
                <p:nvPr/>
              </p:nvPicPr>
              <p:blipFill>
                <a:blip r:embed="rId92"/>
                <a:stretch>
                  <a:fillRect/>
                </a:stretch>
              </p:blipFill>
              <p:spPr>
                <a:xfrm>
                  <a:off x="7015588" y="6764292"/>
                  <a:ext cx="165960" cy="19692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57" name="Ink 56">
                  <a:extLst>
                    <a:ext uri="{FF2B5EF4-FFF2-40B4-BE49-F238E27FC236}">
                      <a16:creationId xmlns:a16="http://schemas.microsoft.com/office/drawing/2014/main" id="{3C55422C-E094-5DE7-B2FF-3CFA847AE156}"/>
                    </a:ext>
                  </a:extLst>
                </p14:cNvPr>
                <p14:cNvContentPartPr/>
                <p14:nvPr/>
              </p14:nvContentPartPr>
              <p14:xfrm>
                <a:off x="7022788" y="6882372"/>
                <a:ext cx="85680" cy="201600"/>
              </p14:xfrm>
            </p:contentPart>
          </mc:Choice>
          <mc:Fallback>
            <p:pic>
              <p:nvPicPr>
                <p:cNvPr id="57" name="Ink 56">
                  <a:extLst>
                    <a:ext uri="{FF2B5EF4-FFF2-40B4-BE49-F238E27FC236}">
                      <a16:creationId xmlns:a16="http://schemas.microsoft.com/office/drawing/2014/main" id="{3C55422C-E094-5DE7-B2FF-3CFA847AE156}"/>
                    </a:ext>
                  </a:extLst>
                </p:cNvPr>
                <p:cNvPicPr/>
                <p:nvPr/>
              </p:nvPicPr>
              <p:blipFill>
                <a:blip r:embed="rId94"/>
                <a:stretch>
                  <a:fillRect/>
                </a:stretch>
              </p:blipFill>
              <p:spPr>
                <a:xfrm>
                  <a:off x="7018468" y="6878052"/>
                  <a:ext cx="94320" cy="21024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58" name="Ink 57">
                  <a:extLst>
                    <a:ext uri="{FF2B5EF4-FFF2-40B4-BE49-F238E27FC236}">
                      <a16:creationId xmlns:a16="http://schemas.microsoft.com/office/drawing/2014/main" id="{15752EBC-F806-6653-E17F-FFE7DB7F2063}"/>
                    </a:ext>
                  </a:extLst>
                </p14:cNvPr>
                <p14:cNvContentPartPr/>
                <p14:nvPr/>
              </p14:nvContentPartPr>
              <p14:xfrm>
                <a:off x="7312228" y="6819012"/>
                <a:ext cx="135000" cy="142200"/>
              </p14:xfrm>
            </p:contentPart>
          </mc:Choice>
          <mc:Fallback>
            <p:pic>
              <p:nvPicPr>
                <p:cNvPr id="58" name="Ink 57">
                  <a:extLst>
                    <a:ext uri="{FF2B5EF4-FFF2-40B4-BE49-F238E27FC236}">
                      <a16:creationId xmlns:a16="http://schemas.microsoft.com/office/drawing/2014/main" id="{15752EBC-F806-6653-E17F-FFE7DB7F2063}"/>
                    </a:ext>
                  </a:extLst>
                </p:cNvPr>
                <p:cNvPicPr/>
                <p:nvPr/>
              </p:nvPicPr>
              <p:blipFill>
                <a:blip r:embed="rId96"/>
                <a:stretch>
                  <a:fillRect/>
                </a:stretch>
              </p:blipFill>
              <p:spPr>
                <a:xfrm>
                  <a:off x="7307908" y="6814692"/>
                  <a:ext cx="143640" cy="15084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59" name="Ink 58">
                  <a:extLst>
                    <a:ext uri="{FF2B5EF4-FFF2-40B4-BE49-F238E27FC236}">
                      <a16:creationId xmlns:a16="http://schemas.microsoft.com/office/drawing/2014/main" id="{63F05675-14E7-8E74-6CA3-436C57D4B10A}"/>
                    </a:ext>
                  </a:extLst>
                </p14:cNvPr>
                <p14:cNvContentPartPr/>
                <p14:nvPr/>
              </p14:nvContentPartPr>
              <p14:xfrm>
                <a:off x="7538308" y="6816852"/>
                <a:ext cx="173880" cy="143280"/>
              </p14:xfrm>
            </p:contentPart>
          </mc:Choice>
          <mc:Fallback>
            <p:pic>
              <p:nvPicPr>
                <p:cNvPr id="59" name="Ink 58">
                  <a:extLst>
                    <a:ext uri="{FF2B5EF4-FFF2-40B4-BE49-F238E27FC236}">
                      <a16:creationId xmlns:a16="http://schemas.microsoft.com/office/drawing/2014/main" id="{63F05675-14E7-8E74-6CA3-436C57D4B10A}"/>
                    </a:ext>
                  </a:extLst>
                </p:cNvPr>
                <p:cNvPicPr/>
                <p:nvPr/>
              </p:nvPicPr>
              <p:blipFill>
                <a:blip r:embed="rId98"/>
                <a:stretch>
                  <a:fillRect/>
                </a:stretch>
              </p:blipFill>
              <p:spPr>
                <a:xfrm>
                  <a:off x="7533988" y="6812532"/>
                  <a:ext cx="182520" cy="15192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60" name="Ink 59">
                  <a:extLst>
                    <a:ext uri="{FF2B5EF4-FFF2-40B4-BE49-F238E27FC236}">
                      <a16:creationId xmlns:a16="http://schemas.microsoft.com/office/drawing/2014/main" id="{FCA27B55-A7AB-0691-1D97-0233445B8363}"/>
                    </a:ext>
                  </a:extLst>
                </p14:cNvPr>
                <p14:cNvContentPartPr/>
                <p14:nvPr/>
              </p14:nvContentPartPr>
              <p14:xfrm>
                <a:off x="7881028" y="6790212"/>
                <a:ext cx="160920" cy="223920"/>
              </p14:xfrm>
            </p:contentPart>
          </mc:Choice>
          <mc:Fallback>
            <p:pic>
              <p:nvPicPr>
                <p:cNvPr id="60" name="Ink 59">
                  <a:extLst>
                    <a:ext uri="{FF2B5EF4-FFF2-40B4-BE49-F238E27FC236}">
                      <a16:creationId xmlns:a16="http://schemas.microsoft.com/office/drawing/2014/main" id="{FCA27B55-A7AB-0691-1D97-0233445B8363}"/>
                    </a:ext>
                  </a:extLst>
                </p:cNvPr>
                <p:cNvPicPr/>
                <p:nvPr/>
              </p:nvPicPr>
              <p:blipFill>
                <a:blip r:embed="rId100"/>
                <a:stretch>
                  <a:fillRect/>
                </a:stretch>
              </p:blipFill>
              <p:spPr>
                <a:xfrm>
                  <a:off x="7876708" y="6785892"/>
                  <a:ext cx="169560" cy="23256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61" name="Ink 60">
                  <a:extLst>
                    <a:ext uri="{FF2B5EF4-FFF2-40B4-BE49-F238E27FC236}">
                      <a16:creationId xmlns:a16="http://schemas.microsoft.com/office/drawing/2014/main" id="{9152B219-1AC6-06A8-BF5D-64D998721DD9}"/>
                    </a:ext>
                  </a:extLst>
                </p14:cNvPr>
                <p14:cNvContentPartPr/>
                <p14:nvPr/>
              </p14:nvContentPartPr>
              <p14:xfrm>
                <a:off x="8136268" y="6780132"/>
                <a:ext cx="198000" cy="217800"/>
              </p14:xfrm>
            </p:contentPart>
          </mc:Choice>
          <mc:Fallback>
            <p:pic>
              <p:nvPicPr>
                <p:cNvPr id="61" name="Ink 60">
                  <a:extLst>
                    <a:ext uri="{FF2B5EF4-FFF2-40B4-BE49-F238E27FC236}">
                      <a16:creationId xmlns:a16="http://schemas.microsoft.com/office/drawing/2014/main" id="{9152B219-1AC6-06A8-BF5D-64D998721DD9}"/>
                    </a:ext>
                  </a:extLst>
                </p:cNvPr>
                <p:cNvPicPr/>
                <p:nvPr/>
              </p:nvPicPr>
              <p:blipFill>
                <a:blip r:embed="rId102"/>
                <a:stretch>
                  <a:fillRect/>
                </a:stretch>
              </p:blipFill>
              <p:spPr>
                <a:xfrm>
                  <a:off x="8131948" y="6775812"/>
                  <a:ext cx="206640" cy="22644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62" name="Ink 61">
                  <a:extLst>
                    <a:ext uri="{FF2B5EF4-FFF2-40B4-BE49-F238E27FC236}">
                      <a16:creationId xmlns:a16="http://schemas.microsoft.com/office/drawing/2014/main" id="{2C2B110F-A4F4-C388-8EDD-1D9521F88B98}"/>
                    </a:ext>
                  </a:extLst>
                </p14:cNvPr>
                <p14:cNvContentPartPr/>
                <p14:nvPr/>
              </p14:nvContentPartPr>
              <p14:xfrm>
                <a:off x="8204668" y="6895692"/>
                <a:ext cx="237240" cy="14040"/>
              </p14:xfrm>
            </p:contentPart>
          </mc:Choice>
          <mc:Fallback>
            <p:pic>
              <p:nvPicPr>
                <p:cNvPr id="62" name="Ink 61">
                  <a:extLst>
                    <a:ext uri="{FF2B5EF4-FFF2-40B4-BE49-F238E27FC236}">
                      <a16:creationId xmlns:a16="http://schemas.microsoft.com/office/drawing/2014/main" id="{2C2B110F-A4F4-C388-8EDD-1D9521F88B98}"/>
                    </a:ext>
                  </a:extLst>
                </p:cNvPr>
                <p:cNvPicPr/>
                <p:nvPr/>
              </p:nvPicPr>
              <p:blipFill>
                <a:blip r:embed="rId104"/>
                <a:stretch>
                  <a:fillRect/>
                </a:stretch>
              </p:blipFill>
              <p:spPr>
                <a:xfrm>
                  <a:off x="8200348" y="6891372"/>
                  <a:ext cx="245880" cy="22680"/>
                </a:xfrm>
                <a:prstGeom prst="rect">
                  <a:avLst/>
                </a:prstGeom>
              </p:spPr>
            </p:pic>
          </mc:Fallback>
        </mc:AlternateContent>
      </p:grpSp>
      <p:grpSp>
        <p:nvGrpSpPr>
          <p:cNvPr id="85" name="Group 84">
            <a:extLst>
              <a:ext uri="{FF2B5EF4-FFF2-40B4-BE49-F238E27FC236}">
                <a16:creationId xmlns:a16="http://schemas.microsoft.com/office/drawing/2014/main" id="{A130A68D-C8A2-3BAE-787B-A1ECEC074B7A}"/>
              </a:ext>
            </a:extLst>
          </p:cNvPr>
          <p:cNvGrpSpPr/>
          <p:nvPr/>
        </p:nvGrpSpPr>
        <p:grpSpPr>
          <a:xfrm>
            <a:off x="4931188" y="6615972"/>
            <a:ext cx="286560" cy="137520"/>
            <a:chOff x="4931188" y="6615972"/>
            <a:chExt cx="286560" cy="137520"/>
          </a:xfrm>
        </p:grpSpPr>
        <mc:AlternateContent xmlns:mc="http://schemas.openxmlformats.org/markup-compatibility/2006">
          <mc:Choice xmlns:p14="http://schemas.microsoft.com/office/powerpoint/2010/main" Requires="p14">
            <p:contentPart p14:bwMode="auto" r:id="rId105">
              <p14:nvContentPartPr>
                <p14:cNvPr id="64" name="Ink 63">
                  <a:extLst>
                    <a:ext uri="{FF2B5EF4-FFF2-40B4-BE49-F238E27FC236}">
                      <a16:creationId xmlns:a16="http://schemas.microsoft.com/office/drawing/2014/main" id="{A308A495-0421-4724-2D11-A0BD2DFE6494}"/>
                    </a:ext>
                  </a:extLst>
                </p14:cNvPr>
                <p14:cNvContentPartPr/>
                <p14:nvPr/>
              </p14:nvContentPartPr>
              <p14:xfrm>
                <a:off x="4987348" y="6640452"/>
                <a:ext cx="106200" cy="14040"/>
              </p14:xfrm>
            </p:contentPart>
          </mc:Choice>
          <mc:Fallback>
            <p:pic>
              <p:nvPicPr>
                <p:cNvPr id="64" name="Ink 63">
                  <a:extLst>
                    <a:ext uri="{FF2B5EF4-FFF2-40B4-BE49-F238E27FC236}">
                      <a16:creationId xmlns:a16="http://schemas.microsoft.com/office/drawing/2014/main" id="{A308A495-0421-4724-2D11-A0BD2DFE6494}"/>
                    </a:ext>
                  </a:extLst>
                </p:cNvPr>
                <p:cNvPicPr/>
                <p:nvPr/>
              </p:nvPicPr>
              <p:blipFill>
                <a:blip r:embed="rId106"/>
                <a:stretch>
                  <a:fillRect/>
                </a:stretch>
              </p:blipFill>
              <p:spPr>
                <a:xfrm>
                  <a:off x="4983028" y="6636132"/>
                  <a:ext cx="114840" cy="2268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65" name="Ink 64">
                  <a:extLst>
                    <a:ext uri="{FF2B5EF4-FFF2-40B4-BE49-F238E27FC236}">
                      <a16:creationId xmlns:a16="http://schemas.microsoft.com/office/drawing/2014/main" id="{426617B0-9763-A212-766A-05445A446977}"/>
                    </a:ext>
                  </a:extLst>
                </p14:cNvPr>
                <p14:cNvContentPartPr/>
                <p14:nvPr/>
              </p14:nvContentPartPr>
              <p14:xfrm>
                <a:off x="5070868" y="6626052"/>
                <a:ext cx="146880" cy="42120"/>
              </p14:xfrm>
            </p:contentPart>
          </mc:Choice>
          <mc:Fallback>
            <p:pic>
              <p:nvPicPr>
                <p:cNvPr id="65" name="Ink 64">
                  <a:extLst>
                    <a:ext uri="{FF2B5EF4-FFF2-40B4-BE49-F238E27FC236}">
                      <a16:creationId xmlns:a16="http://schemas.microsoft.com/office/drawing/2014/main" id="{426617B0-9763-A212-766A-05445A446977}"/>
                    </a:ext>
                  </a:extLst>
                </p:cNvPr>
                <p:cNvPicPr/>
                <p:nvPr/>
              </p:nvPicPr>
              <p:blipFill>
                <a:blip r:embed="rId108"/>
                <a:stretch>
                  <a:fillRect/>
                </a:stretch>
              </p:blipFill>
              <p:spPr>
                <a:xfrm>
                  <a:off x="5066548" y="6621732"/>
                  <a:ext cx="155520" cy="5076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66" name="Ink 65">
                  <a:extLst>
                    <a:ext uri="{FF2B5EF4-FFF2-40B4-BE49-F238E27FC236}">
                      <a16:creationId xmlns:a16="http://schemas.microsoft.com/office/drawing/2014/main" id="{51FC87E8-5014-EAB7-C335-87F5BB77169B}"/>
                    </a:ext>
                  </a:extLst>
                </p14:cNvPr>
                <p14:cNvContentPartPr/>
                <p14:nvPr/>
              </p14:nvContentPartPr>
              <p14:xfrm>
                <a:off x="4986628" y="6615972"/>
                <a:ext cx="192600" cy="27000"/>
              </p14:xfrm>
            </p:contentPart>
          </mc:Choice>
          <mc:Fallback>
            <p:pic>
              <p:nvPicPr>
                <p:cNvPr id="66" name="Ink 65">
                  <a:extLst>
                    <a:ext uri="{FF2B5EF4-FFF2-40B4-BE49-F238E27FC236}">
                      <a16:creationId xmlns:a16="http://schemas.microsoft.com/office/drawing/2014/main" id="{51FC87E8-5014-EAB7-C335-87F5BB77169B}"/>
                    </a:ext>
                  </a:extLst>
                </p:cNvPr>
                <p:cNvPicPr/>
                <p:nvPr/>
              </p:nvPicPr>
              <p:blipFill>
                <a:blip r:embed="rId110"/>
                <a:stretch>
                  <a:fillRect/>
                </a:stretch>
              </p:blipFill>
              <p:spPr>
                <a:xfrm>
                  <a:off x="4982308" y="6611652"/>
                  <a:ext cx="201240" cy="3564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67" name="Ink 66">
                  <a:extLst>
                    <a:ext uri="{FF2B5EF4-FFF2-40B4-BE49-F238E27FC236}">
                      <a16:creationId xmlns:a16="http://schemas.microsoft.com/office/drawing/2014/main" id="{28D5E4AB-EDC4-E2AD-464F-8E81DADA1D6F}"/>
                    </a:ext>
                  </a:extLst>
                </p14:cNvPr>
                <p14:cNvContentPartPr/>
                <p14:nvPr/>
              </p14:nvContentPartPr>
              <p14:xfrm>
                <a:off x="4931188" y="6718212"/>
                <a:ext cx="175320" cy="35280"/>
              </p14:xfrm>
            </p:contentPart>
          </mc:Choice>
          <mc:Fallback>
            <p:pic>
              <p:nvPicPr>
                <p:cNvPr id="67" name="Ink 66">
                  <a:extLst>
                    <a:ext uri="{FF2B5EF4-FFF2-40B4-BE49-F238E27FC236}">
                      <a16:creationId xmlns:a16="http://schemas.microsoft.com/office/drawing/2014/main" id="{28D5E4AB-EDC4-E2AD-464F-8E81DADA1D6F}"/>
                    </a:ext>
                  </a:extLst>
                </p:cNvPr>
                <p:cNvPicPr/>
                <p:nvPr/>
              </p:nvPicPr>
              <p:blipFill>
                <a:blip r:embed="rId112"/>
                <a:stretch>
                  <a:fillRect/>
                </a:stretch>
              </p:blipFill>
              <p:spPr>
                <a:xfrm>
                  <a:off x="4926868" y="6713892"/>
                  <a:ext cx="183960" cy="43920"/>
                </a:xfrm>
                <a:prstGeom prst="rect">
                  <a:avLst/>
                </a:prstGeom>
              </p:spPr>
            </p:pic>
          </mc:Fallback>
        </mc:AlternateContent>
      </p:grpSp>
      <p:grpSp>
        <p:nvGrpSpPr>
          <p:cNvPr id="84" name="Group 83">
            <a:extLst>
              <a:ext uri="{FF2B5EF4-FFF2-40B4-BE49-F238E27FC236}">
                <a16:creationId xmlns:a16="http://schemas.microsoft.com/office/drawing/2014/main" id="{B83175DE-B365-4849-3BBF-23B6A5F1FD3E}"/>
              </a:ext>
            </a:extLst>
          </p:cNvPr>
          <p:cNvGrpSpPr/>
          <p:nvPr/>
        </p:nvGrpSpPr>
        <p:grpSpPr>
          <a:xfrm>
            <a:off x="2712148" y="6200532"/>
            <a:ext cx="1860480" cy="954000"/>
            <a:chOff x="2712148" y="6200532"/>
            <a:chExt cx="1860480" cy="954000"/>
          </a:xfrm>
        </p:grpSpPr>
        <mc:AlternateContent xmlns:mc="http://schemas.openxmlformats.org/markup-compatibility/2006">
          <mc:Choice xmlns:p14="http://schemas.microsoft.com/office/powerpoint/2010/main" Requires="p14">
            <p:contentPart p14:bwMode="auto" r:id="rId113">
              <p14:nvContentPartPr>
                <p14:cNvPr id="68" name="Ink 67">
                  <a:extLst>
                    <a:ext uri="{FF2B5EF4-FFF2-40B4-BE49-F238E27FC236}">
                      <a16:creationId xmlns:a16="http://schemas.microsoft.com/office/drawing/2014/main" id="{64ECA549-6D1C-BE00-3EEC-58F2372C8F46}"/>
                    </a:ext>
                  </a:extLst>
                </p14:cNvPr>
                <p14:cNvContentPartPr/>
                <p14:nvPr/>
              </p14:nvContentPartPr>
              <p14:xfrm>
                <a:off x="2997988" y="6305292"/>
                <a:ext cx="125280" cy="407520"/>
              </p14:xfrm>
            </p:contentPart>
          </mc:Choice>
          <mc:Fallback>
            <p:pic>
              <p:nvPicPr>
                <p:cNvPr id="68" name="Ink 67">
                  <a:extLst>
                    <a:ext uri="{FF2B5EF4-FFF2-40B4-BE49-F238E27FC236}">
                      <a16:creationId xmlns:a16="http://schemas.microsoft.com/office/drawing/2014/main" id="{64ECA549-6D1C-BE00-3EEC-58F2372C8F46}"/>
                    </a:ext>
                  </a:extLst>
                </p:cNvPr>
                <p:cNvPicPr/>
                <p:nvPr/>
              </p:nvPicPr>
              <p:blipFill>
                <a:blip r:embed="rId114"/>
                <a:stretch>
                  <a:fillRect/>
                </a:stretch>
              </p:blipFill>
              <p:spPr>
                <a:xfrm>
                  <a:off x="2993668" y="6300972"/>
                  <a:ext cx="133920" cy="416160"/>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69" name="Ink 68">
                  <a:extLst>
                    <a:ext uri="{FF2B5EF4-FFF2-40B4-BE49-F238E27FC236}">
                      <a16:creationId xmlns:a16="http://schemas.microsoft.com/office/drawing/2014/main" id="{D15B4145-E004-038E-60A1-F93729D1EC11}"/>
                    </a:ext>
                  </a:extLst>
                </p14:cNvPr>
                <p14:cNvContentPartPr/>
                <p14:nvPr/>
              </p14:nvContentPartPr>
              <p14:xfrm>
                <a:off x="3223708" y="6219612"/>
                <a:ext cx="254160" cy="505080"/>
              </p14:xfrm>
            </p:contentPart>
          </mc:Choice>
          <mc:Fallback>
            <p:pic>
              <p:nvPicPr>
                <p:cNvPr id="69" name="Ink 68">
                  <a:extLst>
                    <a:ext uri="{FF2B5EF4-FFF2-40B4-BE49-F238E27FC236}">
                      <a16:creationId xmlns:a16="http://schemas.microsoft.com/office/drawing/2014/main" id="{D15B4145-E004-038E-60A1-F93729D1EC11}"/>
                    </a:ext>
                  </a:extLst>
                </p:cNvPr>
                <p:cNvPicPr/>
                <p:nvPr/>
              </p:nvPicPr>
              <p:blipFill>
                <a:blip r:embed="rId116"/>
                <a:stretch>
                  <a:fillRect/>
                </a:stretch>
              </p:blipFill>
              <p:spPr>
                <a:xfrm>
                  <a:off x="3219388" y="6215292"/>
                  <a:ext cx="262800" cy="513720"/>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70" name="Ink 69">
                  <a:extLst>
                    <a:ext uri="{FF2B5EF4-FFF2-40B4-BE49-F238E27FC236}">
                      <a16:creationId xmlns:a16="http://schemas.microsoft.com/office/drawing/2014/main" id="{53A7507B-CEE3-B8B7-553F-57391AAA144B}"/>
                    </a:ext>
                  </a:extLst>
                </p14:cNvPr>
                <p14:cNvContentPartPr/>
                <p14:nvPr/>
              </p14:nvContentPartPr>
              <p14:xfrm>
                <a:off x="3445828" y="6355332"/>
                <a:ext cx="127080" cy="283680"/>
              </p14:xfrm>
            </p:contentPart>
          </mc:Choice>
          <mc:Fallback>
            <p:pic>
              <p:nvPicPr>
                <p:cNvPr id="70" name="Ink 69">
                  <a:extLst>
                    <a:ext uri="{FF2B5EF4-FFF2-40B4-BE49-F238E27FC236}">
                      <a16:creationId xmlns:a16="http://schemas.microsoft.com/office/drawing/2014/main" id="{53A7507B-CEE3-B8B7-553F-57391AAA144B}"/>
                    </a:ext>
                  </a:extLst>
                </p:cNvPr>
                <p:cNvPicPr/>
                <p:nvPr/>
              </p:nvPicPr>
              <p:blipFill>
                <a:blip r:embed="rId118"/>
                <a:stretch>
                  <a:fillRect/>
                </a:stretch>
              </p:blipFill>
              <p:spPr>
                <a:xfrm>
                  <a:off x="3441508" y="6351012"/>
                  <a:ext cx="135720" cy="292320"/>
                </a:xfrm>
                <a:prstGeom prst="rect">
                  <a:avLst/>
                </a:prstGeom>
              </p:spPr>
            </p:pic>
          </mc:Fallback>
        </mc:AlternateContent>
        <mc:AlternateContent xmlns:mc="http://schemas.openxmlformats.org/markup-compatibility/2006">
          <mc:Choice xmlns:p14="http://schemas.microsoft.com/office/powerpoint/2010/main" Requires="p14">
            <p:contentPart p14:bwMode="auto" r:id="rId119">
              <p14:nvContentPartPr>
                <p14:cNvPr id="71" name="Ink 70">
                  <a:extLst>
                    <a:ext uri="{FF2B5EF4-FFF2-40B4-BE49-F238E27FC236}">
                      <a16:creationId xmlns:a16="http://schemas.microsoft.com/office/drawing/2014/main" id="{A9E7AA25-F434-25AF-7B0D-8972C458BB14}"/>
                    </a:ext>
                  </a:extLst>
                </p14:cNvPr>
                <p14:cNvContentPartPr/>
                <p14:nvPr/>
              </p14:nvContentPartPr>
              <p14:xfrm>
                <a:off x="3424948" y="6498612"/>
                <a:ext cx="149040" cy="12960"/>
              </p14:xfrm>
            </p:contentPart>
          </mc:Choice>
          <mc:Fallback>
            <p:pic>
              <p:nvPicPr>
                <p:cNvPr id="71" name="Ink 70">
                  <a:extLst>
                    <a:ext uri="{FF2B5EF4-FFF2-40B4-BE49-F238E27FC236}">
                      <a16:creationId xmlns:a16="http://schemas.microsoft.com/office/drawing/2014/main" id="{A9E7AA25-F434-25AF-7B0D-8972C458BB14}"/>
                    </a:ext>
                  </a:extLst>
                </p:cNvPr>
                <p:cNvPicPr/>
                <p:nvPr/>
              </p:nvPicPr>
              <p:blipFill>
                <a:blip r:embed="rId120"/>
                <a:stretch>
                  <a:fillRect/>
                </a:stretch>
              </p:blipFill>
              <p:spPr>
                <a:xfrm>
                  <a:off x="3420628" y="6494292"/>
                  <a:ext cx="15768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121">
              <p14:nvContentPartPr>
                <p14:cNvPr id="72" name="Ink 71">
                  <a:extLst>
                    <a:ext uri="{FF2B5EF4-FFF2-40B4-BE49-F238E27FC236}">
                      <a16:creationId xmlns:a16="http://schemas.microsoft.com/office/drawing/2014/main" id="{672622FB-D7E6-FA05-AA4E-95AD5959E65A}"/>
                    </a:ext>
                  </a:extLst>
                </p14:cNvPr>
                <p14:cNvContentPartPr/>
                <p14:nvPr/>
              </p14:nvContentPartPr>
              <p14:xfrm>
                <a:off x="3761908" y="6403932"/>
                <a:ext cx="131760" cy="254520"/>
              </p14:xfrm>
            </p:contentPart>
          </mc:Choice>
          <mc:Fallback>
            <p:pic>
              <p:nvPicPr>
                <p:cNvPr id="72" name="Ink 71">
                  <a:extLst>
                    <a:ext uri="{FF2B5EF4-FFF2-40B4-BE49-F238E27FC236}">
                      <a16:creationId xmlns:a16="http://schemas.microsoft.com/office/drawing/2014/main" id="{672622FB-D7E6-FA05-AA4E-95AD5959E65A}"/>
                    </a:ext>
                  </a:extLst>
                </p:cNvPr>
                <p:cNvPicPr/>
                <p:nvPr/>
              </p:nvPicPr>
              <p:blipFill>
                <a:blip r:embed="rId122"/>
                <a:stretch>
                  <a:fillRect/>
                </a:stretch>
              </p:blipFill>
              <p:spPr>
                <a:xfrm>
                  <a:off x="3757588" y="6399612"/>
                  <a:ext cx="140400" cy="263160"/>
                </a:xfrm>
                <a:prstGeom prst="rect">
                  <a:avLst/>
                </a:prstGeom>
              </p:spPr>
            </p:pic>
          </mc:Fallback>
        </mc:AlternateContent>
        <mc:AlternateContent xmlns:mc="http://schemas.openxmlformats.org/markup-compatibility/2006">
          <mc:Choice xmlns:p14="http://schemas.microsoft.com/office/powerpoint/2010/main" Requires="p14">
            <p:contentPart p14:bwMode="auto" r:id="rId123">
              <p14:nvContentPartPr>
                <p14:cNvPr id="73" name="Ink 72">
                  <a:extLst>
                    <a:ext uri="{FF2B5EF4-FFF2-40B4-BE49-F238E27FC236}">
                      <a16:creationId xmlns:a16="http://schemas.microsoft.com/office/drawing/2014/main" id="{5CAB11FD-6AEB-E1C9-0886-002B39B74721}"/>
                    </a:ext>
                  </a:extLst>
                </p14:cNvPr>
                <p14:cNvContentPartPr/>
                <p14:nvPr/>
              </p14:nvContentPartPr>
              <p14:xfrm>
                <a:off x="4110748" y="6414012"/>
                <a:ext cx="36000" cy="248040"/>
              </p14:xfrm>
            </p:contentPart>
          </mc:Choice>
          <mc:Fallback>
            <p:pic>
              <p:nvPicPr>
                <p:cNvPr id="73" name="Ink 72">
                  <a:extLst>
                    <a:ext uri="{FF2B5EF4-FFF2-40B4-BE49-F238E27FC236}">
                      <a16:creationId xmlns:a16="http://schemas.microsoft.com/office/drawing/2014/main" id="{5CAB11FD-6AEB-E1C9-0886-002B39B74721}"/>
                    </a:ext>
                  </a:extLst>
                </p:cNvPr>
                <p:cNvPicPr/>
                <p:nvPr/>
              </p:nvPicPr>
              <p:blipFill>
                <a:blip r:embed="rId124"/>
                <a:stretch>
                  <a:fillRect/>
                </a:stretch>
              </p:blipFill>
              <p:spPr>
                <a:xfrm>
                  <a:off x="4106428" y="6409692"/>
                  <a:ext cx="44640" cy="256680"/>
                </a:xfrm>
                <a:prstGeom prst="rect">
                  <a:avLst/>
                </a:prstGeom>
              </p:spPr>
            </p:pic>
          </mc:Fallback>
        </mc:AlternateContent>
        <mc:AlternateContent xmlns:mc="http://schemas.openxmlformats.org/markup-compatibility/2006">
          <mc:Choice xmlns:p14="http://schemas.microsoft.com/office/powerpoint/2010/main" Requires="p14">
            <p:contentPart p14:bwMode="auto" r:id="rId125">
              <p14:nvContentPartPr>
                <p14:cNvPr id="74" name="Ink 73">
                  <a:extLst>
                    <a:ext uri="{FF2B5EF4-FFF2-40B4-BE49-F238E27FC236}">
                      <a16:creationId xmlns:a16="http://schemas.microsoft.com/office/drawing/2014/main" id="{42DB311F-FF21-BC95-11BF-3C89061533F0}"/>
                    </a:ext>
                  </a:extLst>
                </p14:cNvPr>
                <p14:cNvContentPartPr/>
                <p14:nvPr/>
              </p14:nvContentPartPr>
              <p14:xfrm>
                <a:off x="4120108" y="6383052"/>
                <a:ext cx="150120" cy="221760"/>
              </p14:xfrm>
            </p:contentPart>
          </mc:Choice>
          <mc:Fallback>
            <p:pic>
              <p:nvPicPr>
                <p:cNvPr id="74" name="Ink 73">
                  <a:extLst>
                    <a:ext uri="{FF2B5EF4-FFF2-40B4-BE49-F238E27FC236}">
                      <a16:creationId xmlns:a16="http://schemas.microsoft.com/office/drawing/2014/main" id="{42DB311F-FF21-BC95-11BF-3C89061533F0}"/>
                    </a:ext>
                  </a:extLst>
                </p:cNvPr>
                <p:cNvPicPr/>
                <p:nvPr/>
              </p:nvPicPr>
              <p:blipFill>
                <a:blip r:embed="rId126"/>
                <a:stretch>
                  <a:fillRect/>
                </a:stretch>
              </p:blipFill>
              <p:spPr>
                <a:xfrm>
                  <a:off x="4115788" y="6378732"/>
                  <a:ext cx="158760" cy="230400"/>
                </a:xfrm>
                <a:prstGeom prst="rect">
                  <a:avLst/>
                </a:prstGeom>
              </p:spPr>
            </p:pic>
          </mc:Fallback>
        </mc:AlternateContent>
        <mc:AlternateContent xmlns:mc="http://schemas.openxmlformats.org/markup-compatibility/2006">
          <mc:Choice xmlns:p14="http://schemas.microsoft.com/office/powerpoint/2010/main" Requires="p14">
            <p:contentPart p14:bwMode="auto" r:id="rId127">
              <p14:nvContentPartPr>
                <p14:cNvPr id="75" name="Ink 74">
                  <a:extLst>
                    <a:ext uri="{FF2B5EF4-FFF2-40B4-BE49-F238E27FC236}">
                      <a16:creationId xmlns:a16="http://schemas.microsoft.com/office/drawing/2014/main" id="{28CE0ACA-ED9B-DDAE-8F32-0734FDB4702B}"/>
                    </a:ext>
                  </a:extLst>
                </p14:cNvPr>
                <p14:cNvContentPartPr/>
                <p14:nvPr/>
              </p14:nvContentPartPr>
              <p14:xfrm>
                <a:off x="4215508" y="6200532"/>
                <a:ext cx="113760" cy="543240"/>
              </p14:xfrm>
            </p:contentPart>
          </mc:Choice>
          <mc:Fallback>
            <p:pic>
              <p:nvPicPr>
                <p:cNvPr id="75" name="Ink 74">
                  <a:extLst>
                    <a:ext uri="{FF2B5EF4-FFF2-40B4-BE49-F238E27FC236}">
                      <a16:creationId xmlns:a16="http://schemas.microsoft.com/office/drawing/2014/main" id="{28CE0ACA-ED9B-DDAE-8F32-0734FDB4702B}"/>
                    </a:ext>
                  </a:extLst>
                </p:cNvPr>
                <p:cNvPicPr/>
                <p:nvPr/>
              </p:nvPicPr>
              <p:blipFill>
                <a:blip r:embed="rId128"/>
                <a:stretch>
                  <a:fillRect/>
                </a:stretch>
              </p:blipFill>
              <p:spPr>
                <a:xfrm>
                  <a:off x="4211188" y="6196212"/>
                  <a:ext cx="122400" cy="551880"/>
                </a:xfrm>
                <a:prstGeom prst="rect">
                  <a:avLst/>
                </a:prstGeom>
              </p:spPr>
            </p:pic>
          </mc:Fallback>
        </mc:AlternateContent>
        <mc:AlternateContent xmlns:mc="http://schemas.openxmlformats.org/markup-compatibility/2006">
          <mc:Choice xmlns:p14="http://schemas.microsoft.com/office/powerpoint/2010/main" Requires="p14">
            <p:contentPart p14:bwMode="auto" r:id="rId129">
              <p14:nvContentPartPr>
                <p14:cNvPr id="76" name="Ink 75">
                  <a:extLst>
                    <a:ext uri="{FF2B5EF4-FFF2-40B4-BE49-F238E27FC236}">
                      <a16:creationId xmlns:a16="http://schemas.microsoft.com/office/drawing/2014/main" id="{4910CBC8-6681-4E30-4596-3BD0B563A620}"/>
                    </a:ext>
                  </a:extLst>
                </p14:cNvPr>
                <p14:cNvContentPartPr/>
                <p14:nvPr/>
              </p14:nvContentPartPr>
              <p14:xfrm>
                <a:off x="2712148" y="6758892"/>
                <a:ext cx="1860480" cy="89640"/>
              </p14:xfrm>
            </p:contentPart>
          </mc:Choice>
          <mc:Fallback>
            <p:pic>
              <p:nvPicPr>
                <p:cNvPr id="76" name="Ink 75">
                  <a:extLst>
                    <a:ext uri="{FF2B5EF4-FFF2-40B4-BE49-F238E27FC236}">
                      <a16:creationId xmlns:a16="http://schemas.microsoft.com/office/drawing/2014/main" id="{4910CBC8-6681-4E30-4596-3BD0B563A620}"/>
                    </a:ext>
                  </a:extLst>
                </p:cNvPr>
                <p:cNvPicPr/>
                <p:nvPr/>
              </p:nvPicPr>
              <p:blipFill>
                <a:blip r:embed="rId130"/>
                <a:stretch>
                  <a:fillRect/>
                </a:stretch>
              </p:blipFill>
              <p:spPr>
                <a:xfrm>
                  <a:off x="2707828" y="6754572"/>
                  <a:ext cx="1869120" cy="98280"/>
                </a:xfrm>
                <a:prstGeom prst="rect">
                  <a:avLst/>
                </a:prstGeom>
              </p:spPr>
            </p:pic>
          </mc:Fallback>
        </mc:AlternateContent>
        <mc:AlternateContent xmlns:mc="http://schemas.openxmlformats.org/markup-compatibility/2006">
          <mc:Choice xmlns:p14="http://schemas.microsoft.com/office/powerpoint/2010/main" Requires="p14">
            <p:contentPart p14:bwMode="auto" r:id="rId131">
              <p14:nvContentPartPr>
                <p14:cNvPr id="77" name="Ink 76">
                  <a:extLst>
                    <a:ext uri="{FF2B5EF4-FFF2-40B4-BE49-F238E27FC236}">
                      <a16:creationId xmlns:a16="http://schemas.microsoft.com/office/drawing/2014/main" id="{141EA9D5-9C2F-61AC-7DAC-8ED0E02058F6}"/>
                    </a:ext>
                  </a:extLst>
                </p14:cNvPr>
                <p14:cNvContentPartPr/>
                <p14:nvPr/>
              </p14:nvContentPartPr>
              <p14:xfrm>
                <a:off x="3445468" y="6875532"/>
                <a:ext cx="27720" cy="252000"/>
              </p14:xfrm>
            </p:contentPart>
          </mc:Choice>
          <mc:Fallback>
            <p:pic>
              <p:nvPicPr>
                <p:cNvPr id="77" name="Ink 76">
                  <a:extLst>
                    <a:ext uri="{FF2B5EF4-FFF2-40B4-BE49-F238E27FC236}">
                      <a16:creationId xmlns:a16="http://schemas.microsoft.com/office/drawing/2014/main" id="{141EA9D5-9C2F-61AC-7DAC-8ED0E02058F6}"/>
                    </a:ext>
                  </a:extLst>
                </p:cNvPr>
                <p:cNvPicPr/>
                <p:nvPr/>
              </p:nvPicPr>
              <p:blipFill>
                <a:blip r:embed="rId132"/>
                <a:stretch>
                  <a:fillRect/>
                </a:stretch>
              </p:blipFill>
              <p:spPr>
                <a:xfrm>
                  <a:off x="3441148" y="6871212"/>
                  <a:ext cx="36360" cy="260640"/>
                </a:xfrm>
                <a:prstGeom prst="rect">
                  <a:avLst/>
                </a:prstGeom>
              </p:spPr>
            </p:pic>
          </mc:Fallback>
        </mc:AlternateContent>
        <mc:AlternateContent xmlns:mc="http://schemas.openxmlformats.org/markup-compatibility/2006">
          <mc:Choice xmlns:p14="http://schemas.microsoft.com/office/powerpoint/2010/main" Requires="p14">
            <p:contentPart p14:bwMode="auto" r:id="rId133">
              <p14:nvContentPartPr>
                <p14:cNvPr id="78" name="Ink 77">
                  <a:extLst>
                    <a:ext uri="{FF2B5EF4-FFF2-40B4-BE49-F238E27FC236}">
                      <a16:creationId xmlns:a16="http://schemas.microsoft.com/office/drawing/2014/main" id="{F3F387D9-F362-1CAD-1D91-604277DF2B11}"/>
                    </a:ext>
                  </a:extLst>
                </p14:cNvPr>
                <p14:cNvContentPartPr/>
                <p14:nvPr/>
              </p14:nvContentPartPr>
              <p14:xfrm>
                <a:off x="3420268" y="6878052"/>
                <a:ext cx="102600" cy="123840"/>
              </p14:xfrm>
            </p:contentPart>
          </mc:Choice>
          <mc:Fallback>
            <p:pic>
              <p:nvPicPr>
                <p:cNvPr id="78" name="Ink 77">
                  <a:extLst>
                    <a:ext uri="{FF2B5EF4-FFF2-40B4-BE49-F238E27FC236}">
                      <a16:creationId xmlns:a16="http://schemas.microsoft.com/office/drawing/2014/main" id="{F3F387D9-F362-1CAD-1D91-604277DF2B11}"/>
                    </a:ext>
                  </a:extLst>
                </p:cNvPr>
                <p:cNvPicPr/>
                <p:nvPr/>
              </p:nvPicPr>
              <p:blipFill>
                <a:blip r:embed="rId134"/>
                <a:stretch>
                  <a:fillRect/>
                </a:stretch>
              </p:blipFill>
              <p:spPr>
                <a:xfrm>
                  <a:off x="3415948" y="6873732"/>
                  <a:ext cx="111240" cy="132480"/>
                </a:xfrm>
                <a:prstGeom prst="rect">
                  <a:avLst/>
                </a:prstGeom>
              </p:spPr>
            </p:pic>
          </mc:Fallback>
        </mc:AlternateContent>
        <mc:AlternateContent xmlns:mc="http://schemas.openxmlformats.org/markup-compatibility/2006">
          <mc:Choice xmlns:p14="http://schemas.microsoft.com/office/powerpoint/2010/main" Requires="p14">
            <p:contentPart p14:bwMode="auto" r:id="rId135">
              <p14:nvContentPartPr>
                <p14:cNvPr id="79" name="Ink 78">
                  <a:extLst>
                    <a:ext uri="{FF2B5EF4-FFF2-40B4-BE49-F238E27FC236}">
                      <a16:creationId xmlns:a16="http://schemas.microsoft.com/office/drawing/2014/main" id="{D8C691A8-AEA7-B043-748F-09EDCC13B898}"/>
                    </a:ext>
                  </a:extLst>
                </p14:cNvPr>
                <p14:cNvContentPartPr/>
                <p14:nvPr/>
              </p14:nvContentPartPr>
              <p14:xfrm>
                <a:off x="3621868" y="6847452"/>
                <a:ext cx="103680" cy="290880"/>
              </p14:xfrm>
            </p:contentPart>
          </mc:Choice>
          <mc:Fallback>
            <p:pic>
              <p:nvPicPr>
                <p:cNvPr id="79" name="Ink 78">
                  <a:extLst>
                    <a:ext uri="{FF2B5EF4-FFF2-40B4-BE49-F238E27FC236}">
                      <a16:creationId xmlns:a16="http://schemas.microsoft.com/office/drawing/2014/main" id="{D8C691A8-AEA7-B043-748F-09EDCC13B898}"/>
                    </a:ext>
                  </a:extLst>
                </p:cNvPr>
                <p:cNvPicPr/>
                <p:nvPr/>
              </p:nvPicPr>
              <p:blipFill>
                <a:blip r:embed="rId136"/>
                <a:stretch>
                  <a:fillRect/>
                </a:stretch>
              </p:blipFill>
              <p:spPr>
                <a:xfrm>
                  <a:off x="3617548" y="6843132"/>
                  <a:ext cx="112320" cy="299520"/>
                </a:xfrm>
                <a:prstGeom prst="rect">
                  <a:avLst/>
                </a:prstGeom>
              </p:spPr>
            </p:pic>
          </mc:Fallback>
        </mc:AlternateContent>
        <mc:AlternateContent xmlns:mc="http://schemas.openxmlformats.org/markup-compatibility/2006">
          <mc:Choice xmlns:p14="http://schemas.microsoft.com/office/powerpoint/2010/main" Requires="p14">
            <p:contentPart p14:bwMode="auto" r:id="rId137">
              <p14:nvContentPartPr>
                <p14:cNvPr id="80" name="Ink 79">
                  <a:extLst>
                    <a:ext uri="{FF2B5EF4-FFF2-40B4-BE49-F238E27FC236}">
                      <a16:creationId xmlns:a16="http://schemas.microsoft.com/office/drawing/2014/main" id="{84136595-39F7-F34B-FAEF-6909612CA3EA}"/>
                    </a:ext>
                  </a:extLst>
                </p14:cNvPr>
                <p14:cNvContentPartPr/>
                <p14:nvPr/>
              </p14:nvContentPartPr>
              <p14:xfrm>
                <a:off x="3806188" y="6919092"/>
                <a:ext cx="47160" cy="194400"/>
              </p14:xfrm>
            </p:contentPart>
          </mc:Choice>
          <mc:Fallback>
            <p:pic>
              <p:nvPicPr>
                <p:cNvPr id="80" name="Ink 79">
                  <a:extLst>
                    <a:ext uri="{FF2B5EF4-FFF2-40B4-BE49-F238E27FC236}">
                      <a16:creationId xmlns:a16="http://schemas.microsoft.com/office/drawing/2014/main" id="{84136595-39F7-F34B-FAEF-6909612CA3EA}"/>
                    </a:ext>
                  </a:extLst>
                </p:cNvPr>
                <p:cNvPicPr/>
                <p:nvPr/>
              </p:nvPicPr>
              <p:blipFill>
                <a:blip r:embed="rId138"/>
                <a:stretch>
                  <a:fillRect/>
                </a:stretch>
              </p:blipFill>
              <p:spPr>
                <a:xfrm>
                  <a:off x="3801868" y="6914772"/>
                  <a:ext cx="55800" cy="203040"/>
                </a:xfrm>
                <a:prstGeom prst="rect">
                  <a:avLst/>
                </a:prstGeom>
              </p:spPr>
            </p:pic>
          </mc:Fallback>
        </mc:AlternateContent>
        <mc:AlternateContent xmlns:mc="http://schemas.openxmlformats.org/markup-compatibility/2006">
          <mc:Choice xmlns:p14="http://schemas.microsoft.com/office/powerpoint/2010/main" Requires="p14">
            <p:contentPart p14:bwMode="auto" r:id="rId139">
              <p14:nvContentPartPr>
                <p14:cNvPr id="81" name="Ink 80">
                  <a:extLst>
                    <a:ext uri="{FF2B5EF4-FFF2-40B4-BE49-F238E27FC236}">
                      <a16:creationId xmlns:a16="http://schemas.microsoft.com/office/drawing/2014/main" id="{7E62DC1F-0A75-C942-D8B4-2C7251BC39BE}"/>
                    </a:ext>
                  </a:extLst>
                </p14:cNvPr>
                <p14:cNvContentPartPr/>
                <p14:nvPr/>
              </p14:nvContentPartPr>
              <p14:xfrm>
                <a:off x="3819148" y="6880932"/>
                <a:ext cx="110160" cy="173520"/>
              </p14:xfrm>
            </p:contentPart>
          </mc:Choice>
          <mc:Fallback>
            <p:pic>
              <p:nvPicPr>
                <p:cNvPr id="81" name="Ink 80">
                  <a:extLst>
                    <a:ext uri="{FF2B5EF4-FFF2-40B4-BE49-F238E27FC236}">
                      <a16:creationId xmlns:a16="http://schemas.microsoft.com/office/drawing/2014/main" id="{7E62DC1F-0A75-C942-D8B4-2C7251BC39BE}"/>
                    </a:ext>
                  </a:extLst>
                </p:cNvPr>
                <p:cNvPicPr/>
                <p:nvPr/>
              </p:nvPicPr>
              <p:blipFill>
                <a:blip r:embed="rId140"/>
                <a:stretch>
                  <a:fillRect/>
                </a:stretch>
              </p:blipFill>
              <p:spPr>
                <a:xfrm>
                  <a:off x="3814828" y="6876612"/>
                  <a:ext cx="118800" cy="182160"/>
                </a:xfrm>
                <a:prstGeom prst="rect">
                  <a:avLst/>
                </a:prstGeom>
              </p:spPr>
            </p:pic>
          </mc:Fallback>
        </mc:AlternateContent>
        <mc:AlternateContent xmlns:mc="http://schemas.openxmlformats.org/markup-compatibility/2006">
          <mc:Choice xmlns:p14="http://schemas.microsoft.com/office/powerpoint/2010/main" Requires="p14">
            <p:contentPart p14:bwMode="auto" r:id="rId141">
              <p14:nvContentPartPr>
                <p14:cNvPr id="82" name="Ink 81">
                  <a:extLst>
                    <a:ext uri="{FF2B5EF4-FFF2-40B4-BE49-F238E27FC236}">
                      <a16:creationId xmlns:a16="http://schemas.microsoft.com/office/drawing/2014/main" id="{A45D68F5-8830-D1D2-DDB4-EE0E212B0FE3}"/>
                    </a:ext>
                  </a:extLst>
                </p14:cNvPr>
                <p14:cNvContentPartPr/>
                <p14:nvPr/>
              </p14:nvContentPartPr>
              <p14:xfrm>
                <a:off x="3955228" y="6785172"/>
                <a:ext cx="97920" cy="328680"/>
              </p14:xfrm>
            </p:contentPart>
          </mc:Choice>
          <mc:Fallback>
            <p:pic>
              <p:nvPicPr>
                <p:cNvPr id="82" name="Ink 81">
                  <a:extLst>
                    <a:ext uri="{FF2B5EF4-FFF2-40B4-BE49-F238E27FC236}">
                      <a16:creationId xmlns:a16="http://schemas.microsoft.com/office/drawing/2014/main" id="{A45D68F5-8830-D1D2-DDB4-EE0E212B0FE3}"/>
                    </a:ext>
                  </a:extLst>
                </p:cNvPr>
                <p:cNvPicPr/>
                <p:nvPr/>
              </p:nvPicPr>
              <p:blipFill>
                <a:blip r:embed="rId142"/>
                <a:stretch>
                  <a:fillRect/>
                </a:stretch>
              </p:blipFill>
              <p:spPr>
                <a:xfrm>
                  <a:off x="3950908" y="6780852"/>
                  <a:ext cx="106560" cy="337320"/>
                </a:xfrm>
                <a:prstGeom prst="rect">
                  <a:avLst/>
                </a:prstGeom>
              </p:spPr>
            </p:pic>
          </mc:Fallback>
        </mc:AlternateContent>
        <mc:AlternateContent xmlns:mc="http://schemas.openxmlformats.org/markup-compatibility/2006">
          <mc:Choice xmlns:p14="http://schemas.microsoft.com/office/powerpoint/2010/main" Requires="p14">
            <p:contentPart p14:bwMode="auto" r:id="rId143">
              <p14:nvContentPartPr>
                <p14:cNvPr id="83" name="Ink 82">
                  <a:extLst>
                    <a:ext uri="{FF2B5EF4-FFF2-40B4-BE49-F238E27FC236}">
                      <a16:creationId xmlns:a16="http://schemas.microsoft.com/office/drawing/2014/main" id="{757DE192-8D6A-D02A-E097-BD9BB2371606}"/>
                    </a:ext>
                  </a:extLst>
                </p14:cNvPr>
                <p14:cNvContentPartPr/>
                <p14:nvPr/>
              </p14:nvContentPartPr>
              <p14:xfrm>
                <a:off x="3445828" y="6917292"/>
                <a:ext cx="32040" cy="237240"/>
              </p14:xfrm>
            </p:contentPart>
          </mc:Choice>
          <mc:Fallback>
            <p:pic>
              <p:nvPicPr>
                <p:cNvPr id="83" name="Ink 82">
                  <a:extLst>
                    <a:ext uri="{FF2B5EF4-FFF2-40B4-BE49-F238E27FC236}">
                      <a16:creationId xmlns:a16="http://schemas.microsoft.com/office/drawing/2014/main" id="{757DE192-8D6A-D02A-E097-BD9BB2371606}"/>
                    </a:ext>
                  </a:extLst>
                </p:cNvPr>
                <p:cNvPicPr/>
                <p:nvPr/>
              </p:nvPicPr>
              <p:blipFill>
                <a:blip r:embed="rId144"/>
                <a:stretch>
                  <a:fillRect/>
                </a:stretch>
              </p:blipFill>
              <p:spPr>
                <a:xfrm>
                  <a:off x="3441508" y="6912972"/>
                  <a:ext cx="40680" cy="245880"/>
                </a:xfrm>
                <a:prstGeom prst="rect">
                  <a:avLst/>
                </a:prstGeom>
              </p:spPr>
            </p:pic>
          </mc:Fallback>
        </mc:AlternateContent>
      </p:grpSp>
    </p:spTree>
    <p:extLst>
      <p:ext uri="{BB962C8B-B14F-4D97-AF65-F5344CB8AC3E}">
        <p14:creationId xmlns:p14="http://schemas.microsoft.com/office/powerpoint/2010/main" val="21098167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7418" y="160569"/>
            <a:ext cx="7352581" cy="764364"/>
          </a:xfrm>
        </p:spPr>
        <p:txBody>
          <a:bodyPr>
            <a:normAutofit/>
          </a:bodyPr>
          <a:lstStyle/>
          <a:p>
            <a:pPr algn="l"/>
            <a:r>
              <a:rPr lang="en-US" sz="3200" dirty="0"/>
              <a:t>Example - 2</a:t>
            </a:r>
            <a:endParaRPr lang="en-IN" sz="3200" dirty="0"/>
          </a:p>
        </p:txBody>
      </p:sp>
      <p:sp>
        <p:nvSpPr>
          <p:cNvPr id="7" name="Content Placeholder 4">
            <a:extLst>
              <a:ext uri="{FF2B5EF4-FFF2-40B4-BE49-F238E27FC236}">
                <a16:creationId xmlns:a16="http://schemas.microsoft.com/office/drawing/2014/main" id="{11B0E317-E50C-453B-9BA3-EC79191459C3}"/>
              </a:ext>
            </a:extLst>
          </p:cNvPr>
          <p:cNvSpPr>
            <a:spLocks noGrp="1" noRot="1" noChangeAspect="1" noMove="1" noResize="1" noEditPoints="1" noAdjustHandles="1" noChangeArrowheads="1" noChangeShapeType="1" noTextEdit="1"/>
          </p:cNvSpPr>
          <p:nvPr>
            <p:ph type="body" sz="quarter" idx="13"/>
          </p:nvPr>
        </p:nvSpPr>
        <p:spPr>
          <a:xfrm>
            <a:off x="198438" y="1138238"/>
            <a:ext cx="8680450" cy="4745037"/>
          </a:xfrm>
          <a:blipFill>
            <a:blip r:embed="rId2"/>
            <a:stretch>
              <a:fillRect l="-1074" t="-1077" r="-286"/>
            </a:stretch>
          </a:blipFill>
        </p:spPr>
        <p:txBody>
          <a:bodyPr/>
          <a:lstStyle/>
          <a:p>
            <a:pPr>
              <a:defRPr/>
            </a:pPr>
            <a:r>
              <a:rPr lang="en-IN" dirty="0">
                <a:noFill/>
              </a:rPr>
              <a:t> </a:t>
            </a:r>
          </a:p>
        </p:txBody>
      </p:sp>
    </p:spTree>
    <p:extLst>
      <p:ext uri="{BB962C8B-B14F-4D97-AF65-F5344CB8AC3E}">
        <p14:creationId xmlns:p14="http://schemas.microsoft.com/office/powerpoint/2010/main" val="863981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normAutofit/>
          </a:bodyPr>
          <a:lstStyle/>
          <a:p>
            <a:pPr algn="l"/>
            <a:r>
              <a:rPr lang="en-US" sz="3200" dirty="0"/>
              <a:t>Solution</a:t>
            </a:r>
            <a:endParaRPr lang="en-IN" sz="3200" dirty="0"/>
          </a:p>
        </p:txBody>
      </p:sp>
      <p:sp>
        <p:nvSpPr>
          <p:cNvPr id="8" name="Content Placeholder 1">
            <a:extLst>
              <a:ext uri="{FF2B5EF4-FFF2-40B4-BE49-F238E27FC236}">
                <a16:creationId xmlns:a16="http://schemas.microsoft.com/office/drawing/2014/main" id="{A439D5E4-441B-47EE-B0AD-09C32135C01C}"/>
              </a:ext>
            </a:extLst>
          </p:cNvPr>
          <p:cNvSpPr>
            <a:spLocks noGrp="1" noRot="1" noChangeAspect="1" noMove="1" noResize="1" noEditPoints="1" noAdjustHandles="1" noChangeArrowheads="1" noChangeShapeType="1" noTextEdit="1"/>
          </p:cNvSpPr>
          <p:nvPr>
            <p:ph type="body" sz="quarter" idx="13"/>
          </p:nvPr>
        </p:nvSpPr>
        <p:spPr>
          <a:xfrm>
            <a:off x="173038" y="1046163"/>
            <a:ext cx="8839200" cy="5421312"/>
          </a:xfrm>
          <a:blipFill>
            <a:blip r:embed="rId2"/>
            <a:stretch>
              <a:fillRect l="-1056" t="-1077"/>
            </a:stretch>
          </a:blipFill>
        </p:spPr>
        <p:txBody>
          <a:bodyPr/>
          <a:lstStyle/>
          <a:p>
            <a:pPr>
              <a:defRPr/>
            </a:pPr>
            <a:r>
              <a:rPr lang="en-IN">
                <a:noFill/>
              </a:rPr>
              <a:t> </a:t>
            </a: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956F4B54-4F75-5A85-95D9-61EC1A019B1B}"/>
                  </a:ext>
                </a:extLst>
              </p14:cNvPr>
              <p14:cNvContentPartPr/>
              <p14:nvPr/>
            </p14:nvContentPartPr>
            <p14:xfrm>
              <a:off x="3795028" y="3048419"/>
              <a:ext cx="2741400" cy="65160"/>
            </p14:xfrm>
          </p:contentPart>
        </mc:Choice>
        <mc:Fallback>
          <p:pic>
            <p:nvPicPr>
              <p:cNvPr id="3" name="Ink 2">
                <a:extLst>
                  <a:ext uri="{FF2B5EF4-FFF2-40B4-BE49-F238E27FC236}">
                    <a16:creationId xmlns:a16="http://schemas.microsoft.com/office/drawing/2014/main" id="{956F4B54-4F75-5A85-95D9-61EC1A019B1B}"/>
                  </a:ext>
                </a:extLst>
              </p:cNvPr>
              <p:cNvPicPr/>
              <p:nvPr/>
            </p:nvPicPr>
            <p:blipFill>
              <a:blip r:embed="rId4"/>
              <a:stretch>
                <a:fillRect/>
              </a:stretch>
            </p:blipFill>
            <p:spPr>
              <a:xfrm>
                <a:off x="3790708" y="3044099"/>
                <a:ext cx="2750040" cy="73800"/>
              </a:xfrm>
              <a:prstGeom prst="rect">
                <a:avLst/>
              </a:prstGeom>
            </p:spPr>
          </p:pic>
        </mc:Fallback>
      </mc:AlternateContent>
      <p:grpSp>
        <p:nvGrpSpPr>
          <p:cNvPr id="24" name="Group 23">
            <a:extLst>
              <a:ext uri="{FF2B5EF4-FFF2-40B4-BE49-F238E27FC236}">
                <a16:creationId xmlns:a16="http://schemas.microsoft.com/office/drawing/2014/main" id="{E6D97847-0FF5-B9BF-1128-60CE88F66284}"/>
              </a:ext>
            </a:extLst>
          </p:cNvPr>
          <p:cNvGrpSpPr/>
          <p:nvPr/>
        </p:nvGrpSpPr>
        <p:grpSpPr>
          <a:xfrm>
            <a:off x="5832628" y="3185939"/>
            <a:ext cx="1605960" cy="1786680"/>
            <a:chOff x="5832628" y="3185939"/>
            <a:chExt cx="1605960" cy="1786680"/>
          </a:xfrm>
        </p:grpSpPr>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6785E59D-DBCE-726B-C8F6-7B832B7304D0}"/>
                    </a:ext>
                  </a:extLst>
                </p14:cNvPr>
                <p14:cNvContentPartPr/>
                <p14:nvPr/>
              </p14:nvContentPartPr>
              <p14:xfrm>
                <a:off x="5832628" y="3313019"/>
                <a:ext cx="1605960" cy="1659600"/>
              </p14:xfrm>
            </p:contentPart>
          </mc:Choice>
          <mc:Fallback>
            <p:pic>
              <p:nvPicPr>
                <p:cNvPr id="4" name="Ink 3">
                  <a:extLst>
                    <a:ext uri="{FF2B5EF4-FFF2-40B4-BE49-F238E27FC236}">
                      <a16:creationId xmlns:a16="http://schemas.microsoft.com/office/drawing/2014/main" id="{6785E59D-DBCE-726B-C8F6-7B832B7304D0}"/>
                    </a:ext>
                  </a:extLst>
                </p:cNvPr>
                <p:cNvPicPr/>
                <p:nvPr/>
              </p:nvPicPr>
              <p:blipFill>
                <a:blip r:embed="rId6"/>
                <a:stretch>
                  <a:fillRect/>
                </a:stretch>
              </p:blipFill>
              <p:spPr>
                <a:xfrm>
                  <a:off x="5828308" y="3308699"/>
                  <a:ext cx="1614600" cy="16682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E01E1C61-FA2E-8D9F-AB19-D73D4E25E15C}"/>
                    </a:ext>
                  </a:extLst>
                </p14:cNvPr>
                <p14:cNvContentPartPr/>
                <p14:nvPr/>
              </p14:nvContentPartPr>
              <p14:xfrm>
                <a:off x="7140148" y="3185939"/>
                <a:ext cx="193680" cy="251280"/>
              </p14:xfrm>
            </p:contentPart>
          </mc:Choice>
          <mc:Fallback>
            <p:pic>
              <p:nvPicPr>
                <p:cNvPr id="5" name="Ink 4">
                  <a:extLst>
                    <a:ext uri="{FF2B5EF4-FFF2-40B4-BE49-F238E27FC236}">
                      <a16:creationId xmlns:a16="http://schemas.microsoft.com/office/drawing/2014/main" id="{E01E1C61-FA2E-8D9F-AB19-D73D4E25E15C}"/>
                    </a:ext>
                  </a:extLst>
                </p:cNvPr>
                <p:cNvPicPr/>
                <p:nvPr/>
              </p:nvPicPr>
              <p:blipFill>
                <a:blip r:embed="rId8"/>
                <a:stretch>
                  <a:fillRect/>
                </a:stretch>
              </p:blipFill>
              <p:spPr>
                <a:xfrm>
                  <a:off x="7135828" y="3181619"/>
                  <a:ext cx="202320" cy="2599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6" name="Ink 5">
                  <a:extLst>
                    <a:ext uri="{FF2B5EF4-FFF2-40B4-BE49-F238E27FC236}">
                      <a16:creationId xmlns:a16="http://schemas.microsoft.com/office/drawing/2014/main" id="{6E66ED97-9FB0-2245-11B2-F449BBEC0376}"/>
                    </a:ext>
                  </a:extLst>
                </p14:cNvPr>
                <p14:cNvContentPartPr/>
                <p14:nvPr/>
              </p14:nvContentPartPr>
              <p14:xfrm>
                <a:off x="7212148" y="3286379"/>
                <a:ext cx="128520" cy="24480"/>
              </p14:xfrm>
            </p:contentPart>
          </mc:Choice>
          <mc:Fallback>
            <p:pic>
              <p:nvPicPr>
                <p:cNvPr id="6" name="Ink 5">
                  <a:extLst>
                    <a:ext uri="{FF2B5EF4-FFF2-40B4-BE49-F238E27FC236}">
                      <a16:creationId xmlns:a16="http://schemas.microsoft.com/office/drawing/2014/main" id="{6E66ED97-9FB0-2245-11B2-F449BBEC0376}"/>
                    </a:ext>
                  </a:extLst>
                </p:cNvPr>
                <p:cNvPicPr/>
                <p:nvPr/>
              </p:nvPicPr>
              <p:blipFill>
                <a:blip r:embed="rId10"/>
                <a:stretch>
                  <a:fillRect/>
                </a:stretch>
              </p:blipFill>
              <p:spPr>
                <a:xfrm>
                  <a:off x="7207828" y="3282059"/>
                  <a:ext cx="137160" cy="331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7" name="Ink 6">
                  <a:extLst>
                    <a:ext uri="{FF2B5EF4-FFF2-40B4-BE49-F238E27FC236}">
                      <a16:creationId xmlns:a16="http://schemas.microsoft.com/office/drawing/2014/main" id="{764E0CCA-510D-2101-52A3-AE1C032F42E3}"/>
                    </a:ext>
                  </a:extLst>
                </p14:cNvPr>
                <p14:cNvContentPartPr/>
                <p14:nvPr/>
              </p14:nvContentPartPr>
              <p14:xfrm>
                <a:off x="6248068" y="3981179"/>
                <a:ext cx="789480" cy="722520"/>
              </p14:xfrm>
            </p:contentPart>
          </mc:Choice>
          <mc:Fallback>
            <p:pic>
              <p:nvPicPr>
                <p:cNvPr id="7" name="Ink 6">
                  <a:extLst>
                    <a:ext uri="{FF2B5EF4-FFF2-40B4-BE49-F238E27FC236}">
                      <a16:creationId xmlns:a16="http://schemas.microsoft.com/office/drawing/2014/main" id="{764E0CCA-510D-2101-52A3-AE1C032F42E3}"/>
                    </a:ext>
                  </a:extLst>
                </p:cNvPr>
                <p:cNvPicPr/>
                <p:nvPr/>
              </p:nvPicPr>
              <p:blipFill>
                <a:blip r:embed="rId12"/>
                <a:stretch>
                  <a:fillRect/>
                </a:stretch>
              </p:blipFill>
              <p:spPr>
                <a:xfrm>
                  <a:off x="6243748" y="3976859"/>
                  <a:ext cx="798120" cy="73116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9" name="Ink 8">
                  <a:extLst>
                    <a:ext uri="{FF2B5EF4-FFF2-40B4-BE49-F238E27FC236}">
                      <a16:creationId xmlns:a16="http://schemas.microsoft.com/office/drawing/2014/main" id="{58523D3E-334A-3856-2E99-46C7749AD52B}"/>
                    </a:ext>
                  </a:extLst>
                </p14:cNvPr>
                <p14:cNvContentPartPr/>
                <p14:nvPr/>
              </p14:nvContentPartPr>
              <p14:xfrm>
                <a:off x="6258508" y="3717659"/>
                <a:ext cx="211680" cy="350640"/>
              </p14:xfrm>
            </p:contentPart>
          </mc:Choice>
          <mc:Fallback>
            <p:pic>
              <p:nvPicPr>
                <p:cNvPr id="9" name="Ink 8">
                  <a:extLst>
                    <a:ext uri="{FF2B5EF4-FFF2-40B4-BE49-F238E27FC236}">
                      <a16:creationId xmlns:a16="http://schemas.microsoft.com/office/drawing/2014/main" id="{58523D3E-334A-3856-2E99-46C7749AD52B}"/>
                    </a:ext>
                  </a:extLst>
                </p:cNvPr>
                <p:cNvPicPr/>
                <p:nvPr/>
              </p:nvPicPr>
              <p:blipFill>
                <a:blip r:embed="rId14"/>
                <a:stretch>
                  <a:fillRect/>
                </a:stretch>
              </p:blipFill>
              <p:spPr>
                <a:xfrm>
                  <a:off x="6254188" y="3713339"/>
                  <a:ext cx="220320" cy="35928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1" name="Ink 10">
                  <a:extLst>
                    <a:ext uri="{FF2B5EF4-FFF2-40B4-BE49-F238E27FC236}">
                      <a16:creationId xmlns:a16="http://schemas.microsoft.com/office/drawing/2014/main" id="{56134F08-C84C-3060-5679-E97D37A90D1E}"/>
                    </a:ext>
                  </a:extLst>
                </p14:cNvPr>
                <p14:cNvContentPartPr/>
                <p14:nvPr/>
              </p14:nvContentPartPr>
              <p14:xfrm>
                <a:off x="6315748" y="3728459"/>
                <a:ext cx="133920" cy="156600"/>
              </p14:xfrm>
            </p:contentPart>
          </mc:Choice>
          <mc:Fallback>
            <p:pic>
              <p:nvPicPr>
                <p:cNvPr id="11" name="Ink 10">
                  <a:extLst>
                    <a:ext uri="{FF2B5EF4-FFF2-40B4-BE49-F238E27FC236}">
                      <a16:creationId xmlns:a16="http://schemas.microsoft.com/office/drawing/2014/main" id="{56134F08-C84C-3060-5679-E97D37A90D1E}"/>
                    </a:ext>
                  </a:extLst>
                </p:cNvPr>
                <p:cNvPicPr/>
                <p:nvPr/>
              </p:nvPicPr>
              <p:blipFill>
                <a:blip r:embed="rId16"/>
                <a:stretch>
                  <a:fillRect/>
                </a:stretch>
              </p:blipFill>
              <p:spPr>
                <a:xfrm>
                  <a:off x="6311428" y="3724139"/>
                  <a:ext cx="142560" cy="165240"/>
                </a:xfrm>
                <a:prstGeom prst="rect">
                  <a:avLst/>
                </a:prstGeom>
              </p:spPr>
            </p:pic>
          </mc:Fallback>
        </mc:AlternateContent>
      </p:grpSp>
      <p:grpSp>
        <p:nvGrpSpPr>
          <p:cNvPr id="23" name="Group 22">
            <a:extLst>
              <a:ext uri="{FF2B5EF4-FFF2-40B4-BE49-F238E27FC236}">
                <a16:creationId xmlns:a16="http://schemas.microsoft.com/office/drawing/2014/main" id="{C8097CDC-94E5-F93B-FE6E-62384B3264F6}"/>
              </a:ext>
            </a:extLst>
          </p:cNvPr>
          <p:cNvGrpSpPr/>
          <p:nvPr/>
        </p:nvGrpSpPr>
        <p:grpSpPr>
          <a:xfrm>
            <a:off x="6203068" y="5321099"/>
            <a:ext cx="2417400" cy="617040"/>
            <a:chOff x="6203068" y="5321099"/>
            <a:chExt cx="2417400" cy="617040"/>
          </a:xfrm>
        </p:grpSpPr>
        <mc:AlternateContent xmlns:mc="http://schemas.openxmlformats.org/markup-compatibility/2006">
          <mc:Choice xmlns:p14="http://schemas.microsoft.com/office/powerpoint/2010/main" Requires="p14">
            <p:contentPart p14:bwMode="auto" r:id="rId17">
              <p14:nvContentPartPr>
                <p14:cNvPr id="12" name="Ink 11">
                  <a:extLst>
                    <a:ext uri="{FF2B5EF4-FFF2-40B4-BE49-F238E27FC236}">
                      <a16:creationId xmlns:a16="http://schemas.microsoft.com/office/drawing/2014/main" id="{370AB715-5B9D-C532-92D6-AD944A499DEE}"/>
                    </a:ext>
                  </a:extLst>
                </p14:cNvPr>
                <p14:cNvContentPartPr/>
                <p14:nvPr/>
              </p14:nvContentPartPr>
              <p14:xfrm>
                <a:off x="6251668" y="5353859"/>
                <a:ext cx="15840" cy="364680"/>
              </p14:xfrm>
            </p:contentPart>
          </mc:Choice>
          <mc:Fallback>
            <p:pic>
              <p:nvPicPr>
                <p:cNvPr id="12" name="Ink 11">
                  <a:extLst>
                    <a:ext uri="{FF2B5EF4-FFF2-40B4-BE49-F238E27FC236}">
                      <a16:creationId xmlns:a16="http://schemas.microsoft.com/office/drawing/2014/main" id="{370AB715-5B9D-C532-92D6-AD944A499DEE}"/>
                    </a:ext>
                  </a:extLst>
                </p:cNvPr>
                <p:cNvPicPr/>
                <p:nvPr/>
              </p:nvPicPr>
              <p:blipFill>
                <a:blip r:embed="rId18"/>
                <a:stretch>
                  <a:fillRect/>
                </a:stretch>
              </p:blipFill>
              <p:spPr>
                <a:xfrm>
                  <a:off x="6247348" y="5349539"/>
                  <a:ext cx="24480" cy="37332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3" name="Ink 12">
                  <a:extLst>
                    <a:ext uri="{FF2B5EF4-FFF2-40B4-BE49-F238E27FC236}">
                      <a16:creationId xmlns:a16="http://schemas.microsoft.com/office/drawing/2014/main" id="{46769D52-BF6F-8E45-6EBC-BE1819D9FBD0}"/>
                    </a:ext>
                  </a:extLst>
                </p14:cNvPr>
                <p14:cNvContentPartPr/>
                <p14:nvPr/>
              </p14:nvContentPartPr>
              <p14:xfrm>
                <a:off x="6248788" y="5351699"/>
                <a:ext cx="144720" cy="386280"/>
              </p14:xfrm>
            </p:contentPart>
          </mc:Choice>
          <mc:Fallback>
            <p:pic>
              <p:nvPicPr>
                <p:cNvPr id="13" name="Ink 12">
                  <a:extLst>
                    <a:ext uri="{FF2B5EF4-FFF2-40B4-BE49-F238E27FC236}">
                      <a16:creationId xmlns:a16="http://schemas.microsoft.com/office/drawing/2014/main" id="{46769D52-BF6F-8E45-6EBC-BE1819D9FBD0}"/>
                    </a:ext>
                  </a:extLst>
                </p:cNvPr>
                <p:cNvPicPr/>
                <p:nvPr/>
              </p:nvPicPr>
              <p:blipFill>
                <a:blip r:embed="rId20"/>
                <a:stretch>
                  <a:fillRect/>
                </a:stretch>
              </p:blipFill>
              <p:spPr>
                <a:xfrm>
                  <a:off x="6244468" y="5347379"/>
                  <a:ext cx="153360" cy="39492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4" name="Ink 13">
                  <a:extLst>
                    <a:ext uri="{FF2B5EF4-FFF2-40B4-BE49-F238E27FC236}">
                      <a16:creationId xmlns:a16="http://schemas.microsoft.com/office/drawing/2014/main" id="{B1093671-5D08-A3DD-DF86-C5E0E89348D9}"/>
                    </a:ext>
                  </a:extLst>
                </p14:cNvPr>
                <p14:cNvContentPartPr/>
                <p14:nvPr/>
              </p14:nvContentPartPr>
              <p14:xfrm>
                <a:off x="6510868" y="5445659"/>
                <a:ext cx="126720" cy="345600"/>
              </p14:xfrm>
            </p:contentPart>
          </mc:Choice>
          <mc:Fallback>
            <p:pic>
              <p:nvPicPr>
                <p:cNvPr id="14" name="Ink 13">
                  <a:extLst>
                    <a:ext uri="{FF2B5EF4-FFF2-40B4-BE49-F238E27FC236}">
                      <a16:creationId xmlns:a16="http://schemas.microsoft.com/office/drawing/2014/main" id="{B1093671-5D08-A3DD-DF86-C5E0E89348D9}"/>
                    </a:ext>
                  </a:extLst>
                </p:cNvPr>
                <p:cNvPicPr/>
                <p:nvPr/>
              </p:nvPicPr>
              <p:blipFill>
                <a:blip r:embed="rId22"/>
                <a:stretch>
                  <a:fillRect/>
                </a:stretch>
              </p:blipFill>
              <p:spPr>
                <a:xfrm>
                  <a:off x="6506548" y="5441339"/>
                  <a:ext cx="135360" cy="35424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5" name="Ink 14">
                  <a:extLst>
                    <a:ext uri="{FF2B5EF4-FFF2-40B4-BE49-F238E27FC236}">
                      <a16:creationId xmlns:a16="http://schemas.microsoft.com/office/drawing/2014/main" id="{169CBC97-0DA0-718B-6D0A-078DDBB43F7B}"/>
                    </a:ext>
                  </a:extLst>
                </p14:cNvPr>
                <p14:cNvContentPartPr/>
                <p14:nvPr/>
              </p14:nvContentPartPr>
              <p14:xfrm>
                <a:off x="6755668" y="5458979"/>
                <a:ext cx="152640" cy="308880"/>
              </p14:xfrm>
            </p:contentPart>
          </mc:Choice>
          <mc:Fallback>
            <p:pic>
              <p:nvPicPr>
                <p:cNvPr id="15" name="Ink 14">
                  <a:extLst>
                    <a:ext uri="{FF2B5EF4-FFF2-40B4-BE49-F238E27FC236}">
                      <a16:creationId xmlns:a16="http://schemas.microsoft.com/office/drawing/2014/main" id="{169CBC97-0DA0-718B-6D0A-078DDBB43F7B}"/>
                    </a:ext>
                  </a:extLst>
                </p:cNvPr>
                <p:cNvPicPr/>
                <p:nvPr/>
              </p:nvPicPr>
              <p:blipFill>
                <a:blip r:embed="rId24"/>
                <a:stretch>
                  <a:fillRect/>
                </a:stretch>
              </p:blipFill>
              <p:spPr>
                <a:xfrm>
                  <a:off x="6751348" y="5454659"/>
                  <a:ext cx="161280" cy="31752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6" name="Ink 15">
                  <a:extLst>
                    <a:ext uri="{FF2B5EF4-FFF2-40B4-BE49-F238E27FC236}">
                      <a16:creationId xmlns:a16="http://schemas.microsoft.com/office/drawing/2014/main" id="{14642044-CC79-1FC1-425C-71E6EE49D869}"/>
                    </a:ext>
                  </a:extLst>
                </p14:cNvPr>
                <p14:cNvContentPartPr/>
                <p14:nvPr/>
              </p14:nvContentPartPr>
              <p14:xfrm>
                <a:off x="6828388" y="5597579"/>
                <a:ext cx="110160" cy="22680"/>
              </p14:xfrm>
            </p:contentPart>
          </mc:Choice>
          <mc:Fallback>
            <p:pic>
              <p:nvPicPr>
                <p:cNvPr id="16" name="Ink 15">
                  <a:extLst>
                    <a:ext uri="{FF2B5EF4-FFF2-40B4-BE49-F238E27FC236}">
                      <a16:creationId xmlns:a16="http://schemas.microsoft.com/office/drawing/2014/main" id="{14642044-CC79-1FC1-425C-71E6EE49D869}"/>
                    </a:ext>
                  </a:extLst>
                </p:cNvPr>
                <p:cNvPicPr/>
                <p:nvPr/>
              </p:nvPicPr>
              <p:blipFill>
                <a:blip r:embed="rId26"/>
                <a:stretch>
                  <a:fillRect/>
                </a:stretch>
              </p:blipFill>
              <p:spPr>
                <a:xfrm>
                  <a:off x="6824068" y="5593259"/>
                  <a:ext cx="11880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7" name="Ink 16">
                  <a:extLst>
                    <a:ext uri="{FF2B5EF4-FFF2-40B4-BE49-F238E27FC236}">
                      <a16:creationId xmlns:a16="http://schemas.microsoft.com/office/drawing/2014/main" id="{FE10BE9E-C82F-AA45-CB21-14FF7ADD2CB7}"/>
                    </a:ext>
                  </a:extLst>
                </p14:cNvPr>
                <p14:cNvContentPartPr/>
                <p14:nvPr/>
              </p14:nvContentPartPr>
              <p14:xfrm>
                <a:off x="7184068" y="5530619"/>
                <a:ext cx="202320" cy="16920"/>
              </p14:xfrm>
            </p:contentPart>
          </mc:Choice>
          <mc:Fallback>
            <p:pic>
              <p:nvPicPr>
                <p:cNvPr id="17" name="Ink 16">
                  <a:extLst>
                    <a:ext uri="{FF2B5EF4-FFF2-40B4-BE49-F238E27FC236}">
                      <a16:creationId xmlns:a16="http://schemas.microsoft.com/office/drawing/2014/main" id="{FE10BE9E-C82F-AA45-CB21-14FF7ADD2CB7}"/>
                    </a:ext>
                  </a:extLst>
                </p:cNvPr>
                <p:cNvPicPr/>
                <p:nvPr/>
              </p:nvPicPr>
              <p:blipFill>
                <a:blip r:embed="rId28"/>
                <a:stretch>
                  <a:fillRect/>
                </a:stretch>
              </p:blipFill>
              <p:spPr>
                <a:xfrm>
                  <a:off x="7179748" y="5526299"/>
                  <a:ext cx="21096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8" name="Ink 17">
                  <a:extLst>
                    <a:ext uri="{FF2B5EF4-FFF2-40B4-BE49-F238E27FC236}">
                      <a16:creationId xmlns:a16="http://schemas.microsoft.com/office/drawing/2014/main" id="{D2C7AB73-570F-964D-BF00-9C0675B44502}"/>
                    </a:ext>
                  </a:extLst>
                </p14:cNvPr>
                <p14:cNvContentPartPr/>
                <p14:nvPr/>
              </p14:nvContentPartPr>
              <p14:xfrm>
                <a:off x="7209988" y="5550059"/>
                <a:ext cx="222840" cy="98280"/>
              </p14:xfrm>
            </p:contentPart>
          </mc:Choice>
          <mc:Fallback>
            <p:pic>
              <p:nvPicPr>
                <p:cNvPr id="18" name="Ink 17">
                  <a:extLst>
                    <a:ext uri="{FF2B5EF4-FFF2-40B4-BE49-F238E27FC236}">
                      <a16:creationId xmlns:a16="http://schemas.microsoft.com/office/drawing/2014/main" id="{D2C7AB73-570F-964D-BF00-9C0675B44502}"/>
                    </a:ext>
                  </a:extLst>
                </p:cNvPr>
                <p:cNvPicPr/>
                <p:nvPr/>
              </p:nvPicPr>
              <p:blipFill>
                <a:blip r:embed="rId30"/>
                <a:stretch>
                  <a:fillRect/>
                </a:stretch>
              </p:blipFill>
              <p:spPr>
                <a:xfrm>
                  <a:off x="7205668" y="5545739"/>
                  <a:ext cx="231480" cy="10692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19" name="Ink 18">
                  <a:extLst>
                    <a:ext uri="{FF2B5EF4-FFF2-40B4-BE49-F238E27FC236}">
                      <a16:creationId xmlns:a16="http://schemas.microsoft.com/office/drawing/2014/main" id="{4A112272-F7B2-C562-CD62-B86E15ECDECB}"/>
                    </a:ext>
                  </a:extLst>
                </p14:cNvPr>
                <p14:cNvContentPartPr/>
                <p14:nvPr/>
              </p14:nvContentPartPr>
              <p14:xfrm>
                <a:off x="7709308" y="5353859"/>
                <a:ext cx="38160" cy="272160"/>
              </p14:xfrm>
            </p:contentPart>
          </mc:Choice>
          <mc:Fallback>
            <p:pic>
              <p:nvPicPr>
                <p:cNvPr id="19" name="Ink 18">
                  <a:extLst>
                    <a:ext uri="{FF2B5EF4-FFF2-40B4-BE49-F238E27FC236}">
                      <a16:creationId xmlns:a16="http://schemas.microsoft.com/office/drawing/2014/main" id="{4A112272-F7B2-C562-CD62-B86E15ECDECB}"/>
                    </a:ext>
                  </a:extLst>
                </p:cNvPr>
                <p:cNvPicPr/>
                <p:nvPr/>
              </p:nvPicPr>
              <p:blipFill>
                <a:blip r:embed="rId32"/>
                <a:stretch>
                  <a:fillRect/>
                </a:stretch>
              </p:blipFill>
              <p:spPr>
                <a:xfrm>
                  <a:off x="7704988" y="5349539"/>
                  <a:ext cx="46800" cy="28080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0" name="Ink 19">
                  <a:extLst>
                    <a:ext uri="{FF2B5EF4-FFF2-40B4-BE49-F238E27FC236}">
                      <a16:creationId xmlns:a16="http://schemas.microsoft.com/office/drawing/2014/main" id="{21F31EE4-9EAC-2AA2-5CF9-6FAE710E03BC}"/>
                    </a:ext>
                  </a:extLst>
                </p14:cNvPr>
                <p14:cNvContentPartPr/>
                <p14:nvPr/>
              </p14:nvContentPartPr>
              <p14:xfrm>
                <a:off x="7720828" y="5321099"/>
                <a:ext cx="196920" cy="250560"/>
              </p14:xfrm>
            </p:contentPart>
          </mc:Choice>
          <mc:Fallback>
            <p:pic>
              <p:nvPicPr>
                <p:cNvPr id="20" name="Ink 19">
                  <a:extLst>
                    <a:ext uri="{FF2B5EF4-FFF2-40B4-BE49-F238E27FC236}">
                      <a16:creationId xmlns:a16="http://schemas.microsoft.com/office/drawing/2014/main" id="{21F31EE4-9EAC-2AA2-5CF9-6FAE710E03BC}"/>
                    </a:ext>
                  </a:extLst>
                </p:cNvPr>
                <p:cNvPicPr/>
                <p:nvPr/>
              </p:nvPicPr>
              <p:blipFill>
                <a:blip r:embed="rId34"/>
                <a:stretch>
                  <a:fillRect/>
                </a:stretch>
              </p:blipFill>
              <p:spPr>
                <a:xfrm>
                  <a:off x="7716508" y="5316779"/>
                  <a:ext cx="205560" cy="25920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1" name="Ink 20">
                  <a:extLst>
                    <a:ext uri="{FF2B5EF4-FFF2-40B4-BE49-F238E27FC236}">
                      <a16:creationId xmlns:a16="http://schemas.microsoft.com/office/drawing/2014/main" id="{650C0F9E-CA1F-8CE5-28A7-7C1DA9A152C9}"/>
                    </a:ext>
                  </a:extLst>
                </p14:cNvPr>
                <p14:cNvContentPartPr/>
                <p14:nvPr/>
              </p14:nvContentPartPr>
              <p14:xfrm>
                <a:off x="8161828" y="5548979"/>
                <a:ext cx="62640" cy="35280"/>
              </p14:xfrm>
            </p:contentPart>
          </mc:Choice>
          <mc:Fallback>
            <p:pic>
              <p:nvPicPr>
                <p:cNvPr id="21" name="Ink 20">
                  <a:extLst>
                    <a:ext uri="{FF2B5EF4-FFF2-40B4-BE49-F238E27FC236}">
                      <a16:creationId xmlns:a16="http://schemas.microsoft.com/office/drawing/2014/main" id="{650C0F9E-CA1F-8CE5-28A7-7C1DA9A152C9}"/>
                    </a:ext>
                  </a:extLst>
                </p:cNvPr>
                <p:cNvPicPr/>
                <p:nvPr/>
              </p:nvPicPr>
              <p:blipFill>
                <a:blip r:embed="rId36"/>
                <a:stretch>
                  <a:fillRect/>
                </a:stretch>
              </p:blipFill>
              <p:spPr>
                <a:xfrm>
                  <a:off x="8157508" y="5544659"/>
                  <a:ext cx="71280" cy="4392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2" name="Ink 21">
                  <a:extLst>
                    <a:ext uri="{FF2B5EF4-FFF2-40B4-BE49-F238E27FC236}">
                      <a16:creationId xmlns:a16="http://schemas.microsoft.com/office/drawing/2014/main" id="{989B7C50-7472-CFE2-811C-449C0A44692B}"/>
                    </a:ext>
                  </a:extLst>
                </p14:cNvPr>
                <p14:cNvContentPartPr/>
                <p14:nvPr/>
              </p14:nvContentPartPr>
              <p14:xfrm>
                <a:off x="6203068" y="5755979"/>
                <a:ext cx="2417400" cy="182160"/>
              </p14:xfrm>
            </p:contentPart>
          </mc:Choice>
          <mc:Fallback>
            <p:pic>
              <p:nvPicPr>
                <p:cNvPr id="22" name="Ink 21">
                  <a:extLst>
                    <a:ext uri="{FF2B5EF4-FFF2-40B4-BE49-F238E27FC236}">
                      <a16:creationId xmlns:a16="http://schemas.microsoft.com/office/drawing/2014/main" id="{989B7C50-7472-CFE2-811C-449C0A44692B}"/>
                    </a:ext>
                  </a:extLst>
                </p:cNvPr>
                <p:cNvPicPr/>
                <p:nvPr/>
              </p:nvPicPr>
              <p:blipFill>
                <a:blip r:embed="rId38"/>
                <a:stretch>
                  <a:fillRect/>
                </a:stretch>
              </p:blipFill>
              <p:spPr>
                <a:xfrm>
                  <a:off x="6198748" y="5751659"/>
                  <a:ext cx="2426040" cy="190800"/>
                </a:xfrm>
                <a:prstGeom prst="rect">
                  <a:avLst/>
                </a:prstGeom>
              </p:spPr>
            </p:pic>
          </mc:Fallback>
        </mc:AlternateContent>
      </p:grpSp>
      <p:grpSp>
        <p:nvGrpSpPr>
          <p:cNvPr id="28" name="Group 27">
            <a:extLst>
              <a:ext uri="{FF2B5EF4-FFF2-40B4-BE49-F238E27FC236}">
                <a16:creationId xmlns:a16="http://schemas.microsoft.com/office/drawing/2014/main" id="{941848AD-13C1-8FF8-F417-D2FE10AD183F}"/>
              </a:ext>
            </a:extLst>
          </p:cNvPr>
          <p:cNvGrpSpPr/>
          <p:nvPr/>
        </p:nvGrpSpPr>
        <p:grpSpPr>
          <a:xfrm>
            <a:off x="2716468" y="4166219"/>
            <a:ext cx="2167920" cy="829800"/>
            <a:chOff x="2716468" y="4166219"/>
            <a:chExt cx="2167920" cy="829800"/>
          </a:xfrm>
        </p:grpSpPr>
        <mc:AlternateContent xmlns:mc="http://schemas.openxmlformats.org/markup-compatibility/2006">
          <mc:Choice xmlns:p14="http://schemas.microsoft.com/office/powerpoint/2010/main" Requires="p14">
            <p:contentPart p14:bwMode="auto" r:id="rId39">
              <p14:nvContentPartPr>
                <p14:cNvPr id="25" name="Ink 24">
                  <a:extLst>
                    <a:ext uri="{FF2B5EF4-FFF2-40B4-BE49-F238E27FC236}">
                      <a16:creationId xmlns:a16="http://schemas.microsoft.com/office/drawing/2014/main" id="{C0727176-A85F-445C-35DE-87B8D1209063}"/>
                    </a:ext>
                  </a:extLst>
                </p14:cNvPr>
                <p14:cNvContentPartPr/>
                <p14:nvPr/>
              </p14:nvContentPartPr>
              <p14:xfrm>
                <a:off x="2716468" y="4166219"/>
                <a:ext cx="590400" cy="415080"/>
              </p14:xfrm>
            </p:contentPart>
          </mc:Choice>
          <mc:Fallback>
            <p:pic>
              <p:nvPicPr>
                <p:cNvPr id="25" name="Ink 24">
                  <a:extLst>
                    <a:ext uri="{FF2B5EF4-FFF2-40B4-BE49-F238E27FC236}">
                      <a16:creationId xmlns:a16="http://schemas.microsoft.com/office/drawing/2014/main" id="{C0727176-A85F-445C-35DE-87B8D1209063}"/>
                    </a:ext>
                  </a:extLst>
                </p:cNvPr>
                <p:cNvPicPr/>
                <p:nvPr/>
              </p:nvPicPr>
              <p:blipFill>
                <a:blip r:embed="rId40"/>
                <a:stretch>
                  <a:fillRect/>
                </a:stretch>
              </p:blipFill>
              <p:spPr>
                <a:xfrm>
                  <a:off x="2712148" y="4161899"/>
                  <a:ext cx="599040" cy="42372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6" name="Ink 25">
                  <a:extLst>
                    <a:ext uri="{FF2B5EF4-FFF2-40B4-BE49-F238E27FC236}">
                      <a16:creationId xmlns:a16="http://schemas.microsoft.com/office/drawing/2014/main" id="{96E5D3C1-7806-0FD2-382B-1F38058A86D6}"/>
                    </a:ext>
                  </a:extLst>
                </p14:cNvPr>
                <p14:cNvContentPartPr/>
                <p14:nvPr/>
              </p14:nvContentPartPr>
              <p14:xfrm>
                <a:off x="2733748" y="4564019"/>
                <a:ext cx="579600" cy="432000"/>
              </p14:xfrm>
            </p:contentPart>
          </mc:Choice>
          <mc:Fallback>
            <p:pic>
              <p:nvPicPr>
                <p:cNvPr id="26" name="Ink 25">
                  <a:extLst>
                    <a:ext uri="{FF2B5EF4-FFF2-40B4-BE49-F238E27FC236}">
                      <a16:creationId xmlns:a16="http://schemas.microsoft.com/office/drawing/2014/main" id="{96E5D3C1-7806-0FD2-382B-1F38058A86D6}"/>
                    </a:ext>
                  </a:extLst>
                </p:cNvPr>
                <p:cNvPicPr/>
                <p:nvPr/>
              </p:nvPicPr>
              <p:blipFill>
                <a:blip r:embed="rId42"/>
                <a:stretch>
                  <a:fillRect/>
                </a:stretch>
              </p:blipFill>
              <p:spPr>
                <a:xfrm>
                  <a:off x="2729428" y="4559699"/>
                  <a:ext cx="588240" cy="44064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7" name="Ink 26">
                  <a:extLst>
                    <a:ext uri="{FF2B5EF4-FFF2-40B4-BE49-F238E27FC236}">
                      <a16:creationId xmlns:a16="http://schemas.microsoft.com/office/drawing/2014/main" id="{5B5DCA4C-1605-18E1-5B18-A23E510FF17C}"/>
                    </a:ext>
                  </a:extLst>
                </p14:cNvPr>
                <p14:cNvContentPartPr/>
                <p14:nvPr/>
              </p14:nvContentPartPr>
              <p14:xfrm>
                <a:off x="3612508" y="4695419"/>
                <a:ext cx="1271880" cy="181080"/>
              </p14:xfrm>
            </p:contentPart>
          </mc:Choice>
          <mc:Fallback>
            <p:pic>
              <p:nvPicPr>
                <p:cNvPr id="27" name="Ink 26">
                  <a:extLst>
                    <a:ext uri="{FF2B5EF4-FFF2-40B4-BE49-F238E27FC236}">
                      <a16:creationId xmlns:a16="http://schemas.microsoft.com/office/drawing/2014/main" id="{5B5DCA4C-1605-18E1-5B18-A23E510FF17C}"/>
                    </a:ext>
                  </a:extLst>
                </p:cNvPr>
                <p:cNvPicPr/>
                <p:nvPr/>
              </p:nvPicPr>
              <p:blipFill>
                <a:blip r:embed="rId44"/>
                <a:stretch>
                  <a:fillRect/>
                </a:stretch>
              </p:blipFill>
              <p:spPr>
                <a:xfrm>
                  <a:off x="3608188" y="4691099"/>
                  <a:ext cx="1280520" cy="189720"/>
                </a:xfrm>
                <a:prstGeom prst="rect">
                  <a:avLst/>
                </a:prstGeom>
              </p:spPr>
            </p:pic>
          </mc:Fallback>
        </mc:AlternateContent>
      </p:grpSp>
    </p:spTree>
    <p:extLst>
      <p:ext uri="{BB962C8B-B14F-4D97-AF65-F5344CB8AC3E}">
        <p14:creationId xmlns:p14="http://schemas.microsoft.com/office/powerpoint/2010/main" val="2046934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153" y="160569"/>
            <a:ext cx="7529847" cy="764364"/>
          </a:xfrm>
        </p:spPr>
        <p:txBody>
          <a:bodyPr>
            <a:noAutofit/>
          </a:bodyPr>
          <a:lstStyle/>
          <a:p>
            <a:pPr algn="l"/>
            <a:br>
              <a:rPr lang="en-US" altLang="en-US" sz="3200" dirty="0">
                <a:latin typeface="+mj-lt"/>
                <a:cs typeface="Times New Roman" pitchFamily="18" charset="0"/>
              </a:rPr>
            </a:br>
            <a:r>
              <a:rPr lang="en-US" altLang="en-US" sz="3200" dirty="0">
                <a:latin typeface="+mj-lt"/>
                <a:cs typeface="Times New Roman" pitchFamily="18" charset="0"/>
              </a:rPr>
              <a:t>Example: 3</a:t>
            </a:r>
            <a:br>
              <a:rPr lang="en-IN" sz="3200" dirty="0">
                <a:latin typeface="+mj-lt"/>
              </a:rPr>
            </a:br>
            <a:endParaRPr lang="en-IN" sz="3200" dirty="0">
              <a:latin typeface="+mj-lt"/>
            </a:endParaRPr>
          </a:p>
        </p:txBody>
      </p:sp>
      <p:pic>
        <p:nvPicPr>
          <p:cNvPr id="8" name="Picture 7">
            <a:extLst>
              <a:ext uri="{FF2B5EF4-FFF2-40B4-BE49-F238E27FC236}">
                <a16:creationId xmlns:a16="http://schemas.microsoft.com/office/drawing/2014/main" id="{94D43E47-72BD-4895-A391-C01CC0002C08}"/>
              </a:ext>
            </a:extLst>
          </p:cNvPr>
          <p:cNvPicPr>
            <a:picLocks noChangeAspect="1"/>
          </p:cNvPicPr>
          <p:nvPr/>
        </p:nvPicPr>
        <p:blipFill>
          <a:blip r:embed="rId2"/>
          <a:stretch>
            <a:fillRect/>
          </a:stretch>
        </p:blipFill>
        <p:spPr>
          <a:xfrm>
            <a:off x="127631" y="1310456"/>
            <a:ext cx="8888738" cy="4237087"/>
          </a:xfrm>
          <a:prstGeom prst="rect">
            <a:avLst/>
          </a:prstGeom>
        </p:spPr>
      </p:pic>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7C35A6DE-C859-457E-B9F0-FB487EC42B15}"/>
                  </a:ext>
                </a:extLst>
              </p14:cNvPr>
              <p14:cNvContentPartPr/>
              <p14:nvPr/>
            </p14:nvContentPartPr>
            <p14:xfrm>
              <a:off x="2230828" y="2503379"/>
              <a:ext cx="5753520" cy="53280"/>
            </p14:xfrm>
          </p:contentPart>
        </mc:Choice>
        <mc:Fallback>
          <p:pic>
            <p:nvPicPr>
              <p:cNvPr id="3" name="Ink 2">
                <a:extLst>
                  <a:ext uri="{FF2B5EF4-FFF2-40B4-BE49-F238E27FC236}">
                    <a16:creationId xmlns:a16="http://schemas.microsoft.com/office/drawing/2014/main" id="{7C35A6DE-C859-457E-B9F0-FB487EC42B15}"/>
                  </a:ext>
                </a:extLst>
              </p:cNvPr>
              <p:cNvPicPr/>
              <p:nvPr/>
            </p:nvPicPr>
            <p:blipFill>
              <a:blip r:embed="rId4"/>
              <a:stretch>
                <a:fillRect/>
              </a:stretch>
            </p:blipFill>
            <p:spPr>
              <a:xfrm>
                <a:off x="2226508" y="2499059"/>
                <a:ext cx="5762160" cy="619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7C5091A2-3816-8236-2085-8DAA1F06CA72}"/>
                  </a:ext>
                </a:extLst>
              </p14:cNvPr>
              <p14:cNvContentPartPr/>
              <p14:nvPr/>
            </p14:nvContentPartPr>
            <p14:xfrm>
              <a:off x="2023828" y="2963099"/>
              <a:ext cx="1458000" cy="720"/>
            </p14:xfrm>
          </p:contentPart>
        </mc:Choice>
        <mc:Fallback>
          <p:pic>
            <p:nvPicPr>
              <p:cNvPr id="5" name="Ink 4">
                <a:extLst>
                  <a:ext uri="{FF2B5EF4-FFF2-40B4-BE49-F238E27FC236}">
                    <a16:creationId xmlns:a16="http://schemas.microsoft.com/office/drawing/2014/main" id="{7C5091A2-3816-8236-2085-8DAA1F06CA72}"/>
                  </a:ext>
                </a:extLst>
              </p:cNvPr>
              <p:cNvPicPr/>
              <p:nvPr/>
            </p:nvPicPr>
            <p:blipFill>
              <a:blip r:embed="rId6"/>
              <a:stretch>
                <a:fillRect/>
              </a:stretch>
            </p:blipFill>
            <p:spPr>
              <a:xfrm>
                <a:off x="2019508" y="2953739"/>
                <a:ext cx="1466640" cy="18000"/>
              </a:xfrm>
              <a:prstGeom prst="rect">
                <a:avLst/>
              </a:prstGeom>
            </p:spPr>
          </p:pic>
        </mc:Fallback>
      </mc:AlternateContent>
      <p:grpSp>
        <p:nvGrpSpPr>
          <p:cNvPr id="9" name="Group 8">
            <a:extLst>
              <a:ext uri="{FF2B5EF4-FFF2-40B4-BE49-F238E27FC236}">
                <a16:creationId xmlns:a16="http://schemas.microsoft.com/office/drawing/2014/main" id="{CA067A85-7EF5-4257-A2CC-50E4AFEE5F71}"/>
              </a:ext>
            </a:extLst>
          </p:cNvPr>
          <p:cNvGrpSpPr/>
          <p:nvPr/>
        </p:nvGrpSpPr>
        <p:grpSpPr>
          <a:xfrm>
            <a:off x="3902668" y="2914499"/>
            <a:ext cx="4510080" cy="56880"/>
            <a:chOff x="3902668" y="2914499"/>
            <a:chExt cx="4510080" cy="56880"/>
          </a:xfrm>
        </p:grpSpPr>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14694DAC-04AA-6933-3CF2-CC066CE20493}"/>
                    </a:ext>
                  </a:extLst>
                </p14:cNvPr>
                <p14:cNvContentPartPr/>
                <p14:nvPr/>
              </p14:nvContentPartPr>
              <p14:xfrm>
                <a:off x="3902668" y="2914499"/>
                <a:ext cx="1288800" cy="47880"/>
              </p14:xfrm>
            </p:contentPart>
          </mc:Choice>
          <mc:Fallback>
            <p:pic>
              <p:nvPicPr>
                <p:cNvPr id="6" name="Ink 5">
                  <a:extLst>
                    <a:ext uri="{FF2B5EF4-FFF2-40B4-BE49-F238E27FC236}">
                      <a16:creationId xmlns:a16="http://schemas.microsoft.com/office/drawing/2014/main" id="{14694DAC-04AA-6933-3CF2-CC066CE20493}"/>
                    </a:ext>
                  </a:extLst>
                </p:cNvPr>
                <p:cNvPicPr/>
                <p:nvPr/>
              </p:nvPicPr>
              <p:blipFill>
                <a:blip r:embed="rId8"/>
                <a:stretch>
                  <a:fillRect/>
                </a:stretch>
              </p:blipFill>
              <p:spPr>
                <a:xfrm>
                  <a:off x="3898348" y="2910179"/>
                  <a:ext cx="1297440" cy="565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 name="Ink 6">
                  <a:extLst>
                    <a:ext uri="{FF2B5EF4-FFF2-40B4-BE49-F238E27FC236}">
                      <a16:creationId xmlns:a16="http://schemas.microsoft.com/office/drawing/2014/main" id="{BC4A60CA-B3D3-A946-51CB-3ECFE564F4A8}"/>
                    </a:ext>
                  </a:extLst>
                </p14:cNvPr>
                <p14:cNvContentPartPr/>
                <p14:nvPr/>
              </p14:nvContentPartPr>
              <p14:xfrm>
                <a:off x="5984908" y="2936099"/>
                <a:ext cx="2427840" cy="35280"/>
              </p14:xfrm>
            </p:contentPart>
          </mc:Choice>
          <mc:Fallback>
            <p:pic>
              <p:nvPicPr>
                <p:cNvPr id="7" name="Ink 6">
                  <a:extLst>
                    <a:ext uri="{FF2B5EF4-FFF2-40B4-BE49-F238E27FC236}">
                      <a16:creationId xmlns:a16="http://schemas.microsoft.com/office/drawing/2014/main" id="{BC4A60CA-B3D3-A946-51CB-3ECFE564F4A8}"/>
                    </a:ext>
                  </a:extLst>
                </p:cNvPr>
                <p:cNvPicPr/>
                <p:nvPr/>
              </p:nvPicPr>
              <p:blipFill>
                <a:blip r:embed="rId10"/>
                <a:stretch>
                  <a:fillRect/>
                </a:stretch>
              </p:blipFill>
              <p:spPr>
                <a:xfrm>
                  <a:off x="5980588" y="2931779"/>
                  <a:ext cx="2436480" cy="439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1">
            <p14:nvContentPartPr>
              <p14:cNvPr id="10" name="Ink 9">
                <a:extLst>
                  <a:ext uri="{FF2B5EF4-FFF2-40B4-BE49-F238E27FC236}">
                    <a16:creationId xmlns:a16="http://schemas.microsoft.com/office/drawing/2014/main" id="{42AF08E1-A5E9-6E7E-2296-F162A6B473EC}"/>
                  </a:ext>
                </a:extLst>
              </p14:cNvPr>
              <p14:cNvContentPartPr/>
              <p14:nvPr/>
            </p14:nvContentPartPr>
            <p14:xfrm>
              <a:off x="2658148" y="5051099"/>
              <a:ext cx="5092200" cy="66600"/>
            </p14:xfrm>
          </p:contentPart>
        </mc:Choice>
        <mc:Fallback>
          <p:pic>
            <p:nvPicPr>
              <p:cNvPr id="10" name="Ink 9">
                <a:extLst>
                  <a:ext uri="{FF2B5EF4-FFF2-40B4-BE49-F238E27FC236}">
                    <a16:creationId xmlns:a16="http://schemas.microsoft.com/office/drawing/2014/main" id="{42AF08E1-A5E9-6E7E-2296-F162A6B473EC}"/>
                  </a:ext>
                </a:extLst>
              </p:cNvPr>
              <p:cNvPicPr/>
              <p:nvPr/>
            </p:nvPicPr>
            <p:blipFill>
              <a:blip r:embed="rId12"/>
              <a:stretch>
                <a:fillRect/>
              </a:stretch>
            </p:blipFill>
            <p:spPr>
              <a:xfrm>
                <a:off x="2653828" y="5046779"/>
                <a:ext cx="5100840" cy="7524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1" name="Ink 10">
                <a:extLst>
                  <a:ext uri="{FF2B5EF4-FFF2-40B4-BE49-F238E27FC236}">
                    <a16:creationId xmlns:a16="http://schemas.microsoft.com/office/drawing/2014/main" id="{0A17B207-C05A-719A-1940-F91A8B854C50}"/>
                  </a:ext>
                </a:extLst>
              </p14:cNvPr>
              <p14:cNvContentPartPr/>
              <p14:nvPr/>
            </p14:nvContentPartPr>
            <p14:xfrm>
              <a:off x="167308" y="5426579"/>
              <a:ext cx="7283520" cy="191880"/>
            </p14:xfrm>
          </p:contentPart>
        </mc:Choice>
        <mc:Fallback>
          <p:pic>
            <p:nvPicPr>
              <p:cNvPr id="11" name="Ink 10">
                <a:extLst>
                  <a:ext uri="{FF2B5EF4-FFF2-40B4-BE49-F238E27FC236}">
                    <a16:creationId xmlns:a16="http://schemas.microsoft.com/office/drawing/2014/main" id="{0A17B207-C05A-719A-1940-F91A8B854C50}"/>
                  </a:ext>
                </a:extLst>
              </p:cNvPr>
              <p:cNvPicPr/>
              <p:nvPr/>
            </p:nvPicPr>
            <p:blipFill>
              <a:blip r:embed="rId14"/>
              <a:stretch>
                <a:fillRect/>
              </a:stretch>
            </p:blipFill>
            <p:spPr>
              <a:xfrm>
                <a:off x="162988" y="5422259"/>
                <a:ext cx="7292160" cy="200520"/>
              </a:xfrm>
              <a:prstGeom prst="rect">
                <a:avLst/>
              </a:prstGeom>
            </p:spPr>
          </p:pic>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9270" y="160569"/>
            <a:ext cx="7500730" cy="764364"/>
          </a:xfrm>
        </p:spPr>
        <p:txBody>
          <a:bodyPr>
            <a:normAutofit/>
          </a:bodyPr>
          <a:lstStyle/>
          <a:p>
            <a:pPr algn="l"/>
            <a:r>
              <a:rPr lang="en-US" sz="3200" dirty="0"/>
              <a:t>Solution</a:t>
            </a:r>
            <a:endParaRPr lang="en-IN" sz="3200" dirty="0"/>
          </a:p>
        </p:txBody>
      </p:sp>
      <p:sp>
        <p:nvSpPr>
          <p:cNvPr id="9" name="Content Placeholder 1">
            <a:extLst>
              <a:ext uri="{FF2B5EF4-FFF2-40B4-BE49-F238E27FC236}">
                <a16:creationId xmlns:a16="http://schemas.microsoft.com/office/drawing/2014/main" id="{EFFE2648-9734-4989-8D37-CFEE89C5EBA1}"/>
              </a:ext>
            </a:extLst>
          </p:cNvPr>
          <p:cNvSpPr>
            <a:spLocks noGrp="1" noRot="1" noChangeAspect="1" noMove="1" noResize="1" noEditPoints="1" noAdjustHandles="1" noChangeArrowheads="1" noChangeShapeType="1" noTextEdit="1"/>
          </p:cNvSpPr>
          <p:nvPr>
            <p:ph type="body" sz="quarter" idx="13"/>
          </p:nvPr>
        </p:nvSpPr>
        <p:spPr>
          <a:xfrm>
            <a:off x="119063" y="1060450"/>
            <a:ext cx="8812212" cy="5392738"/>
          </a:xfrm>
          <a:blipFill>
            <a:blip r:embed="rId2"/>
            <a:stretch>
              <a:fillRect l="-1034" t="-1077" r="-1034"/>
            </a:stretch>
          </a:blipFill>
        </p:spPr>
        <p:txBody>
          <a:bodyPr>
            <a:normAutofit/>
          </a:bodyPr>
          <a:lstStyle/>
          <a:p>
            <a:pPr>
              <a:defRPr/>
            </a:pPr>
            <a:r>
              <a:rPr lang="en-IN" sz="2800" dirty="0">
                <a:noFill/>
              </a:rPr>
              <a:t> </a:t>
            </a:r>
          </a:p>
        </p:txBody>
      </p:sp>
      <mc:AlternateContent xmlns:mc="http://schemas.openxmlformats.org/markup-compatibility/2006">
        <mc:Choice xmlns:p14="http://schemas.microsoft.com/office/powerpoint/2010/main" Requires="p14">
          <p:contentPart p14:bwMode="auto" r:id="rId3">
            <p14:nvContentPartPr>
              <p14:cNvPr id="7" name="Ink 6">
                <a:extLst>
                  <a:ext uri="{FF2B5EF4-FFF2-40B4-BE49-F238E27FC236}">
                    <a16:creationId xmlns:a16="http://schemas.microsoft.com/office/drawing/2014/main" id="{B8C88C75-FA71-A9A7-FA1C-EAEF92A41A95}"/>
                  </a:ext>
                </a:extLst>
              </p14:cNvPr>
              <p14:cNvContentPartPr/>
              <p14:nvPr/>
            </p14:nvContentPartPr>
            <p14:xfrm>
              <a:off x="2625028" y="5321819"/>
              <a:ext cx="4320" cy="3240"/>
            </p14:xfrm>
          </p:contentPart>
        </mc:Choice>
        <mc:Fallback>
          <p:pic>
            <p:nvPicPr>
              <p:cNvPr id="7" name="Ink 6">
                <a:extLst>
                  <a:ext uri="{FF2B5EF4-FFF2-40B4-BE49-F238E27FC236}">
                    <a16:creationId xmlns:a16="http://schemas.microsoft.com/office/drawing/2014/main" id="{B8C88C75-FA71-A9A7-FA1C-EAEF92A41A95}"/>
                  </a:ext>
                </a:extLst>
              </p:cNvPr>
              <p:cNvPicPr/>
              <p:nvPr/>
            </p:nvPicPr>
            <p:blipFill>
              <a:blip r:embed="rId4"/>
              <a:stretch>
                <a:fillRect/>
              </a:stretch>
            </p:blipFill>
            <p:spPr>
              <a:xfrm>
                <a:off x="2620708" y="5317499"/>
                <a:ext cx="12960" cy="118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7" name="Ink 16">
                <a:extLst>
                  <a:ext uri="{FF2B5EF4-FFF2-40B4-BE49-F238E27FC236}">
                    <a16:creationId xmlns:a16="http://schemas.microsoft.com/office/drawing/2014/main" id="{D56E51FE-8AF5-2FC1-FA9A-04572652EB35}"/>
                  </a:ext>
                </a:extLst>
              </p14:cNvPr>
              <p14:cNvContentPartPr/>
              <p14:nvPr/>
            </p14:nvContentPartPr>
            <p14:xfrm>
              <a:off x="6270028" y="2483579"/>
              <a:ext cx="2633040" cy="1993680"/>
            </p14:xfrm>
          </p:contentPart>
        </mc:Choice>
        <mc:Fallback>
          <p:pic>
            <p:nvPicPr>
              <p:cNvPr id="17" name="Ink 16">
                <a:extLst>
                  <a:ext uri="{FF2B5EF4-FFF2-40B4-BE49-F238E27FC236}">
                    <a16:creationId xmlns:a16="http://schemas.microsoft.com/office/drawing/2014/main" id="{D56E51FE-8AF5-2FC1-FA9A-04572652EB35}"/>
                  </a:ext>
                </a:extLst>
              </p:cNvPr>
              <p:cNvPicPr/>
              <p:nvPr/>
            </p:nvPicPr>
            <p:blipFill>
              <a:blip r:embed="rId6"/>
              <a:stretch>
                <a:fillRect/>
              </a:stretch>
            </p:blipFill>
            <p:spPr>
              <a:xfrm>
                <a:off x="6265708" y="2479259"/>
                <a:ext cx="2641680" cy="20023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8" name="Ink 17">
                <a:extLst>
                  <a:ext uri="{FF2B5EF4-FFF2-40B4-BE49-F238E27FC236}">
                    <a16:creationId xmlns:a16="http://schemas.microsoft.com/office/drawing/2014/main" id="{5D766A56-82ED-27B7-F879-9F82078915AA}"/>
                  </a:ext>
                </a:extLst>
              </p14:cNvPr>
              <p14:cNvContentPartPr/>
              <p14:nvPr/>
            </p14:nvContentPartPr>
            <p14:xfrm>
              <a:off x="6802108" y="2100899"/>
              <a:ext cx="273600" cy="334080"/>
            </p14:xfrm>
          </p:contentPart>
        </mc:Choice>
        <mc:Fallback>
          <p:pic>
            <p:nvPicPr>
              <p:cNvPr id="18" name="Ink 17">
                <a:extLst>
                  <a:ext uri="{FF2B5EF4-FFF2-40B4-BE49-F238E27FC236}">
                    <a16:creationId xmlns:a16="http://schemas.microsoft.com/office/drawing/2014/main" id="{5D766A56-82ED-27B7-F879-9F82078915AA}"/>
                  </a:ext>
                </a:extLst>
              </p:cNvPr>
              <p:cNvPicPr/>
              <p:nvPr/>
            </p:nvPicPr>
            <p:blipFill>
              <a:blip r:embed="rId8"/>
              <a:stretch>
                <a:fillRect/>
              </a:stretch>
            </p:blipFill>
            <p:spPr>
              <a:xfrm>
                <a:off x="6797788" y="2096579"/>
                <a:ext cx="282240" cy="342720"/>
              </a:xfrm>
              <a:prstGeom prst="rect">
                <a:avLst/>
              </a:prstGeom>
            </p:spPr>
          </p:pic>
        </mc:Fallback>
      </mc:AlternateContent>
      <p:grpSp>
        <p:nvGrpSpPr>
          <p:cNvPr id="99" name="Group 98">
            <a:extLst>
              <a:ext uri="{FF2B5EF4-FFF2-40B4-BE49-F238E27FC236}">
                <a16:creationId xmlns:a16="http://schemas.microsoft.com/office/drawing/2014/main" id="{4D5C9649-B0D5-50B6-7C0C-CE27532A900F}"/>
              </a:ext>
            </a:extLst>
          </p:cNvPr>
          <p:cNvGrpSpPr/>
          <p:nvPr/>
        </p:nvGrpSpPr>
        <p:grpSpPr>
          <a:xfrm>
            <a:off x="218788" y="2661419"/>
            <a:ext cx="8962920" cy="4264200"/>
            <a:chOff x="218788" y="2661419"/>
            <a:chExt cx="8962920" cy="4264200"/>
          </a:xfrm>
        </p:grpSpPr>
        <mc:AlternateContent xmlns:mc="http://schemas.openxmlformats.org/markup-compatibility/2006">
          <mc:Choice xmlns:p14="http://schemas.microsoft.com/office/powerpoint/2010/main" Requires="p14">
            <p:contentPart p14:bwMode="auto" r:id="rId9">
              <p14:nvContentPartPr>
                <p14:cNvPr id="2" name="Ink 1">
                  <a:extLst>
                    <a:ext uri="{FF2B5EF4-FFF2-40B4-BE49-F238E27FC236}">
                      <a16:creationId xmlns:a16="http://schemas.microsoft.com/office/drawing/2014/main" id="{334D6325-166C-4999-FA79-E422A80B0026}"/>
                    </a:ext>
                  </a:extLst>
                </p14:cNvPr>
                <p14:cNvContentPartPr/>
                <p14:nvPr/>
              </p14:nvContentPartPr>
              <p14:xfrm>
                <a:off x="218788" y="3203219"/>
                <a:ext cx="1391040" cy="27360"/>
              </p14:xfrm>
            </p:contentPart>
          </mc:Choice>
          <mc:Fallback>
            <p:pic>
              <p:nvPicPr>
                <p:cNvPr id="2" name="Ink 1">
                  <a:extLst>
                    <a:ext uri="{FF2B5EF4-FFF2-40B4-BE49-F238E27FC236}">
                      <a16:creationId xmlns:a16="http://schemas.microsoft.com/office/drawing/2014/main" id="{334D6325-166C-4999-FA79-E422A80B0026}"/>
                    </a:ext>
                  </a:extLst>
                </p:cNvPr>
                <p:cNvPicPr/>
                <p:nvPr/>
              </p:nvPicPr>
              <p:blipFill>
                <a:blip r:embed="rId10"/>
                <a:stretch>
                  <a:fillRect/>
                </a:stretch>
              </p:blipFill>
              <p:spPr>
                <a:xfrm>
                  <a:off x="214468" y="3198899"/>
                  <a:ext cx="139968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4" name="Ink 3">
                  <a:extLst>
                    <a:ext uri="{FF2B5EF4-FFF2-40B4-BE49-F238E27FC236}">
                      <a16:creationId xmlns:a16="http://schemas.microsoft.com/office/drawing/2014/main" id="{F17B0081-E601-CC0B-9781-958A7B036D37}"/>
                    </a:ext>
                  </a:extLst>
                </p14:cNvPr>
                <p14:cNvContentPartPr/>
                <p14:nvPr/>
              </p14:nvContentPartPr>
              <p14:xfrm>
                <a:off x="1769308" y="3142739"/>
                <a:ext cx="1690920" cy="12960"/>
              </p14:xfrm>
            </p:contentPart>
          </mc:Choice>
          <mc:Fallback>
            <p:pic>
              <p:nvPicPr>
                <p:cNvPr id="4" name="Ink 3">
                  <a:extLst>
                    <a:ext uri="{FF2B5EF4-FFF2-40B4-BE49-F238E27FC236}">
                      <a16:creationId xmlns:a16="http://schemas.microsoft.com/office/drawing/2014/main" id="{F17B0081-E601-CC0B-9781-958A7B036D37}"/>
                    </a:ext>
                  </a:extLst>
                </p:cNvPr>
                <p:cNvPicPr/>
                <p:nvPr/>
              </p:nvPicPr>
              <p:blipFill>
                <a:blip r:embed="rId12"/>
                <a:stretch>
                  <a:fillRect/>
                </a:stretch>
              </p:blipFill>
              <p:spPr>
                <a:xfrm>
                  <a:off x="1764988" y="3138419"/>
                  <a:ext cx="169956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5" name="Ink 4">
                  <a:extLst>
                    <a:ext uri="{FF2B5EF4-FFF2-40B4-BE49-F238E27FC236}">
                      <a16:creationId xmlns:a16="http://schemas.microsoft.com/office/drawing/2014/main" id="{315D4E03-ED36-FCD8-4B48-A8F67B88DB9A}"/>
                    </a:ext>
                  </a:extLst>
                </p14:cNvPr>
                <p14:cNvContentPartPr/>
                <p14:nvPr/>
              </p14:nvContentPartPr>
              <p14:xfrm>
                <a:off x="3892588" y="3066059"/>
                <a:ext cx="2205720" cy="63000"/>
              </p14:xfrm>
            </p:contentPart>
          </mc:Choice>
          <mc:Fallback>
            <p:pic>
              <p:nvPicPr>
                <p:cNvPr id="5" name="Ink 4">
                  <a:extLst>
                    <a:ext uri="{FF2B5EF4-FFF2-40B4-BE49-F238E27FC236}">
                      <a16:creationId xmlns:a16="http://schemas.microsoft.com/office/drawing/2014/main" id="{315D4E03-ED36-FCD8-4B48-A8F67B88DB9A}"/>
                    </a:ext>
                  </a:extLst>
                </p:cNvPr>
                <p:cNvPicPr/>
                <p:nvPr/>
              </p:nvPicPr>
              <p:blipFill>
                <a:blip r:embed="rId14"/>
                <a:stretch>
                  <a:fillRect/>
                </a:stretch>
              </p:blipFill>
              <p:spPr>
                <a:xfrm>
                  <a:off x="3888268" y="3061739"/>
                  <a:ext cx="2214360" cy="7164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8" name="Ink 7">
                  <a:extLst>
                    <a:ext uri="{FF2B5EF4-FFF2-40B4-BE49-F238E27FC236}">
                      <a16:creationId xmlns:a16="http://schemas.microsoft.com/office/drawing/2014/main" id="{DDF19442-EAC0-746E-4CB8-ACA5FF976D00}"/>
                    </a:ext>
                  </a:extLst>
                </p14:cNvPr>
                <p14:cNvContentPartPr/>
                <p14:nvPr/>
              </p14:nvContentPartPr>
              <p14:xfrm>
                <a:off x="6688708" y="2868779"/>
                <a:ext cx="1249200" cy="1333800"/>
              </p14:xfrm>
            </p:contentPart>
          </mc:Choice>
          <mc:Fallback>
            <p:pic>
              <p:nvPicPr>
                <p:cNvPr id="8" name="Ink 7">
                  <a:extLst>
                    <a:ext uri="{FF2B5EF4-FFF2-40B4-BE49-F238E27FC236}">
                      <a16:creationId xmlns:a16="http://schemas.microsoft.com/office/drawing/2014/main" id="{DDF19442-EAC0-746E-4CB8-ACA5FF976D00}"/>
                    </a:ext>
                  </a:extLst>
                </p:cNvPr>
                <p:cNvPicPr/>
                <p:nvPr/>
              </p:nvPicPr>
              <p:blipFill>
                <a:blip r:embed="rId16"/>
                <a:stretch>
                  <a:fillRect/>
                </a:stretch>
              </p:blipFill>
              <p:spPr>
                <a:xfrm>
                  <a:off x="6684388" y="2864459"/>
                  <a:ext cx="1257840" cy="134244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0" name="Ink 9">
                  <a:extLst>
                    <a:ext uri="{FF2B5EF4-FFF2-40B4-BE49-F238E27FC236}">
                      <a16:creationId xmlns:a16="http://schemas.microsoft.com/office/drawing/2014/main" id="{D6F1A805-9EAA-9BAC-DF6D-5B4A3A86FE29}"/>
                    </a:ext>
                  </a:extLst>
                </p14:cNvPr>
                <p14:cNvContentPartPr/>
                <p14:nvPr/>
              </p14:nvContentPartPr>
              <p14:xfrm>
                <a:off x="7522828" y="2863739"/>
                <a:ext cx="1083600" cy="1279440"/>
              </p14:xfrm>
            </p:contentPart>
          </mc:Choice>
          <mc:Fallback>
            <p:pic>
              <p:nvPicPr>
                <p:cNvPr id="10" name="Ink 9">
                  <a:extLst>
                    <a:ext uri="{FF2B5EF4-FFF2-40B4-BE49-F238E27FC236}">
                      <a16:creationId xmlns:a16="http://schemas.microsoft.com/office/drawing/2014/main" id="{D6F1A805-9EAA-9BAC-DF6D-5B4A3A86FE29}"/>
                    </a:ext>
                  </a:extLst>
                </p:cNvPr>
                <p:cNvPicPr/>
                <p:nvPr/>
              </p:nvPicPr>
              <p:blipFill>
                <a:blip r:embed="rId18"/>
                <a:stretch>
                  <a:fillRect/>
                </a:stretch>
              </p:blipFill>
              <p:spPr>
                <a:xfrm>
                  <a:off x="7518508" y="2859419"/>
                  <a:ext cx="1092240" cy="128808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2" name="Ink 11">
                  <a:extLst>
                    <a:ext uri="{FF2B5EF4-FFF2-40B4-BE49-F238E27FC236}">
                      <a16:creationId xmlns:a16="http://schemas.microsoft.com/office/drawing/2014/main" id="{8760380E-96C7-BC12-E0F7-A2A9042C2C0B}"/>
                    </a:ext>
                  </a:extLst>
                </p14:cNvPr>
                <p14:cNvContentPartPr/>
                <p14:nvPr/>
              </p14:nvContentPartPr>
              <p14:xfrm>
                <a:off x="6813988" y="2661419"/>
                <a:ext cx="176760" cy="310680"/>
              </p14:xfrm>
            </p:contentPart>
          </mc:Choice>
          <mc:Fallback>
            <p:pic>
              <p:nvPicPr>
                <p:cNvPr id="12" name="Ink 11">
                  <a:extLst>
                    <a:ext uri="{FF2B5EF4-FFF2-40B4-BE49-F238E27FC236}">
                      <a16:creationId xmlns:a16="http://schemas.microsoft.com/office/drawing/2014/main" id="{8760380E-96C7-BC12-E0F7-A2A9042C2C0B}"/>
                    </a:ext>
                  </a:extLst>
                </p:cNvPr>
                <p:cNvPicPr/>
                <p:nvPr/>
              </p:nvPicPr>
              <p:blipFill>
                <a:blip r:embed="rId20"/>
                <a:stretch>
                  <a:fillRect/>
                </a:stretch>
              </p:blipFill>
              <p:spPr>
                <a:xfrm>
                  <a:off x="6809668" y="2657099"/>
                  <a:ext cx="185400" cy="31932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3" name="Ink 12">
                  <a:extLst>
                    <a:ext uri="{FF2B5EF4-FFF2-40B4-BE49-F238E27FC236}">
                      <a16:creationId xmlns:a16="http://schemas.microsoft.com/office/drawing/2014/main" id="{80BDD75A-1331-D569-2790-7AA6420BE0BF}"/>
                    </a:ext>
                  </a:extLst>
                </p14:cNvPr>
                <p14:cNvContentPartPr/>
                <p14:nvPr/>
              </p14:nvContentPartPr>
              <p14:xfrm>
                <a:off x="6884908" y="2798219"/>
                <a:ext cx="128520" cy="75240"/>
              </p14:xfrm>
            </p:contentPart>
          </mc:Choice>
          <mc:Fallback>
            <p:pic>
              <p:nvPicPr>
                <p:cNvPr id="13" name="Ink 12">
                  <a:extLst>
                    <a:ext uri="{FF2B5EF4-FFF2-40B4-BE49-F238E27FC236}">
                      <a16:creationId xmlns:a16="http://schemas.microsoft.com/office/drawing/2014/main" id="{80BDD75A-1331-D569-2790-7AA6420BE0BF}"/>
                    </a:ext>
                  </a:extLst>
                </p:cNvPr>
                <p:cNvPicPr/>
                <p:nvPr/>
              </p:nvPicPr>
              <p:blipFill>
                <a:blip r:embed="rId22"/>
                <a:stretch>
                  <a:fillRect/>
                </a:stretch>
              </p:blipFill>
              <p:spPr>
                <a:xfrm>
                  <a:off x="6880588" y="2793899"/>
                  <a:ext cx="137160" cy="8388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4" name="Ink 13">
                  <a:extLst>
                    <a:ext uri="{FF2B5EF4-FFF2-40B4-BE49-F238E27FC236}">
                      <a16:creationId xmlns:a16="http://schemas.microsoft.com/office/drawing/2014/main" id="{EC2D30EC-E009-B27C-F8D4-8B46CC379BC5}"/>
                    </a:ext>
                  </a:extLst>
                </p14:cNvPr>
                <p14:cNvContentPartPr/>
                <p14:nvPr/>
              </p14:nvContentPartPr>
              <p14:xfrm>
                <a:off x="8394388" y="2687339"/>
                <a:ext cx="9720" cy="290880"/>
              </p14:xfrm>
            </p:contentPart>
          </mc:Choice>
          <mc:Fallback>
            <p:pic>
              <p:nvPicPr>
                <p:cNvPr id="14" name="Ink 13">
                  <a:extLst>
                    <a:ext uri="{FF2B5EF4-FFF2-40B4-BE49-F238E27FC236}">
                      <a16:creationId xmlns:a16="http://schemas.microsoft.com/office/drawing/2014/main" id="{EC2D30EC-E009-B27C-F8D4-8B46CC379BC5}"/>
                    </a:ext>
                  </a:extLst>
                </p:cNvPr>
                <p:cNvPicPr/>
                <p:nvPr/>
              </p:nvPicPr>
              <p:blipFill>
                <a:blip r:embed="rId24"/>
                <a:stretch>
                  <a:fillRect/>
                </a:stretch>
              </p:blipFill>
              <p:spPr>
                <a:xfrm>
                  <a:off x="8390068" y="2683019"/>
                  <a:ext cx="18360" cy="29952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5" name="Ink 14">
                  <a:extLst>
                    <a:ext uri="{FF2B5EF4-FFF2-40B4-BE49-F238E27FC236}">
                      <a16:creationId xmlns:a16="http://schemas.microsoft.com/office/drawing/2014/main" id="{4394202B-BCE8-42CC-42EE-62EDD548D8EA}"/>
                    </a:ext>
                  </a:extLst>
                </p14:cNvPr>
                <p14:cNvContentPartPr/>
                <p14:nvPr/>
              </p14:nvContentPartPr>
              <p14:xfrm>
                <a:off x="8378188" y="2724059"/>
                <a:ext cx="177840" cy="288360"/>
              </p14:xfrm>
            </p:contentPart>
          </mc:Choice>
          <mc:Fallback>
            <p:pic>
              <p:nvPicPr>
                <p:cNvPr id="15" name="Ink 14">
                  <a:extLst>
                    <a:ext uri="{FF2B5EF4-FFF2-40B4-BE49-F238E27FC236}">
                      <a16:creationId xmlns:a16="http://schemas.microsoft.com/office/drawing/2014/main" id="{4394202B-BCE8-42CC-42EE-62EDD548D8EA}"/>
                    </a:ext>
                  </a:extLst>
                </p:cNvPr>
                <p:cNvPicPr/>
                <p:nvPr/>
              </p:nvPicPr>
              <p:blipFill>
                <a:blip r:embed="rId26"/>
                <a:stretch>
                  <a:fillRect/>
                </a:stretch>
              </p:blipFill>
              <p:spPr>
                <a:xfrm>
                  <a:off x="8373868" y="2719739"/>
                  <a:ext cx="186480" cy="2970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20" name="Ink 19">
                  <a:extLst>
                    <a:ext uri="{FF2B5EF4-FFF2-40B4-BE49-F238E27FC236}">
                      <a16:creationId xmlns:a16="http://schemas.microsoft.com/office/drawing/2014/main" id="{D3F2575E-3F0E-5B69-41D8-A89B957D25EA}"/>
                    </a:ext>
                  </a:extLst>
                </p14:cNvPr>
                <p14:cNvContentPartPr/>
                <p14:nvPr/>
              </p14:nvContentPartPr>
              <p14:xfrm>
                <a:off x="6810028" y="2932139"/>
                <a:ext cx="696600" cy="243000"/>
              </p14:xfrm>
            </p:contentPart>
          </mc:Choice>
          <mc:Fallback>
            <p:pic>
              <p:nvPicPr>
                <p:cNvPr id="20" name="Ink 19">
                  <a:extLst>
                    <a:ext uri="{FF2B5EF4-FFF2-40B4-BE49-F238E27FC236}">
                      <a16:creationId xmlns:a16="http://schemas.microsoft.com/office/drawing/2014/main" id="{D3F2575E-3F0E-5B69-41D8-A89B957D25EA}"/>
                    </a:ext>
                  </a:extLst>
                </p:cNvPr>
                <p:cNvPicPr/>
                <p:nvPr/>
              </p:nvPicPr>
              <p:blipFill>
                <a:blip r:embed="rId28"/>
                <a:stretch>
                  <a:fillRect/>
                </a:stretch>
              </p:blipFill>
              <p:spPr>
                <a:xfrm>
                  <a:off x="6805708" y="2927819"/>
                  <a:ext cx="705240" cy="25164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1" name="Ink 20">
                  <a:extLst>
                    <a:ext uri="{FF2B5EF4-FFF2-40B4-BE49-F238E27FC236}">
                      <a16:creationId xmlns:a16="http://schemas.microsoft.com/office/drawing/2014/main" id="{9E5996B0-BC64-CF8F-D4FA-2F5D0FD02309}"/>
                    </a:ext>
                  </a:extLst>
                </p14:cNvPr>
                <p14:cNvContentPartPr/>
                <p14:nvPr/>
              </p14:nvContentPartPr>
              <p14:xfrm>
                <a:off x="6726508" y="2990099"/>
                <a:ext cx="901800" cy="338760"/>
              </p14:xfrm>
            </p:contentPart>
          </mc:Choice>
          <mc:Fallback>
            <p:pic>
              <p:nvPicPr>
                <p:cNvPr id="21" name="Ink 20">
                  <a:extLst>
                    <a:ext uri="{FF2B5EF4-FFF2-40B4-BE49-F238E27FC236}">
                      <a16:creationId xmlns:a16="http://schemas.microsoft.com/office/drawing/2014/main" id="{9E5996B0-BC64-CF8F-D4FA-2F5D0FD02309}"/>
                    </a:ext>
                  </a:extLst>
                </p:cNvPr>
                <p:cNvPicPr/>
                <p:nvPr/>
              </p:nvPicPr>
              <p:blipFill>
                <a:blip r:embed="rId30"/>
                <a:stretch>
                  <a:fillRect/>
                </a:stretch>
              </p:blipFill>
              <p:spPr>
                <a:xfrm>
                  <a:off x="6722188" y="2985779"/>
                  <a:ext cx="910440" cy="34740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2" name="Ink 21">
                  <a:extLst>
                    <a:ext uri="{FF2B5EF4-FFF2-40B4-BE49-F238E27FC236}">
                      <a16:creationId xmlns:a16="http://schemas.microsoft.com/office/drawing/2014/main" id="{CE453C39-2BE5-1959-FFFE-48E43598725B}"/>
                    </a:ext>
                  </a:extLst>
                </p14:cNvPr>
                <p14:cNvContentPartPr/>
                <p14:nvPr/>
              </p14:nvContentPartPr>
              <p14:xfrm>
                <a:off x="6711028" y="3146699"/>
                <a:ext cx="817560" cy="317160"/>
              </p14:xfrm>
            </p:contentPart>
          </mc:Choice>
          <mc:Fallback>
            <p:pic>
              <p:nvPicPr>
                <p:cNvPr id="22" name="Ink 21">
                  <a:extLst>
                    <a:ext uri="{FF2B5EF4-FFF2-40B4-BE49-F238E27FC236}">
                      <a16:creationId xmlns:a16="http://schemas.microsoft.com/office/drawing/2014/main" id="{CE453C39-2BE5-1959-FFFE-48E43598725B}"/>
                    </a:ext>
                  </a:extLst>
                </p:cNvPr>
                <p:cNvPicPr/>
                <p:nvPr/>
              </p:nvPicPr>
              <p:blipFill>
                <a:blip r:embed="rId32"/>
                <a:stretch>
                  <a:fillRect/>
                </a:stretch>
              </p:blipFill>
              <p:spPr>
                <a:xfrm>
                  <a:off x="6706708" y="3142379"/>
                  <a:ext cx="826200" cy="32580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3" name="Ink 22">
                  <a:extLst>
                    <a:ext uri="{FF2B5EF4-FFF2-40B4-BE49-F238E27FC236}">
                      <a16:creationId xmlns:a16="http://schemas.microsoft.com/office/drawing/2014/main" id="{D6B77B33-7252-FA0C-BDF8-D3B4578F89A1}"/>
                    </a:ext>
                  </a:extLst>
                </p14:cNvPr>
                <p14:cNvContentPartPr/>
                <p14:nvPr/>
              </p14:nvContentPartPr>
              <p14:xfrm>
                <a:off x="6717868" y="3310859"/>
                <a:ext cx="808200" cy="337320"/>
              </p14:xfrm>
            </p:contentPart>
          </mc:Choice>
          <mc:Fallback>
            <p:pic>
              <p:nvPicPr>
                <p:cNvPr id="23" name="Ink 22">
                  <a:extLst>
                    <a:ext uri="{FF2B5EF4-FFF2-40B4-BE49-F238E27FC236}">
                      <a16:creationId xmlns:a16="http://schemas.microsoft.com/office/drawing/2014/main" id="{D6B77B33-7252-FA0C-BDF8-D3B4578F89A1}"/>
                    </a:ext>
                  </a:extLst>
                </p:cNvPr>
                <p:cNvPicPr/>
                <p:nvPr/>
              </p:nvPicPr>
              <p:blipFill>
                <a:blip r:embed="rId34"/>
                <a:stretch>
                  <a:fillRect/>
                </a:stretch>
              </p:blipFill>
              <p:spPr>
                <a:xfrm>
                  <a:off x="6713548" y="3306539"/>
                  <a:ext cx="816840" cy="34596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4" name="Ink 23">
                  <a:extLst>
                    <a:ext uri="{FF2B5EF4-FFF2-40B4-BE49-F238E27FC236}">
                      <a16:creationId xmlns:a16="http://schemas.microsoft.com/office/drawing/2014/main" id="{CF61B1A9-FCA2-C8AD-D64E-80EE8A632F10}"/>
                    </a:ext>
                  </a:extLst>
                </p14:cNvPr>
                <p14:cNvContentPartPr/>
                <p14:nvPr/>
              </p14:nvContentPartPr>
              <p14:xfrm>
                <a:off x="6762868" y="3517499"/>
                <a:ext cx="732240" cy="252720"/>
              </p14:xfrm>
            </p:contentPart>
          </mc:Choice>
          <mc:Fallback>
            <p:pic>
              <p:nvPicPr>
                <p:cNvPr id="24" name="Ink 23">
                  <a:extLst>
                    <a:ext uri="{FF2B5EF4-FFF2-40B4-BE49-F238E27FC236}">
                      <a16:creationId xmlns:a16="http://schemas.microsoft.com/office/drawing/2014/main" id="{CF61B1A9-FCA2-C8AD-D64E-80EE8A632F10}"/>
                    </a:ext>
                  </a:extLst>
                </p:cNvPr>
                <p:cNvPicPr/>
                <p:nvPr/>
              </p:nvPicPr>
              <p:blipFill>
                <a:blip r:embed="rId36"/>
                <a:stretch>
                  <a:fillRect/>
                </a:stretch>
              </p:blipFill>
              <p:spPr>
                <a:xfrm>
                  <a:off x="6758548" y="3513179"/>
                  <a:ext cx="740880" cy="26136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5" name="Ink 24">
                  <a:extLst>
                    <a:ext uri="{FF2B5EF4-FFF2-40B4-BE49-F238E27FC236}">
                      <a16:creationId xmlns:a16="http://schemas.microsoft.com/office/drawing/2014/main" id="{F946657E-15CE-DDA0-3B56-BD6F8D01C258}"/>
                    </a:ext>
                  </a:extLst>
                </p14:cNvPr>
                <p14:cNvContentPartPr/>
                <p14:nvPr/>
              </p14:nvContentPartPr>
              <p14:xfrm>
                <a:off x="6847828" y="3674099"/>
                <a:ext cx="667440" cy="227520"/>
              </p14:xfrm>
            </p:contentPart>
          </mc:Choice>
          <mc:Fallback>
            <p:pic>
              <p:nvPicPr>
                <p:cNvPr id="25" name="Ink 24">
                  <a:extLst>
                    <a:ext uri="{FF2B5EF4-FFF2-40B4-BE49-F238E27FC236}">
                      <a16:creationId xmlns:a16="http://schemas.microsoft.com/office/drawing/2014/main" id="{F946657E-15CE-DDA0-3B56-BD6F8D01C258}"/>
                    </a:ext>
                  </a:extLst>
                </p:cNvPr>
                <p:cNvPicPr/>
                <p:nvPr/>
              </p:nvPicPr>
              <p:blipFill>
                <a:blip r:embed="rId38"/>
                <a:stretch>
                  <a:fillRect/>
                </a:stretch>
              </p:blipFill>
              <p:spPr>
                <a:xfrm>
                  <a:off x="6843508" y="3669779"/>
                  <a:ext cx="676080" cy="23616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6" name="Ink 25">
                  <a:extLst>
                    <a:ext uri="{FF2B5EF4-FFF2-40B4-BE49-F238E27FC236}">
                      <a16:creationId xmlns:a16="http://schemas.microsoft.com/office/drawing/2014/main" id="{D30E02C1-F6A1-2DFB-8514-EE48D4641602}"/>
                    </a:ext>
                  </a:extLst>
                </p14:cNvPr>
                <p14:cNvContentPartPr/>
                <p14:nvPr/>
              </p14:nvContentPartPr>
              <p14:xfrm>
                <a:off x="6893548" y="3794699"/>
                <a:ext cx="720720" cy="264960"/>
              </p14:xfrm>
            </p:contentPart>
          </mc:Choice>
          <mc:Fallback>
            <p:pic>
              <p:nvPicPr>
                <p:cNvPr id="26" name="Ink 25">
                  <a:extLst>
                    <a:ext uri="{FF2B5EF4-FFF2-40B4-BE49-F238E27FC236}">
                      <a16:creationId xmlns:a16="http://schemas.microsoft.com/office/drawing/2014/main" id="{D30E02C1-F6A1-2DFB-8514-EE48D4641602}"/>
                    </a:ext>
                  </a:extLst>
                </p:cNvPr>
                <p:cNvPicPr/>
                <p:nvPr/>
              </p:nvPicPr>
              <p:blipFill>
                <a:blip r:embed="rId40"/>
                <a:stretch>
                  <a:fillRect/>
                </a:stretch>
              </p:blipFill>
              <p:spPr>
                <a:xfrm>
                  <a:off x="6889228" y="3790379"/>
                  <a:ext cx="729360" cy="27360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7" name="Ink 26">
                  <a:extLst>
                    <a:ext uri="{FF2B5EF4-FFF2-40B4-BE49-F238E27FC236}">
                      <a16:creationId xmlns:a16="http://schemas.microsoft.com/office/drawing/2014/main" id="{844FE0FF-1825-5219-7AE0-9020E35C1AE0}"/>
                    </a:ext>
                  </a:extLst>
                </p14:cNvPr>
                <p14:cNvContentPartPr/>
                <p14:nvPr/>
              </p14:nvContentPartPr>
              <p14:xfrm>
                <a:off x="7102348" y="3917819"/>
                <a:ext cx="508320" cy="181080"/>
              </p14:xfrm>
            </p:contentPart>
          </mc:Choice>
          <mc:Fallback>
            <p:pic>
              <p:nvPicPr>
                <p:cNvPr id="27" name="Ink 26">
                  <a:extLst>
                    <a:ext uri="{FF2B5EF4-FFF2-40B4-BE49-F238E27FC236}">
                      <a16:creationId xmlns:a16="http://schemas.microsoft.com/office/drawing/2014/main" id="{844FE0FF-1825-5219-7AE0-9020E35C1AE0}"/>
                    </a:ext>
                  </a:extLst>
                </p:cNvPr>
                <p:cNvPicPr/>
                <p:nvPr/>
              </p:nvPicPr>
              <p:blipFill>
                <a:blip r:embed="rId42"/>
                <a:stretch>
                  <a:fillRect/>
                </a:stretch>
              </p:blipFill>
              <p:spPr>
                <a:xfrm>
                  <a:off x="7098028" y="3913499"/>
                  <a:ext cx="516960" cy="18972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8" name="Ink 27">
                  <a:extLst>
                    <a:ext uri="{FF2B5EF4-FFF2-40B4-BE49-F238E27FC236}">
                      <a16:creationId xmlns:a16="http://schemas.microsoft.com/office/drawing/2014/main" id="{6149C110-6145-1AF8-2B0E-25297AB73372}"/>
                    </a:ext>
                  </a:extLst>
                </p14:cNvPr>
                <p14:cNvContentPartPr/>
                <p14:nvPr/>
              </p14:nvContentPartPr>
              <p14:xfrm>
                <a:off x="7191628" y="3994859"/>
                <a:ext cx="554760" cy="270000"/>
              </p14:xfrm>
            </p:contentPart>
          </mc:Choice>
          <mc:Fallback>
            <p:pic>
              <p:nvPicPr>
                <p:cNvPr id="28" name="Ink 27">
                  <a:extLst>
                    <a:ext uri="{FF2B5EF4-FFF2-40B4-BE49-F238E27FC236}">
                      <a16:creationId xmlns:a16="http://schemas.microsoft.com/office/drawing/2014/main" id="{6149C110-6145-1AF8-2B0E-25297AB73372}"/>
                    </a:ext>
                  </a:extLst>
                </p:cNvPr>
                <p:cNvPicPr/>
                <p:nvPr/>
              </p:nvPicPr>
              <p:blipFill>
                <a:blip r:embed="rId44"/>
                <a:stretch>
                  <a:fillRect/>
                </a:stretch>
              </p:blipFill>
              <p:spPr>
                <a:xfrm>
                  <a:off x="7187308" y="3990539"/>
                  <a:ext cx="563400" cy="27864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9" name="Ink 28">
                  <a:extLst>
                    <a:ext uri="{FF2B5EF4-FFF2-40B4-BE49-F238E27FC236}">
                      <a16:creationId xmlns:a16="http://schemas.microsoft.com/office/drawing/2014/main" id="{252933EB-A8D4-6D36-9C29-9C334C5C6BF8}"/>
                    </a:ext>
                  </a:extLst>
                </p14:cNvPr>
                <p14:cNvContentPartPr/>
                <p14:nvPr/>
              </p14:nvContentPartPr>
              <p14:xfrm>
                <a:off x="7466668" y="4111859"/>
                <a:ext cx="26640" cy="1242360"/>
              </p14:xfrm>
            </p:contentPart>
          </mc:Choice>
          <mc:Fallback>
            <p:pic>
              <p:nvPicPr>
                <p:cNvPr id="29" name="Ink 28">
                  <a:extLst>
                    <a:ext uri="{FF2B5EF4-FFF2-40B4-BE49-F238E27FC236}">
                      <a16:creationId xmlns:a16="http://schemas.microsoft.com/office/drawing/2014/main" id="{252933EB-A8D4-6D36-9C29-9C334C5C6BF8}"/>
                    </a:ext>
                  </a:extLst>
                </p:cNvPr>
                <p:cNvPicPr/>
                <p:nvPr/>
              </p:nvPicPr>
              <p:blipFill>
                <a:blip r:embed="rId46"/>
                <a:stretch>
                  <a:fillRect/>
                </a:stretch>
              </p:blipFill>
              <p:spPr>
                <a:xfrm>
                  <a:off x="7462348" y="4107539"/>
                  <a:ext cx="35280" cy="125100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0" name="Ink 29">
                  <a:extLst>
                    <a:ext uri="{FF2B5EF4-FFF2-40B4-BE49-F238E27FC236}">
                      <a16:creationId xmlns:a16="http://schemas.microsoft.com/office/drawing/2014/main" id="{A056E3FF-3D07-FD29-F320-48102AC0D923}"/>
                    </a:ext>
                  </a:extLst>
                </p14:cNvPr>
                <p14:cNvContentPartPr/>
                <p14:nvPr/>
              </p14:nvContentPartPr>
              <p14:xfrm>
                <a:off x="7385668" y="5023739"/>
                <a:ext cx="220680" cy="292320"/>
              </p14:xfrm>
            </p:contentPart>
          </mc:Choice>
          <mc:Fallback>
            <p:pic>
              <p:nvPicPr>
                <p:cNvPr id="30" name="Ink 29">
                  <a:extLst>
                    <a:ext uri="{FF2B5EF4-FFF2-40B4-BE49-F238E27FC236}">
                      <a16:creationId xmlns:a16="http://schemas.microsoft.com/office/drawing/2014/main" id="{A056E3FF-3D07-FD29-F320-48102AC0D923}"/>
                    </a:ext>
                  </a:extLst>
                </p:cNvPr>
                <p:cNvPicPr/>
                <p:nvPr/>
              </p:nvPicPr>
              <p:blipFill>
                <a:blip r:embed="rId48"/>
                <a:stretch>
                  <a:fillRect/>
                </a:stretch>
              </p:blipFill>
              <p:spPr>
                <a:xfrm>
                  <a:off x="7381348" y="5019419"/>
                  <a:ext cx="229320" cy="30096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1" name="Ink 30">
                  <a:extLst>
                    <a:ext uri="{FF2B5EF4-FFF2-40B4-BE49-F238E27FC236}">
                      <a16:creationId xmlns:a16="http://schemas.microsoft.com/office/drawing/2014/main" id="{18278E4F-2971-266F-820C-54025FC1A097}"/>
                    </a:ext>
                  </a:extLst>
                </p14:cNvPr>
                <p14:cNvContentPartPr/>
                <p14:nvPr/>
              </p14:nvContentPartPr>
              <p14:xfrm>
                <a:off x="7182268" y="5589659"/>
                <a:ext cx="119520" cy="332280"/>
              </p14:xfrm>
            </p:contentPart>
          </mc:Choice>
          <mc:Fallback>
            <p:pic>
              <p:nvPicPr>
                <p:cNvPr id="31" name="Ink 30">
                  <a:extLst>
                    <a:ext uri="{FF2B5EF4-FFF2-40B4-BE49-F238E27FC236}">
                      <a16:creationId xmlns:a16="http://schemas.microsoft.com/office/drawing/2014/main" id="{18278E4F-2971-266F-820C-54025FC1A097}"/>
                    </a:ext>
                  </a:extLst>
                </p:cNvPr>
                <p:cNvPicPr/>
                <p:nvPr/>
              </p:nvPicPr>
              <p:blipFill>
                <a:blip r:embed="rId50"/>
                <a:stretch>
                  <a:fillRect/>
                </a:stretch>
              </p:blipFill>
              <p:spPr>
                <a:xfrm>
                  <a:off x="7177948" y="5585339"/>
                  <a:ext cx="128160" cy="34092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2" name="Ink 31">
                  <a:extLst>
                    <a:ext uri="{FF2B5EF4-FFF2-40B4-BE49-F238E27FC236}">
                      <a16:creationId xmlns:a16="http://schemas.microsoft.com/office/drawing/2014/main" id="{ADD323B5-F88A-3C83-7E9E-87F9635CBF5A}"/>
                    </a:ext>
                  </a:extLst>
                </p14:cNvPr>
                <p14:cNvContentPartPr/>
                <p14:nvPr/>
              </p14:nvContentPartPr>
              <p14:xfrm>
                <a:off x="7159588" y="5740139"/>
                <a:ext cx="117720" cy="43200"/>
              </p14:xfrm>
            </p:contentPart>
          </mc:Choice>
          <mc:Fallback>
            <p:pic>
              <p:nvPicPr>
                <p:cNvPr id="32" name="Ink 31">
                  <a:extLst>
                    <a:ext uri="{FF2B5EF4-FFF2-40B4-BE49-F238E27FC236}">
                      <a16:creationId xmlns:a16="http://schemas.microsoft.com/office/drawing/2014/main" id="{ADD323B5-F88A-3C83-7E9E-87F9635CBF5A}"/>
                    </a:ext>
                  </a:extLst>
                </p:cNvPr>
                <p:cNvPicPr/>
                <p:nvPr/>
              </p:nvPicPr>
              <p:blipFill>
                <a:blip r:embed="rId52"/>
                <a:stretch>
                  <a:fillRect/>
                </a:stretch>
              </p:blipFill>
              <p:spPr>
                <a:xfrm>
                  <a:off x="7155268" y="5735819"/>
                  <a:ext cx="126360" cy="5184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3" name="Ink 32">
                  <a:extLst>
                    <a:ext uri="{FF2B5EF4-FFF2-40B4-BE49-F238E27FC236}">
                      <a16:creationId xmlns:a16="http://schemas.microsoft.com/office/drawing/2014/main" id="{9369A725-70FC-DA58-023F-BF3DD571331E}"/>
                    </a:ext>
                  </a:extLst>
                </p14:cNvPr>
                <p14:cNvContentPartPr/>
                <p14:nvPr/>
              </p14:nvContentPartPr>
              <p14:xfrm>
                <a:off x="7421668" y="5642219"/>
                <a:ext cx="131400" cy="213840"/>
              </p14:xfrm>
            </p:contentPart>
          </mc:Choice>
          <mc:Fallback>
            <p:pic>
              <p:nvPicPr>
                <p:cNvPr id="33" name="Ink 32">
                  <a:extLst>
                    <a:ext uri="{FF2B5EF4-FFF2-40B4-BE49-F238E27FC236}">
                      <a16:creationId xmlns:a16="http://schemas.microsoft.com/office/drawing/2014/main" id="{9369A725-70FC-DA58-023F-BF3DD571331E}"/>
                    </a:ext>
                  </a:extLst>
                </p:cNvPr>
                <p:cNvPicPr/>
                <p:nvPr/>
              </p:nvPicPr>
              <p:blipFill>
                <a:blip r:embed="rId54"/>
                <a:stretch>
                  <a:fillRect/>
                </a:stretch>
              </p:blipFill>
              <p:spPr>
                <a:xfrm>
                  <a:off x="7417348" y="5637899"/>
                  <a:ext cx="140040" cy="22248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4" name="Ink 33">
                  <a:extLst>
                    <a:ext uri="{FF2B5EF4-FFF2-40B4-BE49-F238E27FC236}">
                      <a16:creationId xmlns:a16="http://schemas.microsoft.com/office/drawing/2014/main" id="{A691D73B-B16B-2990-D0FF-FFFECE295597}"/>
                    </a:ext>
                  </a:extLst>
                </p14:cNvPr>
                <p14:cNvContentPartPr/>
                <p14:nvPr/>
              </p14:nvContentPartPr>
              <p14:xfrm>
                <a:off x="7675108" y="5692619"/>
                <a:ext cx="40320" cy="212040"/>
              </p14:xfrm>
            </p:contentPart>
          </mc:Choice>
          <mc:Fallback>
            <p:pic>
              <p:nvPicPr>
                <p:cNvPr id="34" name="Ink 33">
                  <a:extLst>
                    <a:ext uri="{FF2B5EF4-FFF2-40B4-BE49-F238E27FC236}">
                      <a16:creationId xmlns:a16="http://schemas.microsoft.com/office/drawing/2014/main" id="{A691D73B-B16B-2990-D0FF-FFFECE295597}"/>
                    </a:ext>
                  </a:extLst>
                </p:cNvPr>
                <p:cNvPicPr/>
                <p:nvPr/>
              </p:nvPicPr>
              <p:blipFill>
                <a:blip r:embed="rId56"/>
                <a:stretch>
                  <a:fillRect/>
                </a:stretch>
              </p:blipFill>
              <p:spPr>
                <a:xfrm>
                  <a:off x="7670788" y="5688299"/>
                  <a:ext cx="48960" cy="22068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5" name="Ink 34">
                  <a:extLst>
                    <a:ext uri="{FF2B5EF4-FFF2-40B4-BE49-F238E27FC236}">
                      <a16:creationId xmlns:a16="http://schemas.microsoft.com/office/drawing/2014/main" id="{ACD985C7-B1A9-476D-8F44-0BC3AC24F686}"/>
                    </a:ext>
                  </a:extLst>
                </p14:cNvPr>
                <p14:cNvContentPartPr/>
                <p14:nvPr/>
              </p14:nvContentPartPr>
              <p14:xfrm>
                <a:off x="7677268" y="5641859"/>
                <a:ext cx="156960" cy="304560"/>
              </p14:xfrm>
            </p:contentPart>
          </mc:Choice>
          <mc:Fallback>
            <p:pic>
              <p:nvPicPr>
                <p:cNvPr id="35" name="Ink 34">
                  <a:extLst>
                    <a:ext uri="{FF2B5EF4-FFF2-40B4-BE49-F238E27FC236}">
                      <a16:creationId xmlns:a16="http://schemas.microsoft.com/office/drawing/2014/main" id="{ACD985C7-B1A9-476D-8F44-0BC3AC24F686}"/>
                    </a:ext>
                  </a:extLst>
                </p:cNvPr>
                <p:cNvPicPr/>
                <p:nvPr/>
              </p:nvPicPr>
              <p:blipFill>
                <a:blip r:embed="rId58"/>
                <a:stretch>
                  <a:fillRect/>
                </a:stretch>
              </p:blipFill>
              <p:spPr>
                <a:xfrm>
                  <a:off x="7672948" y="5637539"/>
                  <a:ext cx="165600" cy="31320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36" name="Ink 35">
                  <a:extLst>
                    <a:ext uri="{FF2B5EF4-FFF2-40B4-BE49-F238E27FC236}">
                      <a16:creationId xmlns:a16="http://schemas.microsoft.com/office/drawing/2014/main" id="{EFC20253-3BF1-2904-4626-2C9EEEE10E86}"/>
                    </a:ext>
                  </a:extLst>
                </p14:cNvPr>
                <p14:cNvContentPartPr/>
                <p14:nvPr/>
              </p14:nvContentPartPr>
              <p14:xfrm>
                <a:off x="7873468" y="5443139"/>
                <a:ext cx="59760" cy="161640"/>
              </p14:xfrm>
            </p:contentPart>
          </mc:Choice>
          <mc:Fallback>
            <p:pic>
              <p:nvPicPr>
                <p:cNvPr id="36" name="Ink 35">
                  <a:extLst>
                    <a:ext uri="{FF2B5EF4-FFF2-40B4-BE49-F238E27FC236}">
                      <a16:creationId xmlns:a16="http://schemas.microsoft.com/office/drawing/2014/main" id="{EFC20253-3BF1-2904-4626-2C9EEEE10E86}"/>
                    </a:ext>
                  </a:extLst>
                </p:cNvPr>
                <p:cNvPicPr/>
                <p:nvPr/>
              </p:nvPicPr>
              <p:blipFill>
                <a:blip r:embed="rId60"/>
                <a:stretch>
                  <a:fillRect/>
                </a:stretch>
              </p:blipFill>
              <p:spPr>
                <a:xfrm>
                  <a:off x="7869148" y="5438819"/>
                  <a:ext cx="6840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38" name="Ink 37">
                  <a:extLst>
                    <a:ext uri="{FF2B5EF4-FFF2-40B4-BE49-F238E27FC236}">
                      <a16:creationId xmlns:a16="http://schemas.microsoft.com/office/drawing/2014/main" id="{F961DE87-E706-B163-83C7-F54C99394FCD}"/>
                    </a:ext>
                  </a:extLst>
                </p14:cNvPr>
                <p14:cNvContentPartPr/>
                <p14:nvPr/>
              </p14:nvContentPartPr>
              <p14:xfrm>
                <a:off x="2454028" y="6594779"/>
                <a:ext cx="31320" cy="83880"/>
              </p14:xfrm>
            </p:contentPart>
          </mc:Choice>
          <mc:Fallback>
            <p:pic>
              <p:nvPicPr>
                <p:cNvPr id="38" name="Ink 37">
                  <a:extLst>
                    <a:ext uri="{FF2B5EF4-FFF2-40B4-BE49-F238E27FC236}">
                      <a16:creationId xmlns:a16="http://schemas.microsoft.com/office/drawing/2014/main" id="{F961DE87-E706-B163-83C7-F54C99394FCD}"/>
                    </a:ext>
                  </a:extLst>
                </p:cNvPr>
                <p:cNvPicPr/>
                <p:nvPr/>
              </p:nvPicPr>
              <p:blipFill>
                <a:blip r:embed="rId62"/>
                <a:stretch>
                  <a:fillRect/>
                </a:stretch>
              </p:blipFill>
              <p:spPr>
                <a:xfrm>
                  <a:off x="2449708" y="6590459"/>
                  <a:ext cx="39960" cy="9252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39" name="Ink 38">
                  <a:extLst>
                    <a:ext uri="{FF2B5EF4-FFF2-40B4-BE49-F238E27FC236}">
                      <a16:creationId xmlns:a16="http://schemas.microsoft.com/office/drawing/2014/main" id="{A79C6AB9-8408-2F8C-C796-4118AA229130}"/>
                    </a:ext>
                  </a:extLst>
                </p14:cNvPr>
                <p14:cNvContentPartPr/>
                <p14:nvPr/>
              </p14:nvContentPartPr>
              <p14:xfrm>
                <a:off x="1142188" y="5810699"/>
                <a:ext cx="111240" cy="408960"/>
              </p14:xfrm>
            </p:contentPart>
          </mc:Choice>
          <mc:Fallback>
            <p:pic>
              <p:nvPicPr>
                <p:cNvPr id="39" name="Ink 38">
                  <a:extLst>
                    <a:ext uri="{FF2B5EF4-FFF2-40B4-BE49-F238E27FC236}">
                      <a16:creationId xmlns:a16="http://schemas.microsoft.com/office/drawing/2014/main" id="{A79C6AB9-8408-2F8C-C796-4118AA229130}"/>
                    </a:ext>
                  </a:extLst>
                </p:cNvPr>
                <p:cNvPicPr/>
                <p:nvPr/>
              </p:nvPicPr>
              <p:blipFill>
                <a:blip r:embed="rId64"/>
                <a:stretch>
                  <a:fillRect/>
                </a:stretch>
              </p:blipFill>
              <p:spPr>
                <a:xfrm>
                  <a:off x="1137868" y="5806379"/>
                  <a:ext cx="119880" cy="41760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40" name="Ink 39">
                  <a:extLst>
                    <a:ext uri="{FF2B5EF4-FFF2-40B4-BE49-F238E27FC236}">
                      <a16:creationId xmlns:a16="http://schemas.microsoft.com/office/drawing/2014/main" id="{6753C0A1-85B4-03BD-0BE0-3E890101438D}"/>
                    </a:ext>
                  </a:extLst>
                </p14:cNvPr>
                <p14:cNvContentPartPr/>
                <p14:nvPr/>
              </p14:nvContentPartPr>
              <p14:xfrm>
                <a:off x="1393108" y="5647259"/>
                <a:ext cx="240840" cy="768240"/>
              </p14:xfrm>
            </p:contentPart>
          </mc:Choice>
          <mc:Fallback>
            <p:pic>
              <p:nvPicPr>
                <p:cNvPr id="40" name="Ink 39">
                  <a:extLst>
                    <a:ext uri="{FF2B5EF4-FFF2-40B4-BE49-F238E27FC236}">
                      <a16:creationId xmlns:a16="http://schemas.microsoft.com/office/drawing/2014/main" id="{6753C0A1-85B4-03BD-0BE0-3E890101438D}"/>
                    </a:ext>
                  </a:extLst>
                </p:cNvPr>
                <p:cNvPicPr/>
                <p:nvPr/>
              </p:nvPicPr>
              <p:blipFill>
                <a:blip r:embed="rId66"/>
                <a:stretch>
                  <a:fillRect/>
                </a:stretch>
              </p:blipFill>
              <p:spPr>
                <a:xfrm>
                  <a:off x="1388788" y="5642939"/>
                  <a:ext cx="249480" cy="77688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41" name="Ink 40">
                  <a:extLst>
                    <a:ext uri="{FF2B5EF4-FFF2-40B4-BE49-F238E27FC236}">
                      <a16:creationId xmlns:a16="http://schemas.microsoft.com/office/drawing/2014/main" id="{61F9B38D-6868-06CF-513E-7A053C5EEB1D}"/>
                    </a:ext>
                  </a:extLst>
                </p14:cNvPr>
                <p14:cNvContentPartPr/>
                <p14:nvPr/>
              </p14:nvContentPartPr>
              <p14:xfrm>
                <a:off x="1705228" y="5887019"/>
                <a:ext cx="33480" cy="21600"/>
              </p14:xfrm>
            </p:contentPart>
          </mc:Choice>
          <mc:Fallback>
            <p:pic>
              <p:nvPicPr>
                <p:cNvPr id="41" name="Ink 40">
                  <a:extLst>
                    <a:ext uri="{FF2B5EF4-FFF2-40B4-BE49-F238E27FC236}">
                      <a16:creationId xmlns:a16="http://schemas.microsoft.com/office/drawing/2014/main" id="{61F9B38D-6868-06CF-513E-7A053C5EEB1D}"/>
                    </a:ext>
                  </a:extLst>
                </p:cNvPr>
                <p:cNvPicPr/>
                <p:nvPr/>
              </p:nvPicPr>
              <p:blipFill>
                <a:blip r:embed="rId68"/>
                <a:stretch>
                  <a:fillRect/>
                </a:stretch>
              </p:blipFill>
              <p:spPr>
                <a:xfrm>
                  <a:off x="1700908" y="5882699"/>
                  <a:ext cx="4212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42" name="Ink 41">
                  <a:extLst>
                    <a:ext uri="{FF2B5EF4-FFF2-40B4-BE49-F238E27FC236}">
                      <a16:creationId xmlns:a16="http://schemas.microsoft.com/office/drawing/2014/main" id="{351E9047-32B8-0E7D-9E6A-3B33FE0B1473}"/>
                    </a:ext>
                  </a:extLst>
                </p14:cNvPr>
                <p14:cNvContentPartPr/>
                <p14:nvPr/>
              </p14:nvContentPartPr>
              <p14:xfrm>
                <a:off x="1642588" y="5870459"/>
                <a:ext cx="125280" cy="275760"/>
              </p14:xfrm>
            </p:contentPart>
          </mc:Choice>
          <mc:Fallback>
            <p:pic>
              <p:nvPicPr>
                <p:cNvPr id="42" name="Ink 41">
                  <a:extLst>
                    <a:ext uri="{FF2B5EF4-FFF2-40B4-BE49-F238E27FC236}">
                      <a16:creationId xmlns:a16="http://schemas.microsoft.com/office/drawing/2014/main" id="{351E9047-32B8-0E7D-9E6A-3B33FE0B1473}"/>
                    </a:ext>
                  </a:extLst>
                </p:cNvPr>
                <p:cNvPicPr/>
                <p:nvPr/>
              </p:nvPicPr>
              <p:blipFill>
                <a:blip r:embed="rId70"/>
                <a:stretch>
                  <a:fillRect/>
                </a:stretch>
              </p:blipFill>
              <p:spPr>
                <a:xfrm>
                  <a:off x="1638268" y="5866139"/>
                  <a:ext cx="133920" cy="28440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43" name="Ink 42">
                  <a:extLst>
                    <a:ext uri="{FF2B5EF4-FFF2-40B4-BE49-F238E27FC236}">
                      <a16:creationId xmlns:a16="http://schemas.microsoft.com/office/drawing/2014/main" id="{DA3F7707-7FB6-E19F-9F4A-380B2F0F1D9A}"/>
                    </a:ext>
                  </a:extLst>
                </p14:cNvPr>
                <p14:cNvContentPartPr/>
                <p14:nvPr/>
              </p14:nvContentPartPr>
              <p14:xfrm>
                <a:off x="1646908" y="6019139"/>
                <a:ext cx="78120" cy="41040"/>
              </p14:xfrm>
            </p:contentPart>
          </mc:Choice>
          <mc:Fallback>
            <p:pic>
              <p:nvPicPr>
                <p:cNvPr id="43" name="Ink 42">
                  <a:extLst>
                    <a:ext uri="{FF2B5EF4-FFF2-40B4-BE49-F238E27FC236}">
                      <a16:creationId xmlns:a16="http://schemas.microsoft.com/office/drawing/2014/main" id="{DA3F7707-7FB6-E19F-9F4A-380B2F0F1D9A}"/>
                    </a:ext>
                  </a:extLst>
                </p:cNvPr>
                <p:cNvPicPr/>
                <p:nvPr/>
              </p:nvPicPr>
              <p:blipFill>
                <a:blip r:embed="rId72"/>
                <a:stretch>
                  <a:fillRect/>
                </a:stretch>
              </p:blipFill>
              <p:spPr>
                <a:xfrm>
                  <a:off x="1642588" y="6014819"/>
                  <a:ext cx="86760" cy="4968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44" name="Ink 43">
                  <a:extLst>
                    <a:ext uri="{FF2B5EF4-FFF2-40B4-BE49-F238E27FC236}">
                      <a16:creationId xmlns:a16="http://schemas.microsoft.com/office/drawing/2014/main" id="{06100EBD-7A03-DFEE-AD76-1526E2D44915}"/>
                    </a:ext>
                  </a:extLst>
                </p14:cNvPr>
                <p14:cNvContentPartPr/>
                <p14:nvPr/>
              </p14:nvContentPartPr>
              <p14:xfrm>
                <a:off x="1939228" y="5915819"/>
                <a:ext cx="164520" cy="293040"/>
              </p14:xfrm>
            </p:contentPart>
          </mc:Choice>
          <mc:Fallback>
            <p:pic>
              <p:nvPicPr>
                <p:cNvPr id="44" name="Ink 43">
                  <a:extLst>
                    <a:ext uri="{FF2B5EF4-FFF2-40B4-BE49-F238E27FC236}">
                      <a16:creationId xmlns:a16="http://schemas.microsoft.com/office/drawing/2014/main" id="{06100EBD-7A03-DFEE-AD76-1526E2D44915}"/>
                    </a:ext>
                  </a:extLst>
                </p:cNvPr>
                <p:cNvPicPr/>
                <p:nvPr/>
              </p:nvPicPr>
              <p:blipFill>
                <a:blip r:embed="rId74"/>
                <a:stretch>
                  <a:fillRect/>
                </a:stretch>
              </p:blipFill>
              <p:spPr>
                <a:xfrm>
                  <a:off x="1934908" y="5911499"/>
                  <a:ext cx="173160" cy="30168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45" name="Ink 44">
                  <a:extLst>
                    <a:ext uri="{FF2B5EF4-FFF2-40B4-BE49-F238E27FC236}">
                      <a16:creationId xmlns:a16="http://schemas.microsoft.com/office/drawing/2014/main" id="{D6DA3BC8-AF53-3716-D5DB-B86EE7A97784}"/>
                    </a:ext>
                  </a:extLst>
                </p14:cNvPr>
                <p14:cNvContentPartPr/>
                <p14:nvPr/>
              </p14:nvContentPartPr>
              <p14:xfrm>
                <a:off x="2242348" y="5879459"/>
                <a:ext cx="134640" cy="335160"/>
              </p14:xfrm>
            </p:contentPart>
          </mc:Choice>
          <mc:Fallback>
            <p:pic>
              <p:nvPicPr>
                <p:cNvPr id="45" name="Ink 44">
                  <a:extLst>
                    <a:ext uri="{FF2B5EF4-FFF2-40B4-BE49-F238E27FC236}">
                      <a16:creationId xmlns:a16="http://schemas.microsoft.com/office/drawing/2014/main" id="{D6DA3BC8-AF53-3716-D5DB-B86EE7A97784}"/>
                    </a:ext>
                  </a:extLst>
                </p:cNvPr>
                <p:cNvPicPr/>
                <p:nvPr/>
              </p:nvPicPr>
              <p:blipFill>
                <a:blip r:embed="rId76"/>
                <a:stretch>
                  <a:fillRect/>
                </a:stretch>
              </p:blipFill>
              <p:spPr>
                <a:xfrm>
                  <a:off x="2238028" y="5875139"/>
                  <a:ext cx="143280" cy="34380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46" name="Ink 45">
                  <a:extLst>
                    <a:ext uri="{FF2B5EF4-FFF2-40B4-BE49-F238E27FC236}">
                      <a16:creationId xmlns:a16="http://schemas.microsoft.com/office/drawing/2014/main" id="{9D3E8544-30AE-E262-C236-62FD3D5EE508}"/>
                    </a:ext>
                  </a:extLst>
                </p14:cNvPr>
                <p14:cNvContentPartPr/>
                <p14:nvPr/>
              </p14:nvContentPartPr>
              <p14:xfrm>
                <a:off x="2468068" y="5780459"/>
                <a:ext cx="21960" cy="51480"/>
              </p14:xfrm>
            </p:contentPart>
          </mc:Choice>
          <mc:Fallback>
            <p:pic>
              <p:nvPicPr>
                <p:cNvPr id="46" name="Ink 45">
                  <a:extLst>
                    <a:ext uri="{FF2B5EF4-FFF2-40B4-BE49-F238E27FC236}">
                      <a16:creationId xmlns:a16="http://schemas.microsoft.com/office/drawing/2014/main" id="{9D3E8544-30AE-E262-C236-62FD3D5EE508}"/>
                    </a:ext>
                  </a:extLst>
                </p:cNvPr>
                <p:cNvPicPr/>
                <p:nvPr/>
              </p:nvPicPr>
              <p:blipFill>
                <a:blip r:embed="rId78"/>
                <a:stretch>
                  <a:fillRect/>
                </a:stretch>
              </p:blipFill>
              <p:spPr>
                <a:xfrm>
                  <a:off x="2463748" y="5776139"/>
                  <a:ext cx="30600" cy="6012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47" name="Ink 46">
                  <a:extLst>
                    <a:ext uri="{FF2B5EF4-FFF2-40B4-BE49-F238E27FC236}">
                      <a16:creationId xmlns:a16="http://schemas.microsoft.com/office/drawing/2014/main" id="{368CF606-828F-1679-5ED7-B16ADA888F98}"/>
                    </a:ext>
                  </a:extLst>
                </p14:cNvPr>
                <p14:cNvContentPartPr/>
                <p14:nvPr/>
              </p14:nvContentPartPr>
              <p14:xfrm>
                <a:off x="2505508" y="5591099"/>
                <a:ext cx="81360" cy="801000"/>
              </p14:xfrm>
            </p:contentPart>
          </mc:Choice>
          <mc:Fallback>
            <p:pic>
              <p:nvPicPr>
                <p:cNvPr id="47" name="Ink 46">
                  <a:extLst>
                    <a:ext uri="{FF2B5EF4-FFF2-40B4-BE49-F238E27FC236}">
                      <a16:creationId xmlns:a16="http://schemas.microsoft.com/office/drawing/2014/main" id="{368CF606-828F-1679-5ED7-B16ADA888F98}"/>
                    </a:ext>
                  </a:extLst>
                </p:cNvPr>
                <p:cNvPicPr/>
                <p:nvPr/>
              </p:nvPicPr>
              <p:blipFill>
                <a:blip r:embed="rId80"/>
                <a:stretch>
                  <a:fillRect/>
                </a:stretch>
              </p:blipFill>
              <p:spPr>
                <a:xfrm>
                  <a:off x="2501188" y="5586779"/>
                  <a:ext cx="90000" cy="80964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48" name="Ink 47">
                  <a:extLst>
                    <a:ext uri="{FF2B5EF4-FFF2-40B4-BE49-F238E27FC236}">
                      <a16:creationId xmlns:a16="http://schemas.microsoft.com/office/drawing/2014/main" id="{D8E4152C-C617-EDFE-22C1-FD700273AD3B}"/>
                    </a:ext>
                  </a:extLst>
                </p14:cNvPr>
                <p14:cNvContentPartPr/>
                <p14:nvPr/>
              </p14:nvContentPartPr>
              <p14:xfrm>
                <a:off x="2787028" y="5955779"/>
                <a:ext cx="199440" cy="9000"/>
              </p14:xfrm>
            </p:contentPart>
          </mc:Choice>
          <mc:Fallback>
            <p:pic>
              <p:nvPicPr>
                <p:cNvPr id="48" name="Ink 47">
                  <a:extLst>
                    <a:ext uri="{FF2B5EF4-FFF2-40B4-BE49-F238E27FC236}">
                      <a16:creationId xmlns:a16="http://schemas.microsoft.com/office/drawing/2014/main" id="{D8E4152C-C617-EDFE-22C1-FD700273AD3B}"/>
                    </a:ext>
                  </a:extLst>
                </p:cNvPr>
                <p:cNvPicPr/>
                <p:nvPr/>
              </p:nvPicPr>
              <p:blipFill>
                <a:blip r:embed="rId82"/>
                <a:stretch>
                  <a:fillRect/>
                </a:stretch>
              </p:blipFill>
              <p:spPr>
                <a:xfrm>
                  <a:off x="2782708" y="5951459"/>
                  <a:ext cx="208080" cy="1764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49" name="Ink 48">
                  <a:extLst>
                    <a:ext uri="{FF2B5EF4-FFF2-40B4-BE49-F238E27FC236}">
                      <a16:creationId xmlns:a16="http://schemas.microsoft.com/office/drawing/2014/main" id="{A46B9B4E-D353-DC43-84F5-9493BD12CE05}"/>
                    </a:ext>
                  </a:extLst>
                </p14:cNvPr>
                <p14:cNvContentPartPr/>
                <p14:nvPr/>
              </p14:nvContentPartPr>
              <p14:xfrm>
                <a:off x="2843548" y="5834459"/>
                <a:ext cx="53640" cy="296640"/>
              </p14:xfrm>
            </p:contentPart>
          </mc:Choice>
          <mc:Fallback>
            <p:pic>
              <p:nvPicPr>
                <p:cNvPr id="49" name="Ink 48">
                  <a:extLst>
                    <a:ext uri="{FF2B5EF4-FFF2-40B4-BE49-F238E27FC236}">
                      <a16:creationId xmlns:a16="http://schemas.microsoft.com/office/drawing/2014/main" id="{A46B9B4E-D353-DC43-84F5-9493BD12CE05}"/>
                    </a:ext>
                  </a:extLst>
                </p:cNvPr>
                <p:cNvPicPr/>
                <p:nvPr/>
              </p:nvPicPr>
              <p:blipFill>
                <a:blip r:embed="rId84"/>
                <a:stretch>
                  <a:fillRect/>
                </a:stretch>
              </p:blipFill>
              <p:spPr>
                <a:xfrm>
                  <a:off x="2839228" y="5830139"/>
                  <a:ext cx="62280" cy="30528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50" name="Ink 49">
                  <a:extLst>
                    <a:ext uri="{FF2B5EF4-FFF2-40B4-BE49-F238E27FC236}">
                      <a16:creationId xmlns:a16="http://schemas.microsoft.com/office/drawing/2014/main" id="{70523FE7-3F07-F0F3-C317-4839CC0D7211}"/>
                    </a:ext>
                  </a:extLst>
                </p14:cNvPr>
                <p14:cNvContentPartPr/>
                <p14:nvPr/>
              </p14:nvContentPartPr>
              <p14:xfrm>
                <a:off x="3222988" y="5832299"/>
                <a:ext cx="141120" cy="345600"/>
              </p14:xfrm>
            </p:contentPart>
          </mc:Choice>
          <mc:Fallback>
            <p:pic>
              <p:nvPicPr>
                <p:cNvPr id="50" name="Ink 49">
                  <a:extLst>
                    <a:ext uri="{FF2B5EF4-FFF2-40B4-BE49-F238E27FC236}">
                      <a16:creationId xmlns:a16="http://schemas.microsoft.com/office/drawing/2014/main" id="{70523FE7-3F07-F0F3-C317-4839CC0D7211}"/>
                    </a:ext>
                  </a:extLst>
                </p:cNvPr>
                <p:cNvPicPr/>
                <p:nvPr/>
              </p:nvPicPr>
              <p:blipFill>
                <a:blip r:embed="rId86"/>
                <a:stretch>
                  <a:fillRect/>
                </a:stretch>
              </p:blipFill>
              <p:spPr>
                <a:xfrm>
                  <a:off x="3218668" y="5827979"/>
                  <a:ext cx="149760" cy="35424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51" name="Ink 50">
                  <a:extLst>
                    <a:ext uri="{FF2B5EF4-FFF2-40B4-BE49-F238E27FC236}">
                      <a16:creationId xmlns:a16="http://schemas.microsoft.com/office/drawing/2014/main" id="{2C1FDDA3-03E8-4A3A-D61A-326BFA99A245}"/>
                    </a:ext>
                  </a:extLst>
                </p14:cNvPr>
                <p14:cNvContentPartPr/>
                <p14:nvPr/>
              </p14:nvContentPartPr>
              <p14:xfrm>
                <a:off x="3438988" y="5640419"/>
                <a:ext cx="270000" cy="693000"/>
              </p14:xfrm>
            </p:contentPart>
          </mc:Choice>
          <mc:Fallback>
            <p:pic>
              <p:nvPicPr>
                <p:cNvPr id="51" name="Ink 50">
                  <a:extLst>
                    <a:ext uri="{FF2B5EF4-FFF2-40B4-BE49-F238E27FC236}">
                      <a16:creationId xmlns:a16="http://schemas.microsoft.com/office/drawing/2014/main" id="{2C1FDDA3-03E8-4A3A-D61A-326BFA99A245}"/>
                    </a:ext>
                  </a:extLst>
                </p:cNvPr>
                <p:cNvPicPr/>
                <p:nvPr/>
              </p:nvPicPr>
              <p:blipFill>
                <a:blip r:embed="rId88"/>
                <a:stretch>
                  <a:fillRect/>
                </a:stretch>
              </p:blipFill>
              <p:spPr>
                <a:xfrm>
                  <a:off x="3434668" y="5636099"/>
                  <a:ext cx="278640" cy="70164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53" name="Ink 52">
                  <a:extLst>
                    <a:ext uri="{FF2B5EF4-FFF2-40B4-BE49-F238E27FC236}">
                      <a16:creationId xmlns:a16="http://schemas.microsoft.com/office/drawing/2014/main" id="{08BA142F-7562-C108-6DD0-7027F5563CE8}"/>
                    </a:ext>
                  </a:extLst>
                </p14:cNvPr>
                <p14:cNvContentPartPr/>
                <p14:nvPr/>
              </p14:nvContentPartPr>
              <p14:xfrm>
                <a:off x="3586948" y="5855699"/>
                <a:ext cx="167760" cy="332640"/>
              </p14:xfrm>
            </p:contentPart>
          </mc:Choice>
          <mc:Fallback>
            <p:pic>
              <p:nvPicPr>
                <p:cNvPr id="53" name="Ink 52">
                  <a:extLst>
                    <a:ext uri="{FF2B5EF4-FFF2-40B4-BE49-F238E27FC236}">
                      <a16:creationId xmlns:a16="http://schemas.microsoft.com/office/drawing/2014/main" id="{08BA142F-7562-C108-6DD0-7027F5563CE8}"/>
                    </a:ext>
                  </a:extLst>
                </p:cNvPr>
                <p:cNvPicPr/>
                <p:nvPr/>
              </p:nvPicPr>
              <p:blipFill>
                <a:blip r:embed="rId90"/>
                <a:stretch>
                  <a:fillRect/>
                </a:stretch>
              </p:blipFill>
              <p:spPr>
                <a:xfrm>
                  <a:off x="3582628" y="5851379"/>
                  <a:ext cx="176400" cy="34128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54" name="Ink 53">
                  <a:extLst>
                    <a:ext uri="{FF2B5EF4-FFF2-40B4-BE49-F238E27FC236}">
                      <a16:creationId xmlns:a16="http://schemas.microsoft.com/office/drawing/2014/main" id="{D46AD7F7-7035-0A60-07E6-6A40EDF5DA10}"/>
                    </a:ext>
                  </a:extLst>
                </p14:cNvPr>
                <p14:cNvContentPartPr/>
                <p14:nvPr/>
              </p14:nvContentPartPr>
              <p14:xfrm>
                <a:off x="3662908" y="6004379"/>
                <a:ext cx="14760" cy="8280"/>
              </p14:xfrm>
            </p:contentPart>
          </mc:Choice>
          <mc:Fallback>
            <p:pic>
              <p:nvPicPr>
                <p:cNvPr id="54" name="Ink 53">
                  <a:extLst>
                    <a:ext uri="{FF2B5EF4-FFF2-40B4-BE49-F238E27FC236}">
                      <a16:creationId xmlns:a16="http://schemas.microsoft.com/office/drawing/2014/main" id="{D46AD7F7-7035-0A60-07E6-6A40EDF5DA10}"/>
                    </a:ext>
                  </a:extLst>
                </p:cNvPr>
                <p:cNvPicPr/>
                <p:nvPr/>
              </p:nvPicPr>
              <p:blipFill>
                <a:blip r:embed="rId92"/>
                <a:stretch>
                  <a:fillRect/>
                </a:stretch>
              </p:blipFill>
              <p:spPr>
                <a:xfrm>
                  <a:off x="3658588" y="6000059"/>
                  <a:ext cx="23400" cy="1692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55" name="Ink 54">
                  <a:extLst>
                    <a:ext uri="{FF2B5EF4-FFF2-40B4-BE49-F238E27FC236}">
                      <a16:creationId xmlns:a16="http://schemas.microsoft.com/office/drawing/2014/main" id="{EB60AB99-579E-689F-A18F-FA3228403F96}"/>
                    </a:ext>
                  </a:extLst>
                </p14:cNvPr>
                <p14:cNvContentPartPr/>
                <p14:nvPr/>
              </p14:nvContentPartPr>
              <p14:xfrm>
                <a:off x="3631228" y="6011219"/>
                <a:ext cx="91440" cy="19800"/>
              </p14:xfrm>
            </p:contentPart>
          </mc:Choice>
          <mc:Fallback>
            <p:pic>
              <p:nvPicPr>
                <p:cNvPr id="55" name="Ink 54">
                  <a:extLst>
                    <a:ext uri="{FF2B5EF4-FFF2-40B4-BE49-F238E27FC236}">
                      <a16:creationId xmlns:a16="http://schemas.microsoft.com/office/drawing/2014/main" id="{EB60AB99-579E-689F-A18F-FA3228403F96}"/>
                    </a:ext>
                  </a:extLst>
                </p:cNvPr>
                <p:cNvPicPr/>
                <p:nvPr/>
              </p:nvPicPr>
              <p:blipFill>
                <a:blip r:embed="rId94"/>
                <a:stretch>
                  <a:fillRect/>
                </a:stretch>
              </p:blipFill>
              <p:spPr>
                <a:xfrm>
                  <a:off x="3626908" y="6006899"/>
                  <a:ext cx="100080" cy="2844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57" name="Ink 56">
                  <a:extLst>
                    <a:ext uri="{FF2B5EF4-FFF2-40B4-BE49-F238E27FC236}">
                      <a16:creationId xmlns:a16="http://schemas.microsoft.com/office/drawing/2014/main" id="{5E1973D2-4DBC-D21B-3538-66EA98D203FE}"/>
                    </a:ext>
                  </a:extLst>
                </p14:cNvPr>
                <p14:cNvContentPartPr/>
                <p14:nvPr/>
              </p14:nvContentPartPr>
              <p14:xfrm>
                <a:off x="3910588" y="5885579"/>
                <a:ext cx="161640" cy="279360"/>
              </p14:xfrm>
            </p:contentPart>
          </mc:Choice>
          <mc:Fallback>
            <p:pic>
              <p:nvPicPr>
                <p:cNvPr id="57" name="Ink 56">
                  <a:extLst>
                    <a:ext uri="{FF2B5EF4-FFF2-40B4-BE49-F238E27FC236}">
                      <a16:creationId xmlns:a16="http://schemas.microsoft.com/office/drawing/2014/main" id="{5E1973D2-4DBC-D21B-3538-66EA98D203FE}"/>
                    </a:ext>
                  </a:extLst>
                </p:cNvPr>
                <p:cNvPicPr/>
                <p:nvPr/>
              </p:nvPicPr>
              <p:blipFill>
                <a:blip r:embed="rId96"/>
                <a:stretch>
                  <a:fillRect/>
                </a:stretch>
              </p:blipFill>
              <p:spPr>
                <a:xfrm>
                  <a:off x="3906268" y="5881259"/>
                  <a:ext cx="170280" cy="28800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58" name="Ink 57">
                  <a:extLst>
                    <a:ext uri="{FF2B5EF4-FFF2-40B4-BE49-F238E27FC236}">
                      <a16:creationId xmlns:a16="http://schemas.microsoft.com/office/drawing/2014/main" id="{5EFDDF2F-8254-C200-14A4-6519E9A8FFA6}"/>
                    </a:ext>
                  </a:extLst>
                </p14:cNvPr>
                <p14:cNvContentPartPr/>
                <p14:nvPr/>
              </p14:nvContentPartPr>
              <p14:xfrm>
                <a:off x="4275988" y="5859299"/>
                <a:ext cx="114120" cy="297720"/>
              </p14:xfrm>
            </p:contentPart>
          </mc:Choice>
          <mc:Fallback>
            <p:pic>
              <p:nvPicPr>
                <p:cNvPr id="58" name="Ink 57">
                  <a:extLst>
                    <a:ext uri="{FF2B5EF4-FFF2-40B4-BE49-F238E27FC236}">
                      <a16:creationId xmlns:a16="http://schemas.microsoft.com/office/drawing/2014/main" id="{5EFDDF2F-8254-C200-14A4-6519E9A8FFA6}"/>
                    </a:ext>
                  </a:extLst>
                </p:cNvPr>
                <p:cNvPicPr/>
                <p:nvPr/>
              </p:nvPicPr>
              <p:blipFill>
                <a:blip r:embed="rId98"/>
                <a:stretch>
                  <a:fillRect/>
                </a:stretch>
              </p:blipFill>
              <p:spPr>
                <a:xfrm>
                  <a:off x="4271668" y="5854979"/>
                  <a:ext cx="122760" cy="30636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59" name="Ink 58">
                  <a:extLst>
                    <a:ext uri="{FF2B5EF4-FFF2-40B4-BE49-F238E27FC236}">
                      <a16:creationId xmlns:a16="http://schemas.microsoft.com/office/drawing/2014/main" id="{1629BACE-B544-A0AD-B401-2726B43CAAF3}"/>
                    </a:ext>
                  </a:extLst>
                </p14:cNvPr>
                <p14:cNvContentPartPr/>
                <p14:nvPr/>
              </p14:nvContentPartPr>
              <p14:xfrm>
                <a:off x="4329988" y="5677139"/>
                <a:ext cx="123480" cy="696600"/>
              </p14:xfrm>
            </p:contentPart>
          </mc:Choice>
          <mc:Fallback>
            <p:pic>
              <p:nvPicPr>
                <p:cNvPr id="59" name="Ink 58">
                  <a:extLst>
                    <a:ext uri="{FF2B5EF4-FFF2-40B4-BE49-F238E27FC236}">
                      <a16:creationId xmlns:a16="http://schemas.microsoft.com/office/drawing/2014/main" id="{1629BACE-B544-A0AD-B401-2726B43CAAF3}"/>
                    </a:ext>
                  </a:extLst>
                </p:cNvPr>
                <p:cNvPicPr/>
                <p:nvPr/>
              </p:nvPicPr>
              <p:blipFill>
                <a:blip r:embed="rId100"/>
                <a:stretch>
                  <a:fillRect/>
                </a:stretch>
              </p:blipFill>
              <p:spPr>
                <a:xfrm>
                  <a:off x="4325668" y="5672819"/>
                  <a:ext cx="132120" cy="70524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60" name="Ink 59">
                  <a:extLst>
                    <a:ext uri="{FF2B5EF4-FFF2-40B4-BE49-F238E27FC236}">
                      <a16:creationId xmlns:a16="http://schemas.microsoft.com/office/drawing/2014/main" id="{BFBD78B7-88DF-8461-A350-C43773A4D517}"/>
                    </a:ext>
                  </a:extLst>
                </p14:cNvPr>
                <p14:cNvContentPartPr/>
                <p14:nvPr/>
              </p14:nvContentPartPr>
              <p14:xfrm>
                <a:off x="4793308" y="5909339"/>
                <a:ext cx="139680" cy="34200"/>
              </p14:xfrm>
            </p:contentPart>
          </mc:Choice>
          <mc:Fallback>
            <p:pic>
              <p:nvPicPr>
                <p:cNvPr id="60" name="Ink 59">
                  <a:extLst>
                    <a:ext uri="{FF2B5EF4-FFF2-40B4-BE49-F238E27FC236}">
                      <a16:creationId xmlns:a16="http://schemas.microsoft.com/office/drawing/2014/main" id="{BFBD78B7-88DF-8461-A350-C43773A4D517}"/>
                    </a:ext>
                  </a:extLst>
                </p:cNvPr>
                <p:cNvPicPr/>
                <p:nvPr/>
              </p:nvPicPr>
              <p:blipFill>
                <a:blip r:embed="rId102"/>
                <a:stretch>
                  <a:fillRect/>
                </a:stretch>
              </p:blipFill>
              <p:spPr>
                <a:xfrm>
                  <a:off x="4788988" y="5905019"/>
                  <a:ext cx="148320" cy="4284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61" name="Ink 60">
                  <a:extLst>
                    <a:ext uri="{FF2B5EF4-FFF2-40B4-BE49-F238E27FC236}">
                      <a16:creationId xmlns:a16="http://schemas.microsoft.com/office/drawing/2014/main" id="{779D5F3C-3A49-5F1C-89C0-12C8898BA295}"/>
                    </a:ext>
                  </a:extLst>
                </p14:cNvPr>
                <p14:cNvContentPartPr/>
                <p14:nvPr/>
              </p14:nvContentPartPr>
              <p14:xfrm>
                <a:off x="4807708" y="5977379"/>
                <a:ext cx="181800" cy="10080"/>
              </p14:xfrm>
            </p:contentPart>
          </mc:Choice>
          <mc:Fallback>
            <p:pic>
              <p:nvPicPr>
                <p:cNvPr id="61" name="Ink 60">
                  <a:extLst>
                    <a:ext uri="{FF2B5EF4-FFF2-40B4-BE49-F238E27FC236}">
                      <a16:creationId xmlns:a16="http://schemas.microsoft.com/office/drawing/2014/main" id="{779D5F3C-3A49-5F1C-89C0-12C8898BA295}"/>
                    </a:ext>
                  </a:extLst>
                </p:cNvPr>
                <p:cNvPicPr/>
                <p:nvPr/>
              </p:nvPicPr>
              <p:blipFill>
                <a:blip r:embed="rId104"/>
                <a:stretch>
                  <a:fillRect/>
                </a:stretch>
              </p:blipFill>
              <p:spPr>
                <a:xfrm>
                  <a:off x="4803388" y="5973059"/>
                  <a:ext cx="190440" cy="1872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62" name="Ink 61">
                  <a:extLst>
                    <a:ext uri="{FF2B5EF4-FFF2-40B4-BE49-F238E27FC236}">
                      <a16:creationId xmlns:a16="http://schemas.microsoft.com/office/drawing/2014/main" id="{CD0EC85D-BA38-110F-B024-1D6027274DC8}"/>
                    </a:ext>
                  </a:extLst>
                </p14:cNvPr>
                <p14:cNvContentPartPr/>
                <p14:nvPr/>
              </p14:nvContentPartPr>
              <p14:xfrm>
                <a:off x="5182108" y="5664539"/>
                <a:ext cx="194400" cy="463680"/>
              </p14:xfrm>
            </p:contentPart>
          </mc:Choice>
          <mc:Fallback>
            <p:pic>
              <p:nvPicPr>
                <p:cNvPr id="62" name="Ink 61">
                  <a:extLst>
                    <a:ext uri="{FF2B5EF4-FFF2-40B4-BE49-F238E27FC236}">
                      <a16:creationId xmlns:a16="http://schemas.microsoft.com/office/drawing/2014/main" id="{CD0EC85D-BA38-110F-B024-1D6027274DC8}"/>
                    </a:ext>
                  </a:extLst>
                </p:cNvPr>
                <p:cNvPicPr/>
                <p:nvPr/>
              </p:nvPicPr>
              <p:blipFill>
                <a:blip r:embed="rId106"/>
                <a:stretch>
                  <a:fillRect/>
                </a:stretch>
              </p:blipFill>
              <p:spPr>
                <a:xfrm>
                  <a:off x="5177788" y="5660219"/>
                  <a:ext cx="203040" cy="47232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63" name="Ink 62">
                  <a:extLst>
                    <a:ext uri="{FF2B5EF4-FFF2-40B4-BE49-F238E27FC236}">
                      <a16:creationId xmlns:a16="http://schemas.microsoft.com/office/drawing/2014/main" id="{967B9593-3FA2-42FE-59AC-AEAC1CE82148}"/>
                    </a:ext>
                  </a:extLst>
                </p14:cNvPr>
                <p14:cNvContentPartPr/>
                <p14:nvPr/>
              </p14:nvContentPartPr>
              <p14:xfrm>
                <a:off x="5452108" y="5556179"/>
                <a:ext cx="223200" cy="574920"/>
              </p14:xfrm>
            </p:contentPart>
          </mc:Choice>
          <mc:Fallback>
            <p:pic>
              <p:nvPicPr>
                <p:cNvPr id="63" name="Ink 62">
                  <a:extLst>
                    <a:ext uri="{FF2B5EF4-FFF2-40B4-BE49-F238E27FC236}">
                      <a16:creationId xmlns:a16="http://schemas.microsoft.com/office/drawing/2014/main" id="{967B9593-3FA2-42FE-59AC-AEAC1CE82148}"/>
                    </a:ext>
                  </a:extLst>
                </p:cNvPr>
                <p:cNvPicPr/>
                <p:nvPr/>
              </p:nvPicPr>
              <p:blipFill>
                <a:blip r:embed="rId108"/>
                <a:stretch>
                  <a:fillRect/>
                </a:stretch>
              </p:blipFill>
              <p:spPr>
                <a:xfrm>
                  <a:off x="5447788" y="5551859"/>
                  <a:ext cx="231840" cy="58356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64" name="Ink 63">
                  <a:extLst>
                    <a:ext uri="{FF2B5EF4-FFF2-40B4-BE49-F238E27FC236}">
                      <a16:creationId xmlns:a16="http://schemas.microsoft.com/office/drawing/2014/main" id="{FECC931A-ACAC-0BB0-0D60-108DB23CBFAC}"/>
                    </a:ext>
                  </a:extLst>
                </p14:cNvPr>
                <p14:cNvContentPartPr/>
                <p14:nvPr/>
              </p14:nvContentPartPr>
              <p14:xfrm>
                <a:off x="5676028" y="5742299"/>
                <a:ext cx="192240" cy="333360"/>
              </p14:xfrm>
            </p:contentPart>
          </mc:Choice>
          <mc:Fallback>
            <p:pic>
              <p:nvPicPr>
                <p:cNvPr id="64" name="Ink 63">
                  <a:extLst>
                    <a:ext uri="{FF2B5EF4-FFF2-40B4-BE49-F238E27FC236}">
                      <a16:creationId xmlns:a16="http://schemas.microsoft.com/office/drawing/2014/main" id="{FECC931A-ACAC-0BB0-0D60-108DB23CBFAC}"/>
                    </a:ext>
                  </a:extLst>
                </p:cNvPr>
                <p:cNvPicPr/>
                <p:nvPr/>
              </p:nvPicPr>
              <p:blipFill>
                <a:blip r:embed="rId110"/>
                <a:stretch>
                  <a:fillRect/>
                </a:stretch>
              </p:blipFill>
              <p:spPr>
                <a:xfrm>
                  <a:off x="5671708" y="5737979"/>
                  <a:ext cx="200880" cy="34200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65" name="Ink 64">
                  <a:extLst>
                    <a:ext uri="{FF2B5EF4-FFF2-40B4-BE49-F238E27FC236}">
                      <a16:creationId xmlns:a16="http://schemas.microsoft.com/office/drawing/2014/main" id="{2B5B5C02-6AE4-E7DA-500A-FD6DCF9877B7}"/>
                    </a:ext>
                  </a:extLst>
                </p14:cNvPr>
                <p14:cNvContentPartPr/>
                <p14:nvPr/>
              </p14:nvContentPartPr>
              <p14:xfrm>
                <a:off x="5701948" y="5847059"/>
                <a:ext cx="141120" cy="16920"/>
              </p14:xfrm>
            </p:contentPart>
          </mc:Choice>
          <mc:Fallback>
            <p:pic>
              <p:nvPicPr>
                <p:cNvPr id="65" name="Ink 64">
                  <a:extLst>
                    <a:ext uri="{FF2B5EF4-FFF2-40B4-BE49-F238E27FC236}">
                      <a16:creationId xmlns:a16="http://schemas.microsoft.com/office/drawing/2014/main" id="{2B5B5C02-6AE4-E7DA-500A-FD6DCF9877B7}"/>
                    </a:ext>
                  </a:extLst>
                </p:cNvPr>
                <p:cNvPicPr/>
                <p:nvPr/>
              </p:nvPicPr>
              <p:blipFill>
                <a:blip r:embed="rId112"/>
                <a:stretch>
                  <a:fillRect/>
                </a:stretch>
              </p:blipFill>
              <p:spPr>
                <a:xfrm>
                  <a:off x="5697628" y="5842739"/>
                  <a:ext cx="14976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113">
              <p14:nvContentPartPr>
                <p14:cNvPr id="66" name="Ink 65">
                  <a:extLst>
                    <a:ext uri="{FF2B5EF4-FFF2-40B4-BE49-F238E27FC236}">
                      <a16:creationId xmlns:a16="http://schemas.microsoft.com/office/drawing/2014/main" id="{EC16FB0A-83AA-BE9E-D9D1-3ECF6EB08AEF}"/>
                    </a:ext>
                  </a:extLst>
                </p14:cNvPr>
                <p14:cNvContentPartPr/>
                <p14:nvPr/>
              </p14:nvContentPartPr>
              <p14:xfrm>
                <a:off x="5829388" y="5626739"/>
                <a:ext cx="142920" cy="705240"/>
              </p14:xfrm>
            </p:contentPart>
          </mc:Choice>
          <mc:Fallback>
            <p:pic>
              <p:nvPicPr>
                <p:cNvPr id="66" name="Ink 65">
                  <a:extLst>
                    <a:ext uri="{FF2B5EF4-FFF2-40B4-BE49-F238E27FC236}">
                      <a16:creationId xmlns:a16="http://schemas.microsoft.com/office/drawing/2014/main" id="{EC16FB0A-83AA-BE9E-D9D1-3ECF6EB08AEF}"/>
                    </a:ext>
                  </a:extLst>
                </p:cNvPr>
                <p:cNvPicPr/>
                <p:nvPr/>
              </p:nvPicPr>
              <p:blipFill>
                <a:blip r:embed="rId114"/>
                <a:stretch>
                  <a:fillRect/>
                </a:stretch>
              </p:blipFill>
              <p:spPr>
                <a:xfrm>
                  <a:off x="5825068" y="5622419"/>
                  <a:ext cx="151560" cy="713880"/>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69" name="Ink 68">
                  <a:extLst>
                    <a:ext uri="{FF2B5EF4-FFF2-40B4-BE49-F238E27FC236}">
                      <a16:creationId xmlns:a16="http://schemas.microsoft.com/office/drawing/2014/main" id="{5F5BB3C1-9297-333B-6E93-33097AE0CCC6}"/>
                    </a:ext>
                  </a:extLst>
                </p14:cNvPr>
                <p14:cNvContentPartPr/>
                <p14:nvPr/>
              </p14:nvContentPartPr>
              <p14:xfrm>
                <a:off x="2221828" y="6454739"/>
                <a:ext cx="159480" cy="400680"/>
              </p14:xfrm>
            </p:contentPart>
          </mc:Choice>
          <mc:Fallback>
            <p:pic>
              <p:nvPicPr>
                <p:cNvPr id="69" name="Ink 68">
                  <a:extLst>
                    <a:ext uri="{FF2B5EF4-FFF2-40B4-BE49-F238E27FC236}">
                      <a16:creationId xmlns:a16="http://schemas.microsoft.com/office/drawing/2014/main" id="{5F5BB3C1-9297-333B-6E93-33097AE0CCC6}"/>
                    </a:ext>
                  </a:extLst>
                </p:cNvPr>
                <p:cNvPicPr/>
                <p:nvPr/>
              </p:nvPicPr>
              <p:blipFill>
                <a:blip r:embed="rId116"/>
                <a:stretch>
                  <a:fillRect/>
                </a:stretch>
              </p:blipFill>
              <p:spPr>
                <a:xfrm>
                  <a:off x="2217508" y="6450419"/>
                  <a:ext cx="168120" cy="409320"/>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70" name="Ink 69">
                  <a:extLst>
                    <a:ext uri="{FF2B5EF4-FFF2-40B4-BE49-F238E27FC236}">
                      <a16:creationId xmlns:a16="http://schemas.microsoft.com/office/drawing/2014/main" id="{1B9F1233-4FE1-C25C-C06F-0EA3617D703C}"/>
                    </a:ext>
                  </a:extLst>
                </p14:cNvPr>
                <p14:cNvContentPartPr/>
                <p14:nvPr/>
              </p14:nvContentPartPr>
              <p14:xfrm>
                <a:off x="2212108" y="6643379"/>
                <a:ext cx="142200" cy="10080"/>
              </p14:xfrm>
            </p:contentPart>
          </mc:Choice>
          <mc:Fallback>
            <p:pic>
              <p:nvPicPr>
                <p:cNvPr id="70" name="Ink 69">
                  <a:extLst>
                    <a:ext uri="{FF2B5EF4-FFF2-40B4-BE49-F238E27FC236}">
                      <a16:creationId xmlns:a16="http://schemas.microsoft.com/office/drawing/2014/main" id="{1B9F1233-4FE1-C25C-C06F-0EA3617D703C}"/>
                    </a:ext>
                  </a:extLst>
                </p:cNvPr>
                <p:cNvPicPr/>
                <p:nvPr/>
              </p:nvPicPr>
              <p:blipFill>
                <a:blip r:embed="rId118"/>
                <a:stretch>
                  <a:fillRect/>
                </a:stretch>
              </p:blipFill>
              <p:spPr>
                <a:xfrm>
                  <a:off x="2207788" y="6639059"/>
                  <a:ext cx="150840" cy="18720"/>
                </a:xfrm>
                <a:prstGeom prst="rect">
                  <a:avLst/>
                </a:prstGeom>
              </p:spPr>
            </p:pic>
          </mc:Fallback>
        </mc:AlternateContent>
        <mc:AlternateContent xmlns:mc="http://schemas.openxmlformats.org/markup-compatibility/2006">
          <mc:Choice xmlns:p14="http://schemas.microsoft.com/office/powerpoint/2010/main" Requires="p14">
            <p:contentPart p14:bwMode="auto" r:id="rId119">
              <p14:nvContentPartPr>
                <p14:cNvPr id="71" name="Ink 70">
                  <a:extLst>
                    <a:ext uri="{FF2B5EF4-FFF2-40B4-BE49-F238E27FC236}">
                      <a16:creationId xmlns:a16="http://schemas.microsoft.com/office/drawing/2014/main" id="{CA370243-9162-3FB2-B753-C25A38EBFDE3}"/>
                    </a:ext>
                  </a:extLst>
                </p14:cNvPr>
                <p14:cNvContentPartPr/>
                <p14:nvPr/>
              </p14:nvContentPartPr>
              <p14:xfrm>
                <a:off x="2577148" y="6551939"/>
                <a:ext cx="106200" cy="259560"/>
              </p14:xfrm>
            </p:contentPart>
          </mc:Choice>
          <mc:Fallback>
            <p:pic>
              <p:nvPicPr>
                <p:cNvPr id="71" name="Ink 70">
                  <a:extLst>
                    <a:ext uri="{FF2B5EF4-FFF2-40B4-BE49-F238E27FC236}">
                      <a16:creationId xmlns:a16="http://schemas.microsoft.com/office/drawing/2014/main" id="{CA370243-9162-3FB2-B753-C25A38EBFDE3}"/>
                    </a:ext>
                  </a:extLst>
                </p:cNvPr>
                <p:cNvPicPr/>
                <p:nvPr/>
              </p:nvPicPr>
              <p:blipFill>
                <a:blip r:embed="rId120"/>
                <a:stretch>
                  <a:fillRect/>
                </a:stretch>
              </p:blipFill>
              <p:spPr>
                <a:xfrm>
                  <a:off x="2572828" y="6547619"/>
                  <a:ext cx="114840" cy="268200"/>
                </a:xfrm>
                <a:prstGeom prst="rect">
                  <a:avLst/>
                </a:prstGeom>
              </p:spPr>
            </p:pic>
          </mc:Fallback>
        </mc:AlternateContent>
        <mc:AlternateContent xmlns:mc="http://schemas.openxmlformats.org/markup-compatibility/2006">
          <mc:Choice xmlns:p14="http://schemas.microsoft.com/office/powerpoint/2010/main" Requires="p14">
            <p:contentPart p14:bwMode="auto" r:id="rId121">
              <p14:nvContentPartPr>
                <p14:cNvPr id="72" name="Ink 71">
                  <a:extLst>
                    <a:ext uri="{FF2B5EF4-FFF2-40B4-BE49-F238E27FC236}">
                      <a16:creationId xmlns:a16="http://schemas.microsoft.com/office/drawing/2014/main" id="{6030174B-52AC-B5D1-BC60-50CFEB20FF66}"/>
                    </a:ext>
                  </a:extLst>
                </p14:cNvPr>
                <p14:cNvContentPartPr/>
                <p14:nvPr/>
              </p14:nvContentPartPr>
              <p14:xfrm>
                <a:off x="2854708" y="6534659"/>
                <a:ext cx="150840" cy="390960"/>
              </p14:xfrm>
            </p:contentPart>
          </mc:Choice>
          <mc:Fallback>
            <p:pic>
              <p:nvPicPr>
                <p:cNvPr id="72" name="Ink 71">
                  <a:extLst>
                    <a:ext uri="{FF2B5EF4-FFF2-40B4-BE49-F238E27FC236}">
                      <a16:creationId xmlns:a16="http://schemas.microsoft.com/office/drawing/2014/main" id="{6030174B-52AC-B5D1-BC60-50CFEB20FF66}"/>
                    </a:ext>
                  </a:extLst>
                </p:cNvPr>
                <p:cNvPicPr/>
                <p:nvPr/>
              </p:nvPicPr>
              <p:blipFill>
                <a:blip r:embed="rId122"/>
                <a:stretch>
                  <a:fillRect/>
                </a:stretch>
              </p:blipFill>
              <p:spPr>
                <a:xfrm>
                  <a:off x="2850388" y="6530339"/>
                  <a:ext cx="159480" cy="399600"/>
                </a:xfrm>
                <a:prstGeom prst="rect">
                  <a:avLst/>
                </a:prstGeom>
              </p:spPr>
            </p:pic>
          </mc:Fallback>
        </mc:AlternateContent>
        <mc:AlternateContent xmlns:mc="http://schemas.openxmlformats.org/markup-compatibility/2006">
          <mc:Choice xmlns:p14="http://schemas.microsoft.com/office/powerpoint/2010/main" Requires="p14">
            <p:contentPart p14:bwMode="auto" r:id="rId123">
              <p14:nvContentPartPr>
                <p14:cNvPr id="74" name="Ink 73">
                  <a:extLst>
                    <a:ext uri="{FF2B5EF4-FFF2-40B4-BE49-F238E27FC236}">
                      <a16:creationId xmlns:a16="http://schemas.microsoft.com/office/drawing/2014/main" id="{BF9F321F-EF90-6DE5-DA9A-DDFCE8E93A2F}"/>
                    </a:ext>
                  </a:extLst>
                </p14:cNvPr>
                <p14:cNvContentPartPr/>
                <p14:nvPr/>
              </p14:nvContentPartPr>
              <p14:xfrm>
                <a:off x="3049468" y="6366492"/>
                <a:ext cx="46440" cy="119520"/>
              </p14:xfrm>
            </p:contentPart>
          </mc:Choice>
          <mc:Fallback>
            <p:pic>
              <p:nvPicPr>
                <p:cNvPr id="74" name="Ink 73">
                  <a:extLst>
                    <a:ext uri="{FF2B5EF4-FFF2-40B4-BE49-F238E27FC236}">
                      <a16:creationId xmlns:a16="http://schemas.microsoft.com/office/drawing/2014/main" id="{BF9F321F-EF90-6DE5-DA9A-DDFCE8E93A2F}"/>
                    </a:ext>
                  </a:extLst>
                </p:cNvPr>
                <p:cNvPicPr/>
                <p:nvPr/>
              </p:nvPicPr>
              <p:blipFill>
                <a:blip r:embed="rId124"/>
                <a:stretch>
                  <a:fillRect/>
                </a:stretch>
              </p:blipFill>
              <p:spPr>
                <a:xfrm>
                  <a:off x="3045148" y="6362172"/>
                  <a:ext cx="55080" cy="128160"/>
                </a:xfrm>
                <a:prstGeom prst="rect">
                  <a:avLst/>
                </a:prstGeom>
              </p:spPr>
            </p:pic>
          </mc:Fallback>
        </mc:AlternateContent>
        <mc:AlternateContent xmlns:mc="http://schemas.openxmlformats.org/markup-compatibility/2006">
          <mc:Choice xmlns:p14="http://schemas.microsoft.com/office/powerpoint/2010/main" Requires="p14">
            <p:contentPart p14:bwMode="auto" r:id="rId125">
              <p14:nvContentPartPr>
                <p14:cNvPr id="75" name="Ink 74">
                  <a:extLst>
                    <a:ext uri="{FF2B5EF4-FFF2-40B4-BE49-F238E27FC236}">
                      <a16:creationId xmlns:a16="http://schemas.microsoft.com/office/drawing/2014/main" id="{023BE962-3842-47E6-0D87-1EE018B7F517}"/>
                    </a:ext>
                  </a:extLst>
                </p14:cNvPr>
                <p14:cNvContentPartPr/>
                <p14:nvPr/>
              </p14:nvContentPartPr>
              <p14:xfrm>
                <a:off x="3324508" y="6646932"/>
                <a:ext cx="434880" cy="160920"/>
              </p14:xfrm>
            </p:contentPart>
          </mc:Choice>
          <mc:Fallback>
            <p:pic>
              <p:nvPicPr>
                <p:cNvPr id="75" name="Ink 74">
                  <a:extLst>
                    <a:ext uri="{FF2B5EF4-FFF2-40B4-BE49-F238E27FC236}">
                      <a16:creationId xmlns:a16="http://schemas.microsoft.com/office/drawing/2014/main" id="{023BE962-3842-47E6-0D87-1EE018B7F517}"/>
                    </a:ext>
                  </a:extLst>
                </p:cNvPr>
                <p:cNvPicPr/>
                <p:nvPr/>
              </p:nvPicPr>
              <p:blipFill>
                <a:blip r:embed="rId126"/>
                <a:stretch>
                  <a:fillRect/>
                </a:stretch>
              </p:blipFill>
              <p:spPr>
                <a:xfrm>
                  <a:off x="3320188" y="6642612"/>
                  <a:ext cx="443520" cy="169560"/>
                </a:xfrm>
                <a:prstGeom prst="rect">
                  <a:avLst/>
                </a:prstGeom>
              </p:spPr>
            </p:pic>
          </mc:Fallback>
        </mc:AlternateContent>
        <mc:AlternateContent xmlns:mc="http://schemas.openxmlformats.org/markup-compatibility/2006">
          <mc:Choice xmlns:p14="http://schemas.microsoft.com/office/powerpoint/2010/main" Requires="p14">
            <p:contentPart p14:bwMode="auto" r:id="rId127">
              <p14:nvContentPartPr>
                <p14:cNvPr id="76" name="Ink 75">
                  <a:extLst>
                    <a:ext uri="{FF2B5EF4-FFF2-40B4-BE49-F238E27FC236}">
                      <a16:creationId xmlns:a16="http://schemas.microsoft.com/office/drawing/2014/main" id="{98571D72-6255-99B7-EE21-82315D2253C3}"/>
                    </a:ext>
                  </a:extLst>
                </p14:cNvPr>
                <p14:cNvContentPartPr/>
                <p14:nvPr/>
              </p14:nvContentPartPr>
              <p14:xfrm>
                <a:off x="3850108" y="6524892"/>
                <a:ext cx="159840" cy="293760"/>
              </p14:xfrm>
            </p:contentPart>
          </mc:Choice>
          <mc:Fallback>
            <p:pic>
              <p:nvPicPr>
                <p:cNvPr id="76" name="Ink 75">
                  <a:extLst>
                    <a:ext uri="{FF2B5EF4-FFF2-40B4-BE49-F238E27FC236}">
                      <a16:creationId xmlns:a16="http://schemas.microsoft.com/office/drawing/2014/main" id="{98571D72-6255-99B7-EE21-82315D2253C3}"/>
                    </a:ext>
                  </a:extLst>
                </p:cNvPr>
                <p:cNvPicPr/>
                <p:nvPr/>
              </p:nvPicPr>
              <p:blipFill>
                <a:blip r:embed="rId128"/>
                <a:stretch>
                  <a:fillRect/>
                </a:stretch>
              </p:blipFill>
              <p:spPr>
                <a:xfrm>
                  <a:off x="3845788" y="6520572"/>
                  <a:ext cx="168480" cy="302400"/>
                </a:xfrm>
                <a:prstGeom prst="rect">
                  <a:avLst/>
                </a:prstGeom>
              </p:spPr>
            </p:pic>
          </mc:Fallback>
        </mc:AlternateContent>
        <mc:AlternateContent xmlns:mc="http://schemas.openxmlformats.org/markup-compatibility/2006">
          <mc:Choice xmlns:p14="http://schemas.microsoft.com/office/powerpoint/2010/main" Requires="p14">
            <p:contentPart p14:bwMode="auto" r:id="rId129">
              <p14:nvContentPartPr>
                <p14:cNvPr id="77" name="Ink 76">
                  <a:extLst>
                    <a:ext uri="{FF2B5EF4-FFF2-40B4-BE49-F238E27FC236}">
                      <a16:creationId xmlns:a16="http://schemas.microsoft.com/office/drawing/2014/main" id="{AD7A3B20-5DFF-430F-4591-64FCECFF902B}"/>
                    </a:ext>
                  </a:extLst>
                </p14:cNvPr>
                <p14:cNvContentPartPr/>
                <p14:nvPr/>
              </p14:nvContentPartPr>
              <p14:xfrm>
                <a:off x="4338268" y="6516252"/>
                <a:ext cx="134640" cy="308880"/>
              </p14:xfrm>
            </p:contentPart>
          </mc:Choice>
          <mc:Fallback>
            <p:pic>
              <p:nvPicPr>
                <p:cNvPr id="77" name="Ink 76">
                  <a:extLst>
                    <a:ext uri="{FF2B5EF4-FFF2-40B4-BE49-F238E27FC236}">
                      <a16:creationId xmlns:a16="http://schemas.microsoft.com/office/drawing/2014/main" id="{AD7A3B20-5DFF-430F-4591-64FCECFF902B}"/>
                    </a:ext>
                  </a:extLst>
                </p:cNvPr>
                <p:cNvPicPr/>
                <p:nvPr/>
              </p:nvPicPr>
              <p:blipFill>
                <a:blip r:embed="rId130"/>
                <a:stretch>
                  <a:fillRect/>
                </a:stretch>
              </p:blipFill>
              <p:spPr>
                <a:xfrm>
                  <a:off x="4333948" y="6511932"/>
                  <a:ext cx="143280" cy="317520"/>
                </a:xfrm>
                <a:prstGeom prst="rect">
                  <a:avLst/>
                </a:prstGeom>
              </p:spPr>
            </p:pic>
          </mc:Fallback>
        </mc:AlternateContent>
        <mc:AlternateContent xmlns:mc="http://schemas.openxmlformats.org/markup-compatibility/2006">
          <mc:Choice xmlns:p14="http://schemas.microsoft.com/office/powerpoint/2010/main" Requires="p14">
            <p:contentPart p14:bwMode="auto" r:id="rId131">
              <p14:nvContentPartPr>
                <p14:cNvPr id="78" name="Ink 77">
                  <a:extLst>
                    <a:ext uri="{FF2B5EF4-FFF2-40B4-BE49-F238E27FC236}">
                      <a16:creationId xmlns:a16="http://schemas.microsoft.com/office/drawing/2014/main" id="{586E6646-9022-851B-4685-8C819A17C114}"/>
                    </a:ext>
                  </a:extLst>
                </p14:cNvPr>
                <p14:cNvContentPartPr/>
                <p14:nvPr/>
              </p14:nvContentPartPr>
              <p14:xfrm>
                <a:off x="4373908" y="6671412"/>
                <a:ext cx="87840" cy="28440"/>
              </p14:xfrm>
            </p:contentPart>
          </mc:Choice>
          <mc:Fallback>
            <p:pic>
              <p:nvPicPr>
                <p:cNvPr id="78" name="Ink 77">
                  <a:extLst>
                    <a:ext uri="{FF2B5EF4-FFF2-40B4-BE49-F238E27FC236}">
                      <a16:creationId xmlns:a16="http://schemas.microsoft.com/office/drawing/2014/main" id="{586E6646-9022-851B-4685-8C819A17C114}"/>
                    </a:ext>
                  </a:extLst>
                </p:cNvPr>
                <p:cNvPicPr/>
                <p:nvPr/>
              </p:nvPicPr>
              <p:blipFill>
                <a:blip r:embed="rId132"/>
                <a:stretch>
                  <a:fillRect/>
                </a:stretch>
              </p:blipFill>
              <p:spPr>
                <a:xfrm>
                  <a:off x="4369228" y="6667092"/>
                  <a:ext cx="9648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133">
              <p14:nvContentPartPr>
                <p14:cNvPr id="79" name="Ink 78">
                  <a:extLst>
                    <a:ext uri="{FF2B5EF4-FFF2-40B4-BE49-F238E27FC236}">
                      <a16:creationId xmlns:a16="http://schemas.microsoft.com/office/drawing/2014/main" id="{C8865E69-F321-7052-1BC9-5534097FBF71}"/>
                    </a:ext>
                  </a:extLst>
                </p14:cNvPr>
                <p14:cNvContentPartPr/>
                <p14:nvPr/>
              </p14:nvContentPartPr>
              <p14:xfrm>
                <a:off x="4616548" y="6529932"/>
                <a:ext cx="108000" cy="243000"/>
              </p14:xfrm>
            </p:contentPart>
          </mc:Choice>
          <mc:Fallback>
            <p:pic>
              <p:nvPicPr>
                <p:cNvPr id="79" name="Ink 78">
                  <a:extLst>
                    <a:ext uri="{FF2B5EF4-FFF2-40B4-BE49-F238E27FC236}">
                      <a16:creationId xmlns:a16="http://schemas.microsoft.com/office/drawing/2014/main" id="{C8865E69-F321-7052-1BC9-5534097FBF71}"/>
                    </a:ext>
                  </a:extLst>
                </p:cNvPr>
                <p:cNvPicPr/>
                <p:nvPr/>
              </p:nvPicPr>
              <p:blipFill>
                <a:blip r:embed="rId134"/>
                <a:stretch>
                  <a:fillRect/>
                </a:stretch>
              </p:blipFill>
              <p:spPr>
                <a:xfrm>
                  <a:off x="4612228" y="6525612"/>
                  <a:ext cx="116640" cy="251640"/>
                </a:xfrm>
                <a:prstGeom prst="rect">
                  <a:avLst/>
                </a:prstGeom>
              </p:spPr>
            </p:pic>
          </mc:Fallback>
        </mc:AlternateContent>
        <mc:AlternateContent xmlns:mc="http://schemas.openxmlformats.org/markup-compatibility/2006">
          <mc:Choice xmlns:p14="http://schemas.microsoft.com/office/powerpoint/2010/main" Requires="p14">
            <p:contentPart p14:bwMode="auto" r:id="rId135">
              <p14:nvContentPartPr>
                <p14:cNvPr id="80" name="Ink 79">
                  <a:extLst>
                    <a:ext uri="{FF2B5EF4-FFF2-40B4-BE49-F238E27FC236}">
                      <a16:creationId xmlns:a16="http://schemas.microsoft.com/office/drawing/2014/main" id="{2FB1472D-53F0-4E5E-322C-207EED07FBAA}"/>
                    </a:ext>
                  </a:extLst>
                </p14:cNvPr>
                <p14:cNvContentPartPr/>
                <p14:nvPr/>
              </p14:nvContentPartPr>
              <p14:xfrm>
                <a:off x="4899508" y="6572412"/>
                <a:ext cx="13320" cy="216360"/>
              </p14:xfrm>
            </p:contentPart>
          </mc:Choice>
          <mc:Fallback>
            <p:pic>
              <p:nvPicPr>
                <p:cNvPr id="80" name="Ink 79">
                  <a:extLst>
                    <a:ext uri="{FF2B5EF4-FFF2-40B4-BE49-F238E27FC236}">
                      <a16:creationId xmlns:a16="http://schemas.microsoft.com/office/drawing/2014/main" id="{2FB1472D-53F0-4E5E-322C-207EED07FBAA}"/>
                    </a:ext>
                  </a:extLst>
                </p:cNvPr>
                <p:cNvPicPr/>
                <p:nvPr/>
              </p:nvPicPr>
              <p:blipFill>
                <a:blip r:embed="rId136"/>
                <a:stretch>
                  <a:fillRect/>
                </a:stretch>
              </p:blipFill>
              <p:spPr>
                <a:xfrm>
                  <a:off x="4895188" y="6568092"/>
                  <a:ext cx="21960" cy="225000"/>
                </a:xfrm>
                <a:prstGeom prst="rect">
                  <a:avLst/>
                </a:prstGeom>
              </p:spPr>
            </p:pic>
          </mc:Fallback>
        </mc:AlternateContent>
        <mc:AlternateContent xmlns:mc="http://schemas.openxmlformats.org/markup-compatibility/2006">
          <mc:Choice xmlns:p14="http://schemas.microsoft.com/office/powerpoint/2010/main" Requires="p14">
            <p:contentPart p14:bwMode="auto" r:id="rId137">
              <p14:nvContentPartPr>
                <p14:cNvPr id="81" name="Ink 80">
                  <a:extLst>
                    <a:ext uri="{FF2B5EF4-FFF2-40B4-BE49-F238E27FC236}">
                      <a16:creationId xmlns:a16="http://schemas.microsoft.com/office/drawing/2014/main" id="{DA9F89BC-6761-64E6-307C-F558887559BA}"/>
                    </a:ext>
                  </a:extLst>
                </p14:cNvPr>
                <p14:cNvContentPartPr/>
                <p14:nvPr/>
              </p14:nvContentPartPr>
              <p14:xfrm>
                <a:off x="4889428" y="6505092"/>
                <a:ext cx="149040" cy="329400"/>
              </p14:xfrm>
            </p:contentPart>
          </mc:Choice>
          <mc:Fallback>
            <p:pic>
              <p:nvPicPr>
                <p:cNvPr id="81" name="Ink 80">
                  <a:extLst>
                    <a:ext uri="{FF2B5EF4-FFF2-40B4-BE49-F238E27FC236}">
                      <a16:creationId xmlns:a16="http://schemas.microsoft.com/office/drawing/2014/main" id="{DA9F89BC-6761-64E6-307C-F558887559BA}"/>
                    </a:ext>
                  </a:extLst>
                </p:cNvPr>
                <p:cNvPicPr/>
                <p:nvPr/>
              </p:nvPicPr>
              <p:blipFill>
                <a:blip r:embed="rId138"/>
                <a:stretch>
                  <a:fillRect/>
                </a:stretch>
              </p:blipFill>
              <p:spPr>
                <a:xfrm>
                  <a:off x="4885108" y="6500772"/>
                  <a:ext cx="157680" cy="338040"/>
                </a:xfrm>
                <a:prstGeom prst="rect">
                  <a:avLst/>
                </a:prstGeom>
              </p:spPr>
            </p:pic>
          </mc:Fallback>
        </mc:AlternateContent>
        <mc:AlternateContent xmlns:mc="http://schemas.openxmlformats.org/markup-compatibility/2006">
          <mc:Choice xmlns:p14="http://schemas.microsoft.com/office/powerpoint/2010/main" Requires="p14">
            <p:contentPart p14:bwMode="auto" r:id="rId139">
              <p14:nvContentPartPr>
                <p14:cNvPr id="82" name="Ink 81">
                  <a:extLst>
                    <a:ext uri="{FF2B5EF4-FFF2-40B4-BE49-F238E27FC236}">
                      <a16:creationId xmlns:a16="http://schemas.microsoft.com/office/drawing/2014/main" id="{EF3F5BBE-D1D6-6CBA-D047-CAE572E9A03B}"/>
                    </a:ext>
                  </a:extLst>
                </p14:cNvPr>
                <p14:cNvContentPartPr/>
                <p14:nvPr/>
              </p14:nvContentPartPr>
              <p14:xfrm>
                <a:off x="5265268" y="6690132"/>
                <a:ext cx="397440" cy="169920"/>
              </p14:xfrm>
            </p:contentPart>
          </mc:Choice>
          <mc:Fallback>
            <p:pic>
              <p:nvPicPr>
                <p:cNvPr id="82" name="Ink 81">
                  <a:extLst>
                    <a:ext uri="{FF2B5EF4-FFF2-40B4-BE49-F238E27FC236}">
                      <a16:creationId xmlns:a16="http://schemas.microsoft.com/office/drawing/2014/main" id="{EF3F5BBE-D1D6-6CBA-D047-CAE572E9A03B}"/>
                    </a:ext>
                  </a:extLst>
                </p:cNvPr>
                <p:cNvPicPr/>
                <p:nvPr/>
              </p:nvPicPr>
              <p:blipFill>
                <a:blip r:embed="rId140"/>
                <a:stretch>
                  <a:fillRect/>
                </a:stretch>
              </p:blipFill>
              <p:spPr>
                <a:xfrm>
                  <a:off x="5260948" y="6685812"/>
                  <a:ext cx="406080" cy="178560"/>
                </a:xfrm>
                <a:prstGeom prst="rect">
                  <a:avLst/>
                </a:prstGeom>
              </p:spPr>
            </p:pic>
          </mc:Fallback>
        </mc:AlternateContent>
        <mc:AlternateContent xmlns:mc="http://schemas.openxmlformats.org/markup-compatibility/2006">
          <mc:Choice xmlns:p14="http://schemas.microsoft.com/office/powerpoint/2010/main" Requires="p14">
            <p:contentPart p14:bwMode="auto" r:id="rId141">
              <p14:nvContentPartPr>
                <p14:cNvPr id="83" name="Ink 82">
                  <a:extLst>
                    <a:ext uri="{FF2B5EF4-FFF2-40B4-BE49-F238E27FC236}">
                      <a16:creationId xmlns:a16="http://schemas.microsoft.com/office/drawing/2014/main" id="{196BF60B-A83B-DAAB-E124-359AC62E2D26}"/>
                    </a:ext>
                  </a:extLst>
                </p14:cNvPr>
                <p14:cNvContentPartPr/>
                <p14:nvPr/>
              </p14:nvContentPartPr>
              <p14:xfrm>
                <a:off x="5677468" y="6792012"/>
                <a:ext cx="226800" cy="78120"/>
              </p14:xfrm>
            </p:contentPart>
          </mc:Choice>
          <mc:Fallback>
            <p:pic>
              <p:nvPicPr>
                <p:cNvPr id="83" name="Ink 82">
                  <a:extLst>
                    <a:ext uri="{FF2B5EF4-FFF2-40B4-BE49-F238E27FC236}">
                      <a16:creationId xmlns:a16="http://schemas.microsoft.com/office/drawing/2014/main" id="{196BF60B-A83B-DAAB-E124-359AC62E2D26}"/>
                    </a:ext>
                  </a:extLst>
                </p:cNvPr>
                <p:cNvPicPr/>
                <p:nvPr/>
              </p:nvPicPr>
              <p:blipFill>
                <a:blip r:embed="rId142"/>
                <a:stretch>
                  <a:fillRect/>
                </a:stretch>
              </p:blipFill>
              <p:spPr>
                <a:xfrm>
                  <a:off x="5673148" y="6787692"/>
                  <a:ext cx="235440" cy="86760"/>
                </a:xfrm>
                <a:prstGeom prst="rect">
                  <a:avLst/>
                </a:prstGeom>
              </p:spPr>
            </p:pic>
          </mc:Fallback>
        </mc:AlternateContent>
        <mc:AlternateContent xmlns:mc="http://schemas.openxmlformats.org/markup-compatibility/2006">
          <mc:Choice xmlns:p14="http://schemas.microsoft.com/office/powerpoint/2010/main" Requires="p14">
            <p:contentPart p14:bwMode="auto" r:id="rId143">
              <p14:nvContentPartPr>
                <p14:cNvPr id="84" name="Ink 83">
                  <a:extLst>
                    <a:ext uri="{FF2B5EF4-FFF2-40B4-BE49-F238E27FC236}">
                      <a16:creationId xmlns:a16="http://schemas.microsoft.com/office/drawing/2014/main" id="{62B013BD-E2D1-F9B3-E1C1-23E6080C673D}"/>
                    </a:ext>
                  </a:extLst>
                </p14:cNvPr>
                <p14:cNvContentPartPr/>
                <p14:nvPr/>
              </p14:nvContentPartPr>
              <p14:xfrm>
                <a:off x="6148708" y="6590772"/>
                <a:ext cx="246600" cy="204480"/>
              </p14:xfrm>
            </p:contentPart>
          </mc:Choice>
          <mc:Fallback>
            <p:pic>
              <p:nvPicPr>
                <p:cNvPr id="84" name="Ink 83">
                  <a:extLst>
                    <a:ext uri="{FF2B5EF4-FFF2-40B4-BE49-F238E27FC236}">
                      <a16:creationId xmlns:a16="http://schemas.microsoft.com/office/drawing/2014/main" id="{62B013BD-E2D1-F9B3-E1C1-23E6080C673D}"/>
                    </a:ext>
                  </a:extLst>
                </p:cNvPr>
                <p:cNvPicPr/>
                <p:nvPr/>
              </p:nvPicPr>
              <p:blipFill>
                <a:blip r:embed="rId144"/>
                <a:stretch>
                  <a:fillRect/>
                </a:stretch>
              </p:blipFill>
              <p:spPr>
                <a:xfrm>
                  <a:off x="6144388" y="6586452"/>
                  <a:ext cx="255240" cy="213120"/>
                </a:xfrm>
                <a:prstGeom prst="rect">
                  <a:avLst/>
                </a:prstGeom>
              </p:spPr>
            </p:pic>
          </mc:Fallback>
        </mc:AlternateContent>
        <mc:AlternateContent xmlns:mc="http://schemas.openxmlformats.org/markup-compatibility/2006">
          <mc:Choice xmlns:p14="http://schemas.microsoft.com/office/powerpoint/2010/main" Requires="p14">
            <p:contentPart p14:bwMode="auto" r:id="rId145">
              <p14:nvContentPartPr>
                <p14:cNvPr id="85" name="Ink 84">
                  <a:extLst>
                    <a:ext uri="{FF2B5EF4-FFF2-40B4-BE49-F238E27FC236}">
                      <a16:creationId xmlns:a16="http://schemas.microsoft.com/office/drawing/2014/main" id="{04425A11-D809-3BB3-945F-0FBD525C63D4}"/>
                    </a:ext>
                  </a:extLst>
                </p14:cNvPr>
                <p14:cNvContentPartPr/>
                <p14:nvPr/>
              </p14:nvContentPartPr>
              <p14:xfrm>
                <a:off x="6457948" y="6255252"/>
                <a:ext cx="680400" cy="471600"/>
              </p14:xfrm>
            </p:contentPart>
          </mc:Choice>
          <mc:Fallback>
            <p:pic>
              <p:nvPicPr>
                <p:cNvPr id="85" name="Ink 84">
                  <a:extLst>
                    <a:ext uri="{FF2B5EF4-FFF2-40B4-BE49-F238E27FC236}">
                      <a16:creationId xmlns:a16="http://schemas.microsoft.com/office/drawing/2014/main" id="{04425A11-D809-3BB3-945F-0FBD525C63D4}"/>
                    </a:ext>
                  </a:extLst>
                </p:cNvPr>
                <p:cNvPicPr/>
                <p:nvPr/>
              </p:nvPicPr>
              <p:blipFill>
                <a:blip r:embed="rId146"/>
                <a:stretch>
                  <a:fillRect/>
                </a:stretch>
              </p:blipFill>
              <p:spPr>
                <a:xfrm>
                  <a:off x="6453628" y="6250932"/>
                  <a:ext cx="689040" cy="480240"/>
                </a:xfrm>
                <a:prstGeom prst="rect">
                  <a:avLst/>
                </a:prstGeom>
              </p:spPr>
            </p:pic>
          </mc:Fallback>
        </mc:AlternateContent>
        <mc:AlternateContent xmlns:mc="http://schemas.openxmlformats.org/markup-compatibility/2006">
          <mc:Choice xmlns:p14="http://schemas.microsoft.com/office/powerpoint/2010/main" Requires="p14">
            <p:contentPart p14:bwMode="auto" r:id="rId147">
              <p14:nvContentPartPr>
                <p14:cNvPr id="86" name="Ink 85">
                  <a:extLst>
                    <a:ext uri="{FF2B5EF4-FFF2-40B4-BE49-F238E27FC236}">
                      <a16:creationId xmlns:a16="http://schemas.microsoft.com/office/drawing/2014/main" id="{B9A98E9B-A452-AB74-8DBE-AB215C51ADEA}"/>
                    </a:ext>
                  </a:extLst>
                </p14:cNvPr>
                <p14:cNvContentPartPr/>
                <p14:nvPr/>
              </p14:nvContentPartPr>
              <p14:xfrm>
                <a:off x="7173628" y="6147252"/>
                <a:ext cx="714600" cy="682560"/>
              </p14:xfrm>
            </p:contentPart>
          </mc:Choice>
          <mc:Fallback>
            <p:pic>
              <p:nvPicPr>
                <p:cNvPr id="86" name="Ink 85">
                  <a:extLst>
                    <a:ext uri="{FF2B5EF4-FFF2-40B4-BE49-F238E27FC236}">
                      <a16:creationId xmlns:a16="http://schemas.microsoft.com/office/drawing/2014/main" id="{B9A98E9B-A452-AB74-8DBE-AB215C51ADEA}"/>
                    </a:ext>
                  </a:extLst>
                </p:cNvPr>
                <p:cNvPicPr/>
                <p:nvPr/>
              </p:nvPicPr>
              <p:blipFill>
                <a:blip r:embed="rId148"/>
                <a:stretch>
                  <a:fillRect/>
                </a:stretch>
              </p:blipFill>
              <p:spPr>
                <a:xfrm>
                  <a:off x="7169308" y="6142932"/>
                  <a:ext cx="723240" cy="691200"/>
                </a:xfrm>
                <a:prstGeom prst="rect">
                  <a:avLst/>
                </a:prstGeom>
              </p:spPr>
            </p:pic>
          </mc:Fallback>
        </mc:AlternateContent>
        <mc:AlternateContent xmlns:mc="http://schemas.openxmlformats.org/markup-compatibility/2006">
          <mc:Choice xmlns:p14="http://schemas.microsoft.com/office/powerpoint/2010/main" Requires="p14">
            <p:contentPart p14:bwMode="auto" r:id="rId149">
              <p14:nvContentPartPr>
                <p14:cNvPr id="87" name="Ink 86">
                  <a:extLst>
                    <a:ext uri="{FF2B5EF4-FFF2-40B4-BE49-F238E27FC236}">
                      <a16:creationId xmlns:a16="http://schemas.microsoft.com/office/drawing/2014/main" id="{FC8691CC-0268-7E95-B92F-1FBD681322ED}"/>
                    </a:ext>
                  </a:extLst>
                </p14:cNvPr>
                <p14:cNvContentPartPr/>
                <p14:nvPr/>
              </p14:nvContentPartPr>
              <p14:xfrm>
                <a:off x="6844228" y="6259572"/>
                <a:ext cx="151920" cy="22680"/>
              </p14:xfrm>
            </p:contentPart>
          </mc:Choice>
          <mc:Fallback>
            <p:pic>
              <p:nvPicPr>
                <p:cNvPr id="87" name="Ink 86">
                  <a:extLst>
                    <a:ext uri="{FF2B5EF4-FFF2-40B4-BE49-F238E27FC236}">
                      <a16:creationId xmlns:a16="http://schemas.microsoft.com/office/drawing/2014/main" id="{FC8691CC-0268-7E95-B92F-1FBD681322ED}"/>
                    </a:ext>
                  </a:extLst>
                </p:cNvPr>
                <p:cNvPicPr/>
                <p:nvPr/>
              </p:nvPicPr>
              <p:blipFill>
                <a:blip r:embed="rId150"/>
                <a:stretch>
                  <a:fillRect/>
                </a:stretch>
              </p:blipFill>
              <p:spPr>
                <a:xfrm>
                  <a:off x="6839908" y="6255252"/>
                  <a:ext cx="16056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151">
              <p14:nvContentPartPr>
                <p14:cNvPr id="88" name="Ink 87">
                  <a:extLst>
                    <a:ext uri="{FF2B5EF4-FFF2-40B4-BE49-F238E27FC236}">
                      <a16:creationId xmlns:a16="http://schemas.microsoft.com/office/drawing/2014/main" id="{21E3148F-0779-DC66-83B0-A0450F21D397}"/>
                    </a:ext>
                  </a:extLst>
                </p14:cNvPr>
                <p14:cNvContentPartPr/>
                <p14:nvPr/>
              </p14:nvContentPartPr>
              <p14:xfrm>
                <a:off x="8055268" y="6444612"/>
                <a:ext cx="154440" cy="108000"/>
              </p14:xfrm>
            </p:contentPart>
          </mc:Choice>
          <mc:Fallback>
            <p:pic>
              <p:nvPicPr>
                <p:cNvPr id="88" name="Ink 87">
                  <a:extLst>
                    <a:ext uri="{FF2B5EF4-FFF2-40B4-BE49-F238E27FC236}">
                      <a16:creationId xmlns:a16="http://schemas.microsoft.com/office/drawing/2014/main" id="{21E3148F-0779-DC66-83B0-A0450F21D397}"/>
                    </a:ext>
                  </a:extLst>
                </p:cNvPr>
                <p:cNvPicPr/>
                <p:nvPr/>
              </p:nvPicPr>
              <p:blipFill>
                <a:blip r:embed="rId152"/>
                <a:stretch>
                  <a:fillRect/>
                </a:stretch>
              </p:blipFill>
              <p:spPr>
                <a:xfrm>
                  <a:off x="8050948" y="6440292"/>
                  <a:ext cx="163080" cy="116640"/>
                </a:xfrm>
                <a:prstGeom prst="rect">
                  <a:avLst/>
                </a:prstGeom>
              </p:spPr>
            </p:pic>
          </mc:Fallback>
        </mc:AlternateContent>
        <mc:AlternateContent xmlns:mc="http://schemas.openxmlformats.org/markup-compatibility/2006">
          <mc:Choice xmlns:p14="http://schemas.microsoft.com/office/powerpoint/2010/main" Requires="p14">
            <p:contentPart p14:bwMode="auto" r:id="rId153">
              <p14:nvContentPartPr>
                <p14:cNvPr id="89" name="Ink 88">
                  <a:extLst>
                    <a:ext uri="{FF2B5EF4-FFF2-40B4-BE49-F238E27FC236}">
                      <a16:creationId xmlns:a16="http://schemas.microsoft.com/office/drawing/2014/main" id="{146659A0-BC8D-BCC8-4CE4-386C39153998}"/>
                    </a:ext>
                  </a:extLst>
                </p14:cNvPr>
                <p14:cNvContentPartPr/>
                <p14:nvPr/>
              </p14:nvContentPartPr>
              <p14:xfrm>
                <a:off x="8316988" y="6453972"/>
                <a:ext cx="115920" cy="141120"/>
              </p14:xfrm>
            </p:contentPart>
          </mc:Choice>
          <mc:Fallback>
            <p:pic>
              <p:nvPicPr>
                <p:cNvPr id="89" name="Ink 88">
                  <a:extLst>
                    <a:ext uri="{FF2B5EF4-FFF2-40B4-BE49-F238E27FC236}">
                      <a16:creationId xmlns:a16="http://schemas.microsoft.com/office/drawing/2014/main" id="{146659A0-BC8D-BCC8-4CE4-386C39153998}"/>
                    </a:ext>
                  </a:extLst>
                </p:cNvPr>
                <p:cNvPicPr/>
                <p:nvPr/>
              </p:nvPicPr>
              <p:blipFill>
                <a:blip r:embed="rId154"/>
                <a:stretch>
                  <a:fillRect/>
                </a:stretch>
              </p:blipFill>
              <p:spPr>
                <a:xfrm>
                  <a:off x="8312668" y="6449652"/>
                  <a:ext cx="124560" cy="149760"/>
                </a:xfrm>
                <a:prstGeom prst="rect">
                  <a:avLst/>
                </a:prstGeom>
              </p:spPr>
            </p:pic>
          </mc:Fallback>
        </mc:AlternateContent>
        <mc:AlternateContent xmlns:mc="http://schemas.openxmlformats.org/markup-compatibility/2006">
          <mc:Choice xmlns:p14="http://schemas.microsoft.com/office/powerpoint/2010/main" Requires="p14">
            <p:contentPart p14:bwMode="auto" r:id="rId155">
              <p14:nvContentPartPr>
                <p14:cNvPr id="90" name="Ink 89">
                  <a:extLst>
                    <a:ext uri="{FF2B5EF4-FFF2-40B4-BE49-F238E27FC236}">
                      <a16:creationId xmlns:a16="http://schemas.microsoft.com/office/drawing/2014/main" id="{6170A0C9-FE2D-7087-1BEB-CF181ABDA1FF}"/>
                    </a:ext>
                  </a:extLst>
                </p14:cNvPr>
                <p14:cNvContentPartPr/>
                <p14:nvPr/>
              </p14:nvContentPartPr>
              <p14:xfrm>
                <a:off x="8288908" y="6461892"/>
                <a:ext cx="138240" cy="140040"/>
              </p14:xfrm>
            </p:contentPart>
          </mc:Choice>
          <mc:Fallback>
            <p:pic>
              <p:nvPicPr>
                <p:cNvPr id="90" name="Ink 89">
                  <a:extLst>
                    <a:ext uri="{FF2B5EF4-FFF2-40B4-BE49-F238E27FC236}">
                      <a16:creationId xmlns:a16="http://schemas.microsoft.com/office/drawing/2014/main" id="{6170A0C9-FE2D-7087-1BEB-CF181ABDA1FF}"/>
                    </a:ext>
                  </a:extLst>
                </p:cNvPr>
                <p:cNvPicPr/>
                <p:nvPr/>
              </p:nvPicPr>
              <p:blipFill>
                <a:blip r:embed="rId156"/>
                <a:stretch>
                  <a:fillRect/>
                </a:stretch>
              </p:blipFill>
              <p:spPr>
                <a:xfrm>
                  <a:off x="8284588" y="6457572"/>
                  <a:ext cx="146880" cy="148680"/>
                </a:xfrm>
                <a:prstGeom prst="rect">
                  <a:avLst/>
                </a:prstGeom>
              </p:spPr>
            </p:pic>
          </mc:Fallback>
        </mc:AlternateContent>
        <mc:AlternateContent xmlns:mc="http://schemas.openxmlformats.org/markup-compatibility/2006">
          <mc:Choice xmlns:p14="http://schemas.microsoft.com/office/powerpoint/2010/main" Requires="p14">
            <p:contentPart p14:bwMode="auto" r:id="rId157">
              <p14:nvContentPartPr>
                <p14:cNvPr id="91" name="Ink 90">
                  <a:extLst>
                    <a:ext uri="{FF2B5EF4-FFF2-40B4-BE49-F238E27FC236}">
                      <a16:creationId xmlns:a16="http://schemas.microsoft.com/office/drawing/2014/main" id="{786BB26B-ABFB-63A1-2D8B-76FEB61B3469}"/>
                    </a:ext>
                  </a:extLst>
                </p14:cNvPr>
                <p14:cNvContentPartPr/>
                <p14:nvPr/>
              </p14:nvContentPartPr>
              <p14:xfrm>
                <a:off x="8503828" y="6488172"/>
                <a:ext cx="142920" cy="90000"/>
              </p14:xfrm>
            </p:contentPart>
          </mc:Choice>
          <mc:Fallback>
            <p:pic>
              <p:nvPicPr>
                <p:cNvPr id="91" name="Ink 90">
                  <a:extLst>
                    <a:ext uri="{FF2B5EF4-FFF2-40B4-BE49-F238E27FC236}">
                      <a16:creationId xmlns:a16="http://schemas.microsoft.com/office/drawing/2014/main" id="{786BB26B-ABFB-63A1-2D8B-76FEB61B3469}"/>
                    </a:ext>
                  </a:extLst>
                </p:cNvPr>
                <p:cNvPicPr/>
                <p:nvPr/>
              </p:nvPicPr>
              <p:blipFill>
                <a:blip r:embed="rId158"/>
                <a:stretch>
                  <a:fillRect/>
                </a:stretch>
              </p:blipFill>
              <p:spPr>
                <a:xfrm>
                  <a:off x="8499508" y="6483852"/>
                  <a:ext cx="151560" cy="98640"/>
                </a:xfrm>
                <a:prstGeom prst="rect">
                  <a:avLst/>
                </a:prstGeom>
              </p:spPr>
            </p:pic>
          </mc:Fallback>
        </mc:AlternateContent>
        <mc:AlternateContent xmlns:mc="http://schemas.openxmlformats.org/markup-compatibility/2006">
          <mc:Choice xmlns:p14="http://schemas.microsoft.com/office/powerpoint/2010/main" Requires="p14">
            <p:contentPart p14:bwMode="auto" r:id="rId159">
              <p14:nvContentPartPr>
                <p14:cNvPr id="92" name="Ink 91">
                  <a:extLst>
                    <a:ext uri="{FF2B5EF4-FFF2-40B4-BE49-F238E27FC236}">
                      <a16:creationId xmlns:a16="http://schemas.microsoft.com/office/drawing/2014/main" id="{B169D385-A128-FEB4-BD21-912D541C7D4F}"/>
                    </a:ext>
                  </a:extLst>
                </p14:cNvPr>
                <p14:cNvContentPartPr/>
                <p14:nvPr/>
              </p14:nvContentPartPr>
              <p14:xfrm>
                <a:off x="8595268" y="6274332"/>
                <a:ext cx="295560" cy="308160"/>
              </p14:xfrm>
            </p:contentPart>
          </mc:Choice>
          <mc:Fallback>
            <p:pic>
              <p:nvPicPr>
                <p:cNvPr id="92" name="Ink 91">
                  <a:extLst>
                    <a:ext uri="{FF2B5EF4-FFF2-40B4-BE49-F238E27FC236}">
                      <a16:creationId xmlns:a16="http://schemas.microsoft.com/office/drawing/2014/main" id="{B169D385-A128-FEB4-BD21-912D541C7D4F}"/>
                    </a:ext>
                  </a:extLst>
                </p:cNvPr>
                <p:cNvPicPr/>
                <p:nvPr/>
              </p:nvPicPr>
              <p:blipFill>
                <a:blip r:embed="rId160"/>
                <a:stretch>
                  <a:fillRect/>
                </a:stretch>
              </p:blipFill>
              <p:spPr>
                <a:xfrm>
                  <a:off x="8590948" y="6270012"/>
                  <a:ext cx="304200" cy="316800"/>
                </a:xfrm>
                <a:prstGeom prst="rect">
                  <a:avLst/>
                </a:prstGeom>
              </p:spPr>
            </p:pic>
          </mc:Fallback>
        </mc:AlternateContent>
        <mc:AlternateContent xmlns:mc="http://schemas.openxmlformats.org/markup-compatibility/2006">
          <mc:Choice xmlns:p14="http://schemas.microsoft.com/office/powerpoint/2010/main" Requires="p14">
            <p:contentPart p14:bwMode="auto" r:id="rId161">
              <p14:nvContentPartPr>
                <p14:cNvPr id="93" name="Ink 92">
                  <a:extLst>
                    <a:ext uri="{FF2B5EF4-FFF2-40B4-BE49-F238E27FC236}">
                      <a16:creationId xmlns:a16="http://schemas.microsoft.com/office/drawing/2014/main" id="{E4AEF16A-C22B-47A9-1064-392E25B6D59F}"/>
                    </a:ext>
                  </a:extLst>
                </p14:cNvPr>
                <p14:cNvContentPartPr/>
                <p14:nvPr/>
              </p14:nvContentPartPr>
              <p14:xfrm>
                <a:off x="8879308" y="6403572"/>
                <a:ext cx="27720" cy="8280"/>
              </p14:xfrm>
            </p:contentPart>
          </mc:Choice>
          <mc:Fallback>
            <p:pic>
              <p:nvPicPr>
                <p:cNvPr id="93" name="Ink 92">
                  <a:extLst>
                    <a:ext uri="{FF2B5EF4-FFF2-40B4-BE49-F238E27FC236}">
                      <a16:creationId xmlns:a16="http://schemas.microsoft.com/office/drawing/2014/main" id="{E4AEF16A-C22B-47A9-1064-392E25B6D59F}"/>
                    </a:ext>
                  </a:extLst>
                </p:cNvPr>
                <p:cNvPicPr/>
                <p:nvPr/>
              </p:nvPicPr>
              <p:blipFill>
                <a:blip r:embed="rId162"/>
                <a:stretch>
                  <a:fillRect/>
                </a:stretch>
              </p:blipFill>
              <p:spPr>
                <a:xfrm>
                  <a:off x="8874988" y="6399252"/>
                  <a:ext cx="36360" cy="16920"/>
                </a:xfrm>
                <a:prstGeom prst="rect">
                  <a:avLst/>
                </a:prstGeom>
              </p:spPr>
            </p:pic>
          </mc:Fallback>
        </mc:AlternateContent>
        <mc:AlternateContent xmlns:mc="http://schemas.openxmlformats.org/markup-compatibility/2006">
          <mc:Choice xmlns:p14="http://schemas.microsoft.com/office/powerpoint/2010/main" Requires="p14">
            <p:contentPart p14:bwMode="auto" r:id="rId163">
              <p14:nvContentPartPr>
                <p14:cNvPr id="94" name="Ink 93">
                  <a:extLst>
                    <a:ext uri="{FF2B5EF4-FFF2-40B4-BE49-F238E27FC236}">
                      <a16:creationId xmlns:a16="http://schemas.microsoft.com/office/drawing/2014/main" id="{FB442798-02DF-9730-0628-FECA28728ABE}"/>
                    </a:ext>
                  </a:extLst>
                </p14:cNvPr>
                <p14:cNvContentPartPr/>
                <p14:nvPr/>
              </p14:nvContentPartPr>
              <p14:xfrm>
                <a:off x="8927908" y="6524892"/>
                <a:ext cx="26640" cy="37080"/>
              </p14:xfrm>
            </p:contentPart>
          </mc:Choice>
          <mc:Fallback>
            <p:pic>
              <p:nvPicPr>
                <p:cNvPr id="94" name="Ink 93">
                  <a:extLst>
                    <a:ext uri="{FF2B5EF4-FFF2-40B4-BE49-F238E27FC236}">
                      <a16:creationId xmlns:a16="http://schemas.microsoft.com/office/drawing/2014/main" id="{FB442798-02DF-9730-0628-FECA28728ABE}"/>
                    </a:ext>
                  </a:extLst>
                </p:cNvPr>
                <p:cNvPicPr/>
                <p:nvPr/>
              </p:nvPicPr>
              <p:blipFill>
                <a:blip r:embed="rId164"/>
                <a:stretch>
                  <a:fillRect/>
                </a:stretch>
              </p:blipFill>
              <p:spPr>
                <a:xfrm>
                  <a:off x="8923588" y="6520572"/>
                  <a:ext cx="35280" cy="45720"/>
                </a:xfrm>
                <a:prstGeom prst="rect">
                  <a:avLst/>
                </a:prstGeom>
              </p:spPr>
            </p:pic>
          </mc:Fallback>
        </mc:AlternateContent>
        <mc:AlternateContent xmlns:mc="http://schemas.openxmlformats.org/markup-compatibility/2006">
          <mc:Choice xmlns:p14="http://schemas.microsoft.com/office/powerpoint/2010/main" Requires="p14">
            <p:contentPart p14:bwMode="auto" r:id="rId165">
              <p14:nvContentPartPr>
                <p14:cNvPr id="95" name="Ink 94">
                  <a:extLst>
                    <a:ext uri="{FF2B5EF4-FFF2-40B4-BE49-F238E27FC236}">
                      <a16:creationId xmlns:a16="http://schemas.microsoft.com/office/drawing/2014/main" id="{4433BCDE-6425-44B7-B291-12A852BFA593}"/>
                    </a:ext>
                  </a:extLst>
                </p14:cNvPr>
                <p14:cNvContentPartPr/>
                <p14:nvPr/>
              </p14:nvContentPartPr>
              <p14:xfrm>
                <a:off x="8928988" y="6411132"/>
                <a:ext cx="7200" cy="6120"/>
              </p14:xfrm>
            </p:contentPart>
          </mc:Choice>
          <mc:Fallback>
            <p:pic>
              <p:nvPicPr>
                <p:cNvPr id="95" name="Ink 94">
                  <a:extLst>
                    <a:ext uri="{FF2B5EF4-FFF2-40B4-BE49-F238E27FC236}">
                      <a16:creationId xmlns:a16="http://schemas.microsoft.com/office/drawing/2014/main" id="{4433BCDE-6425-44B7-B291-12A852BFA593}"/>
                    </a:ext>
                  </a:extLst>
                </p:cNvPr>
                <p:cNvPicPr/>
                <p:nvPr/>
              </p:nvPicPr>
              <p:blipFill>
                <a:blip r:embed="rId166"/>
                <a:stretch>
                  <a:fillRect/>
                </a:stretch>
              </p:blipFill>
              <p:spPr>
                <a:xfrm>
                  <a:off x="8924668" y="6406812"/>
                  <a:ext cx="15840" cy="14760"/>
                </a:xfrm>
                <a:prstGeom prst="rect">
                  <a:avLst/>
                </a:prstGeom>
              </p:spPr>
            </p:pic>
          </mc:Fallback>
        </mc:AlternateContent>
        <mc:AlternateContent xmlns:mc="http://schemas.openxmlformats.org/markup-compatibility/2006">
          <mc:Choice xmlns:p14="http://schemas.microsoft.com/office/powerpoint/2010/main" Requires="p14">
            <p:contentPart p14:bwMode="auto" r:id="rId167">
              <p14:nvContentPartPr>
                <p14:cNvPr id="96" name="Ink 95">
                  <a:extLst>
                    <a:ext uri="{FF2B5EF4-FFF2-40B4-BE49-F238E27FC236}">
                      <a16:creationId xmlns:a16="http://schemas.microsoft.com/office/drawing/2014/main" id="{A873384B-577F-0CB0-BC08-4E135E916FC9}"/>
                    </a:ext>
                  </a:extLst>
                </p14:cNvPr>
                <p14:cNvContentPartPr/>
                <p14:nvPr/>
              </p14:nvContentPartPr>
              <p14:xfrm>
                <a:off x="8971108" y="6424452"/>
                <a:ext cx="97560" cy="127080"/>
              </p14:xfrm>
            </p:contentPart>
          </mc:Choice>
          <mc:Fallback>
            <p:pic>
              <p:nvPicPr>
                <p:cNvPr id="96" name="Ink 95">
                  <a:extLst>
                    <a:ext uri="{FF2B5EF4-FFF2-40B4-BE49-F238E27FC236}">
                      <a16:creationId xmlns:a16="http://schemas.microsoft.com/office/drawing/2014/main" id="{A873384B-577F-0CB0-BC08-4E135E916FC9}"/>
                    </a:ext>
                  </a:extLst>
                </p:cNvPr>
                <p:cNvPicPr/>
                <p:nvPr/>
              </p:nvPicPr>
              <p:blipFill>
                <a:blip r:embed="rId168"/>
                <a:stretch>
                  <a:fillRect/>
                </a:stretch>
              </p:blipFill>
              <p:spPr>
                <a:xfrm>
                  <a:off x="8966788" y="6420132"/>
                  <a:ext cx="10620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169">
              <p14:nvContentPartPr>
                <p14:cNvPr id="97" name="Ink 96">
                  <a:extLst>
                    <a:ext uri="{FF2B5EF4-FFF2-40B4-BE49-F238E27FC236}">
                      <a16:creationId xmlns:a16="http://schemas.microsoft.com/office/drawing/2014/main" id="{517E740F-A4DF-474A-DB6A-3B45D01DCA5E}"/>
                    </a:ext>
                  </a:extLst>
                </p14:cNvPr>
                <p14:cNvContentPartPr/>
                <p14:nvPr/>
              </p14:nvContentPartPr>
              <p14:xfrm>
                <a:off x="9029428" y="6480972"/>
                <a:ext cx="152280" cy="75240"/>
              </p14:xfrm>
            </p:contentPart>
          </mc:Choice>
          <mc:Fallback>
            <p:pic>
              <p:nvPicPr>
                <p:cNvPr id="97" name="Ink 96">
                  <a:extLst>
                    <a:ext uri="{FF2B5EF4-FFF2-40B4-BE49-F238E27FC236}">
                      <a16:creationId xmlns:a16="http://schemas.microsoft.com/office/drawing/2014/main" id="{517E740F-A4DF-474A-DB6A-3B45D01DCA5E}"/>
                    </a:ext>
                  </a:extLst>
                </p:cNvPr>
                <p:cNvPicPr/>
                <p:nvPr/>
              </p:nvPicPr>
              <p:blipFill>
                <a:blip r:embed="rId170"/>
                <a:stretch>
                  <a:fillRect/>
                </a:stretch>
              </p:blipFill>
              <p:spPr>
                <a:xfrm>
                  <a:off x="9025108" y="6476652"/>
                  <a:ext cx="160920" cy="83880"/>
                </a:xfrm>
                <a:prstGeom prst="rect">
                  <a:avLst/>
                </a:prstGeom>
              </p:spPr>
            </p:pic>
          </mc:Fallback>
        </mc:AlternateContent>
        <mc:AlternateContent xmlns:mc="http://schemas.openxmlformats.org/markup-compatibility/2006">
          <mc:Choice xmlns:p14="http://schemas.microsoft.com/office/powerpoint/2010/main" Requires="p14">
            <p:contentPart p14:bwMode="auto" r:id="rId171">
              <p14:nvContentPartPr>
                <p14:cNvPr id="98" name="Ink 97">
                  <a:extLst>
                    <a:ext uri="{FF2B5EF4-FFF2-40B4-BE49-F238E27FC236}">
                      <a16:creationId xmlns:a16="http://schemas.microsoft.com/office/drawing/2014/main" id="{9BB93218-0196-3D0C-4C51-166AF2D8898A}"/>
                    </a:ext>
                  </a:extLst>
                </p14:cNvPr>
                <p14:cNvContentPartPr/>
                <p14:nvPr/>
              </p14:nvContentPartPr>
              <p14:xfrm>
                <a:off x="6731548" y="6636492"/>
                <a:ext cx="1961640" cy="225720"/>
              </p14:xfrm>
            </p:contentPart>
          </mc:Choice>
          <mc:Fallback>
            <p:pic>
              <p:nvPicPr>
                <p:cNvPr id="98" name="Ink 97">
                  <a:extLst>
                    <a:ext uri="{FF2B5EF4-FFF2-40B4-BE49-F238E27FC236}">
                      <a16:creationId xmlns:a16="http://schemas.microsoft.com/office/drawing/2014/main" id="{9BB93218-0196-3D0C-4C51-166AF2D8898A}"/>
                    </a:ext>
                  </a:extLst>
                </p:cNvPr>
                <p:cNvPicPr/>
                <p:nvPr/>
              </p:nvPicPr>
              <p:blipFill>
                <a:blip r:embed="rId172"/>
                <a:stretch>
                  <a:fillRect/>
                </a:stretch>
              </p:blipFill>
              <p:spPr>
                <a:xfrm>
                  <a:off x="6727228" y="6632172"/>
                  <a:ext cx="1970280" cy="234360"/>
                </a:xfrm>
                <a:prstGeom prst="rect">
                  <a:avLst/>
                </a:prstGeom>
              </p:spPr>
            </p:pic>
          </mc:Fallback>
        </mc:AlternateContent>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153" y="160569"/>
            <a:ext cx="7529847" cy="764364"/>
          </a:xfrm>
        </p:spPr>
        <p:txBody>
          <a:bodyPr>
            <a:normAutofit fontScale="90000"/>
          </a:bodyPr>
          <a:lstStyle/>
          <a:p>
            <a:pPr algn="l"/>
            <a:br>
              <a:rPr lang="en-US" sz="3600" dirty="0">
                <a:latin typeface="Times New Roman" pitchFamily="18" charset="0"/>
                <a:cs typeface="Times New Roman" pitchFamily="18" charset="0"/>
              </a:rPr>
            </a:br>
            <a:r>
              <a:rPr lang="en-US" sz="3600" dirty="0">
                <a:latin typeface="Times New Roman" pitchFamily="18" charset="0"/>
                <a:cs typeface="Times New Roman" pitchFamily="18" charset="0"/>
              </a:rPr>
              <a:t>Solution:</a:t>
            </a:r>
            <a:br>
              <a:rPr lang="en-IN" dirty="0"/>
            </a:br>
            <a:endParaRPr lang="en-IN" dirty="0"/>
          </a:p>
        </p:txBody>
      </p:sp>
      <p:sp>
        <p:nvSpPr>
          <p:cNvPr id="7" name="Content Placeholder 3">
            <a:extLst>
              <a:ext uri="{FF2B5EF4-FFF2-40B4-BE49-F238E27FC236}">
                <a16:creationId xmlns:a16="http://schemas.microsoft.com/office/drawing/2014/main" id="{1302579E-89ED-43A2-A6A0-5505E9BB873E}"/>
              </a:ext>
            </a:extLst>
          </p:cNvPr>
          <p:cNvSpPr>
            <a:spLocks noGrp="1" noRot="1" noChangeAspect="1" noMove="1" noResize="1" noEditPoints="1" noAdjustHandles="1" noChangeArrowheads="1" noChangeShapeType="1" noTextEdit="1"/>
          </p:cNvSpPr>
          <p:nvPr>
            <p:ph type="body" sz="quarter" idx="13"/>
          </p:nvPr>
        </p:nvSpPr>
        <p:spPr>
          <a:xfrm>
            <a:off x="357188" y="1365250"/>
            <a:ext cx="8164512" cy="5154613"/>
          </a:xfrm>
          <a:blipFill>
            <a:blip r:embed="rId2"/>
            <a:stretch>
              <a:fillRect l="-1111"/>
            </a:stretch>
          </a:blipFill>
        </p:spPr>
        <p:txBody>
          <a:bodyPr/>
          <a:lstStyle/>
          <a:p>
            <a:pPr>
              <a:defRPr/>
            </a:pPr>
            <a:r>
              <a:rPr lang="en-IN" dirty="0">
                <a:noFill/>
              </a:rPr>
              <a:t> </a:t>
            </a:r>
          </a:p>
        </p:txBody>
      </p:sp>
    </p:spTree>
    <p:extLst>
      <p:ext uri="{BB962C8B-B14F-4D97-AF65-F5344CB8AC3E}">
        <p14:creationId xmlns:p14="http://schemas.microsoft.com/office/powerpoint/2010/main" val="16654951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75" y="160569"/>
            <a:ext cx="7502525" cy="764364"/>
          </a:xfrm>
        </p:spPr>
        <p:txBody>
          <a:bodyPr>
            <a:normAutofit/>
          </a:bodyPr>
          <a:lstStyle/>
          <a:p>
            <a:pPr algn="l"/>
            <a:r>
              <a:rPr lang="en-US" sz="3200" dirty="0"/>
              <a:t>Independent Events</a:t>
            </a:r>
            <a:endParaRPr lang="en-IN" sz="3200" dirty="0"/>
          </a:p>
        </p:txBody>
      </p:sp>
      <p:grpSp>
        <p:nvGrpSpPr>
          <p:cNvPr id="36" name="Group 35"/>
          <p:cNvGrpSpPr>
            <a:grpSpLocks/>
          </p:cNvGrpSpPr>
          <p:nvPr/>
        </p:nvGrpSpPr>
        <p:grpSpPr bwMode="auto">
          <a:xfrm>
            <a:off x="1425575" y="5567363"/>
            <a:ext cx="4919663" cy="466725"/>
            <a:chOff x="894" y="3296"/>
            <a:chExt cx="3344" cy="294"/>
          </a:xfrm>
        </p:grpSpPr>
        <p:sp>
          <p:nvSpPr>
            <p:cNvPr id="29703" name="Rectangle 33"/>
            <p:cNvSpPr>
              <a:spLocks noChangeArrowheads="1"/>
            </p:cNvSpPr>
            <p:nvPr/>
          </p:nvSpPr>
          <p:spPr bwMode="auto">
            <a:xfrm>
              <a:off x="1355" y="3296"/>
              <a:ext cx="2613" cy="291"/>
            </a:xfrm>
            <a:prstGeom prst="rect">
              <a:avLst/>
            </a:prstGeom>
            <a:solidFill>
              <a:srgbClr val="FFFFFF"/>
            </a:solidFill>
            <a:ln w="9525">
              <a:solidFill>
                <a:srgbClr val="7030A0"/>
              </a:solidFill>
              <a:miter lim="800000"/>
              <a:headEnd/>
              <a:tailEnd/>
            </a:ln>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400">
                <a:latin typeface="Times New Roman" panose="02020603050405020304" pitchFamily="18" charset="0"/>
                <a:cs typeface="Times New Roman" panose="02020603050405020304" pitchFamily="18" charset="0"/>
              </a:endParaRPr>
            </a:p>
          </p:txBody>
        </p:sp>
        <p:sp>
          <p:nvSpPr>
            <p:cNvPr id="29704" name="Rectangle 15"/>
            <p:cNvSpPr>
              <a:spLocks noChangeArrowheads="1"/>
            </p:cNvSpPr>
            <p:nvPr/>
          </p:nvSpPr>
          <p:spPr bwMode="auto">
            <a:xfrm>
              <a:off x="894" y="3299"/>
              <a:ext cx="334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a:latin typeface="Times New Roman" panose="02020603050405020304" pitchFamily="18" charset="0"/>
                  <a:cs typeface="Times New Roman" panose="02020603050405020304" pitchFamily="18" charset="0"/>
                  <a:sym typeface="Symbol" panose="05050102010706020507" pitchFamily="18" charset="2"/>
                </a:rPr>
                <a:t>or      </a:t>
              </a:r>
              <a:r>
                <a:rPr lang="en-US" altLang="en-US" sz="2400" i="1">
                  <a:solidFill>
                    <a:srgbClr val="FF0000"/>
                  </a:solidFill>
                  <a:latin typeface="Times New Roman" panose="02020603050405020304" pitchFamily="18" charset="0"/>
                  <a:cs typeface="Times New Roman" panose="02020603050405020304" pitchFamily="18" charset="0"/>
                  <a:sym typeface="Symbol" panose="05050102010706020507" pitchFamily="18" charset="2"/>
                </a:rPr>
                <a:t>P</a:t>
              </a:r>
              <a:r>
                <a:rPr lang="en-US" altLang="en-US" sz="240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  B) = </a:t>
              </a:r>
              <a:r>
                <a:rPr lang="en-US" altLang="en-US" sz="2400" i="1">
                  <a:solidFill>
                    <a:srgbClr val="FF0000"/>
                  </a:solidFill>
                  <a:latin typeface="Times New Roman" panose="02020603050405020304" pitchFamily="18" charset="0"/>
                  <a:cs typeface="Times New Roman" panose="02020603050405020304" pitchFamily="18" charset="0"/>
                  <a:sym typeface="Symbol" panose="05050102010706020507" pitchFamily="18" charset="2"/>
                </a:rPr>
                <a:t>P</a:t>
              </a:r>
              <a:r>
                <a:rPr lang="en-US" altLang="en-US" sz="240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  </a:t>
              </a:r>
              <a:r>
                <a:rPr lang="en-US" altLang="en-US" sz="2400" i="1">
                  <a:solidFill>
                    <a:srgbClr val="FF0000"/>
                  </a:solidFill>
                  <a:latin typeface="Times New Roman" panose="02020603050405020304" pitchFamily="18" charset="0"/>
                  <a:cs typeface="Times New Roman" panose="02020603050405020304" pitchFamily="18" charset="0"/>
                  <a:sym typeface="Symbol" panose="05050102010706020507" pitchFamily="18" charset="2"/>
                </a:rPr>
                <a:t>P</a:t>
              </a:r>
              <a:r>
                <a:rPr lang="en-US" altLang="en-US" sz="2400">
                  <a:solidFill>
                    <a:srgbClr val="FF0000"/>
                  </a:solidFill>
                  <a:latin typeface="Times New Roman" panose="02020603050405020304" pitchFamily="18" charset="0"/>
                  <a:cs typeface="Times New Roman" panose="02020603050405020304" pitchFamily="18" charset="0"/>
                  <a:sym typeface="Symbol" panose="05050102010706020507" pitchFamily="18" charset="2"/>
                </a:rPr>
                <a:t>(B)</a:t>
              </a:r>
            </a:p>
          </p:txBody>
        </p:sp>
      </p:grpSp>
      <p:sp>
        <p:nvSpPr>
          <p:cNvPr id="29702" name="TextBox 1"/>
          <p:cNvSpPr txBox="1">
            <a:spLocks noChangeArrowheads="1"/>
          </p:cNvSpPr>
          <p:nvPr/>
        </p:nvSpPr>
        <p:spPr bwMode="auto">
          <a:xfrm>
            <a:off x="5216525" y="2520950"/>
            <a:ext cx="26400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r>
              <a:rPr lang="en-US" altLang="en-US"/>
              <a:t>(Statistically Independent)</a:t>
            </a:r>
          </a:p>
        </p:txBody>
      </p:sp>
      <p:sp>
        <p:nvSpPr>
          <p:cNvPr id="12" name="Rectangle 5">
            <a:extLst>
              <a:ext uri="{FF2B5EF4-FFF2-40B4-BE49-F238E27FC236}">
                <a16:creationId xmlns:a16="http://schemas.microsoft.com/office/drawing/2014/main" id="{F40347E9-5C70-4BFC-8BF0-E8FBB1F226C0}"/>
              </a:ext>
            </a:extLst>
          </p:cNvPr>
          <p:cNvSpPr>
            <a:spLocks noGrp="1" noRot="1" noChangeAspect="1" noMove="1" noResize="1" noEditPoints="1" noAdjustHandles="1" noChangeArrowheads="1" noChangeShapeType="1" noTextEdit="1"/>
          </p:cNvSpPr>
          <p:nvPr>
            <p:ph type="body" sz="quarter" idx="13"/>
          </p:nvPr>
        </p:nvSpPr>
        <p:spPr bwMode="auto">
          <a:xfrm>
            <a:off x="117475" y="1155700"/>
            <a:ext cx="8788400" cy="4411663"/>
          </a:xfrm>
          <a:prstGeom prst="rect">
            <a:avLst/>
          </a:prstGeom>
          <a:blipFill>
            <a:blip r:embed="rId2"/>
            <a:stretch>
              <a:fillRect l="-1062" t="-1153"/>
            </a:stretch>
          </a:blipFill>
          <a:ln w="9525">
            <a:noFill/>
            <a:miter lim="800000"/>
            <a:headEnd/>
            <a:tailEnd/>
          </a:ln>
        </p:spPr>
        <p:txBody>
          <a:bodyPr/>
          <a:lstStyle/>
          <a:p>
            <a:pPr>
              <a:defRPr/>
            </a:pPr>
            <a:r>
              <a:rPr lang="en-IN" dirty="0">
                <a:noFill/>
              </a:rPr>
              <a:t> </a:t>
            </a: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6403DF17-EE76-A294-916F-E9A3670D6A33}"/>
                  </a:ext>
                </a:extLst>
              </p14:cNvPr>
              <p14:cNvContentPartPr/>
              <p14:nvPr/>
            </p14:nvContentPartPr>
            <p14:xfrm>
              <a:off x="3931828" y="1917299"/>
              <a:ext cx="2122920" cy="86400"/>
            </p14:xfrm>
          </p:contentPart>
        </mc:Choice>
        <mc:Fallback>
          <p:pic>
            <p:nvPicPr>
              <p:cNvPr id="3" name="Ink 2">
                <a:extLst>
                  <a:ext uri="{FF2B5EF4-FFF2-40B4-BE49-F238E27FC236}">
                    <a16:creationId xmlns:a16="http://schemas.microsoft.com/office/drawing/2014/main" id="{6403DF17-EE76-A294-916F-E9A3670D6A33}"/>
                  </a:ext>
                </a:extLst>
              </p:cNvPr>
              <p:cNvPicPr/>
              <p:nvPr/>
            </p:nvPicPr>
            <p:blipFill>
              <a:blip r:embed="rId4"/>
              <a:stretch>
                <a:fillRect/>
              </a:stretch>
            </p:blipFill>
            <p:spPr>
              <a:xfrm>
                <a:off x="3927508" y="1912979"/>
                <a:ext cx="2131560" cy="950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D01FBD40-E2D2-E4DC-A936-A0BE4BC4BCC8}"/>
                  </a:ext>
                </a:extLst>
              </p14:cNvPr>
              <p14:cNvContentPartPr/>
              <p14:nvPr/>
            </p14:nvContentPartPr>
            <p14:xfrm>
              <a:off x="1923748" y="2648099"/>
              <a:ext cx="3022200" cy="149400"/>
            </p14:xfrm>
          </p:contentPart>
        </mc:Choice>
        <mc:Fallback>
          <p:pic>
            <p:nvPicPr>
              <p:cNvPr id="4" name="Ink 3">
                <a:extLst>
                  <a:ext uri="{FF2B5EF4-FFF2-40B4-BE49-F238E27FC236}">
                    <a16:creationId xmlns:a16="http://schemas.microsoft.com/office/drawing/2014/main" id="{D01FBD40-E2D2-E4DC-A936-A0BE4BC4BCC8}"/>
                  </a:ext>
                </a:extLst>
              </p:cNvPr>
              <p:cNvPicPr/>
              <p:nvPr/>
            </p:nvPicPr>
            <p:blipFill>
              <a:blip r:embed="rId6"/>
              <a:stretch>
                <a:fillRect/>
              </a:stretch>
            </p:blipFill>
            <p:spPr>
              <a:xfrm>
                <a:off x="1919428" y="2643779"/>
                <a:ext cx="303084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FC0B9AD1-AD9C-50EE-19D1-80F9A55E1FE0}"/>
                  </a:ext>
                </a:extLst>
              </p14:cNvPr>
              <p14:cNvContentPartPr/>
              <p14:nvPr/>
            </p14:nvContentPartPr>
            <p14:xfrm>
              <a:off x="2218948" y="3193139"/>
              <a:ext cx="20880" cy="7200"/>
            </p14:xfrm>
          </p:contentPart>
        </mc:Choice>
        <mc:Fallback>
          <p:pic>
            <p:nvPicPr>
              <p:cNvPr id="5" name="Ink 4">
                <a:extLst>
                  <a:ext uri="{FF2B5EF4-FFF2-40B4-BE49-F238E27FC236}">
                    <a16:creationId xmlns:a16="http://schemas.microsoft.com/office/drawing/2014/main" id="{FC0B9AD1-AD9C-50EE-19D1-80F9A55E1FE0}"/>
                  </a:ext>
                </a:extLst>
              </p:cNvPr>
              <p:cNvPicPr/>
              <p:nvPr/>
            </p:nvPicPr>
            <p:blipFill>
              <a:blip r:embed="rId8"/>
              <a:stretch>
                <a:fillRect/>
              </a:stretch>
            </p:blipFill>
            <p:spPr>
              <a:xfrm>
                <a:off x="2214628" y="3188819"/>
                <a:ext cx="29520" cy="158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 name="Ink 6">
                <a:extLst>
                  <a:ext uri="{FF2B5EF4-FFF2-40B4-BE49-F238E27FC236}">
                    <a16:creationId xmlns:a16="http://schemas.microsoft.com/office/drawing/2014/main" id="{C0BCD014-C8D1-255F-E399-D8091CCB30DD}"/>
                  </a:ext>
                </a:extLst>
              </p14:cNvPr>
              <p14:cNvContentPartPr/>
              <p14:nvPr/>
            </p14:nvContentPartPr>
            <p14:xfrm>
              <a:off x="1050748" y="3224459"/>
              <a:ext cx="5001120" cy="720"/>
            </p14:xfrm>
          </p:contentPart>
        </mc:Choice>
        <mc:Fallback>
          <p:pic>
            <p:nvPicPr>
              <p:cNvPr id="7" name="Ink 6">
                <a:extLst>
                  <a:ext uri="{FF2B5EF4-FFF2-40B4-BE49-F238E27FC236}">
                    <a16:creationId xmlns:a16="http://schemas.microsoft.com/office/drawing/2014/main" id="{C0BCD014-C8D1-255F-E399-D8091CCB30DD}"/>
                  </a:ext>
                </a:extLst>
              </p:cNvPr>
              <p:cNvPicPr/>
              <p:nvPr/>
            </p:nvPicPr>
            <p:blipFill>
              <a:blip r:embed="rId10"/>
              <a:stretch>
                <a:fillRect/>
              </a:stretch>
            </p:blipFill>
            <p:spPr>
              <a:xfrm>
                <a:off x="1046428" y="3215099"/>
                <a:ext cx="5009760" cy="18000"/>
              </a:xfrm>
              <a:prstGeom prst="rect">
                <a:avLst/>
              </a:prstGeom>
            </p:spPr>
          </p:pic>
        </mc:Fallback>
      </mc:AlternateContent>
      <p:grpSp>
        <p:nvGrpSpPr>
          <p:cNvPr id="21" name="Group 20">
            <a:extLst>
              <a:ext uri="{FF2B5EF4-FFF2-40B4-BE49-F238E27FC236}">
                <a16:creationId xmlns:a16="http://schemas.microsoft.com/office/drawing/2014/main" id="{19829281-B9B7-E8E1-0B44-FA27DD91AEE6}"/>
              </a:ext>
            </a:extLst>
          </p:cNvPr>
          <p:cNvGrpSpPr/>
          <p:nvPr/>
        </p:nvGrpSpPr>
        <p:grpSpPr>
          <a:xfrm>
            <a:off x="5019748" y="3276299"/>
            <a:ext cx="2780640" cy="1130040"/>
            <a:chOff x="5019748" y="3276299"/>
            <a:chExt cx="2780640" cy="1130040"/>
          </a:xfrm>
        </p:grpSpPr>
        <mc:AlternateContent xmlns:mc="http://schemas.openxmlformats.org/markup-compatibility/2006">
          <mc:Choice xmlns:p14="http://schemas.microsoft.com/office/powerpoint/2010/main" Requires="p14">
            <p:contentPart p14:bwMode="auto" r:id="rId11">
              <p14:nvContentPartPr>
                <p14:cNvPr id="8" name="Ink 7">
                  <a:extLst>
                    <a:ext uri="{FF2B5EF4-FFF2-40B4-BE49-F238E27FC236}">
                      <a16:creationId xmlns:a16="http://schemas.microsoft.com/office/drawing/2014/main" id="{109C288C-EE8A-733F-0989-72B87D59338C}"/>
                    </a:ext>
                  </a:extLst>
                </p14:cNvPr>
                <p14:cNvContentPartPr/>
                <p14:nvPr/>
              </p14:nvContentPartPr>
              <p14:xfrm>
                <a:off x="5019748" y="3509939"/>
                <a:ext cx="317520" cy="772920"/>
              </p14:xfrm>
            </p:contentPart>
          </mc:Choice>
          <mc:Fallback>
            <p:pic>
              <p:nvPicPr>
                <p:cNvPr id="8" name="Ink 7">
                  <a:extLst>
                    <a:ext uri="{FF2B5EF4-FFF2-40B4-BE49-F238E27FC236}">
                      <a16:creationId xmlns:a16="http://schemas.microsoft.com/office/drawing/2014/main" id="{109C288C-EE8A-733F-0989-72B87D59338C}"/>
                    </a:ext>
                  </a:extLst>
                </p:cNvPr>
                <p:cNvPicPr/>
                <p:nvPr/>
              </p:nvPicPr>
              <p:blipFill>
                <a:blip r:embed="rId12"/>
                <a:stretch>
                  <a:fillRect/>
                </a:stretch>
              </p:blipFill>
              <p:spPr>
                <a:xfrm>
                  <a:off x="5015428" y="3505619"/>
                  <a:ext cx="326160" cy="78156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9" name="Ink 8">
                  <a:extLst>
                    <a:ext uri="{FF2B5EF4-FFF2-40B4-BE49-F238E27FC236}">
                      <a16:creationId xmlns:a16="http://schemas.microsoft.com/office/drawing/2014/main" id="{9EA9B882-9C48-71C7-A800-DC23F289B7AF}"/>
                    </a:ext>
                  </a:extLst>
                </p14:cNvPr>
                <p14:cNvContentPartPr/>
                <p14:nvPr/>
              </p14:nvContentPartPr>
              <p14:xfrm>
                <a:off x="5246548" y="3680579"/>
                <a:ext cx="99000" cy="228600"/>
              </p14:xfrm>
            </p:contentPart>
          </mc:Choice>
          <mc:Fallback>
            <p:pic>
              <p:nvPicPr>
                <p:cNvPr id="9" name="Ink 8">
                  <a:extLst>
                    <a:ext uri="{FF2B5EF4-FFF2-40B4-BE49-F238E27FC236}">
                      <a16:creationId xmlns:a16="http://schemas.microsoft.com/office/drawing/2014/main" id="{9EA9B882-9C48-71C7-A800-DC23F289B7AF}"/>
                    </a:ext>
                  </a:extLst>
                </p:cNvPr>
                <p:cNvPicPr/>
                <p:nvPr/>
              </p:nvPicPr>
              <p:blipFill>
                <a:blip r:embed="rId14"/>
                <a:stretch>
                  <a:fillRect/>
                </a:stretch>
              </p:blipFill>
              <p:spPr>
                <a:xfrm>
                  <a:off x="5242228" y="3676259"/>
                  <a:ext cx="107640" cy="23724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0" name="Ink 9">
                  <a:extLst>
                    <a:ext uri="{FF2B5EF4-FFF2-40B4-BE49-F238E27FC236}">
                      <a16:creationId xmlns:a16="http://schemas.microsoft.com/office/drawing/2014/main" id="{4166E6E4-15CB-1256-9FCF-9A25DBDD1E19}"/>
                    </a:ext>
                  </a:extLst>
                </p14:cNvPr>
                <p14:cNvContentPartPr/>
                <p14:nvPr/>
              </p14:nvContentPartPr>
              <p14:xfrm>
                <a:off x="5224948" y="3652499"/>
                <a:ext cx="45360" cy="302040"/>
              </p14:xfrm>
            </p:contentPart>
          </mc:Choice>
          <mc:Fallback>
            <p:pic>
              <p:nvPicPr>
                <p:cNvPr id="10" name="Ink 9">
                  <a:extLst>
                    <a:ext uri="{FF2B5EF4-FFF2-40B4-BE49-F238E27FC236}">
                      <a16:creationId xmlns:a16="http://schemas.microsoft.com/office/drawing/2014/main" id="{4166E6E4-15CB-1256-9FCF-9A25DBDD1E19}"/>
                    </a:ext>
                  </a:extLst>
                </p:cNvPr>
                <p:cNvPicPr/>
                <p:nvPr/>
              </p:nvPicPr>
              <p:blipFill>
                <a:blip r:embed="rId16"/>
                <a:stretch>
                  <a:fillRect/>
                </a:stretch>
              </p:blipFill>
              <p:spPr>
                <a:xfrm>
                  <a:off x="5220628" y="3648179"/>
                  <a:ext cx="54000" cy="31068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3" name="Ink 12">
                  <a:extLst>
                    <a:ext uri="{FF2B5EF4-FFF2-40B4-BE49-F238E27FC236}">
                      <a16:creationId xmlns:a16="http://schemas.microsoft.com/office/drawing/2014/main" id="{C839E109-26B2-6B20-9988-6538401FD979}"/>
                    </a:ext>
                  </a:extLst>
                </p14:cNvPr>
                <p14:cNvContentPartPr/>
                <p14:nvPr/>
              </p14:nvContentPartPr>
              <p14:xfrm>
                <a:off x="5444548" y="3763379"/>
                <a:ext cx="115920" cy="376920"/>
              </p14:xfrm>
            </p:contentPart>
          </mc:Choice>
          <mc:Fallback>
            <p:pic>
              <p:nvPicPr>
                <p:cNvPr id="13" name="Ink 12">
                  <a:extLst>
                    <a:ext uri="{FF2B5EF4-FFF2-40B4-BE49-F238E27FC236}">
                      <a16:creationId xmlns:a16="http://schemas.microsoft.com/office/drawing/2014/main" id="{C839E109-26B2-6B20-9988-6538401FD979}"/>
                    </a:ext>
                  </a:extLst>
                </p:cNvPr>
                <p:cNvPicPr/>
                <p:nvPr/>
              </p:nvPicPr>
              <p:blipFill>
                <a:blip r:embed="rId18"/>
                <a:stretch>
                  <a:fillRect/>
                </a:stretch>
              </p:blipFill>
              <p:spPr>
                <a:xfrm>
                  <a:off x="5440228" y="3759059"/>
                  <a:ext cx="124560" cy="38556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4" name="Ink 13">
                  <a:extLst>
                    <a:ext uri="{FF2B5EF4-FFF2-40B4-BE49-F238E27FC236}">
                      <a16:creationId xmlns:a16="http://schemas.microsoft.com/office/drawing/2014/main" id="{4EC67089-D17A-A308-EAA8-75EE7DB20B48}"/>
                    </a:ext>
                  </a:extLst>
                </p14:cNvPr>
                <p14:cNvContentPartPr/>
                <p14:nvPr/>
              </p14:nvContentPartPr>
              <p14:xfrm>
                <a:off x="5792668" y="3509579"/>
                <a:ext cx="644040" cy="795960"/>
              </p14:xfrm>
            </p:contentPart>
          </mc:Choice>
          <mc:Fallback>
            <p:pic>
              <p:nvPicPr>
                <p:cNvPr id="14" name="Ink 13">
                  <a:extLst>
                    <a:ext uri="{FF2B5EF4-FFF2-40B4-BE49-F238E27FC236}">
                      <a16:creationId xmlns:a16="http://schemas.microsoft.com/office/drawing/2014/main" id="{4EC67089-D17A-A308-EAA8-75EE7DB20B48}"/>
                    </a:ext>
                  </a:extLst>
                </p:cNvPr>
                <p:cNvPicPr/>
                <p:nvPr/>
              </p:nvPicPr>
              <p:blipFill>
                <a:blip r:embed="rId20"/>
                <a:stretch>
                  <a:fillRect/>
                </a:stretch>
              </p:blipFill>
              <p:spPr>
                <a:xfrm>
                  <a:off x="5788348" y="3505259"/>
                  <a:ext cx="652680" cy="8046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5" name="Ink 14">
                  <a:extLst>
                    <a:ext uri="{FF2B5EF4-FFF2-40B4-BE49-F238E27FC236}">
                      <a16:creationId xmlns:a16="http://schemas.microsoft.com/office/drawing/2014/main" id="{3B519EC1-DD9E-48EF-075F-23E46E63E81A}"/>
                    </a:ext>
                  </a:extLst>
                </p14:cNvPr>
                <p14:cNvContentPartPr/>
                <p14:nvPr/>
              </p14:nvContentPartPr>
              <p14:xfrm>
                <a:off x="6372988" y="3493379"/>
                <a:ext cx="14040" cy="4320"/>
              </p14:xfrm>
            </p:contentPart>
          </mc:Choice>
          <mc:Fallback>
            <p:pic>
              <p:nvPicPr>
                <p:cNvPr id="15" name="Ink 14">
                  <a:extLst>
                    <a:ext uri="{FF2B5EF4-FFF2-40B4-BE49-F238E27FC236}">
                      <a16:creationId xmlns:a16="http://schemas.microsoft.com/office/drawing/2014/main" id="{3B519EC1-DD9E-48EF-075F-23E46E63E81A}"/>
                    </a:ext>
                  </a:extLst>
                </p:cNvPr>
                <p:cNvPicPr/>
                <p:nvPr/>
              </p:nvPicPr>
              <p:blipFill>
                <a:blip r:embed="rId22"/>
                <a:stretch>
                  <a:fillRect/>
                </a:stretch>
              </p:blipFill>
              <p:spPr>
                <a:xfrm>
                  <a:off x="6368668" y="3489059"/>
                  <a:ext cx="22680" cy="1296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6" name="Ink 15">
                  <a:extLst>
                    <a:ext uri="{FF2B5EF4-FFF2-40B4-BE49-F238E27FC236}">
                      <a16:creationId xmlns:a16="http://schemas.microsoft.com/office/drawing/2014/main" id="{80D24ABF-8C5A-E3E8-9B18-7C577D8F3E65}"/>
                    </a:ext>
                  </a:extLst>
                </p14:cNvPr>
                <p14:cNvContentPartPr/>
                <p14:nvPr/>
              </p14:nvContentPartPr>
              <p14:xfrm>
                <a:off x="6464788" y="3469259"/>
                <a:ext cx="1173960" cy="396360"/>
              </p14:xfrm>
            </p:contentPart>
          </mc:Choice>
          <mc:Fallback>
            <p:pic>
              <p:nvPicPr>
                <p:cNvPr id="16" name="Ink 15">
                  <a:extLst>
                    <a:ext uri="{FF2B5EF4-FFF2-40B4-BE49-F238E27FC236}">
                      <a16:creationId xmlns:a16="http://schemas.microsoft.com/office/drawing/2014/main" id="{80D24ABF-8C5A-E3E8-9B18-7C577D8F3E65}"/>
                    </a:ext>
                  </a:extLst>
                </p:cNvPr>
                <p:cNvPicPr/>
                <p:nvPr/>
              </p:nvPicPr>
              <p:blipFill>
                <a:blip r:embed="rId24"/>
                <a:stretch>
                  <a:fillRect/>
                </a:stretch>
              </p:blipFill>
              <p:spPr>
                <a:xfrm>
                  <a:off x="6460468" y="3464939"/>
                  <a:ext cx="1182600" cy="4050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7" name="Ink 16">
                  <a:extLst>
                    <a:ext uri="{FF2B5EF4-FFF2-40B4-BE49-F238E27FC236}">
                      <a16:creationId xmlns:a16="http://schemas.microsoft.com/office/drawing/2014/main" id="{59A996CE-2180-3431-C7AD-E6A198ED2002}"/>
                    </a:ext>
                  </a:extLst>
                </p14:cNvPr>
                <p14:cNvContentPartPr/>
                <p14:nvPr/>
              </p14:nvContentPartPr>
              <p14:xfrm>
                <a:off x="7120708" y="3539819"/>
                <a:ext cx="20880" cy="35280"/>
              </p14:xfrm>
            </p:contentPart>
          </mc:Choice>
          <mc:Fallback>
            <p:pic>
              <p:nvPicPr>
                <p:cNvPr id="17" name="Ink 16">
                  <a:extLst>
                    <a:ext uri="{FF2B5EF4-FFF2-40B4-BE49-F238E27FC236}">
                      <a16:creationId xmlns:a16="http://schemas.microsoft.com/office/drawing/2014/main" id="{59A996CE-2180-3431-C7AD-E6A198ED2002}"/>
                    </a:ext>
                  </a:extLst>
                </p:cNvPr>
                <p:cNvPicPr/>
                <p:nvPr/>
              </p:nvPicPr>
              <p:blipFill>
                <a:blip r:embed="rId26"/>
                <a:stretch>
                  <a:fillRect/>
                </a:stretch>
              </p:blipFill>
              <p:spPr>
                <a:xfrm>
                  <a:off x="7116388" y="3535499"/>
                  <a:ext cx="29520" cy="4392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8" name="Ink 17">
                  <a:extLst>
                    <a:ext uri="{FF2B5EF4-FFF2-40B4-BE49-F238E27FC236}">
                      <a16:creationId xmlns:a16="http://schemas.microsoft.com/office/drawing/2014/main" id="{01E3C0B2-161F-4740-E623-7BC887781001}"/>
                    </a:ext>
                  </a:extLst>
                </p14:cNvPr>
                <p14:cNvContentPartPr/>
                <p14:nvPr/>
              </p14:nvContentPartPr>
              <p14:xfrm>
                <a:off x="6914068" y="3460259"/>
                <a:ext cx="197640" cy="53640"/>
              </p14:xfrm>
            </p:contentPart>
          </mc:Choice>
          <mc:Fallback>
            <p:pic>
              <p:nvPicPr>
                <p:cNvPr id="18" name="Ink 17">
                  <a:extLst>
                    <a:ext uri="{FF2B5EF4-FFF2-40B4-BE49-F238E27FC236}">
                      <a16:creationId xmlns:a16="http://schemas.microsoft.com/office/drawing/2014/main" id="{01E3C0B2-161F-4740-E623-7BC887781001}"/>
                    </a:ext>
                  </a:extLst>
                </p:cNvPr>
                <p:cNvPicPr/>
                <p:nvPr/>
              </p:nvPicPr>
              <p:blipFill>
                <a:blip r:embed="rId28"/>
                <a:stretch>
                  <a:fillRect/>
                </a:stretch>
              </p:blipFill>
              <p:spPr>
                <a:xfrm>
                  <a:off x="6909748" y="3455939"/>
                  <a:ext cx="206280" cy="6228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9" name="Ink 18">
                  <a:extLst>
                    <a:ext uri="{FF2B5EF4-FFF2-40B4-BE49-F238E27FC236}">
                      <a16:creationId xmlns:a16="http://schemas.microsoft.com/office/drawing/2014/main" id="{321F0DD0-52E3-E326-CCAF-AC12AB79D189}"/>
                    </a:ext>
                  </a:extLst>
                </p14:cNvPr>
                <p14:cNvContentPartPr/>
                <p14:nvPr/>
              </p14:nvContentPartPr>
              <p14:xfrm>
                <a:off x="6783028" y="3557459"/>
                <a:ext cx="6120" cy="6120"/>
              </p14:xfrm>
            </p:contentPart>
          </mc:Choice>
          <mc:Fallback>
            <p:pic>
              <p:nvPicPr>
                <p:cNvPr id="19" name="Ink 18">
                  <a:extLst>
                    <a:ext uri="{FF2B5EF4-FFF2-40B4-BE49-F238E27FC236}">
                      <a16:creationId xmlns:a16="http://schemas.microsoft.com/office/drawing/2014/main" id="{321F0DD0-52E3-E326-CCAF-AC12AB79D189}"/>
                    </a:ext>
                  </a:extLst>
                </p:cNvPr>
                <p:cNvPicPr/>
                <p:nvPr/>
              </p:nvPicPr>
              <p:blipFill>
                <a:blip r:embed="rId30"/>
                <a:stretch>
                  <a:fillRect/>
                </a:stretch>
              </p:blipFill>
              <p:spPr>
                <a:xfrm>
                  <a:off x="6778708" y="3553139"/>
                  <a:ext cx="14760" cy="1476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0" name="Ink 19">
                  <a:extLst>
                    <a:ext uri="{FF2B5EF4-FFF2-40B4-BE49-F238E27FC236}">
                      <a16:creationId xmlns:a16="http://schemas.microsoft.com/office/drawing/2014/main" id="{C91D417A-840E-67B7-53DE-AE1CD764B824}"/>
                    </a:ext>
                  </a:extLst>
                </p14:cNvPr>
                <p14:cNvContentPartPr/>
                <p14:nvPr/>
              </p14:nvContentPartPr>
              <p14:xfrm>
                <a:off x="7514188" y="3276299"/>
                <a:ext cx="286200" cy="1130040"/>
              </p14:xfrm>
            </p:contentPart>
          </mc:Choice>
          <mc:Fallback>
            <p:pic>
              <p:nvPicPr>
                <p:cNvPr id="20" name="Ink 19">
                  <a:extLst>
                    <a:ext uri="{FF2B5EF4-FFF2-40B4-BE49-F238E27FC236}">
                      <a16:creationId xmlns:a16="http://schemas.microsoft.com/office/drawing/2014/main" id="{C91D417A-840E-67B7-53DE-AE1CD764B824}"/>
                    </a:ext>
                  </a:extLst>
                </p:cNvPr>
                <p:cNvPicPr/>
                <p:nvPr/>
              </p:nvPicPr>
              <p:blipFill>
                <a:blip r:embed="rId32"/>
                <a:stretch>
                  <a:fillRect/>
                </a:stretch>
              </p:blipFill>
              <p:spPr>
                <a:xfrm>
                  <a:off x="7509868" y="3271979"/>
                  <a:ext cx="294840" cy="11386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3">
            <p14:nvContentPartPr>
              <p14:cNvPr id="22" name="Ink 21">
                <a:extLst>
                  <a:ext uri="{FF2B5EF4-FFF2-40B4-BE49-F238E27FC236}">
                    <a16:creationId xmlns:a16="http://schemas.microsoft.com/office/drawing/2014/main" id="{C8706AE2-3D99-00ED-7C63-50C74FF3BA7B}"/>
                  </a:ext>
                </a:extLst>
              </p14:cNvPr>
              <p14:cNvContentPartPr/>
              <p14:nvPr/>
            </p14:nvContentPartPr>
            <p14:xfrm>
              <a:off x="2229748" y="3608939"/>
              <a:ext cx="1365480" cy="359640"/>
            </p14:xfrm>
          </p:contentPart>
        </mc:Choice>
        <mc:Fallback>
          <p:pic>
            <p:nvPicPr>
              <p:cNvPr id="22" name="Ink 21">
                <a:extLst>
                  <a:ext uri="{FF2B5EF4-FFF2-40B4-BE49-F238E27FC236}">
                    <a16:creationId xmlns:a16="http://schemas.microsoft.com/office/drawing/2014/main" id="{C8706AE2-3D99-00ED-7C63-50C74FF3BA7B}"/>
                  </a:ext>
                </a:extLst>
              </p:cNvPr>
              <p:cNvPicPr/>
              <p:nvPr/>
            </p:nvPicPr>
            <p:blipFill>
              <a:blip r:embed="rId34"/>
              <a:stretch>
                <a:fillRect/>
              </a:stretch>
            </p:blipFill>
            <p:spPr>
              <a:xfrm>
                <a:off x="2225428" y="3604619"/>
                <a:ext cx="1374120" cy="36828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3" name="Ink 22">
                <a:extLst>
                  <a:ext uri="{FF2B5EF4-FFF2-40B4-BE49-F238E27FC236}">
                    <a16:creationId xmlns:a16="http://schemas.microsoft.com/office/drawing/2014/main" id="{784E873D-FB49-8B60-8C40-CEF9993F38A3}"/>
                  </a:ext>
                </a:extLst>
              </p14:cNvPr>
              <p14:cNvContentPartPr/>
              <p14:nvPr/>
            </p14:nvContentPartPr>
            <p14:xfrm>
              <a:off x="2358988" y="4506059"/>
              <a:ext cx="852480" cy="594000"/>
            </p14:xfrm>
          </p:contentPart>
        </mc:Choice>
        <mc:Fallback>
          <p:pic>
            <p:nvPicPr>
              <p:cNvPr id="23" name="Ink 22">
                <a:extLst>
                  <a:ext uri="{FF2B5EF4-FFF2-40B4-BE49-F238E27FC236}">
                    <a16:creationId xmlns:a16="http://schemas.microsoft.com/office/drawing/2014/main" id="{784E873D-FB49-8B60-8C40-CEF9993F38A3}"/>
                  </a:ext>
                </a:extLst>
              </p:cNvPr>
              <p:cNvPicPr/>
              <p:nvPr/>
            </p:nvPicPr>
            <p:blipFill>
              <a:blip r:embed="rId36"/>
              <a:stretch>
                <a:fillRect/>
              </a:stretch>
            </p:blipFill>
            <p:spPr>
              <a:xfrm>
                <a:off x="2354668" y="4501739"/>
                <a:ext cx="861120" cy="60264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4" name="Ink 23">
                <a:extLst>
                  <a:ext uri="{FF2B5EF4-FFF2-40B4-BE49-F238E27FC236}">
                    <a16:creationId xmlns:a16="http://schemas.microsoft.com/office/drawing/2014/main" id="{6E358283-BC32-A83F-1D8B-143F19C89D49}"/>
                  </a:ext>
                </a:extLst>
              </p14:cNvPr>
              <p14:cNvContentPartPr/>
              <p14:nvPr/>
            </p14:nvContentPartPr>
            <p14:xfrm>
              <a:off x="3785308" y="1766819"/>
              <a:ext cx="2381040" cy="232560"/>
            </p14:xfrm>
          </p:contentPart>
        </mc:Choice>
        <mc:Fallback>
          <p:pic>
            <p:nvPicPr>
              <p:cNvPr id="24" name="Ink 23">
                <a:extLst>
                  <a:ext uri="{FF2B5EF4-FFF2-40B4-BE49-F238E27FC236}">
                    <a16:creationId xmlns:a16="http://schemas.microsoft.com/office/drawing/2014/main" id="{6E358283-BC32-A83F-1D8B-143F19C89D49}"/>
                  </a:ext>
                </a:extLst>
              </p:cNvPr>
              <p:cNvPicPr/>
              <p:nvPr/>
            </p:nvPicPr>
            <p:blipFill>
              <a:blip r:embed="rId38"/>
              <a:stretch>
                <a:fillRect/>
              </a:stretch>
            </p:blipFill>
            <p:spPr>
              <a:xfrm>
                <a:off x="3780988" y="1762499"/>
                <a:ext cx="2389680" cy="24120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5" name="Ink 24">
                <a:extLst>
                  <a:ext uri="{FF2B5EF4-FFF2-40B4-BE49-F238E27FC236}">
                    <a16:creationId xmlns:a16="http://schemas.microsoft.com/office/drawing/2014/main" id="{F5252A05-5272-4059-3E3B-D7CC7D5E2293}"/>
                  </a:ext>
                </a:extLst>
              </p14:cNvPr>
              <p14:cNvContentPartPr/>
              <p14:nvPr/>
            </p14:nvContentPartPr>
            <p14:xfrm>
              <a:off x="1974148" y="5301299"/>
              <a:ext cx="3431880" cy="1024920"/>
            </p14:xfrm>
          </p:contentPart>
        </mc:Choice>
        <mc:Fallback>
          <p:pic>
            <p:nvPicPr>
              <p:cNvPr id="25" name="Ink 24">
                <a:extLst>
                  <a:ext uri="{FF2B5EF4-FFF2-40B4-BE49-F238E27FC236}">
                    <a16:creationId xmlns:a16="http://schemas.microsoft.com/office/drawing/2014/main" id="{F5252A05-5272-4059-3E3B-D7CC7D5E2293}"/>
                  </a:ext>
                </a:extLst>
              </p:cNvPr>
              <p:cNvPicPr/>
              <p:nvPr/>
            </p:nvPicPr>
            <p:blipFill>
              <a:blip r:embed="rId40"/>
              <a:stretch>
                <a:fillRect/>
              </a:stretch>
            </p:blipFill>
            <p:spPr>
              <a:xfrm>
                <a:off x="1969828" y="5296979"/>
                <a:ext cx="3440520" cy="10335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barn(inVertical)">
                                      <p:cBhvr>
                                        <p:cTn id="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4294967295"/>
          </p:nvPr>
        </p:nvSpPr>
        <p:spPr>
          <a:xfrm>
            <a:off x="173404" y="1528657"/>
            <a:ext cx="8559800" cy="4525962"/>
          </a:xfrm>
        </p:spPr>
        <p:txBody>
          <a:bodyPr rtlCol="0">
            <a:normAutofit fontScale="85000" lnSpcReduction="10000"/>
          </a:bodyPr>
          <a:lstStyle/>
          <a:p>
            <a:pPr>
              <a:buFont typeface="Wingdings" panose="05000000000000000000" pitchFamily="2" charset="2"/>
              <a:buChar char="Ø"/>
              <a:defRPr/>
            </a:pPr>
            <a:r>
              <a:rPr lang="en-IN" sz="3100" dirty="0">
                <a:cs typeface="Times New Roman" panose="02020603050405020304" pitchFamily="18" charset="0"/>
              </a:rPr>
              <a:t>Two sets of cards with a letter on each card as follows are </a:t>
            </a:r>
          </a:p>
          <a:p>
            <a:pPr marL="0" indent="0">
              <a:buNone/>
              <a:defRPr/>
            </a:pPr>
            <a:r>
              <a:rPr lang="en-IN" sz="3100" dirty="0">
                <a:cs typeface="Times New Roman" panose="02020603050405020304" pitchFamily="18" charset="0"/>
              </a:rPr>
              <a:t>     placed into separate bags:</a:t>
            </a:r>
          </a:p>
          <a:p>
            <a:pPr>
              <a:buFont typeface="Wingdings" panose="05000000000000000000" pitchFamily="2" charset="2"/>
              <a:buChar char="Ø"/>
              <a:defRPr/>
            </a:pPr>
            <a:endParaRPr lang="en-IN" sz="3100" dirty="0">
              <a:cs typeface="Times New Roman" panose="02020603050405020304" pitchFamily="18" charset="0"/>
            </a:endParaRPr>
          </a:p>
          <a:p>
            <a:pPr>
              <a:defRPr/>
            </a:pPr>
            <a:endParaRPr lang="en-IN" dirty="0">
              <a:latin typeface="Times New Roman" panose="02020603050405020304" pitchFamily="18" charset="0"/>
              <a:cs typeface="Times New Roman" panose="02020603050405020304" pitchFamily="18" charset="0"/>
            </a:endParaRPr>
          </a:p>
          <a:p>
            <a:pPr>
              <a:defRPr/>
            </a:pPr>
            <a:endParaRPr lang="en-IN" dirty="0">
              <a:latin typeface="Times New Roman" panose="02020603050405020304" pitchFamily="18" charset="0"/>
              <a:cs typeface="Times New Roman" panose="02020603050405020304" pitchFamily="18" charset="0"/>
            </a:endParaRPr>
          </a:p>
          <a:p>
            <a:pPr>
              <a:defRPr/>
            </a:pPr>
            <a:endParaRPr lang="en-US" dirty="0">
              <a:solidFill>
                <a:srgbClr val="0A0A0A"/>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defRPr/>
            </a:pPr>
            <a:r>
              <a:rPr lang="en-US" sz="2800" dirty="0">
                <a:solidFill>
                  <a:srgbClr val="0A0A0A"/>
                </a:solidFill>
                <a:cs typeface="Times New Roman" panose="02020603050405020304" pitchFamily="18" charset="0"/>
              </a:rPr>
              <a:t>Bala randomly picked one card from each bag. Find the probability that:</a:t>
            </a:r>
            <a:br>
              <a:rPr lang="en-US" sz="2800" dirty="0">
                <a:cs typeface="Times New Roman" panose="02020603050405020304" pitchFamily="18" charset="0"/>
              </a:rPr>
            </a:br>
            <a:r>
              <a:rPr lang="en-US" sz="2800" dirty="0">
                <a:solidFill>
                  <a:srgbClr val="0A0A0A"/>
                </a:solidFill>
                <a:cs typeface="Times New Roman" panose="02020603050405020304" pitchFamily="18" charset="0"/>
              </a:rPr>
              <a:t>a) He picked the letters ‘J’ and ‘R’.</a:t>
            </a:r>
            <a:br>
              <a:rPr lang="en-US" sz="2800" dirty="0">
                <a:cs typeface="Times New Roman" panose="02020603050405020304" pitchFamily="18" charset="0"/>
              </a:rPr>
            </a:br>
            <a:r>
              <a:rPr lang="en-US" sz="2800" dirty="0">
                <a:solidFill>
                  <a:srgbClr val="0A0A0A"/>
                </a:solidFill>
                <a:cs typeface="Times New Roman" panose="02020603050405020304" pitchFamily="18" charset="0"/>
              </a:rPr>
              <a:t>b) Both letters are ‘L’.</a:t>
            </a:r>
            <a:br>
              <a:rPr lang="en-US" sz="2800" dirty="0">
                <a:cs typeface="Times New Roman" panose="02020603050405020304" pitchFamily="18" charset="0"/>
              </a:rPr>
            </a:br>
            <a:r>
              <a:rPr lang="en-US" sz="2800" dirty="0">
                <a:solidFill>
                  <a:srgbClr val="0A0A0A"/>
                </a:solidFill>
                <a:cs typeface="Times New Roman" panose="02020603050405020304" pitchFamily="18" charset="0"/>
              </a:rPr>
              <a:t>c) Both letters are vowels.</a:t>
            </a:r>
            <a:endParaRPr lang="en-IN" sz="2800" dirty="0">
              <a:cs typeface="Times New Roman" panose="02020603050405020304" pitchFamily="18" charset="0"/>
            </a:endParaRPr>
          </a:p>
          <a:p>
            <a:pPr>
              <a:defRPr/>
            </a:pPr>
            <a:endParaRPr lang="en-IN" sz="2800" dirty="0"/>
          </a:p>
        </p:txBody>
      </p:sp>
      <p:pic>
        <p:nvPicPr>
          <p:cNvPr id="3072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3763" y="2609850"/>
            <a:ext cx="4446587"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1">
            <a:extLst>
              <a:ext uri="{FF2B5EF4-FFF2-40B4-BE49-F238E27FC236}">
                <a16:creationId xmlns:a16="http://schemas.microsoft.com/office/drawing/2014/main" id="{CB5DDCE9-253D-4ACB-BA73-1E6917BF1AE9}"/>
              </a:ext>
            </a:extLst>
          </p:cNvPr>
          <p:cNvSpPr>
            <a:spLocks noGrp="1"/>
          </p:cNvSpPr>
          <p:nvPr>
            <p:ph type="title"/>
          </p:nvPr>
        </p:nvSpPr>
        <p:spPr>
          <a:xfrm>
            <a:off x="0" y="160338"/>
            <a:ext cx="7620000" cy="765175"/>
          </a:xfrm>
        </p:spPr>
        <p:txBody>
          <a:bodyPr rtlCol="0"/>
          <a:lstStyle/>
          <a:p>
            <a:pPr algn="l" eaLnBrk="1" fontAlgn="auto" hangingPunct="1">
              <a:spcAft>
                <a:spcPts val="0"/>
              </a:spcAft>
              <a:buFont typeface="Arial"/>
              <a:buNone/>
              <a:defRPr/>
            </a:pPr>
            <a:r>
              <a:rPr lang="en-US" dirty="0">
                <a:latin typeface="Times New Roman" pitchFamily="18" charset="0"/>
                <a:cs typeface="Times New Roman" pitchFamily="18" charset="0"/>
              </a:rPr>
              <a:t> </a:t>
            </a:r>
            <a:r>
              <a:rPr lang="en-US" sz="3200" dirty="0">
                <a:latin typeface="Times New Roman" pitchFamily="18" charset="0"/>
                <a:cs typeface="Times New Roman" pitchFamily="18" charset="0"/>
              </a:rPr>
              <a:t>Example - 4</a:t>
            </a:r>
            <a:endParaRPr lang="en-US" sz="3200" dirty="0">
              <a:solidFill>
                <a:srgbClr val="00B0F0"/>
              </a:solidFill>
              <a:latin typeface="Times New Roman" pitchFamily="18" charset="0"/>
              <a:cs typeface="Times New Roman" pitchFamily="18" charset="0"/>
            </a:endParaRP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16FC2D6D-5C3D-F947-42C0-4231C5DD37FF}"/>
                  </a:ext>
                </a:extLst>
              </p14:cNvPr>
              <p14:cNvContentPartPr/>
              <p14:nvPr/>
            </p14:nvContentPartPr>
            <p14:xfrm>
              <a:off x="3492988" y="5217059"/>
              <a:ext cx="1330560" cy="128520"/>
            </p14:xfrm>
          </p:contentPart>
        </mc:Choice>
        <mc:Fallback>
          <p:pic>
            <p:nvPicPr>
              <p:cNvPr id="3" name="Ink 2">
                <a:extLst>
                  <a:ext uri="{FF2B5EF4-FFF2-40B4-BE49-F238E27FC236}">
                    <a16:creationId xmlns:a16="http://schemas.microsoft.com/office/drawing/2014/main" id="{16FC2D6D-5C3D-F947-42C0-4231C5DD37FF}"/>
                  </a:ext>
                </a:extLst>
              </p:cNvPr>
              <p:cNvPicPr/>
              <p:nvPr/>
            </p:nvPicPr>
            <p:blipFill>
              <a:blip r:embed="rId4"/>
              <a:stretch>
                <a:fillRect/>
              </a:stretch>
            </p:blipFill>
            <p:spPr>
              <a:xfrm>
                <a:off x="3488668" y="5212739"/>
                <a:ext cx="1339200" cy="1371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58398786-62F7-FF94-7C53-45F5D0E94F52}"/>
                  </a:ext>
                </a:extLst>
              </p14:cNvPr>
              <p14:cNvContentPartPr/>
              <p14:nvPr/>
            </p14:nvContentPartPr>
            <p14:xfrm>
              <a:off x="989548" y="5361779"/>
              <a:ext cx="2246040" cy="177840"/>
            </p14:xfrm>
          </p:contentPart>
        </mc:Choice>
        <mc:Fallback>
          <p:pic>
            <p:nvPicPr>
              <p:cNvPr id="4" name="Ink 3">
                <a:extLst>
                  <a:ext uri="{FF2B5EF4-FFF2-40B4-BE49-F238E27FC236}">
                    <a16:creationId xmlns:a16="http://schemas.microsoft.com/office/drawing/2014/main" id="{58398786-62F7-FF94-7C53-45F5D0E94F52}"/>
                  </a:ext>
                </a:extLst>
              </p:cNvPr>
              <p:cNvPicPr/>
              <p:nvPr/>
            </p:nvPicPr>
            <p:blipFill>
              <a:blip r:embed="rId6"/>
              <a:stretch>
                <a:fillRect/>
              </a:stretch>
            </p:blipFill>
            <p:spPr>
              <a:xfrm>
                <a:off x="985228" y="5357459"/>
                <a:ext cx="2254680" cy="186480"/>
              </a:xfrm>
              <a:prstGeom prst="rect">
                <a:avLst/>
              </a:prstGeom>
            </p:spPr>
          </p:pic>
        </mc:Fallback>
      </mc:AlternateContent>
      <p:grpSp>
        <p:nvGrpSpPr>
          <p:cNvPr id="11" name="Group 10">
            <a:extLst>
              <a:ext uri="{FF2B5EF4-FFF2-40B4-BE49-F238E27FC236}">
                <a16:creationId xmlns:a16="http://schemas.microsoft.com/office/drawing/2014/main" id="{283D2243-D7B0-5D56-C843-586871476C94}"/>
              </a:ext>
            </a:extLst>
          </p:cNvPr>
          <p:cNvGrpSpPr/>
          <p:nvPr/>
        </p:nvGrpSpPr>
        <p:grpSpPr>
          <a:xfrm>
            <a:off x="1766788" y="2643779"/>
            <a:ext cx="2268360" cy="1223640"/>
            <a:chOff x="1766788" y="2643779"/>
            <a:chExt cx="2268360" cy="1223640"/>
          </a:xfrm>
        </p:grpSpPr>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46B40B2D-CD71-0358-DA74-B505A35B1903}"/>
                    </a:ext>
                  </a:extLst>
                </p14:cNvPr>
                <p14:cNvContentPartPr/>
                <p14:nvPr/>
              </p14:nvContentPartPr>
              <p14:xfrm>
                <a:off x="2351068" y="2643779"/>
                <a:ext cx="517680" cy="570960"/>
              </p14:xfrm>
            </p:contentPart>
          </mc:Choice>
          <mc:Fallback>
            <p:pic>
              <p:nvPicPr>
                <p:cNvPr id="5" name="Ink 4">
                  <a:extLst>
                    <a:ext uri="{FF2B5EF4-FFF2-40B4-BE49-F238E27FC236}">
                      <a16:creationId xmlns:a16="http://schemas.microsoft.com/office/drawing/2014/main" id="{46B40B2D-CD71-0358-DA74-B505A35B1903}"/>
                    </a:ext>
                  </a:extLst>
                </p:cNvPr>
                <p:cNvPicPr/>
                <p:nvPr/>
              </p:nvPicPr>
              <p:blipFill>
                <a:blip r:embed="rId8"/>
                <a:stretch>
                  <a:fillRect/>
                </a:stretch>
              </p:blipFill>
              <p:spPr>
                <a:xfrm>
                  <a:off x="2346748" y="2639459"/>
                  <a:ext cx="526320" cy="5796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6" name="Ink 5">
                  <a:extLst>
                    <a:ext uri="{FF2B5EF4-FFF2-40B4-BE49-F238E27FC236}">
                      <a16:creationId xmlns:a16="http://schemas.microsoft.com/office/drawing/2014/main" id="{60A87F7E-EABD-A926-7438-A1FBE43E3D21}"/>
                    </a:ext>
                  </a:extLst>
                </p14:cNvPr>
                <p14:cNvContentPartPr/>
                <p14:nvPr/>
              </p14:nvContentPartPr>
              <p14:xfrm>
                <a:off x="1766788" y="3199979"/>
                <a:ext cx="451080" cy="667440"/>
              </p14:xfrm>
            </p:contentPart>
          </mc:Choice>
          <mc:Fallback>
            <p:pic>
              <p:nvPicPr>
                <p:cNvPr id="6" name="Ink 5">
                  <a:extLst>
                    <a:ext uri="{FF2B5EF4-FFF2-40B4-BE49-F238E27FC236}">
                      <a16:creationId xmlns:a16="http://schemas.microsoft.com/office/drawing/2014/main" id="{60A87F7E-EABD-A926-7438-A1FBE43E3D21}"/>
                    </a:ext>
                  </a:extLst>
                </p:cNvPr>
                <p:cNvPicPr/>
                <p:nvPr/>
              </p:nvPicPr>
              <p:blipFill>
                <a:blip r:embed="rId10"/>
                <a:stretch>
                  <a:fillRect/>
                </a:stretch>
              </p:blipFill>
              <p:spPr>
                <a:xfrm>
                  <a:off x="1762468" y="3195659"/>
                  <a:ext cx="459720" cy="67608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9" name="Ink 8">
                  <a:extLst>
                    <a:ext uri="{FF2B5EF4-FFF2-40B4-BE49-F238E27FC236}">
                      <a16:creationId xmlns:a16="http://schemas.microsoft.com/office/drawing/2014/main" id="{D10F1032-7A40-0BA7-CCA8-CE3D8D1C157F}"/>
                    </a:ext>
                  </a:extLst>
                </p14:cNvPr>
                <p14:cNvContentPartPr/>
                <p14:nvPr/>
              </p14:nvContentPartPr>
              <p14:xfrm>
                <a:off x="3619348" y="2655299"/>
                <a:ext cx="415800" cy="497160"/>
              </p14:xfrm>
            </p:contentPart>
          </mc:Choice>
          <mc:Fallback>
            <p:pic>
              <p:nvPicPr>
                <p:cNvPr id="9" name="Ink 8">
                  <a:extLst>
                    <a:ext uri="{FF2B5EF4-FFF2-40B4-BE49-F238E27FC236}">
                      <a16:creationId xmlns:a16="http://schemas.microsoft.com/office/drawing/2014/main" id="{D10F1032-7A40-0BA7-CCA8-CE3D8D1C157F}"/>
                    </a:ext>
                  </a:extLst>
                </p:cNvPr>
                <p:cNvPicPr/>
                <p:nvPr/>
              </p:nvPicPr>
              <p:blipFill>
                <a:blip r:embed="rId12"/>
                <a:stretch>
                  <a:fillRect/>
                </a:stretch>
              </p:blipFill>
              <p:spPr>
                <a:xfrm>
                  <a:off x="3615028" y="2650979"/>
                  <a:ext cx="424440" cy="5058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0" name="Ink 9">
                  <a:extLst>
                    <a:ext uri="{FF2B5EF4-FFF2-40B4-BE49-F238E27FC236}">
                      <a16:creationId xmlns:a16="http://schemas.microsoft.com/office/drawing/2014/main" id="{E499A192-70A7-D174-BB3A-8BAEB9B82AB0}"/>
                    </a:ext>
                  </a:extLst>
                </p14:cNvPr>
                <p14:cNvContentPartPr/>
                <p14:nvPr/>
              </p14:nvContentPartPr>
              <p14:xfrm>
                <a:off x="1783708" y="2669339"/>
                <a:ext cx="409680" cy="548640"/>
              </p14:xfrm>
            </p:contentPart>
          </mc:Choice>
          <mc:Fallback>
            <p:pic>
              <p:nvPicPr>
                <p:cNvPr id="10" name="Ink 9">
                  <a:extLst>
                    <a:ext uri="{FF2B5EF4-FFF2-40B4-BE49-F238E27FC236}">
                      <a16:creationId xmlns:a16="http://schemas.microsoft.com/office/drawing/2014/main" id="{E499A192-70A7-D174-BB3A-8BAEB9B82AB0}"/>
                    </a:ext>
                  </a:extLst>
                </p:cNvPr>
                <p:cNvPicPr/>
                <p:nvPr/>
              </p:nvPicPr>
              <p:blipFill>
                <a:blip r:embed="rId14"/>
                <a:stretch>
                  <a:fillRect/>
                </a:stretch>
              </p:blipFill>
              <p:spPr>
                <a:xfrm>
                  <a:off x="1779388" y="2665019"/>
                  <a:ext cx="418320" cy="5572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5">
            <p14:nvContentPartPr>
              <p14:cNvPr id="12" name="Ink 11">
                <a:extLst>
                  <a:ext uri="{FF2B5EF4-FFF2-40B4-BE49-F238E27FC236}">
                    <a16:creationId xmlns:a16="http://schemas.microsoft.com/office/drawing/2014/main" id="{68820B76-FBD1-74C2-7988-A86E1E1211B1}"/>
                  </a:ext>
                </a:extLst>
              </p14:cNvPr>
              <p14:cNvContentPartPr/>
              <p14:nvPr/>
            </p14:nvContentPartPr>
            <p14:xfrm>
              <a:off x="4251508" y="2685539"/>
              <a:ext cx="448920" cy="565560"/>
            </p14:xfrm>
          </p:contentPart>
        </mc:Choice>
        <mc:Fallback>
          <p:pic>
            <p:nvPicPr>
              <p:cNvPr id="12" name="Ink 11">
                <a:extLst>
                  <a:ext uri="{FF2B5EF4-FFF2-40B4-BE49-F238E27FC236}">
                    <a16:creationId xmlns:a16="http://schemas.microsoft.com/office/drawing/2014/main" id="{68820B76-FBD1-74C2-7988-A86E1E1211B1}"/>
                  </a:ext>
                </a:extLst>
              </p:cNvPr>
              <p:cNvPicPr/>
              <p:nvPr/>
            </p:nvPicPr>
            <p:blipFill>
              <a:blip r:embed="rId16"/>
              <a:stretch>
                <a:fillRect/>
              </a:stretch>
            </p:blipFill>
            <p:spPr>
              <a:xfrm>
                <a:off x="4247188" y="2681219"/>
                <a:ext cx="457560" cy="574200"/>
              </a:xfrm>
              <a:prstGeom prst="rect">
                <a:avLst/>
              </a:prstGeom>
            </p:spPr>
          </p:pic>
        </mc:Fallback>
      </mc:AlternateContent>
      <p:grpSp>
        <p:nvGrpSpPr>
          <p:cNvPr id="24" name="Group 23">
            <a:extLst>
              <a:ext uri="{FF2B5EF4-FFF2-40B4-BE49-F238E27FC236}">
                <a16:creationId xmlns:a16="http://schemas.microsoft.com/office/drawing/2014/main" id="{909680B1-2467-A2FD-50DE-3E91F2C95DF1}"/>
              </a:ext>
            </a:extLst>
          </p:cNvPr>
          <p:cNvGrpSpPr/>
          <p:nvPr/>
        </p:nvGrpSpPr>
        <p:grpSpPr>
          <a:xfrm>
            <a:off x="5674588" y="2245619"/>
            <a:ext cx="1826280" cy="1069560"/>
            <a:chOff x="5674588" y="2245619"/>
            <a:chExt cx="1826280" cy="1069560"/>
          </a:xfrm>
        </p:grpSpPr>
        <mc:AlternateContent xmlns:mc="http://schemas.openxmlformats.org/markup-compatibility/2006">
          <mc:Choice xmlns:p14="http://schemas.microsoft.com/office/powerpoint/2010/main" Requires="p14">
            <p:contentPart p14:bwMode="auto" r:id="rId17">
              <p14:nvContentPartPr>
                <p14:cNvPr id="13" name="Ink 12">
                  <a:extLst>
                    <a:ext uri="{FF2B5EF4-FFF2-40B4-BE49-F238E27FC236}">
                      <a16:creationId xmlns:a16="http://schemas.microsoft.com/office/drawing/2014/main" id="{23C3EEC4-3B40-EAC2-7333-3BB32B7AFA22}"/>
                    </a:ext>
                  </a:extLst>
                </p14:cNvPr>
                <p14:cNvContentPartPr/>
                <p14:nvPr/>
              </p14:nvContentPartPr>
              <p14:xfrm>
                <a:off x="5991388" y="2374139"/>
                <a:ext cx="185760" cy="249480"/>
              </p14:xfrm>
            </p:contentPart>
          </mc:Choice>
          <mc:Fallback>
            <p:pic>
              <p:nvPicPr>
                <p:cNvPr id="13" name="Ink 12">
                  <a:extLst>
                    <a:ext uri="{FF2B5EF4-FFF2-40B4-BE49-F238E27FC236}">
                      <a16:creationId xmlns:a16="http://schemas.microsoft.com/office/drawing/2014/main" id="{23C3EEC4-3B40-EAC2-7333-3BB32B7AFA22}"/>
                    </a:ext>
                  </a:extLst>
                </p:cNvPr>
                <p:cNvPicPr/>
                <p:nvPr/>
              </p:nvPicPr>
              <p:blipFill>
                <a:blip r:embed="rId18"/>
                <a:stretch>
                  <a:fillRect/>
                </a:stretch>
              </p:blipFill>
              <p:spPr>
                <a:xfrm>
                  <a:off x="5987068" y="2369819"/>
                  <a:ext cx="194400" cy="25812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4" name="Ink 13">
                  <a:extLst>
                    <a:ext uri="{FF2B5EF4-FFF2-40B4-BE49-F238E27FC236}">
                      <a16:creationId xmlns:a16="http://schemas.microsoft.com/office/drawing/2014/main" id="{B259487C-D91F-E9C2-B834-2D0AB6032566}"/>
                    </a:ext>
                  </a:extLst>
                </p14:cNvPr>
                <p14:cNvContentPartPr/>
                <p14:nvPr/>
              </p14:nvContentPartPr>
              <p14:xfrm>
                <a:off x="5864308" y="2671499"/>
                <a:ext cx="527760" cy="36360"/>
              </p14:xfrm>
            </p:contentPart>
          </mc:Choice>
          <mc:Fallback>
            <p:pic>
              <p:nvPicPr>
                <p:cNvPr id="14" name="Ink 13">
                  <a:extLst>
                    <a:ext uri="{FF2B5EF4-FFF2-40B4-BE49-F238E27FC236}">
                      <a16:creationId xmlns:a16="http://schemas.microsoft.com/office/drawing/2014/main" id="{B259487C-D91F-E9C2-B834-2D0AB6032566}"/>
                    </a:ext>
                  </a:extLst>
                </p:cNvPr>
                <p:cNvPicPr/>
                <p:nvPr/>
              </p:nvPicPr>
              <p:blipFill>
                <a:blip r:embed="rId20"/>
                <a:stretch>
                  <a:fillRect/>
                </a:stretch>
              </p:blipFill>
              <p:spPr>
                <a:xfrm>
                  <a:off x="5859988" y="2667179"/>
                  <a:ext cx="536400" cy="450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5" name="Ink 14">
                  <a:extLst>
                    <a:ext uri="{FF2B5EF4-FFF2-40B4-BE49-F238E27FC236}">
                      <a16:creationId xmlns:a16="http://schemas.microsoft.com/office/drawing/2014/main" id="{3A757182-06DB-5DB7-8864-6211A0707B79}"/>
                    </a:ext>
                  </a:extLst>
                </p14:cNvPr>
                <p14:cNvContentPartPr/>
                <p14:nvPr/>
              </p14:nvContentPartPr>
              <p14:xfrm>
                <a:off x="6099028" y="2846459"/>
                <a:ext cx="172440" cy="46800"/>
              </p14:xfrm>
            </p:contentPart>
          </mc:Choice>
          <mc:Fallback>
            <p:pic>
              <p:nvPicPr>
                <p:cNvPr id="15" name="Ink 14">
                  <a:extLst>
                    <a:ext uri="{FF2B5EF4-FFF2-40B4-BE49-F238E27FC236}">
                      <a16:creationId xmlns:a16="http://schemas.microsoft.com/office/drawing/2014/main" id="{3A757182-06DB-5DB7-8864-6211A0707B79}"/>
                    </a:ext>
                  </a:extLst>
                </p:cNvPr>
                <p:cNvPicPr/>
                <p:nvPr/>
              </p:nvPicPr>
              <p:blipFill>
                <a:blip r:embed="rId22"/>
                <a:stretch>
                  <a:fillRect/>
                </a:stretch>
              </p:blipFill>
              <p:spPr>
                <a:xfrm>
                  <a:off x="6094708" y="2842139"/>
                  <a:ext cx="181080" cy="5544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6" name="Ink 15">
                  <a:extLst>
                    <a:ext uri="{FF2B5EF4-FFF2-40B4-BE49-F238E27FC236}">
                      <a16:creationId xmlns:a16="http://schemas.microsoft.com/office/drawing/2014/main" id="{B40A6827-9D41-0816-8E89-7AF2EB243598}"/>
                    </a:ext>
                  </a:extLst>
                </p14:cNvPr>
                <p14:cNvContentPartPr/>
                <p14:nvPr/>
              </p14:nvContentPartPr>
              <p14:xfrm>
                <a:off x="6104428" y="2851499"/>
                <a:ext cx="138240" cy="200520"/>
              </p14:xfrm>
            </p:contentPart>
          </mc:Choice>
          <mc:Fallback>
            <p:pic>
              <p:nvPicPr>
                <p:cNvPr id="16" name="Ink 15">
                  <a:extLst>
                    <a:ext uri="{FF2B5EF4-FFF2-40B4-BE49-F238E27FC236}">
                      <a16:creationId xmlns:a16="http://schemas.microsoft.com/office/drawing/2014/main" id="{B40A6827-9D41-0816-8E89-7AF2EB243598}"/>
                    </a:ext>
                  </a:extLst>
                </p:cNvPr>
                <p:cNvPicPr/>
                <p:nvPr/>
              </p:nvPicPr>
              <p:blipFill>
                <a:blip r:embed="rId24"/>
                <a:stretch>
                  <a:fillRect/>
                </a:stretch>
              </p:blipFill>
              <p:spPr>
                <a:xfrm>
                  <a:off x="6100108" y="2847179"/>
                  <a:ext cx="146880" cy="20916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7" name="Ink 16">
                  <a:extLst>
                    <a:ext uri="{FF2B5EF4-FFF2-40B4-BE49-F238E27FC236}">
                      <a16:creationId xmlns:a16="http://schemas.microsoft.com/office/drawing/2014/main" id="{60225327-04B2-BA37-709A-B10477C4CE41}"/>
                    </a:ext>
                  </a:extLst>
                </p14:cNvPr>
                <p14:cNvContentPartPr/>
                <p14:nvPr/>
              </p14:nvContentPartPr>
              <p14:xfrm>
                <a:off x="5674588" y="2245619"/>
                <a:ext cx="746280" cy="1069560"/>
              </p14:xfrm>
            </p:contentPart>
          </mc:Choice>
          <mc:Fallback>
            <p:pic>
              <p:nvPicPr>
                <p:cNvPr id="17" name="Ink 16">
                  <a:extLst>
                    <a:ext uri="{FF2B5EF4-FFF2-40B4-BE49-F238E27FC236}">
                      <a16:creationId xmlns:a16="http://schemas.microsoft.com/office/drawing/2014/main" id="{60225327-04B2-BA37-709A-B10477C4CE41}"/>
                    </a:ext>
                  </a:extLst>
                </p:cNvPr>
                <p:cNvPicPr/>
                <p:nvPr/>
              </p:nvPicPr>
              <p:blipFill>
                <a:blip r:embed="rId26"/>
                <a:stretch>
                  <a:fillRect/>
                </a:stretch>
              </p:blipFill>
              <p:spPr>
                <a:xfrm>
                  <a:off x="5670268" y="2241299"/>
                  <a:ext cx="754920" cy="10782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9" name="Ink 18">
                  <a:extLst>
                    <a:ext uri="{FF2B5EF4-FFF2-40B4-BE49-F238E27FC236}">
                      <a16:creationId xmlns:a16="http://schemas.microsoft.com/office/drawing/2014/main" id="{DF7755A3-DA98-4B58-1265-8D706046179F}"/>
                    </a:ext>
                  </a:extLst>
                </p14:cNvPr>
                <p14:cNvContentPartPr/>
                <p14:nvPr/>
              </p14:nvContentPartPr>
              <p14:xfrm>
                <a:off x="6690148" y="2479619"/>
                <a:ext cx="129960" cy="252000"/>
              </p14:xfrm>
            </p:contentPart>
          </mc:Choice>
          <mc:Fallback>
            <p:pic>
              <p:nvPicPr>
                <p:cNvPr id="19" name="Ink 18">
                  <a:extLst>
                    <a:ext uri="{FF2B5EF4-FFF2-40B4-BE49-F238E27FC236}">
                      <a16:creationId xmlns:a16="http://schemas.microsoft.com/office/drawing/2014/main" id="{DF7755A3-DA98-4B58-1265-8D706046179F}"/>
                    </a:ext>
                  </a:extLst>
                </p:cNvPr>
                <p:cNvPicPr/>
                <p:nvPr/>
              </p:nvPicPr>
              <p:blipFill>
                <a:blip r:embed="rId28"/>
                <a:stretch>
                  <a:fillRect/>
                </a:stretch>
              </p:blipFill>
              <p:spPr>
                <a:xfrm>
                  <a:off x="6685828" y="2475299"/>
                  <a:ext cx="138600" cy="26064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0" name="Ink 19">
                  <a:extLst>
                    <a:ext uri="{FF2B5EF4-FFF2-40B4-BE49-F238E27FC236}">
                      <a16:creationId xmlns:a16="http://schemas.microsoft.com/office/drawing/2014/main" id="{44D14175-4207-C378-C8E1-77BC7DF32F96}"/>
                    </a:ext>
                  </a:extLst>
                </p14:cNvPr>
                <p14:cNvContentPartPr/>
                <p14:nvPr/>
              </p14:nvContentPartPr>
              <p14:xfrm>
                <a:off x="6609148" y="2577539"/>
                <a:ext cx="218880" cy="119160"/>
              </p14:xfrm>
            </p:contentPart>
          </mc:Choice>
          <mc:Fallback>
            <p:pic>
              <p:nvPicPr>
                <p:cNvPr id="20" name="Ink 19">
                  <a:extLst>
                    <a:ext uri="{FF2B5EF4-FFF2-40B4-BE49-F238E27FC236}">
                      <a16:creationId xmlns:a16="http://schemas.microsoft.com/office/drawing/2014/main" id="{44D14175-4207-C378-C8E1-77BC7DF32F96}"/>
                    </a:ext>
                  </a:extLst>
                </p:cNvPr>
                <p:cNvPicPr/>
                <p:nvPr/>
              </p:nvPicPr>
              <p:blipFill>
                <a:blip r:embed="rId30"/>
                <a:stretch>
                  <a:fillRect/>
                </a:stretch>
              </p:blipFill>
              <p:spPr>
                <a:xfrm>
                  <a:off x="6604828" y="2573219"/>
                  <a:ext cx="227520" cy="12780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1" name="Ink 20">
                  <a:extLst>
                    <a:ext uri="{FF2B5EF4-FFF2-40B4-BE49-F238E27FC236}">
                      <a16:creationId xmlns:a16="http://schemas.microsoft.com/office/drawing/2014/main" id="{EEDA7F01-7629-E57A-EFE1-A346516D80E4}"/>
                    </a:ext>
                  </a:extLst>
                </p14:cNvPr>
                <p14:cNvContentPartPr/>
                <p14:nvPr/>
              </p14:nvContentPartPr>
              <p14:xfrm>
                <a:off x="7129708" y="2425979"/>
                <a:ext cx="298440" cy="144000"/>
              </p14:xfrm>
            </p:contentPart>
          </mc:Choice>
          <mc:Fallback>
            <p:pic>
              <p:nvPicPr>
                <p:cNvPr id="21" name="Ink 20">
                  <a:extLst>
                    <a:ext uri="{FF2B5EF4-FFF2-40B4-BE49-F238E27FC236}">
                      <a16:creationId xmlns:a16="http://schemas.microsoft.com/office/drawing/2014/main" id="{EEDA7F01-7629-E57A-EFE1-A346516D80E4}"/>
                    </a:ext>
                  </a:extLst>
                </p:cNvPr>
                <p:cNvPicPr/>
                <p:nvPr/>
              </p:nvPicPr>
              <p:blipFill>
                <a:blip r:embed="rId32"/>
                <a:stretch>
                  <a:fillRect/>
                </a:stretch>
              </p:blipFill>
              <p:spPr>
                <a:xfrm>
                  <a:off x="7125388" y="2421659"/>
                  <a:ext cx="307080" cy="15264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2" name="Ink 21">
                  <a:extLst>
                    <a:ext uri="{FF2B5EF4-FFF2-40B4-BE49-F238E27FC236}">
                      <a16:creationId xmlns:a16="http://schemas.microsoft.com/office/drawing/2014/main" id="{87F669B5-F42D-5E39-6840-30376F84D984}"/>
                    </a:ext>
                  </a:extLst>
                </p14:cNvPr>
                <p14:cNvContentPartPr/>
                <p14:nvPr/>
              </p14:nvContentPartPr>
              <p14:xfrm>
                <a:off x="7098388" y="2618939"/>
                <a:ext cx="402480" cy="47520"/>
              </p14:xfrm>
            </p:contentPart>
          </mc:Choice>
          <mc:Fallback>
            <p:pic>
              <p:nvPicPr>
                <p:cNvPr id="22" name="Ink 21">
                  <a:extLst>
                    <a:ext uri="{FF2B5EF4-FFF2-40B4-BE49-F238E27FC236}">
                      <a16:creationId xmlns:a16="http://schemas.microsoft.com/office/drawing/2014/main" id="{87F669B5-F42D-5E39-6840-30376F84D984}"/>
                    </a:ext>
                  </a:extLst>
                </p:cNvPr>
                <p:cNvPicPr/>
                <p:nvPr/>
              </p:nvPicPr>
              <p:blipFill>
                <a:blip r:embed="rId34"/>
                <a:stretch>
                  <a:fillRect/>
                </a:stretch>
              </p:blipFill>
              <p:spPr>
                <a:xfrm>
                  <a:off x="7094068" y="2614619"/>
                  <a:ext cx="411120" cy="5616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3" name="Ink 22">
                  <a:extLst>
                    <a:ext uri="{FF2B5EF4-FFF2-40B4-BE49-F238E27FC236}">
                      <a16:creationId xmlns:a16="http://schemas.microsoft.com/office/drawing/2014/main" id="{795BBDD2-1FC0-EE7B-A029-D9E39B4BB2AC}"/>
                    </a:ext>
                  </a:extLst>
                </p14:cNvPr>
                <p14:cNvContentPartPr/>
                <p14:nvPr/>
              </p14:nvContentPartPr>
              <p14:xfrm>
                <a:off x="7268668" y="2721179"/>
                <a:ext cx="181800" cy="307440"/>
              </p14:xfrm>
            </p:contentPart>
          </mc:Choice>
          <mc:Fallback>
            <p:pic>
              <p:nvPicPr>
                <p:cNvPr id="23" name="Ink 22">
                  <a:extLst>
                    <a:ext uri="{FF2B5EF4-FFF2-40B4-BE49-F238E27FC236}">
                      <a16:creationId xmlns:a16="http://schemas.microsoft.com/office/drawing/2014/main" id="{795BBDD2-1FC0-EE7B-A029-D9E39B4BB2AC}"/>
                    </a:ext>
                  </a:extLst>
                </p:cNvPr>
                <p:cNvPicPr/>
                <p:nvPr/>
              </p:nvPicPr>
              <p:blipFill>
                <a:blip r:embed="rId36"/>
                <a:stretch>
                  <a:fillRect/>
                </a:stretch>
              </p:blipFill>
              <p:spPr>
                <a:xfrm>
                  <a:off x="7264348" y="2716859"/>
                  <a:ext cx="190440" cy="3160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7">
            <p14:nvContentPartPr>
              <p14:cNvPr id="38" name="Ink 37">
                <a:extLst>
                  <a:ext uri="{FF2B5EF4-FFF2-40B4-BE49-F238E27FC236}">
                    <a16:creationId xmlns:a16="http://schemas.microsoft.com/office/drawing/2014/main" id="{FC89AED9-367F-562E-BFC9-B0EC73801DAE}"/>
                  </a:ext>
                </a:extLst>
              </p14:cNvPr>
              <p14:cNvContentPartPr/>
              <p14:nvPr/>
            </p14:nvContentPartPr>
            <p14:xfrm>
              <a:off x="7144108" y="3903779"/>
              <a:ext cx="33480" cy="211680"/>
            </p14:xfrm>
          </p:contentPart>
        </mc:Choice>
        <mc:Fallback>
          <p:pic>
            <p:nvPicPr>
              <p:cNvPr id="38" name="Ink 37">
                <a:extLst>
                  <a:ext uri="{FF2B5EF4-FFF2-40B4-BE49-F238E27FC236}">
                    <a16:creationId xmlns:a16="http://schemas.microsoft.com/office/drawing/2014/main" id="{FC89AED9-367F-562E-BFC9-B0EC73801DAE}"/>
                  </a:ext>
                </a:extLst>
              </p:cNvPr>
              <p:cNvPicPr/>
              <p:nvPr/>
            </p:nvPicPr>
            <p:blipFill>
              <a:blip r:embed="rId38"/>
              <a:stretch>
                <a:fillRect/>
              </a:stretch>
            </p:blipFill>
            <p:spPr>
              <a:xfrm>
                <a:off x="7139788" y="3899459"/>
                <a:ext cx="42120" cy="220320"/>
              </a:xfrm>
              <a:prstGeom prst="rect">
                <a:avLst/>
              </a:prstGeom>
            </p:spPr>
          </p:pic>
        </mc:Fallback>
      </mc:AlternateContent>
      <p:grpSp>
        <p:nvGrpSpPr>
          <p:cNvPr id="41" name="Group 40">
            <a:extLst>
              <a:ext uri="{FF2B5EF4-FFF2-40B4-BE49-F238E27FC236}">
                <a16:creationId xmlns:a16="http://schemas.microsoft.com/office/drawing/2014/main" id="{557FAC7D-B46F-6E59-18F6-B605AB96CD25}"/>
              </a:ext>
            </a:extLst>
          </p:cNvPr>
          <p:cNvGrpSpPr/>
          <p:nvPr/>
        </p:nvGrpSpPr>
        <p:grpSpPr>
          <a:xfrm>
            <a:off x="5641108" y="4412819"/>
            <a:ext cx="2860920" cy="1582920"/>
            <a:chOff x="5641108" y="4412819"/>
            <a:chExt cx="2860920" cy="1582920"/>
          </a:xfrm>
        </p:grpSpPr>
        <mc:AlternateContent xmlns:mc="http://schemas.openxmlformats.org/markup-compatibility/2006">
          <mc:Choice xmlns:p14="http://schemas.microsoft.com/office/powerpoint/2010/main" Requires="p14">
            <p:contentPart p14:bwMode="auto" r:id="rId39">
              <p14:nvContentPartPr>
                <p14:cNvPr id="25" name="Ink 24">
                  <a:extLst>
                    <a:ext uri="{FF2B5EF4-FFF2-40B4-BE49-F238E27FC236}">
                      <a16:creationId xmlns:a16="http://schemas.microsoft.com/office/drawing/2014/main" id="{758743F8-477B-11CD-EC33-1D5CFD26B089}"/>
                    </a:ext>
                  </a:extLst>
                </p14:cNvPr>
                <p14:cNvContentPartPr/>
                <p14:nvPr/>
              </p14:nvContentPartPr>
              <p14:xfrm>
                <a:off x="6324388" y="4897379"/>
                <a:ext cx="245160" cy="43920"/>
              </p14:xfrm>
            </p:contentPart>
          </mc:Choice>
          <mc:Fallback>
            <p:pic>
              <p:nvPicPr>
                <p:cNvPr id="25" name="Ink 24">
                  <a:extLst>
                    <a:ext uri="{FF2B5EF4-FFF2-40B4-BE49-F238E27FC236}">
                      <a16:creationId xmlns:a16="http://schemas.microsoft.com/office/drawing/2014/main" id="{758743F8-477B-11CD-EC33-1D5CFD26B089}"/>
                    </a:ext>
                  </a:extLst>
                </p:cNvPr>
                <p:cNvPicPr/>
                <p:nvPr/>
              </p:nvPicPr>
              <p:blipFill>
                <a:blip r:embed="rId40"/>
                <a:stretch>
                  <a:fillRect/>
                </a:stretch>
              </p:blipFill>
              <p:spPr>
                <a:xfrm>
                  <a:off x="6320068" y="4893059"/>
                  <a:ext cx="253800" cy="5256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6" name="Ink 25">
                  <a:extLst>
                    <a:ext uri="{FF2B5EF4-FFF2-40B4-BE49-F238E27FC236}">
                      <a16:creationId xmlns:a16="http://schemas.microsoft.com/office/drawing/2014/main" id="{474E7B9F-37BA-8DC9-B12E-05FD3B1D0515}"/>
                    </a:ext>
                  </a:extLst>
                </p14:cNvPr>
                <p14:cNvContentPartPr/>
                <p14:nvPr/>
              </p14:nvContentPartPr>
              <p14:xfrm>
                <a:off x="6296308" y="4938059"/>
                <a:ext cx="166680" cy="241200"/>
              </p14:xfrm>
            </p:contentPart>
          </mc:Choice>
          <mc:Fallback>
            <p:pic>
              <p:nvPicPr>
                <p:cNvPr id="26" name="Ink 25">
                  <a:extLst>
                    <a:ext uri="{FF2B5EF4-FFF2-40B4-BE49-F238E27FC236}">
                      <a16:creationId xmlns:a16="http://schemas.microsoft.com/office/drawing/2014/main" id="{474E7B9F-37BA-8DC9-B12E-05FD3B1D0515}"/>
                    </a:ext>
                  </a:extLst>
                </p:cNvPr>
                <p:cNvPicPr/>
                <p:nvPr/>
              </p:nvPicPr>
              <p:blipFill>
                <a:blip r:embed="rId42"/>
                <a:stretch>
                  <a:fillRect/>
                </a:stretch>
              </p:blipFill>
              <p:spPr>
                <a:xfrm>
                  <a:off x="6291988" y="4933739"/>
                  <a:ext cx="175320" cy="24984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7" name="Ink 26">
                  <a:extLst>
                    <a:ext uri="{FF2B5EF4-FFF2-40B4-BE49-F238E27FC236}">
                      <a16:creationId xmlns:a16="http://schemas.microsoft.com/office/drawing/2014/main" id="{29D3FFCD-DC7E-F3B6-1E93-7E10967D6540}"/>
                    </a:ext>
                  </a:extLst>
                </p14:cNvPr>
                <p14:cNvContentPartPr/>
                <p14:nvPr/>
              </p14:nvContentPartPr>
              <p14:xfrm>
                <a:off x="6553348" y="5146139"/>
                <a:ext cx="206640" cy="261720"/>
              </p14:xfrm>
            </p:contentPart>
          </mc:Choice>
          <mc:Fallback>
            <p:pic>
              <p:nvPicPr>
                <p:cNvPr id="27" name="Ink 26">
                  <a:extLst>
                    <a:ext uri="{FF2B5EF4-FFF2-40B4-BE49-F238E27FC236}">
                      <a16:creationId xmlns:a16="http://schemas.microsoft.com/office/drawing/2014/main" id="{29D3FFCD-DC7E-F3B6-1E93-7E10967D6540}"/>
                    </a:ext>
                  </a:extLst>
                </p:cNvPr>
                <p:cNvPicPr/>
                <p:nvPr/>
              </p:nvPicPr>
              <p:blipFill>
                <a:blip r:embed="rId44"/>
                <a:stretch>
                  <a:fillRect/>
                </a:stretch>
              </p:blipFill>
              <p:spPr>
                <a:xfrm>
                  <a:off x="6549028" y="5141819"/>
                  <a:ext cx="215280" cy="27036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8" name="Ink 27">
                  <a:extLst>
                    <a:ext uri="{FF2B5EF4-FFF2-40B4-BE49-F238E27FC236}">
                      <a16:creationId xmlns:a16="http://schemas.microsoft.com/office/drawing/2014/main" id="{0F256FFF-C177-80BF-E4DC-5A2C80663FE4}"/>
                    </a:ext>
                  </a:extLst>
                </p14:cNvPr>
                <p14:cNvContentPartPr/>
                <p14:nvPr/>
              </p14:nvContentPartPr>
              <p14:xfrm>
                <a:off x="6854308" y="5447099"/>
                <a:ext cx="24120" cy="287640"/>
              </p14:xfrm>
            </p:contentPart>
          </mc:Choice>
          <mc:Fallback>
            <p:pic>
              <p:nvPicPr>
                <p:cNvPr id="28" name="Ink 27">
                  <a:extLst>
                    <a:ext uri="{FF2B5EF4-FFF2-40B4-BE49-F238E27FC236}">
                      <a16:creationId xmlns:a16="http://schemas.microsoft.com/office/drawing/2014/main" id="{0F256FFF-C177-80BF-E4DC-5A2C80663FE4}"/>
                    </a:ext>
                  </a:extLst>
                </p:cNvPr>
                <p:cNvPicPr/>
                <p:nvPr/>
              </p:nvPicPr>
              <p:blipFill>
                <a:blip r:embed="rId46"/>
                <a:stretch>
                  <a:fillRect/>
                </a:stretch>
              </p:blipFill>
              <p:spPr>
                <a:xfrm>
                  <a:off x="6849988" y="5442779"/>
                  <a:ext cx="32760" cy="29628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29" name="Ink 28">
                  <a:extLst>
                    <a:ext uri="{FF2B5EF4-FFF2-40B4-BE49-F238E27FC236}">
                      <a16:creationId xmlns:a16="http://schemas.microsoft.com/office/drawing/2014/main" id="{88BD5C84-875A-CDE3-6343-872D76FAB78E}"/>
                    </a:ext>
                  </a:extLst>
                </p14:cNvPr>
                <p14:cNvContentPartPr/>
                <p14:nvPr/>
              </p14:nvContentPartPr>
              <p14:xfrm>
                <a:off x="6844228" y="4679939"/>
                <a:ext cx="181080" cy="1257840"/>
              </p14:xfrm>
            </p:contentPart>
          </mc:Choice>
          <mc:Fallback>
            <p:pic>
              <p:nvPicPr>
                <p:cNvPr id="29" name="Ink 28">
                  <a:extLst>
                    <a:ext uri="{FF2B5EF4-FFF2-40B4-BE49-F238E27FC236}">
                      <a16:creationId xmlns:a16="http://schemas.microsoft.com/office/drawing/2014/main" id="{88BD5C84-875A-CDE3-6343-872D76FAB78E}"/>
                    </a:ext>
                  </a:extLst>
                </p:cNvPr>
                <p:cNvPicPr/>
                <p:nvPr/>
              </p:nvPicPr>
              <p:blipFill>
                <a:blip r:embed="rId48"/>
                <a:stretch>
                  <a:fillRect/>
                </a:stretch>
              </p:blipFill>
              <p:spPr>
                <a:xfrm>
                  <a:off x="6839908" y="4675619"/>
                  <a:ext cx="189720" cy="126648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0" name="Ink 29">
                  <a:extLst>
                    <a:ext uri="{FF2B5EF4-FFF2-40B4-BE49-F238E27FC236}">
                      <a16:creationId xmlns:a16="http://schemas.microsoft.com/office/drawing/2014/main" id="{C5D89281-591E-A7CC-45B2-A56193CF2C10}"/>
                    </a:ext>
                  </a:extLst>
                </p14:cNvPr>
                <p14:cNvContentPartPr/>
                <p14:nvPr/>
              </p14:nvContentPartPr>
              <p14:xfrm>
                <a:off x="6071668" y="4578059"/>
                <a:ext cx="319320" cy="1227960"/>
              </p14:xfrm>
            </p:contentPart>
          </mc:Choice>
          <mc:Fallback>
            <p:pic>
              <p:nvPicPr>
                <p:cNvPr id="30" name="Ink 29">
                  <a:extLst>
                    <a:ext uri="{FF2B5EF4-FFF2-40B4-BE49-F238E27FC236}">
                      <a16:creationId xmlns:a16="http://schemas.microsoft.com/office/drawing/2014/main" id="{C5D89281-591E-A7CC-45B2-A56193CF2C10}"/>
                    </a:ext>
                  </a:extLst>
                </p:cNvPr>
                <p:cNvPicPr/>
                <p:nvPr/>
              </p:nvPicPr>
              <p:blipFill>
                <a:blip r:embed="rId50"/>
                <a:stretch>
                  <a:fillRect/>
                </a:stretch>
              </p:blipFill>
              <p:spPr>
                <a:xfrm>
                  <a:off x="6067348" y="4573739"/>
                  <a:ext cx="327960" cy="123660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2" name="Ink 31">
                  <a:extLst>
                    <a:ext uri="{FF2B5EF4-FFF2-40B4-BE49-F238E27FC236}">
                      <a16:creationId xmlns:a16="http://schemas.microsoft.com/office/drawing/2014/main" id="{3FC1EF63-4788-4F93-8D88-6CB83A234A0C}"/>
                    </a:ext>
                  </a:extLst>
                </p14:cNvPr>
                <p14:cNvContentPartPr/>
                <p14:nvPr/>
              </p14:nvContentPartPr>
              <p14:xfrm>
                <a:off x="7247068" y="4488779"/>
                <a:ext cx="341280" cy="1243080"/>
              </p14:xfrm>
            </p:contentPart>
          </mc:Choice>
          <mc:Fallback>
            <p:pic>
              <p:nvPicPr>
                <p:cNvPr id="32" name="Ink 31">
                  <a:extLst>
                    <a:ext uri="{FF2B5EF4-FFF2-40B4-BE49-F238E27FC236}">
                      <a16:creationId xmlns:a16="http://schemas.microsoft.com/office/drawing/2014/main" id="{3FC1EF63-4788-4F93-8D88-6CB83A234A0C}"/>
                    </a:ext>
                  </a:extLst>
                </p:cNvPr>
                <p:cNvPicPr/>
                <p:nvPr/>
              </p:nvPicPr>
              <p:blipFill>
                <a:blip r:embed="rId52"/>
                <a:stretch>
                  <a:fillRect/>
                </a:stretch>
              </p:blipFill>
              <p:spPr>
                <a:xfrm>
                  <a:off x="7242748" y="4484459"/>
                  <a:ext cx="349920" cy="125172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3" name="Ink 32">
                  <a:extLst>
                    <a:ext uri="{FF2B5EF4-FFF2-40B4-BE49-F238E27FC236}">
                      <a16:creationId xmlns:a16="http://schemas.microsoft.com/office/drawing/2014/main" id="{F7BB6C1E-C3CA-C6E8-3311-AE50D7A66040}"/>
                    </a:ext>
                  </a:extLst>
                </p14:cNvPr>
                <p14:cNvContentPartPr/>
                <p14:nvPr/>
              </p14:nvContentPartPr>
              <p14:xfrm>
                <a:off x="7529308" y="4752659"/>
                <a:ext cx="140760" cy="346320"/>
              </p14:xfrm>
            </p:contentPart>
          </mc:Choice>
          <mc:Fallback>
            <p:pic>
              <p:nvPicPr>
                <p:cNvPr id="33" name="Ink 32">
                  <a:extLst>
                    <a:ext uri="{FF2B5EF4-FFF2-40B4-BE49-F238E27FC236}">
                      <a16:creationId xmlns:a16="http://schemas.microsoft.com/office/drawing/2014/main" id="{F7BB6C1E-C3CA-C6E8-3311-AE50D7A66040}"/>
                    </a:ext>
                  </a:extLst>
                </p:cNvPr>
                <p:cNvPicPr/>
                <p:nvPr/>
              </p:nvPicPr>
              <p:blipFill>
                <a:blip r:embed="rId54"/>
                <a:stretch>
                  <a:fillRect/>
                </a:stretch>
              </p:blipFill>
              <p:spPr>
                <a:xfrm>
                  <a:off x="7524988" y="4748339"/>
                  <a:ext cx="149400" cy="35496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4" name="Ink 33">
                  <a:extLst>
                    <a:ext uri="{FF2B5EF4-FFF2-40B4-BE49-F238E27FC236}">
                      <a16:creationId xmlns:a16="http://schemas.microsoft.com/office/drawing/2014/main" id="{323F3A2C-35D9-FD79-931F-70B23526F483}"/>
                    </a:ext>
                  </a:extLst>
                </p14:cNvPr>
                <p14:cNvContentPartPr/>
                <p14:nvPr/>
              </p14:nvContentPartPr>
              <p14:xfrm>
                <a:off x="7808308" y="5026619"/>
                <a:ext cx="232560" cy="248760"/>
              </p14:xfrm>
            </p:contentPart>
          </mc:Choice>
          <mc:Fallback>
            <p:pic>
              <p:nvPicPr>
                <p:cNvPr id="34" name="Ink 33">
                  <a:extLst>
                    <a:ext uri="{FF2B5EF4-FFF2-40B4-BE49-F238E27FC236}">
                      <a16:creationId xmlns:a16="http://schemas.microsoft.com/office/drawing/2014/main" id="{323F3A2C-35D9-FD79-931F-70B23526F483}"/>
                    </a:ext>
                  </a:extLst>
                </p:cNvPr>
                <p:cNvPicPr/>
                <p:nvPr/>
              </p:nvPicPr>
              <p:blipFill>
                <a:blip r:embed="rId56"/>
                <a:stretch>
                  <a:fillRect/>
                </a:stretch>
              </p:blipFill>
              <p:spPr>
                <a:xfrm>
                  <a:off x="7803988" y="5022299"/>
                  <a:ext cx="241200" cy="25740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5" name="Ink 34">
                  <a:extLst>
                    <a:ext uri="{FF2B5EF4-FFF2-40B4-BE49-F238E27FC236}">
                      <a16:creationId xmlns:a16="http://schemas.microsoft.com/office/drawing/2014/main" id="{D7776B9B-22CA-3A68-F903-E6B4896260CB}"/>
                    </a:ext>
                  </a:extLst>
                </p14:cNvPr>
                <p14:cNvContentPartPr/>
                <p14:nvPr/>
              </p14:nvContentPartPr>
              <p14:xfrm>
                <a:off x="8114308" y="5290859"/>
                <a:ext cx="22680" cy="220680"/>
              </p14:xfrm>
            </p:contentPart>
          </mc:Choice>
          <mc:Fallback>
            <p:pic>
              <p:nvPicPr>
                <p:cNvPr id="35" name="Ink 34">
                  <a:extLst>
                    <a:ext uri="{FF2B5EF4-FFF2-40B4-BE49-F238E27FC236}">
                      <a16:creationId xmlns:a16="http://schemas.microsoft.com/office/drawing/2014/main" id="{D7776B9B-22CA-3A68-F903-E6B4896260CB}"/>
                    </a:ext>
                  </a:extLst>
                </p:cNvPr>
                <p:cNvPicPr/>
                <p:nvPr/>
              </p:nvPicPr>
              <p:blipFill>
                <a:blip r:embed="rId58"/>
                <a:stretch>
                  <a:fillRect/>
                </a:stretch>
              </p:blipFill>
              <p:spPr>
                <a:xfrm>
                  <a:off x="8109988" y="5286539"/>
                  <a:ext cx="31320" cy="22932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36" name="Ink 35">
                  <a:extLst>
                    <a:ext uri="{FF2B5EF4-FFF2-40B4-BE49-F238E27FC236}">
                      <a16:creationId xmlns:a16="http://schemas.microsoft.com/office/drawing/2014/main" id="{1F34BAF8-89AA-ACAF-1DE6-F2E7EC1B7956}"/>
                    </a:ext>
                  </a:extLst>
                </p14:cNvPr>
                <p14:cNvContentPartPr/>
                <p14:nvPr/>
              </p14:nvContentPartPr>
              <p14:xfrm>
                <a:off x="8050948" y="4595339"/>
                <a:ext cx="186120" cy="1144080"/>
              </p14:xfrm>
            </p:contentPart>
          </mc:Choice>
          <mc:Fallback>
            <p:pic>
              <p:nvPicPr>
                <p:cNvPr id="36" name="Ink 35">
                  <a:extLst>
                    <a:ext uri="{FF2B5EF4-FFF2-40B4-BE49-F238E27FC236}">
                      <a16:creationId xmlns:a16="http://schemas.microsoft.com/office/drawing/2014/main" id="{1F34BAF8-89AA-ACAF-1DE6-F2E7EC1B7956}"/>
                    </a:ext>
                  </a:extLst>
                </p:cNvPr>
                <p:cNvPicPr/>
                <p:nvPr/>
              </p:nvPicPr>
              <p:blipFill>
                <a:blip r:embed="rId60"/>
                <a:stretch>
                  <a:fillRect/>
                </a:stretch>
              </p:blipFill>
              <p:spPr>
                <a:xfrm>
                  <a:off x="8046628" y="4591019"/>
                  <a:ext cx="194760" cy="115272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37" name="Ink 36">
                  <a:extLst>
                    <a:ext uri="{FF2B5EF4-FFF2-40B4-BE49-F238E27FC236}">
                      <a16:creationId xmlns:a16="http://schemas.microsoft.com/office/drawing/2014/main" id="{2AC5A5C6-0B22-0F0C-86B4-B388589D5849}"/>
                    </a:ext>
                  </a:extLst>
                </p14:cNvPr>
                <p14:cNvContentPartPr/>
                <p14:nvPr/>
              </p14:nvContentPartPr>
              <p14:xfrm>
                <a:off x="5641108" y="4412819"/>
                <a:ext cx="2860920" cy="175320"/>
              </p14:xfrm>
            </p:contentPart>
          </mc:Choice>
          <mc:Fallback>
            <p:pic>
              <p:nvPicPr>
                <p:cNvPr id="37" name="Ink 36">
                  <a:extLst>
                    <a:ext uri="{FF2B5EF4-FFF2-40B4-BE49-F238E27FC236}">
                      <a16:creationId xmlns:a16="http://schemas.microsoft.com/office/drawing/2014/main" id="{2AC5A5C6-0B22-0F0C-86B4-B388589D5849}"/>
                    </a:ext>
                  </a:extLst>
                </p:cNvPr>
                <p:cNvPicPr/>
                <p:nvPr/>
              </p:nvPicPr>
              <p:blipFill>
                <a:blip r:embed="rId62"/>
                <a:stretch>
                  <a:fillRect/>
                </a:stretch>
              </p:blipFill>
              <p:spPr>
                <a:xfrm>
                  <a:off x="5636788" y="4408499"/>
                  <a:ext cx="2869560" cy="18396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40" name="Ink 39">
                  <a:extLst>
                    <a:ext uri="{FF2B5EF4-FFF2-40B4-BE49-F238E27FC236}">
                      <a16:creationId xmlns:a16="http://schemas.microsoft.com/office/drawing/2014/main" id="{843193FF-4876-02CD-C91D-96056C21BC22}"/>
                    </a:ext>
                  </a:extLst>
                </p14:cNvPr>
                <p14:cNvContentPartPr/>
                <p14:nvPr/>
              </p14:nvContentPartPr>
              <p14:xfrm>
                <a:off x="5969788" y="4636019"/>
                <a:ext cx="1178640" cy="1359720"/>
              </p14:xfrm>
            </p:contentPart>
          </mc:Choice>
          <mc:Fallback>
            <p:pic>
              <p:nvPicPr>
                <p:cNvPr id="40" name="Ink 39">
                  <a:extLst>
                    <a:ext uri="{FF2B5EF4-FFF2-40B4-BE49-F238E27FC236}">
                      <a16:creationId xmlns:a16="http://schemas.microsoft.com/office/drawing/2014/main" id="{843193FF-4876-02CD-C91D-96056C21BC22}"/>
                    </a:ext>
                  </a:extLst>
                </p:cNvPr>
                <p:cNvPicPr/>
                <p:nvPr/>
              </p:nvPicPr>
              <p:blipFill>
                <a:blip r:embed="rId64"/>
                <a:stretch>
                  <a:fillRect/>
                </a:stretch>
              </p:blipFill>
              <p:spPr>
                <a:xfrm>
                  <a:off x="5965468" y="4631699"/>
                  <a:ext cx="1187280" cy="1368360"/>
                </a:xfrm>
                <a:prstGeom prst="rect">
                  <a:avLst/>
                </a:prstGeom>
              </p:spPr>
            </p:pic>
          </mc:Fallback>
        </mc:AlternateContent>
      </p:grpSp>
      <p:grpSp>
        <p:nvGrpSpPr>
          <p:cNvPr id="30762" name="Group 30761">
            <a:extLst>
              <a:ext uri="{FF2B5EF4-FFF2-40B4-BE49-F238E27FC236}">
                <a16:creationId xmlns:a16="http://schemas.microsoft.com/office/drawing/2014/main" id="{1AA6E31C-A01D-E0EA-7CC4-9B289E8356CA}"/>
              </a:ext>
            </a:extLst>
          </p:cNvPr>
          <p:cNvGrpSpPr/>
          <p:nvPr/>
        </p:nvGrpSpPr>
        <p:grpSpPr>
          <a:xfrm>
            <a:off x="396628" y="5611979"/>
            <a:ext cx="4651920" cy="1427760"/>
            <a:chOff x="396628" y="5611979"/>
            <a:chExt cx="4651920" cy="1427760"/>
          </a:xfrm>
        </p:grpSpPr>
        <mc:AlternateContent xmlns:mc="http://schemas.openxmlformats.org/markup-compatibility/2006">
          <mc:Choice xmlns:p14="http://schemas.microsoft.com/office/powerpoint/2010/main" Requires="p14">
            <p:contentPart p14:bwMode="auto" r:id="rId65">
              <p14:nvContentPartPr>
                <p14:cNvPr id="42" name="Ink 41">
                  <a:extLst>
                    <a:ext uri="{FF2B5EF4-FFF2-40B4-BE49-F238E27FC236}">
                      <a16:creationId xmlns:a16="http://schemas.microsoft.com/office/drawing/2014/main" id="{24CC54ED-3428-381C-EF9C-33AF886CD922}"/>
                    </a:ext>
                  </a:extLst>
                </p14:cNvPr>
                <p14:cNvContentPartPr/>
                <p14:nvPr/>
              </p14:nvContentPartPr>
              <p14:xfrm>
                <a:off x="605068" y="6162779"/>
                <a:ext cx="26640" cy="151560"/>
              </p14:xfrm>
            </p:contentPart>
          </mc:Choice>
          <mc:Fallback>
            <p:pic>
              <p:nvPicPr>
                <p:cNvPr id="42" name="Ink 41">
                  <a:extLst>
                    <a:ext uri="{FF2B5EF4-FFF2-40B4-BE49-F238E27FC236}">
                      <a16:creationId xmlns:a16="http://schemas.microsoft.com/office/drawing/2014/main" id="{24CC54ED-3428-381C-EF9C-33AF886CD922}"/>
                    </a:ext>
                  </a:extLst>
                </p:cNvPr>
                <p:cNvPicPr/>
                <p:nvPr/>
              </p:nvPicPr>
              <p:blipFill>
                <a:blip r:embed="rId66"/>
                <a:stretch>
                  <a:fillRect/>
                </a:stretch>
              </p:blipFill>
              <p:spPr>
                <a:xfrm>
                  <a:off x="600748" y="6158459"/>
                  <a:ext cx="35280" cy="16020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43" name="Ink 42">
                  <a:extLst>
                    <a:ext uri="{FF2B5EF4-FFF2-40B4-BE49-F238E27FC236}">
                      <a16:creationId xmlns:a16="http://schemas.microsoft.com/office/drawing/2014/main" id="{75E6B48C-7B79-2EDA-0241-395339B43C1F}"/>
                    </a:ext>
                  </a:extLst>
                </p14:cNvPr>
                <p14:cNvContentPartPr/>
                <p14:nvPr/>
              </p14:nvContentPartPr>
              <p14:xfrm>
                <a:off x="475828" y="6115979"/>
                <a:ext cx="198360" cy="38160"/>
              </p14:xfrm>
            </p:contentPart>
          </mc:Choice>
          <mc:Fallback>
            <p:pic>
              <p:nvPicPr>
                <p:cNvPr id="43" name="Ink 42">
                  <a:extLst>
                    <a:ext uri="{FF2B5EF4-FFF2-40B4-BE49-F238E27FC236}">
                      <a16:creationId xmlns:a16="http://schemas.microsoft.com/office/drawing/2014/main" id="{75E6B48C-7B79-2EDA-0241-395339B43C1F}"/>
                    </a:ext>
                  </a:extLst>
                </p:cNvPr>
                <p:cNvPicPr/>
                <p:nvPr/>
              </p:nvPicPr>
              <p:blipFill>
                <a:blip r:embed="rId68"/>
                <a:stretch>
                  <a:fillRect/>
                </a:stretch>
              </p:blipFill>
              <p:spPr>
                <a:xfrm>
                  <a:off x="471508" y="6111659"/>
                  <a:ext cx="207000" cy="4680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44" name="Ink 43">
                  <a:extLst>
                    <a:ext uri="{FF2B5EF4-FFF2-40B4-BE49-F238E27FC236}">
                      <a16:creationId xmlns:a16="http://schemas.microsoft.com/office/drawing/2014/main" id="{B26EB8C7-927D-5F08-9A37-61C0BB28DAA5}"/>
                    </a:ext>
                  </a:extLst>
                </p14:cNvPr>
                <p14:cNvContentPartPr/>
                <p14:nvPr/>
              </p14:nvContentPartPr>
              <p14:xfrm>
                <a:off x="467188" y="6303179"/>
                <a:ext cx="196920" cy="14400"/>
              </p14:xfrm>
            </p:contentPart>
          </mc:Choice>
          <mc:Fallback>
            <p:pic>
              <p:nvPicPr>
                <p:cNvPr id="44" name="Ink 43">
                  <a:extLst>
                    <a:ext uri="{FF2B5EF4-FFF2-40B4-BE49-F238E27FC236}">
                      <a16:creationId xmlns:a16="http://schemas.microsoft.com/office/drawing/2014/main" id="{B26EB8C7-927D-5F08-9A37-61C0BB28DAA5}"/>
                    </a:ext>
                  </a:extLst>
                </p:cNvPr>
                <p:cNvPicPr/>
                <p:nvPr/>
              </p:nvPicPr>
              <p:blipFill>
                <a:blip r:embed="rId70"/>
                <a:stretch>
                  <a:fillRect/>
                </a:stretch>
              </p:blipFill>
              <p:spPr>
                <a:xfrm>
                  <a:off x="462868" y="6298859"/>
                  <a:ext cx="205560" cy="2304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45" name="Ink 44">
                  <a:extLst>
                    <a:ext uri="{FF2B5EF4-FFF2-40B4-BE49-F238E27FC236}">
                      <a16:creationId xmlns:a16="http://schemas.microsoft.com/office/drawing/2014/main" id="{C254C768-220D-09AC-5ED3-04963CA4CFC7}"/>
                    </a:ext>
                  </a:extLst>
                </p14:cNvPr>
                <p14:cNvContentPartPr/>
                <p14:nvPr/>
              </p14:nvContentPartPr>
              <p14:xfrm>
                <a:off x="704068" y="6352139"/>
                <a:ext cx="57600" cy="187920"/>
              </p14:xfrm>
            </p:contentPart>
          </mc:Choice>
          <mc:Fallback>
            <p:pic>
              <p:nvPicPr>
                <p:cNvPr id="45" name="Ink 44">
                  <a:extLst>
                    <a:ext uri="{FF2B5EF4-FFF2-40B4-BE49-F238E27FC236}">
                      <a16:creationId xmlns:a16="http://schemas.microsoft.com/office/drawing/2014/main" id="{C254C768-220D-09AC-5ED3-04963CA4CFC7}"/>
                    </a:ext>
                  </a:extLst>
                </p:cNvPr>
                <p:cNvPicPr/>
                <p:nvPr/>
              </p:nvPicPr>
              <p:blipFill>
                <a:blip r:embed="rId72"/>
                <a:stretch>
                  <a:fillRect/>
                </a:stretch>
              </p:blipFill>
              <p:spPr>
                <a:xfrm>
                  <a:off x="699748" y="6347819"/>
                  <a:ext cx="66240" cy="19656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46" name="Ink 45">
                  <a:extLst>
                    <a:ext uri="{FF2B5EF4-FFF2-40B4-BE49-F238E27FC236}">
                      <a16:creationId xmlns:a16="http://schemas.microsoft.com/office/drawing/2014/main" id="{6F07A654-FD6C-78CE-34C1-ECACE3AE69F8}"/>
                    </a:ext>
                  </a:extLst>
                </p14:cNvPr>
                <p14:cNvContentPartPr/>
                <p14:nvPr/>
              </p14:nvContentPartPr>
              <p14:xfrm>
                <a:off x="897388" y="6111299"/>
                <a:ext cx="136080" cy="169920"/>
              </p14:xfrm>
            </p:contentPart>
          </mc:Choice>
          <mc:Fallback>
            <p:pic>
              <p:nvPicPr>
                <p:cNvPr id="46" name="Ink 45">
                  <a:extLst>
                    <a:ext uri="{FF2B5EF4-FFF2-40B4-BE49-F238E27FC236}">
                      <a16:creationId xmlns:a16="http://schemas.microsoft.com/office/drawing/2014/main" id="{6F07A654-FD6C-78CE-34C1-ECACE3AE69F8}"/>
                    </a:ext>
                  </a:extLst>
                </p:cNvPr>
                <p:cNvPicPr/>
                <p:nvPr/>
              </p:nvPicPr>
              <p:blipFill>
                <a:blip r:embed="rId74"/>
                <a:stretch>
                  <a:fillRect/>
                </a:stretch>
              </p:blipFill>
              <p:spPr>
                <a:xfrm>
                  <a:off x="893068" y="6106979"/>
                  <a:ext cx="144720" cy="17856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47" name="Ink 46">
                  <a:extLst>
                    <a:ext uri="{FF2B5EF4-FFF2-40B4-BE49-F238E27FC236}">
                      <a16:creationId xmlns:a16="http://schemas.microsoft.com/office/drawing/2014/main" id="{6B3F47A2-7F36-974C-D305-C90B20F95326}"/>
                    </a:ext>
                  </a:extLst>
                </p14:cNvPr>
                <p14:cNvContentPartPr/>
                <p14:nvPr/>
              </p14:nvContentPartPr>
              <p14:xfrm>
                <a:off x="979108" y="5970179"/>
                <a:ext cx="110520" cy="502560"/>
              </p14:xfrm>
            </p:contentPart>
          </mc:Choice>
          <mc:Fallback>
            <p:pic>
              <p:nvPicPr>
                <p:cNvPr id="47" name="Ink 46">
                  <a:extLst>
                    <a:ext uri="{FF2B5EF4-FFF2-40B4-BE49-F238E27FC236}">
                      <a16:creationId xmlns:a16="http://schemas.microsoft.com/office/drawing/2014/main" id="{6B3F47A2-7F36-974C-D305-C90B20F95326}"/>
                    </a:ext>
                  </a:extLst>
                </p:cNvPr>
                <p:cNvPicPr/>
                <p:nvPr/>
              </p:nvPicPr>
              <p:blipFill>
                <a:blip r:embed="rId76"/>
                <a:stretch>
                  <a:fillRect/>
                </a:stretch>
              </p:blipFill>
              <p:spPr>
                <a:xfrm>
                  <a:off x="974788" y="5965859"/>
                  <a:ext cx="119160" cy="51120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48" name="Ink 47">
                  <a:extLst>
                    <a:ext uri="{FF2B5EF4-FFF2-40B4-BE49-F238E27FC236}">
                      <a16:creationId xmlns:a16="http://schemas.microsoft.com/office/drawing/2014/main" id="{5F2C9E56-F937-DCA5-4A60-1F6C5142B6D5}"/>
                    </a:ext>
                  </a:extLst>
                </p14:cNvPr>
                <p14:cNvContentPartPr/>
                <p14:nvPr/>
              </p14:nvContentPartPr>
              <p14:xfrm>
                <a:off x="396628" y="6051179"/>
                <a:ext cx="327240" cy="495360"/>
              </p14:xfrm>
            </p:contentPart>
          </mc:Choice>
          <mc:Fallback>
            <p:pic>
              <p:nvPicPr>
                <p:cNvPr id="48" name="Ink 47">
                  <a:extLst>
                    <a:ext uri="{FF2B5EF4-FFF2-40B4-BE49-F238E27FC236}">
                      <a16:creationId xmlns:a16="http://schemas.microsoft.com/office/drawing/2014/main" id="{5F2C9E56-F937-DCA5-4A60-1F6C5142B6D5}"/>
                    </a:ext>
                  </a:extLst>
                </p:cNvPr>
                <p:cNvPicPr/>
                <p:nvPr/>
              </p:nvPicPr>
              <p:blipFill>
                <a:blip r:embed="rId78"/>
                <a:stretch>
                  <a:fillRect/>
                </a:stretch>
              </p:blipFill>
              <p:spPr>
                <a:xfrm>
                  <a:off x="392308" y="6046859"/>
                  <a:ext cx="335880" cy="50400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49" name="Ink 48">
                  <a:extLst>
                    <a:ext uri="{FF2B5EF4-FFF2-40B4-BE49-F238E27FC236}">
                      <a16:creationId xmlns:a16="http://schemas.microsoft.com/office/drawing/2014/main" id="{79EDE3B0-61AF-C472-367F-C59FB1E2B603}"/>
                    </a:ext>
                  </a:extLst>
                </p14:cNvPr>
                <p14:cNvContentPartPr/>
                <p14:nvPr/>
              </p14:nvContentPartPr>
              <p14:xfrm>
                <a:off x="1291588" y="6275459"/>
                <a:ext cx="50760" cy="284040"/>
              </p14:xfrm>
            </p:contentPart>
          </mc:Choice>
          <mc:Fallback>
            <p:pic>
              <p:nvPicPr>
                <p:cNvPr id="49" name="Ink 48">
                  <a:extLst>
                    <a:ext uri="{FF2B5EF4-FFF2-40B4-BE49-F238E27FC236}">
                      <a16:creationId xmlns:a16="http://schemas.microsoft.com/office/drawing/2014/main" id="{79EDE3B0-61AF-C472-367F-C59FB1E2B603}"/>
                    </a:ext>
                  </a:extLst>
                </p:cNvPr>
                <p:cNvPicPr/>
                <p:nvPr/>
              </p:nvPicPr>
              <p:blipFill>
                <a:blip r:embed="rId80"/>
                <a:stretch>
                  <a:fillRect/>
                </a:stretch>
              </p:blipFill>
              <p:spPr>
                <a:xfrm>
                  <a:off x="1287268" y="6271139"/>
                  <a:ext cx="59400" cy="29268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50" name="Ink 49">
                  <a:extLst>
                    <a:ext uri="{FF2B5EF4-FFF2-40B4-BE49-F238E27FC236}">
                      <a16:creationId xmlns:a16="http://schemas.microsoft.com/office/drawing/2014/main" id="{B2ED5497-440E-C2D9-61E3-EFDF1BD489F5}"/>
                    </a:ext>
                  </a:extLst>
                </p14:cNvPr>
                <p14:cNvContentPartPr/>
                <p14:nvPr/>
              </p14:nvContentPartPr>
              <p14:xfrm>
                <a:off x="1582468" y="5952899"/>
                <a:ext cx="21240" cy="209520"/>
              </p14:xfrm>
            </p:contentPart>
          </mc:Choice>
          <mc:Fallback>
            <p:pic>
              <p:nvPicPr>
                <p:cNvPr id="50" name="Ink 49">
                  <a:extLst>
                    <a:ext uri="{FF2B5EF4-FFF2-40B4-BE49-F238E27FC236}">
                      <a16:creationId xmlns:a16="http://schemas.microsoft.com/office/drawing/2014/main" id="{B2ED5497-440E-C2D9-61E3-EFDF1BD489F5}"/>
                    </a:ext>
                  </a:extLst>
                </p:cNvPr>
                <p:cNvPicPr/>
                <p:nvPr/>
              </p:nvPicPr>
              <p:blipFill>
                <a:blip r:embed="rId82"/>
                <a:stretch>
                  <a:fillRect/>
                </a:stretch>
              </p:blipFill>
              <p:spPr>
                <a:xfrm>
                  <a:off x="1578148" y="5948579"/>
                  <a:ext cx="29880" cy="21816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51" name="Ink 50">
                  <a:extLst>
                    <a:ext uri="{FF2B5EF4-FFF2-40B4-BE49-F238E27FC236}">
                      <a16:creationId xmlns:a16="http://schemas.microsoft.com/office/drawing/2014/main" id="{DA4E1E70-CEAF-182C-893F-84D9478ECAA2}"/>
                    </a:ext>
                  </a:extLst>
                </p14:cNvPr>
                <p14:cNvContentPartPr/>
                <p14:nvPr/>
              </p14:nvContentPartPr>
              <p14:xfrm>
                <a:off x="1471228" y="5949659"/>
                <a:ext cx="217800" cy="66960"/>
              </p14:xfrm>
            </p:contentPart>
          </mc:Choice>
          <mc:Fallback>
            <p:pic>
              <p:nvPicPr>
                <p:cNvPr id="51" name="Ink 50">
                  <a:extLst>
                    <a:ext uri="{FF2B5EF4-FFF2-40B4-BE49-F238E27FC236}">
                      <a16:creationId xmlns:a16="http://schemas.microsoft.com/office/drawing/2014/main" id="{DA4E1E70-CEAF-182C-893F-84D9478ECAA2}"/>
                    </a:ext>
                  </a:extLst>
                </p:cNvPr>
                <p:cNvPicPr/>
                <p:nvPr/>
              </p:nvPicPr>
              <p:blipFill>
                <a:blip r:embed="rId84"/>
                <a:stretch>
                  <a:fillRect/>
                </a:stretch>
              </p:blipFill>
              <p:spPr>
                <a:xfrm>
                  <a:off x="1466908" y="5945339"/>
                  <a:ext cx="226440" cy="7560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52" name="Ink 51">
                  <a:extLst>
                    <a:ext uri="{FF2B5EF4-FFF2-40B4-BE49-F238E27FC236}">
                      <a16:creationId xmlns:a16="http://schemas.microsoft.com/office/drawing/2014/main" id="{92B460B9-104E-93ED-A3B7-6EB22C8219EE}"/>
                    </a:ext>
                  </a:extLst>
                </p14:cNvPr>
                <p14:cNvContentPartPr/>
                <p14:nvPr/>
              </p14:nvContentPartPr>
              <p14:xfrm>
                <a:off x="1542148" y="6139379"/>
                <a:ext cx="174240" cy="62640"/>
              </p14:xfrm>
            </p:contentPart>
          </mc:Choice>
          <mc:Fallback>
            <p:pic>
              <p:nvPicPr>
                <p:cNvPr id="52" name="Ink 51">
                  <a:extLst>
                    <a:ext uri="{FF2B5EF4-FFF2-40B4-BE49-F238E27FC236}">
                      <a16:creationId xmlns:a16="http://schemas.microsoft.com/office/drawing/2014/main" id="{92B460B9-104E-93ED-A3B7-6EB22C8219EE}"/>
                    </a:ext>
                  </a:extLst>
                </p:cNvPr>
                <p:cNvPicPr/>
                <p:nvPr/>
              </p:nvPicPr>
              <p:blipFill>
                <a:blip r:embed="rId86"/>
                <a:stretch>
                  <a:fillRect/>
                </a:stretch>
              </p:blipFill>
              <p:spPr>
                <a:xfrm>
                  <a:off x="1537828" y="6135059"/>
                  <a:ext cx="182880" cy="7128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53" name="Ink 52">
                  <a:extLst>
                    <a:ext uri="{FF2B5EF4-FFF2-40B4-BE49-F238E27FC236}">
                      <a16:creationId xmlns:a16="http://schemas.microsoft.com/office/drawing/2014/main" id="{92E79353-944C-E675-345F-05C2F6115C0C}"/>
                    </a:ext>
                  </a:extLst>
                </p14:cNvPr>
                <p14:cNvContentPartPr/>
                <p14:nvPr/>
              </p14:nvContentPartPr>
              <p14:xfrm>
                <a:off x="1739428" y="6221819"/>
                <a:ext cx="11160" cy="149040"/>
              </p14:xfrm>
            </p:contentPart>
          </mc:Choice>
          <mc:Fallback>
            <p:pic>
              <p:nvPicPr>
                <p:cNvPr id="53" name="Ink 52">
                  <a:extLst>
                    <a:ext uri="{FF2B5EF4-FFF2-40B4-BE49-F238E27FC236}">
                      <a16:creationId xmlns:a16="http://schemas.microsoft.com/office/drawing/2014/main" id="{92E79353-944C-E675-345F-05C2F6115C0C}"/>
                    </a:ext>
                  </a:extLst>
                </p:cNvPr>
                <p:cNvPicPr/>
                <p:nvPr/>
              </p:nvPicPr>
              <p:blipFill>
                <a:blip r:embed="rId88"/>
                <a:stretch>
                  <a:fillRect/>
                </a:stretch>
              </p:blipFill>
              <p:spPr>
                <a:xfrm>
                  <a:off x="1735108" y="6217499"/>
                  <a:ext cx="19800" cy="15768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54" name="Ink 53">
                  <a:extLst>
                    <a:ext uri="{FF2B5EF4-FFF2-40B4-BE49-F238E27FC236}">
                      <a16:creationId xmlns:a16="http://schemas.microsoft.com/office/drawing/2014/main" id="{D32A7FDF-4977-6739-21F9-BCCA9C86BC16}"/>
                    </a:ext>
                  </a:extLst>
                </p14:cNvPr>
                <p14:cNvContentPartPr/>
                <p14:nvPr/>
              </p14:nvContentPartPr>
              <p14:xfrm>
                <a:off x="1936348" y="5863619"/>
                <a:ext cx="243360" cy="341280"/>
              </p14:xfrm>
            </p:contentPart>
          </mc:Choice>
          <mc:Fallback>
            <p:pic>
              <p:nvPicPr>
                <p:cNvPr id="54" name="Ink 53">
                  <a:extLst>
                    <a:ext uri="{FF2B5EF4-FFF2-40B4-BE49-F238E27FC236}">
                      <a16:creationId xmlns:a16="http://schemas.microsoft.com/office/drawing/2014/main" id="{D32A7FDF-4977-6739-21F9-BCCA9C86BC16}"/>
                    </a:ext>
                  </a:extLst>
                </p:cNvPr>
                <p:cNvPicPr/>
                <p:nvPr/>
              </p:nvPicPr>
              <p:blipFill>
                <a:blip r:embed="rId90"/>
                <a:stretch>
                  <a:fillRect/>
                </a:stretch>
              </p:blipFill>
              <p:spPr>
                <a:xfrm>
                  <a:off x="1932028" y="5859299"/>
                  <a:ext cx="252000" cy="34992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55" name="Ink 54">
                  <a:extLst>
                    <a:ext uri="{FF2B5EF4-FFF2-40B4-BE49-F238E27FC236}">
                      <a16:creationId xmlns:a16="http://schemas.microsoft.com/office/drawing/2014/main" id="{C5571138-D8D3-4DD0-2AD0-7CE1373F4BE5}"/>
                    </a:ext>
                  </a:extLst>
                </p14:cNvPr>
                <p14:cNvContentPartPr/>
                <p14:nvPr/>
              </p14:nvContentPartPr>
              <p14:xfrm>
                <a:off x="2052988" y="5767139"/>
                <a:ext cx="191160" cy="516240"/>
              </p14:xfrm>
            </p:contentPart>
          </mc:Choice>
          <mc:Fallback>
            <p:pic>
              <p:nvPicPr>
                <p:cNvPr id="55" name="Ink 54">
                  <a:extLst>
                    <a:ext uri="{FF2B5EF4-FFF2-40B4-BE49-F238E27FC236}">
                      <a16:creationId xmlns:a16="http://schemas.microsoft.com/office/drawing/2014/main" id="{C5571138-D8D3-4DD0-2AD0-7CE1373F4BE5}"/>
                    </a:ext>
                  </a:extLst>
                </p:cNvPr>
                <p:cNvPicPr/>
                <p:nvPr/>
              </p:nvPicPr>
              <p:blipFill>
                <a:blip r:embed="rId92"/>
                <a:stretch>
                  <a:fillRect/>
                </a:stretch>
              </p:blipFill>
              <p:spPr>
                <a:xfrm>
                  <a:off x="2048668" y="5762819"/>
                  <a:ext cx="199800" cy="52488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56" name="Ink 55">
                  <a:extLst>
                    <a:ext uri="{FF2B5EF4-FFF2-40B4-BE49-F238E27FC236}">
                      <a16:creationId xmlns:a16="http://schemas.microsoft.com/office/drawing/2014/main" id="{5BE5801A-398F-F852-F5F8-2797BE556885}"/>
                    </a:ext>
                  </a:extLst>
                </p14:cNvPr>
                <p14:cNvContentPartPr/>
                <p14:nvPr/>
              </p14:nvContentPartPr>
              <p14:xfrm>
                <a:off x="1472668" y="5834459"/>
                <a:ext cx="303120" cy="605520"/>
              </p14:xfrm>
            </p:contentPart>
          </mc:Choice>
          <mc:Fallback>
            <p:pic>
              <p:nvPicPr>
                <p:cNvPr id="56" name="Ink 55">
                  <a:extLst>
                    <a:ext uri="{FF2B5EF4-FFF2-40B4-BE49-F238E27FC236}">
                      <a16:creationId xmlns:a16="http://schemas.microsoft.com/office/drawing/2014/main" id="{5BE5801A-398F-F852-F5F8-2797BE556885}"/>
                    </a:ext>
                  </a:extLst>
                </p:cNvPr>
                <p:cNvPicPr/>
                <p:nvPr/>
              </p:nvPicPr>
              <p:blipFill>
                <a:blip r:embed="rId94"/>
                <a:stretch>
                  <a:fillRect/>
                </a:stretch>
              </p:blipFill>
              <p:spPr>
                <a:xfrm>
                  <a:off x="1468348" y="5830139"/>
                  <a:ext cx="311760" cy="61416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57" name="Ink 56">
                  <a:extLst>
                    <a:ext uri="{FF2B5EF4-FFF2-40B4-BE49-F238E27FC236}">
                      <a16:creationId xmlns:a16="http://schemas.microsoft.com/office/drawing/2014/main" id="{97949F27-D759-EB76-C677-E75678892E17}"/>
                    </a:ext>
                  </a:extLst>
                </p14:cNvPr>
                <p14:cNvContentPartPr/>
                <p14:nvPr/>
              </p14:nvContentPartPr>
              <p14:xfrm>
                <a:off x="2410108" y="6278339"/>
                <a:ext cx="52920" cy="205200"/>
              </p14:xfrm>
            </p:contentPart>
          </mc:Choice>
          <mc:Fallback>
            <p:pic>
              <p:nvPicPr>
                <p:cNvPr id="57" name="Ink 56">
                  <a:extLst>
                    <a:ext uri="{FF2B5EF4-FFF2-40B4-BE49-F238E27FC236}">
                      <a16:creationId xmlns:a16="http://schemas.microsoft.com/office/drawing/2014/main" id="{97949F27-D759-EB76-C677-E75678892E17}"/>
                    </a:ext>
                  </a:extLst>
                </p:cNvPr>
                <p:cNvPicPr/>
                <p:nvPr/>
              </p:nvPicPr>
              <p:blipFill>
                <a:blip r:embed="rId96"/>
                <a:stretch>
                  <a:fillRect/>
                </a:stretch>
              </p:blipFill>
              <p:spPr>
                <a:xfrm>
                  <a:off x="2405788" y="6274019"/>
                  <a:ext cx="61560" cy="21384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58" name="Ink 57">
                  <a:extLst>
                    <a:ext uri="{FF2B5EF4-FFF2-40B4-BE49-F238E27FC236}">
                      <a16:creationId xmlns:a16="http://schemas.microsoft.com/office/drawing/2014/main" id="{44AAF335-500C-5CF5-F037-456C84F15322}"/>
                    </a:ext>
                  </a:extLst>
                </p14:cNvPr>
                <p14:cNvContentPartPr/>
                <p14:nvPr/>
              </p14:nvContentPartPr>
              <p14:xfrm>
                <a:off x="2688028" y="5923739"/>
                <a:ext cx="26640" cy="251640"/>
              </p14:xfrm>
            </p:contentPart>
          </mc:Choice>
          <mc:Fallback>
            <p:pic>
              <p:nvPicPr>
                <p:cNvPr id="58" name="Ink 57">
                  <a:extLst>
                    <a:ext uri="{FF2B5EF4-FFF2-40B4-BE49-F238E27FC236}">
                      <a16:creationId xmlns:a16="http://schemas.microsoft.com/office/drawing/2014/main" id="{44AAF335-500C-5CF5-F037-456C84F15322}"/>
                    </a:ext>
                  </a:extLst>
                </p:cNvPr>
                <p:cNvPicPr/>
                <p:nvPr/>
              </p:nvPicPr>
              <p:blipFill>
                <a:blip r:embed="rId98"/>
                <a:stretch>
                  <a:fillRect/>
                </a:stretch>
              </p:blipFill>
              <p:spPr>
                <a:xfrm>
                  <a:off x="2683708" y="5919419"/>
                  <a:ext cx="35280" cy="26028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59" name="Ink 58">
                  <a:extLst>
                    <a:ext uri="{FF2B5EF4-FFF2-40B4-BE49-F238E27FC236}">
                      <a16:creationId xmlns:a16="http://schemas.microsoft.com/office/drawing/2014/main" id="{519D9EE6-B7A3-2E41-001A-D737C60AED1B}"/>
                    </a:ext>
                  </a:extLst>
                </p14:cNvPr>
                <p14:cNvContentPartPr/>
                <p14:nvPr/>
              </p14:nvContentPartPr>
              <p14:xfrm>
                <a:off x="2580388" y="5909339"/>
                <a:ext cx="249120" cy="61560"/>
              </p14:xfrm>
            </p:contentPart>
          </mc:Choice>
          <mc:Fallback>
            <p:pic>
              <p:nvPicPr>
                <p:cNvPr id="59" name="Ink 58">
                  <a:extLst>
                    <a:ext uri="{FF2B5EF4-FFF2-40B4-BE49-F238E27FC236}">
                      <a16:creationId xmlns:a16="http://schemas.microsoft.com/office/drawing/2014/main" id="{519D9EE6-B7A3-2E41-001A-D737C60AED1B}"/>
                    </a:ext>
                  </a:extLst>
                </p:cNvPr>
                <p:cNvPicPr/>
                <p:nvPr/>
              </p:nvPicPr>
              <p:blipFill>
                <a:blip r:embed="rId100"/>
                <a:stretch>
                  <a:fillRect/>
                </a:stretch>
              </p:blipFill>
              <p:spPr>
                <a:xfrm>
                  <a:off x="2576068" y="5905019"/>
                  <a:ext cx="257760" cy="7020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60" name="Ink 59">
                  <a:extLst>
                    <a:ext uri="{FF2B5EF4-FFF2-40B4-BE49-F238E27FC236}">
                      <a16:creationId xmlns:a16="http://schemas.microsoft.com/office/drawing/2014/main" id="{7369D5EA-2BE2-C43D-9932-E4503452F1B3}"/>
                    </a:ext>
                  </a:extLst>
                </p14:cNvPr>
                <p14:cNvContentPartPr/>
                <p14:nvPr/>
              </p14:nvContentPartPr>
              <p14:xfrm>
                <a:off x="2648068" y="6159899"/>
                <a:ext cx="224640" cy="66240"/>
              </p14:xfrm>
            </p:contentPart>
          </mc:Choice>
          <mc:Fallback>
            <p:pic>
              <p:nvPicPr>
                <p:cNvPr id="60" name="Ink 59">
                  <a:extLst>
                    <a:ext uri="{FF2B5EF4-FFF2-40B4-BE49-F238E27FC236}">
                      <a16:creationId xmlns:a16="http://schemas.microsoft.com/office/drawing/2014/main" id="{7369D5EA-2BE2-C43D-9932-E4503452F1B3}"/>
                    </a:ext>
                  </a:extLst>
                </p:cNvPr>
                <p:cNvPicPr/>
                <p:nvPr/>
              </p:nvPicPr>
              <p:blipFill>
                <a:blip r:embed="rId102"/>
                <a:stretch>
                  <a:fillRect/>
                </a:stretch>
              </p:blipFill>
              <p:spPr>
                <a:xfrm>
                  <a:off x="2643748" y="6155579"/>
                  <a:ext cx="233280" cy="7488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61" name="Ink 60">
                  <a:extLst>
                    <a:ext uri="{FF2B5EF4-FFF2-40B4-BE49-F238E27FC236}">
                      <a16:creationId xmlns:a16="http://schemas.microsoft.com/office/drawing/2014/main" id="{8AAC2CBF-96CA-D3ED-A349-87B8B2E25948}"/>
                    </a:ext>
                  </a:extLst>
                </p14:cNvPr>
                <p14:cNvContentPartPr/>
                <p14:nvPr/>
              </p14:nvContentPartPr>
              <p14:xfrm>
                <a:off x="2842468" y="6240539"/>
                <a:ext cx="88560" cy="206280"/>
              </p14:xfrm>
            </p:contentPart>
          </mc:Choice>
          <mc:Fallback>
            <p:pic>
              <p:nvPicPr>
                <p:cNvPr id="61" name="Ink 60">
                  <a:extLst>
                    <a:ext uri="{FF2B5EF4-FFF2-40B4-BE49-F238E27FC236}">
                      <a16:creationId xmlns:a16="http://schemas.microsoft.com/office/drawing/2014/main" id="{8AAC2CBF-96CA-D3ED-A349-87B8B2E25948}"/>
                    </a:ext>
                  </a:extLst>
                </p:cNvPr>
                <p:cNvPicPr/>
                <p:nvPr/>
              </p:nvPicPr>
              <p:blipFill>
                <a:blip r:embed="rId104"/>
                <a:stretch>
                  <a:fillRect/>
                </a:stretch>
              </p:blipFill>
              <p:spPr>
                <a:xfrm>
                  <a:off x="2838148" y="6236219"/>
                  <a:ext cx="97200" cy="21492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62" name="Ink 61">
                  <a:extLst>
                    <a:ext uri="{FF2B5EF4-FFF2-40B4-BE49-F238E27FC236}">
                      <a16:creationId xmlns:a16="http://schemas.microsoft.com/office/drawing/2014/main" id="{12A64B63-A38D-90E4-5FEA-D820FF4652B8}"/>
                    </a:ext>
                  </a:extLst>
                </p14:cNvPr>
                <p14:cNvContentPartPr/>
                <p14:nvPr/>
              </p14:nvContentPartPr>
              <p14:xfrm>
                <a:off x="3021028" y="5960819"/>
                <a:ext cx="43200" cy="244080"/>
              </p14:xfrm>
            </p:contentPart>
          </mc:Choice>
          <mc:Fallback>
            <p:pic>
              <p:nvPicPr>
                <p:cNvPr id="62" name="Ink 61">
                  <a:extLst>
                    <a:ext uri="{FF2B5EF4-FFF2-40B4-BE49-F238E27FC236}">
                      <a16:creationId xmlns:a16="http://schemas.microsoft.com/office/drawing/2014/main" id="{12A64B63-A38D-90E4-5FEA-D820FF4652B8}"/>
                    </a:ext>
                  </a:extLst>
                </p:cNvPr>
                <p:cNvPicPr/>
                <p:nvPr/>
              </p:nvPicPr>
              <p:blipFill>
                <a:blip r:embed="rId106"/>
                <a:stretch>
                  <a:fillRect/>
                </a:stretch>
              </p:blipFill>
              <p:spPr>
                <a:xfrm>
                  <a:off x="3016708" y="5956499"/>
                  <a:ext cx="51840" cy="25272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63" name="Ink 62">
                  <a:extLst>
                    <a:ext uri="{FF2B5EF4-FFF2-40B4-BE49-F238E27FC236}">
                      <a16:creationId xmlns:a16="http://schemas.microsoft.com/office/drawing/2014/main" id="{51A140AA-3CFC-414F-D2CF-B5162D273744}"/>
                    </a:ext>
                  </a:extLst>
                </p14:cNvPr>
                <p14:cNvContentPartPr/>
                <p14:nvPr/>
              </p14:nvContentPartPr>
              <p14:xfrm>
                <a:off x="3140188" y="5950019"/>
                <a:ext cx="12240" cy="219240"/>
              </p14:xfrm>
            </p:contentPart>
          </mc:Choice>
          <mc:Fallback>
            <p:pic>
              <p:nvPicPr>
                <p:cNvPr id="63" name="Ink 62">
                  <a:extLst>
                    <a:ext uri="{FF2B5EF4-FFF2-40B4-BE49-F238E27FC236}">
                      <a16:creationId xmlns:a16="http://schemas.microsoft.com/office/drawing/2014/main" id="{51A140AA-3CFC-414F-D2CF-B5162D273744}"/>
                    </a:ext>
                  </a:extLst>
                </p:cNvPr>
                <p:cNvPicPr/>
                <p:nvPr/>
              </p:nvPicPr>
              <p:blipFill>
                <a:blip r:embed="rId108"/>
                <a:stretch>
                  <a:fillRect/>
                </a:stretch>
              </p:blipFill>
              <p:spPr>
                <a:xfrm>
                  <a:off x="3135868" y="5945699"/>
                  <a:ext cx="20880" cy="22788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30720" name="Ink 30719">
                  <a:extLst>
                    <a:ext uri="{FF2B5EF4-FFF2-40B4-BE49-F238E27FC236}">
                      <a16:creationId xmlns:a16="http://schemas.microsoft.com/office/drawing/2014/main" id="{B04F5FCF-229C-BE1C-B176-DD0DC8A63118}"/>
                    </a:ext>
                  </a:extLst>
                </p14:cNvPr>
                <p14:cNvContentPartPr/>
                <p14:nvPr/>
              </p14:nvContentPartPr>
              <p14:xfrm>
                <a:off x="3042268" y="6064499"/>
                <a:ext cx="122760" cy="11160"/>
              </p14:xfrm>
            </p:contentPart>
          </mc:Choice>
          <mc:Fallback>
            <p:pic>
              <p:nvPicPr>
                <p:cNvPr id="30720" name="Ink 30719">
                  <a:extLst>
                    <a:ext uri="{FF2B5EF4-FFF2-40B4-BE49-F238E27FC236}">
                      <a16:creationId xmlns:a16="http://schemas.microsoft.com/office/drawing/2014/main" id="{B04F5FCF-229C-BE1C-B176-DD0DC8A63118}"/>
                    </a:ext>
                  </a:extLst>
                </p:cNvPr>
                <p:cNvPicPr/>
                <p:nvPr/>
              </p:nvPicPr>
              <p:blipFill>
                <a:blip r:embed="rId110"/>
                <a:stretch>
                  <a:fillRect/>
                </a:stretch>
              </p:blipFill>
              <p:spPr>
                <a:xfrm>
                  <a:off x="3037948" y="6060179"/>
                  <a:ext cx="131400" cy="1980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30721" name="Ink 30720">
                  <a:extLst>
                    <a:ext uri="{FF2B5EF4-FFF2-40B4-BE49-F238E27FC236}">
                      <a16:creationId xmlns:a16="http://schemas.microsoft.com/office/drawing/2014/main" id="{DB163EE0-2A7A-6ED1-A224-E51CFC3D806A}"/>
                    </a:ext>
                  </a:extLst>
                </p14:cNvPr>
                <p14:cNvContentPartPr/>
                <p14:nvPr/>
              </p14:nvContentPartPr>
              <p14:xfrm>
                <a:off x="3167548" y="5776139"/>
                <a:ext cx="86040" cy="668520"/>
              </p14:xfrm>
            </p:contentPart>
          </mc:Choice>
          <mc:Fallback>
            <p:pic>
              <p:nvPicPr>
                <p:cNvPr id="30721" name="Ink 30720">
                  <a:extLst>
                    <a:ext uri="{FF2B5EF4-FFF2-40B4-BE49-F238E27FC236}">
                      <a16:creationId xmlns:a16="http://schemas.microsoft.com/office/drawing/2014/main" id="{DB163EE0-2A7A-6ED1-A224-E51CFC3D806A}"/>
                    </a:ext>
                  </a:extLst>
                </p:cNvPr>
                <p:cNvPicPr/>
                <p:nvPr/>
              </p:nvPicPr>
              <p:blipFill>
                <a:blip r:embed="rId112"/>
                <a:stretch>
                  <a:fillRect/>
                </a:stretch>
              </p:blipFill>
              <p:spPr>
                <a:xfrm>
                  <a:off x="3163228" y="5771819"/>
                  <a:ext cx="94680" cy="677160"/>
                </a:xfrm>
                <a:prstGeom prst="rect">
                  <a:avLst/>
                </a:prstGeom>
              </p:spPr>
            </p:pic>
          </mc:Fallback>
        </mc:AlternateContent>
        <mc:AlternateContent xmlns:mc="http://schemas.openxmlformats.org/markup-compatibility/2006">
          <mc:Choice xmlns:p14="http://schemas.microsoft.com/office/powerpoint/2010/main" Requires="p14">
            <p:contentPart p14:bwMode="auto" r:id="rId113">
              <p14:nvContentPartPr>
                <p14:cNvPr id="30722" name="Ink 30721">
                  <a:extLst>
                    <a:ext uri="{FF2B5EF4-FFF2-40B4-BE49-F238E27FC236}">
                      <a16:creationId xmlns:a16="http://schemas.microsoft.com/office/drawing/2014/main" id="{FF51B0AE-8450-E023-0A05-72155DA7FF60}"/>
                    </a:ext>
                  </a:extLst>
                </p14:cNvPr>
                <p14:cNvContentPartPr/>
                <p14:nvPr/>
              </p14:nvContentPartPr>
              <p14:xfrm>
                <a:off x="2535388" y="5888819"/>
                <a:ext cx="265680" cy="527040"/>
              </p14:xfrm>
            </p:contentPart>
          </mc:Choice>
          <mc:Fallback>
            <p:pic>
              <p:nvPicPr>
                <p:cNvPr id="30722" name="Ink 30721">
                  <a:extLst>
                    <a:ext uri="{FF2B5EF4-FFF2-40B4-BE49-F238E27FC236}">
                      <a16:creationId xmlns:a16="http://schemas.microsoft.com/office/drawing/2014/main" id="{FF51B0AE-8450-E023-0A05-72155DA7FF60}"/>
                    </a:ext>
                  </a:extLst>
                </p:cNvPr>
                <p:cNvPicPr/>
                <p:nvPr/>
              </p:nvPicPr>
              <p:blipFill>
                <a:blip r:embed="rId114"/>
                <a:stretch>
                  <a:fillRect/>
                </a:stretch>
              </p:blipFill>
              <p:spPr>
                <a:xfrm>
                  <a:off x="2531068" y="5884499"/>
                  <a:ext cx="274320" cy="535680"/>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30723" name="Ink 30722">
                  <a:extLst>
                    <a:ext uri="{FF2B5EF4-FFF2-40B4-BE49-F238E27FC236}">
                      <a16:creationId xmlns:a16="http://schemas.microsoft.com/office/drawing/2014/main" id="{B5993EB1-3E92-DD44-38A5-F36FA6435144}"/>
                    </a:ext>
                  </a:extLst>
                </p14:cNvPr>
                <p14:cNvContentPartPr/>
                <p14:nvPr/>
              </p14:nvContentPartPr>
              <p14:xfrm>
                <a:off x="3462028" y="6187979"/>
                <a:ext cx="14760" cy="8280"/>
              </p14:xfrm>
            </p:contentPart>
          </mc:Choice>
          <mc:Fallback>
            <p:pic>
              <p:nvPicPr>
                <p:cNvPr id="30723" name="Ink 30722">
                  <a:extLst>
                    <a:ext uri="{FF2B5EF4-FFF2-40B4-BE49-F238E27FC236}">
                      <a16:creationId xmlns:a16="http://schemas.microsoft.com/office/drawing/2014/main" id="{B5993EB1-3E92-DD44-38A5-F36FA6435144}"/>
                    </a:ext>
                  </a:extLst>
                </p:cNvPr>
                <p:cNvPicPr/>
                <p:nvPr/>
              </p:nvPicPr>
              <p:blipFill>
                <a:blip r:embed="rId116"/>
                <a:stretch>
                  <a:fillRect/>
                </a:stretch>
              </p:blipFill>
              <p:spPr>
                <a:xfrm>
                  <a:off x="3457708" y="6183659"/>
                  <a:ext cx="23400" cy="16920"/>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30725" name="Ink 30724">
                  <a:extLst>
                    <a:ext uri="{FF2B5EF4-FFF2-40B4-BE49-F238E27FC236}">
                      <a16:creationId xmlns:a16="http://schemas.microsoft.com/office/drawing/2014/main" id="{F34274A8-6718-3ACA-39DB-C6D25A45A876}"/>
                    </a:ext>
                  </a:extLst>
                </p14:cNvPr>
                <p14:cNvContentPartPr/>
                <p14:nvPr/>
              </p14:nvContentPartPr>
              <p14:xfrm>
                <a:off x="3686308" y="6157019"/>
                <a:ext cx="3240" cy="4320"/>
              </p14:xfrm>
            </p:contentPart>
          </mc:Choice>
          <mc:Fallback>
            <p:pic>
              <p:nvPicPr>
                <p:cNvPr id="30725" name="Ink 30724">
                  <a:extLst>
                    <a:ext uri="{FF2B5EF4-FFF2-40B4-BE49-F238E27FC236}">
                      <a16:creationId xmlns:a16="http://schemas.microsoft.com/office/drawing/2014/main" id="{F34274A8-6718-3ACA-39DB-C6D25A45A876}"/>
                    </a:ext>
                  </a:extLst>
                </p:cNvPr>
                <p:cNvPicPr/>
                <p:nvPr/>
              </p:nvPicPr>
              <p:blipFill>
                <a:blip r:embed="rId118"/>
                <a:stretch>
                  <a:fillRect/>
                </a:stretch>
              </p:blipFill>
              <p:spPr>
                <a:xfrm>
                  <a:off x="3681988" y="6152699"/>
                  <a:ext cx="11880" cy="12960"/>
                </a:xfrm>
                <a:prstGeom prst="rect">
                  <a:avLst/>
                </a:prstGeom>
              </p:spPr>
            </p:pic>
          </mc:Fallback>
        </mc:AlternateContent>
        <mc:AlternateContent xmlns:mc="http://schemas.openxmlformats.org/markup-compatibility/2006">
          <mc:Choice xmlns:p14="http://schemas.microsoft.com/office/powerpoint/2010/main" Requires="p14">
            <p:contentPart p14:bwMode="auto" r:id="rId119">
              <p14:nvContentPartPr>
                <p14:cNvPr id="30726" name="Ink 30725">
                  <a:extLst>
                    <a:ext uri="{FF2B5EF4-FFF2-40B4-BE49-F238E27FC236}">
                      <a16:creationId xmlns:a16="http://schemas.microsoft.com/office/drawing/2014/main" id="{44A8120E-B110-6044-10B5-D835E14D3F1C}"/>
                    </a:ext>
                  </a:extLst>
                </p14:cNvPr>
                <p14:cNvContentPartPr/>
                <p14:nvPr/>
              </p14:nvContentPartPr>
              <p14:xfrm>
                <a:off x="3933988" y="6127859"/>
                <a:ext cx="40320" cy="14760"/>
              </p14:xfrm>
            </p:contentPart>
          </mc:Choice>
          <mc:Fallback>
            <p:pic>
              <p:nvPicPr>
                <p:cNvPr id="30726" name="Ink 30725">
                  <a:extLst>
                    <a:ext uri="{FF2B5EF4-FFF2-40B4-BE49-F238E27FC236}">
                      <a16:creationId xmlns:a16="http://schemas.microsoft.com/office/drawing/2014/main" id="{44A8120E-B110-6044-10B5-D835E14D3F1C}"/>
                    </a:ext>
                  </a:extLst>
                </p:cNvPr>
                <p:cNvPicPr/>
                <p:nvPr/>
              </p:nvPicPr>
              <p:blipFill>
                <a:blip r:embed="rId120"/>
                <a:stretch>
                  <a:fillRect/>
                </a:stretch>
              </p:blipFill>
              <p:spPr>
                <a:xfrm>
                  <a:off x="3929668" y="6123539"/>
                  <a:ext cx="48960" cy="23400"/>
                </a:xfrm>
                <a:prstGeom prst="rect">
                  <a:avLst/>
                </a:prstGeom>
              </p:spPr>
            </p:pic>
          </mc:Fallback>
        </mc:AlternateContent>
        <mc:AlternateContent xmlns:mc="http://schemas.openxmlformats.org/markup-compatibility/2006">
          <mc:Choice xmlns:p14="http://schemas.microsoft.com/office/powerpoint/2010/main" Requires="p14">
            <p:contentPart p14:bwMode="auto" r:id="rId121">
              <p14:nvContentPartPr>
                <p14:cNvPr id="30727" name="Ink 30726">
                  <a:extLst>
                    <a:ext uri="{FF2B5EF4-FFF2-40B4-BE49-F238E27FC236}">
                      <a16:creationId xmlns:a16="http://schemas.microsoft.com/office/drawing/2014/main" id="{967CFB82-7B2A-D620-2DDA-392125775398}"/>
                    </a:ext>
                  </a:extLst>
                </p14:cNvPr>
                <p14:cNvContentPartPr/>
                <p14:nvPr/>
              </p14:nvContentPartPr>
              <p14:xfrm>
                <a:off x="4250068" y="5913299"/>
                <a:ext cx="25920" cy="167400"/>
              </p14:xfrm>
            </p:contentPart>
          </mc:Choice>
          <mc:Fallback>
            <p:pic>
              <p:nvPicPr>
                <p:cNvPr id="30727" name="Ink 30726">
                  <a:extLst>
                    <a:ext uri="{FF2B5EF4-FFF2-40B4-BE49-F238E27FC236}">
                      <a16:creationId xmlns:a16="http://schemas.microsoft.com/office/drawing/2014/main" id="{967CFB82-7B2A-D620-2DDA-392125775398}"/>
                    </a:ext>
                  </a:extLst>
                </p:cNvPr>
                <p:cNvPicPr/>
                <p:nvPr/>
              </p:nvPicPr>
              <p:blipFill>
                <a:blip r:embed="rId122"/>
                <a:stretch>
                  <a:fillRect/>
                </a:stretch>
              </p:blipFill>
              <p:spPr>
                <a:xfrm>
                  <a:off x="4245748" y="5908979"/>
                  <a:ext cx="34560" cy="176040"/>
                </a:xfrm>
                <a:prstGeom prst="rect">
                  <a:avLst/>
                </a:prstGeom>
              </p:spPr>
            </p:pic>
          </mc:Fallback>
        </mc:AlternateContent>
        <mc:AlternateContent xmlns:mc="http://schemas.openxmlformats.org/markup-compatibility/2006">
          <mc:Choice xmlns:p14="http://schemas.microsoft.com/office/powerpoint/2010/main" Requires="p14">
            <p:contentPart p14:bwMode="auto" r:id="rId123">
              <p14:nvContentPartPr>
                <p14:cNvPr id="30728" name="Ink 30727">
                  <a:extLst>
                    <a:ext uri="{FF2B5EF4-FFF2-40B4-BE49-F238E27FC236}">
                      <a16:creationId xmlns:a16="http://schemas.microsoft.com/office/drawing/2014/main" id="{78BBEE34-702A-AD72-1AFD-4B4E8BAC5159}"/>
                    </a:ext>
                  </a:extLst>
                </p14:cNvPr>
                <p14:cNvContentPartPr/>
                <p14:nvPr/>
              </p14:nvContentPartPr>
              <p14:xfrm>
                <a:off x="4165828" y="5875139"/>
                <a:ext cx="217080" cy="26640"/>
              </p14:xfrm>
            </p:contentPart>
          </mc:Choice>
          <mc:Fallback>
            <p:pic>
              <p:nvPicPr>
                <p:cNvPr id="30728" name="Ink 30727">
                  <a:extLst>
                    <a:ext uri="{FF2B5EF4-FFF2-40B4-BE49-F238E27FC236}">
                      <a16:creationId xmlns:a16="http://schemas.microsoft.com/office/drawing/2014/main" id="{78BBEE34-702A-AD72-1AFD-4B4E8BAC5159}"/>
                    </a:ext>
                  </a:extLst>
                </p:cNvPr>
                <p:cNvPicPr/>
                <p:nvPr/>
              </p:nvPicPr>
              <p:blipFill>
                <a:blip r:embed="rId124"/>
                <a:stretch>
                  <a:fillRect/>
                </a:stretch>
              </p:blipFill>
              <p:spPr>
                <a:xfrm>
                  <a:off x="4161508" y="5870819"/>
                  <a:ext cx="22572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125">
              <p14:nvContentPartPr>
                <p14:cNvPr id="30729" name="Ink 30728">
                  <a:extLst>
                    <a:ext uri="{FF2B5EF4-FFF2-40B4-BE49-F238E27FC236}">
                      <a16:creationId xmlns:a16="http://schemas.microsoft.com/office/drawing/2014/main" id="{694B2D2A-8CE6-1692-6D47-28252C927024}"/>
                    </a:ext>
                  </a:extLst>
                </p14:cNvPr>
                <p14:cNvContentPartPr/>
                <p14:nvPr/>
              </p14:nvContentPartPr>
              <p14:xfrm>
                <a:off x="4191028" y="6038579"/>
                <a:ext cx="285840" cy="78840"/>
              </p14:xfrm>
            </p:contentPart>
          </mc:Choice>
          <mc:Fallback>
            <p:pic>
              <p:nvPicPr>
                <p:cNvPr id="30729" name="Ink 30728">
                  <a:extLst>
                    <a:ext uri="{FF2B5EF4-FFF2-40B4-BE49-F238E27FC236}">
                      <a16:creationId xmlns:a16="http://schemas.microsoft.com/office/drawing/2014/main" id="{694B2D2A-8CE6-1692-6D47-28252C927024}"/>
                    </a:ext>
                  </a:extLst>
                </p:cNvPr>
                <p:cNvPicPr/>
                <p:nvPr/>
              </p:nvPicPr>
              <p:blipFill>
                <a:blip r:embed="rId126"/>
                <a:stretch>
                  <a:fillRect/>
                </a:stretch>
              </p:blipFill>
              <p:spPr>
                <a:xfrm>
                  <a:off x="4186708" y="6034259"/>
                  <a:ext cx="294480" cy="87480"/>
                </a:xfrm>
                <a:prstGeom prst="rect">
                  <a:avLst/>
                </a:prstGeom>
              </p:spPr>
            </p:pic>
          </mc:Fallback>
        </mc:AlternateContent>
        <mc:AlternateContent xmlns:mc="http://schemas.openxmlformats.org/markup-compatibility/2006">
          <mc:Choice xmlns:p14="http://schemas.microsoft.com/office/powerpoint/2010/main" Requires="p14">
            <p:contentPart p14:bwMode="auto" r:id="rId127">
              <p14:nvContentPartPr>
                <p14:cNvPr id="30730" name="Ink 30729">
                  <a:extLst>
                    <a:ext uri="{FF2B5EF4-FFF2-40B4-BE49-F238E27FC236}">
                      <a16:creationId xmlns:a16="http://schemas.microsoft.com/office/drawing/2014/main" id="{5BB566E2-2448-7C1D-BD29-FF39888F787E}"/>
                    </a:ext>
                  </a:extLst>
                </p14:cNvPr>
                <p14:cNvContentPartPr/>
                <p14:nvPr/>
              </p14:nvContentPartPr>
              <p14:xfrm>
                <a:off x="4346548" y="6082139"/>
                <a:ext cx="201240" cy="305280"/>
              </p14:xfrm>
            </p:contentPart>
          </mc:Choice>
          <mc:Fallback>
            <p:pic>
              <p:nvPicPr>
                <p:cNvPr id="30730" name="Ink 30729">
                  <a:extLst>
                    <a:ext uri="{FF2B5EF4-FFF2-40B4-BE49-F238E27FC236}">
                      <a16:creationId xmlns:a16="http://schemas.microsoft.com/office/drawing/2014/main" id="{5BB566E2-2448-7C1D-BD29-FF39888F787E}"/>
                    </a:ext>
                  </a:extLst>
                </p:cNvPr>
                <p:cNvPicPr/>
                <p:nvPr/>
              </p:nvPicPr>
              <p:blipFill>
                <a:blip r:embed="rId128"/>
                <a:stretch>
                  <a:fillRect/>
                </a:stretch>
              </p:blipFill>
              <p:spPr>
                <a:xfrm>
                  <a:off x="4342228" y="6077819"/>
                  <a:ext cx="209880" cy="313920"/>
                </a:xfrm>
                <a:prstGeom prst="rect">
                  <a:avLst/>
                </a:prstGeom>
              </p:spPr>
            </p:pic>
          </mc:Fallback>
        </mc:AlternateContent>
        <mc:AlternateContent xmlns:mc="http://schemas.openxmlformats.org/markup-compatibility/2006">
          <mc:Choice xmlns:p14="http://schemas.microsoft.com/office/powerpoint/2010/main" Requires="p14">
            <p:contentPart p14:bwMode="auto" r:id="rId129">
              <p14:nvContentPartPr>
                <p14:cNvPr id="30731" name="Ink 30730">
                  <a:extLst>
                    <a:ext uri="{FF2B5EF4-FFF2-40B4-BE49-F238E27FC236}">
                      <a16:creationId xmlns:a16="http://schemas.microsoft.com/office/drawing/2014/main" id="{325D1D57-F956-1875-10E6-0E879281C2DC}"/>
                    </a:ext>
                  </a:extLst>
                </p14:cNvPr>
                <p14:cNvContentPartPr/>
                <p14:nvPr/>
              </p14:nvContentPartPr>
              <p14:xfrm>
                <a:off x="4704028" y="5790179"/>
                <a:ext cx="155520" cy="300960"/>
              </p14:xfrm>
            </p:contentPart>
          </mc:Choice>
          <mc:Fallback>
            <p:pic>
              <p:nvPicPr>
                <p:cNvPr id="30731" name="Ink 30730">
                  <a:extLst>
                    <a:ext uri="{FF2B5EF4-FFF2-40B4-BE49-F238E27FC236}">
                      <a16:creationId xmlns:a16="http://schemas.microsoft.com/office/drawing/2014/main" id="{325D1D57-F956-1875-10E6-0E879281C2DC}"/>
                    </a:ext>
                  </a:extLst>
                </p:cNvPr>
                <p:cNvPicPr/>
                <p:nvPr/>
              </p:nvPicPr>
              <p:blipFill>
                <a:blip r:embed="rId130"/>
                <a:stretch>
                  <a:fillRect/>
                </a:stretch>
              </p:blipFill>
              <p:spPr>
                <a:xfrm>
                  <a:off x="4699708" y="5785859"/>
                  <a:ext cx="164160" cy="309600"/>
                </a:xfrm>
                <a:prstGeom prst="rect">
                  <a:avLst/>
                </a:prstGeom>
              </p:spPr>
            </p:pic>
          </mc:Fallback>
        </mc:AlternateContent>
        <mc:AlternateContent xmlns:mc="http://schemas.openxmlformats.org/markup-compatibility/2006">
          <mc:Choice xmlns:p14="http://schemas.microsoft.com/office/powerpoint/2010/main" Requires="p14">
            <p:contentPart p14:bwMode="auto" r:id="rId131">
              <p14:nvContentPartPr>
                <p14:cNvPr id="30732" name="Ink 30731">
                  <a:extLst>
                    <a:ext uri="{FF2B5EF4-FFF2-40B4-BE49-F238E27FC236}">
                      <a16:creationId xmlns:a16="http://schemas.microsoft.com/office/drawing/2014/main" id="{DCC7FDC9-3AE8-A3E8-CF05-5CFD70C44DEC}"/>
                    </a:ext>
                  </a:extLst>
                </p14:cNvPr>
                <p14:cNvContentPartPr/>
                <p14:nvPr/>
              </p14:nvContentPartPr>
              <p14:xfrm>
                <a:off x="4745788" y="5876219"/>
                <a:ext cx="105120" cy="7200"/>
              </p14:xfrm>
            </p:contentPart>
          </mc:Choice>
          <mc:Fallback>
            <p:pic>
              <p:nvPicPr>
                <p:cNvPr id="30732" name="Ink 30731">
                  <a:extLst>
                    <a:ext uri="{FF2B5EF4-FFF2-40B4-BE49-F238E27FC236}">
                      <a16:creationId xmlns:a16="http://schemas.microsoft.com/office/drawing/2014/main" id="{DCC7FDC9-3AE8-A3E8-CF05-5CFD70C44DEC}"/>
                    </a:ext>
                  </a:extLst>
                </p:cNvPr>
                <p:cNvPicPr/>
                <p:nvPr/>
              </p:nvPicPr>
              <p:blipFill>
                <a:blip r:embed="rId132"/>
                <a:stretch>
                  <a:fillRect/>
                </a:stretch>
              </p:blipFill>
              <p:spPr>
                <a:xfrm>
                  <a:off x="4741468" y="5871899"/>
                  <a:ext cx="113760" cy="15840"/>
                </a:xfrm>
                <a:prstGeom prst="rect">
                  <a:avLst/>
                </a:prstGeom>
              </p:spPr>
            </p:pic>
          </mc:Fallback>
        </mc:AlternateContent>
        <mc:AlternateContent xmlns:mc="http://schemas.openxmlformats.org/markup-compatibility/2006">
          <mc:Choice xmlns:p14="http://schemas.microsoft.com/office/powerpoint/2010/main" Requires="p14">
            <p:contentPart p14:bwMode="auto" r:id="rId133">
              <p14:nvContentPartPr>
                <p14:cNvPr id="30733" name="Ink 30732">
                  <a:extLst>
                    <a:ext uri="{FF2B5EF4-FFF2-40B4-BE49-F238E27FC236}">
                      <a16:creationId xmlns:a16="http://schemas.microsoft.com/office/drawing/2014/main" id="{6F1001B6-98F7-FCA0-69F7-EA1B2E95B4DD}"/>
                    </a:ext>
                  </a:extLst>
                </p14:cNvPr>
                <p14:cNvContentPartPr/>
                <p14:nvPr/>
              </p14:nvContentPartPr>
              <p14:xfrm>
                <a:off x="4819588" y="5611979"/>
                <a:ext cx="143640" cy="691920"/>
              </p14:xfrm>
            </p:contentPart>
          </mc:Choice>
          <mc:Fallback>
            <p:pic>
              <p:nvPicPr>
                <p:cNvPr id="30733" name="Ink 30732">
                  <a:extLst>
                    <a:ext uri="{FF2B5EF4-FFF2-40B4-BE49-F238E27FC236}">
                      <a16:creationId xmlns:a16="http://schemas.microsoft.com/office/drawing/2014/main" id="{6F1001B6-98F7-FCA0-69F7-EA1B2E95B4DD}"/>
                    </a:ext>
                  </a:extLst>
                </p:cNvPr>
                <p:cNvPicPr/>
                <p:nvPr/>
              </p:nvPicPr>
              <p:blipFill>
                <a:blip r:embed="rId134"/>
                <a:stretch>
                  <a:fillRect/>
                </a:stretch>
              </p:blipFill>
              <p:spPr>
                <a:xfrm>
                  <a:off x="4815268" y="5607659"/>
                  <a:ext cx="152280" cy="700560"/>
                </a:xfrm>
                <a:prstGeom prst="rect">
                  <a:avLst/>
                </a:prstGeom>
              </p:spPr>
            </p:pic>
          </mc:Fallback>
        </mc:AlternateContent>
        <mc:AlternateContent xmlns:mc="http://schemas.openxmlformats.org/markup-compatibility/2006">
          <mc:Choice xmlns:p14="http://schemas.microsoft.com/office/powerpoint/2010/main" Requires="p14">
            <p:contentPart p14:bwMode="auto" r:id="rId135">
              <p14:nvContentPartPr>
                <p14:cNvPr id="30734" name="Ink 30733">
                  <a:extLst>
                    <a:ext uri="{FF2B5EF4-FFF2-40B4-BE49-F238E27FC236}">
                      <a16:creationId xmlns:a16="http://schemas.microsoft.com/office/drawing/2014/main" id="{DBBCDB4B-79FF-C3C7-9039-D3435BD6B16B}"/>
                    </a:ext>
                  </a:extLst>
                </p14:cNvPr>
                <p14:cNvContentPartPr/>
                <p14:nvPr/>
              </p14:nvContentPartPr>
              <p14:xfrm>
                <a:off x="3953068" y="5697659"/>
                <a:ext cx="299880" cy="538920"/>
              </p14:xfrm>
            </p:contentPart>
          </mc:Choice>
          <mc:Fallback>
            <p:pic>
              <p:nvPicPr>
                <p:cNvPr id="30734" name="Ink 30733">
                  <a:extLst>
                    <a:ext uri="{FF2B5EF4-FFF2-40B4-BE49-F238E27FC236}">
                      <a16:creationId xmlns:a16="http://schemas.microsoft.com/office/drawing/2014/main" id="{DBBCDB4B-79FF-C3C7-9039-D3435BD6B16B}"/>
                    </a:ext>
                  </a:extLst>
                </p:cNvPr>
                <p:cNvPicPr/>
                <p:nvPr/>
              </p:nvPicPr>
              <p:blipFill>
                <a:blip r:embed="rId136"/>
                <a:stretch>
                  <a:fillRect/>
                </a:stretch>
              </p:blipFill>
              <p:spPr>
                <a:xfrm>
                  <a:off x="3948748" y="5693339"/>
                  <a:ext cx="308520" cy="547560"/>
                </a:xfrm>
                <a:prstGeom prst="rect">
                  <a:avLst/>
                </a:prstGeom>
              </p:spPr>
            </p:pic>
          </mc:Fallback>
        </mc:AlternateContent>
        <mc:AlternateContent xmlns:mc="http://schemas.openxmlformats.org/markup-compatibility/2006">
          <mc:Choice xmlns:p14="http://schemas.microsoft.com/office/powerpoint/2010/main" Requires="p14">
            <p:contentPart p14:bwMode="auto" r:id="rId137">
              <p14:nvContentPartPr>
                <p14:cNvPr id="30736" name="Ink 30735">
                  <a:extLst>
                    <a:ext uri="{FF2B5EF4-FFF2-40B4-BE49-F238E27FC236}">
                      <a16:creationId xmlns:a16="http://schemas.microsoft.com/office/drawing/2014/main" id="{6F3FACD2-9F9C-74DB-A902-145C7220C301}"/>
                    </a:ext>
                  </a:extLst>
                </p14:cNvPr>
                <p14:cNvContentPartPr/>
                <p14:nvPr/>
              </p14:nvContentPartPr>
              <p14:xfrm>
                <a:off x="559348" y="6555899"/>
                <a:ext cx="133560" cy="227520"/>
              </p14:xfrm>
            </p:contentPart>
          </mc:Choice>
          <mc:Fallback>
            <p:pic>
              <p:nvPicPr>
                <p:cNvPr id="30736" name="Ink 30735">
                  <a:extLst>
                    <a:ext uri="{FF2B5EF4-FFF2-40B4-BE49-F238E27FC236}">
                      <a16:creationId xmlns:a16="http://schemas.microsoft.com/office/drawing/2014/main" id="{6F3FACD2-9F9C-74DB-A902-145C7220C301}"/>
                    </a:ext>
                  </a:extLst>
                </p:cNvPr>
                <p:cNvPicPr/>
                <p:nvPr/>
              </p:nvPicPr>
              <p:blipFill>
                <a:blip r:embed="rId138"/>
                <a:stretch>
                  <a:fillRect/>
                </a:stretch>
              </p:blipFill>
              <p:spPr>
                <a:xfrm>
                  <a:off x="555028" y="6551579"/>
                  <a:ext cx="142200" cy="236160"/>
                </a:xfrm>
                <a:prstGeom prst="rect">
                  <a:avLst/>
                </a:prstGeom>
              </p:spPr>
            </p:pic>
          </mc:Fallback>
        </mc:AlternateContent>
        <mc:AlternateContent xmlns:mc="http://schemas.openxmlformats.org/markup-compatibility/2006">
          <mc:Choice xmlns:p14="http://schemas.microsoft.com/office/powerpoint/2010/main" Requires="p14">
            <p:contentPart p14:bwMode="auto" r:id="rId139">
              <p14:nvContentPartPr>
                <p14:cNvPr id="30737" name="Ink 30736">
                  <a:extLst>
                    <a:ext uri="{FF2B5EF4-FFF2-40B4-BE49-F238E27FC236}">
                      <a16:creationId xmlns:a16="http://schemas.microsoft.com/office/drawing/2014/main" id="{61063EBD-E63C-73D1-444E-E167FEC12CDE}"/>
                    </a:ext>
                  </a:extLst>
                </p14:cNvPr>
                <p14:cNvContentPartPr/>
                <p14:nvPr/>
              </p14:nvContentPartPr>
              <p14:xfrm>
                <a:off x="795508" y="6784139"/>
                <a:ext cx="24480" cy="255600"/>
              </p14:xfrm>
            </p:contentPart>
          </mc:Choice>
          <mc:Fallback>
            <p:pic>
              <p:nvPicPr>
                <p:cNvPr id="30737" name="Ink 30736">
                  <a:extLst>
                    <a:ext uri="{FF2B5EF4-FFF2-40B4-BE49-F238E27FC236}">
                      <a16:creationId xmlns:a16="http://schemas.microsoft.com/office/drawing/2014/main" id="{61063EBD-E63C-73D1-444E-E167FEC12CDE}"/>
                    </a:ext>
                  </a:extLst>
                </p:cNvPr>
                <p:cNvPicPr/>
                <p:nvPr/>
              </p:nvPicPr>
              <p:blipFill>
                <a:blip r:embed="rId140"/>
                <a:stretch>
                  <a:fillRect/>
                </a:stretch>
              </p:blipFill>
              <p:spPr>
                <a:xfrm>
                  <a:off x="791188" y="6779819"/>
                  <a:ext cx="33120" cy="264240"/>
                </a:xfrm>
                <a:prstGeom prst="rect">
                  <a:avLst/>
                </a:prstGeom>
              </p:spPr>
            </p:pic>
          </mc:Fallback>
        </mc:AlternateContent>
        <mc:AlternateContent xmlns:mc="http://schemas.openxmlformats.org/markup-compatibility/2006">
          <mc:Choice xmlns:p14="http://schemas.microsoft.com/office/powerpoint/2010/main" Requires="p14">
            <p:contentPart p14:bwMode="auto" r:id="rId141">
              <p14:nvContentPartPr>
                <p14:cNvPr id="30738" name="Ink 30737">
                  <a:extLst>
                    <a:ext uri="{FF2B5EF4-FFF2-40B4-BE49-F238E27FC236}">
                      <a16:creationId xmlns:a16="http://schemas.microsoft.com/office/drawing/2014/main" id="{E8EAAF91-D014-9A6A-77F5-52F3DF5D4D6A}"/>
                    </a:ext>
                  </a:extLst>
                </p14:cNvPr>
                <p14:cNvContentPartPr/>
                <p14:nvPr/>
              </p14:nvContentPartPr>
              <p14:xfrm>
                <a:off x="939148" y="6537492"/>
                <a:ext cx="131400" cy="196920"/>
              </p14:xfrm>
            </p:contentPart>
          </mc:Choice>
          <mc:Fallback>
            <p:pic>
              <p:nvPicPr>
                <p:cNvPr id="30738" name="Ink 30737">
                  <a:extLst>
                    <a:ext uri="{FF2B5EF4-FFF2-40B4-BE49-F238E27FC236}">
                      <a16:creationId xmlns:a16="http://schemas.microsoft.com/office/drawing/2014/main" id="{E8EAAF91-D014-9A6A-77F5-52F3DF5D4D6A}"/>
                    </a:ext>
                  </a:extLst>
                </p:cNvPr>
                <p:cNvPicPr/>
                <p:nvPr/>
              </p:nvPicPr>
              <p:blipFill>
                <a:blip r:embed="rId142"/>
                <a:stretch>
                  <a:fillRect/>
                </a:stretch>
              </p:blipFill>
              <p:spPr>
                <a:xfrm>
                  <a:off x="934828" y="6533172"/>
                  <a:ext cx="140040" cy="205560"/>
                </a:xfrm>
                <a:prstGeom prst="rect">
                  <a:avLst/>
                </a:prstGeom>
              </p:spPr>
            </p:pic>
          </mc:Fallback>
        </mc:AlternateContent>
        <mc:AlternateContent xmlns:mc="http://schemas.openxmlformats.org/markup-compatibility/2006">
          <mc:Choice xmlns:p14="http://schemas.microsoft.com/office/powerpoint/2010/main" Requires="p14">
            <p:contentPart p14:bwMode="auto" r:id="rId143">
              <p14:nvContentPartPr>
                <p14:cNvPr id="30739" name="Ink 30738">
                  <a:extLst>
                    <a:ext uri="{FF2B5EF4-FFF2-40B4-BE49-F238E27FC236}">
                      <a16:creationId xmlns:a16="http://schemas.microsoft.com/office/drawing/2014/main" id="{15A2CB81-AE2B-FF63-EF0E-E9E69350FB0B}"/>
                    </a:ext>
                  </a:extLst>
                </p14:cNvPr>
                <p14:cNvContentPartPr/>
                <p14:nvPr/>
              </p14:nvContentPartPr>
              <p14:xfrm>
                <a:off x="1040668" y="6435612"/>
                <a:ext cx="78480" cy="482040"/>
              </p14:xfrm>
            </p:contentPart>
          </mc:Choice>
          <mc:Fallback>
            <p:pic>
              <p:nvPicPr>
                <p:cNvPr id="30739" name="Ink 30738">
                  <a:extLst>
                    <a:ext uri="{FF2B5EF4-FFF2-40B4-BE49-F238E27FC236}">
                      <a16:creationId xmlns:a16="http://schemas.microsoft.com/office/drawing/2014/main" id="{15A2CB81-AE2B-FF63-EF0E-E9E69350FB0B}"/>
                    </a:ext>
                  </a:extLst>
                </p:cNvPr>
                <p:cNvPicPr/>
                <p:nvPr/>
              </p:nvPicPr>
              <p:blipFill>
                <a:blip r:embed="rId144"/>
                <a:stretch>
                  <a:fillRect/>
                </a:stretch>
              </p:blipFill>
              <p:spPr>
                <a:xfrm>
                  <a:off x="1036348" y="6431292"/>
                  <a:ext cx="87120" cy="490680"/>
                </a:xfrm>
                <a:prstGeom prst="rect">
                  <a:avLst/>
                </a:prstGeom>
              </p:spPr>
            </p:pic>
          </mc:Fallback>
        </mc:AlternateContent>
        <mc:AlternateContent xmlns:mc="http://schemas.openxmlformats.org/markup-compatibility/2006">
          <mc:Choice xmlns:p14="http://schemas.microsoft.com/office/powerpoint/2010/main" Requires="p14">
            <p:contentPart p14:bwMode="auto" r:id="rId145">
              <p14:nvContentPartPr>
                <p14:cNvPr id="30740" name="Ink 30739">
                  <a:extLst>
                    <a:ext uri="{FF2B5EF4-FFF2-40B4-BE49-F238E27FC236}">
                      <a16:creationId xmlns:a16="http://schemas.microsoft.com/office/drawing/2014/main" id="{241AFC6E-6F76-746E-9BDB-B7B3B96F3AC7}"/>
                    </a:ext>
                  </a:extLst>
                </p14:cNvPr>
                <p14:cNvContentPartPr/>
                <p14:nvPr/>
              </p14:nvContentPartPr>
              <p14:xfrm>
                <a:off x="503908" y="6478812"/>
                <a:ext cx="284040" cy="514800"/>
              </p14:xfrm>
            </p:contentPart>
          </mc:Choice>
          <mc:Fallback>
            <p:pic>
              <p:nvPicPr>
                <p:cNvPr id="30740" name="Ink 30739">
                  <a:extLst>
                    <a:ext uri="{FF2B5EF4-FFF2-40B4-BE49-F238E27FC236}">
                      <a16:creationId xmlns:a16="http://schemas.microsoft.com/office/drawing/2014/main" id="{241AFC6E-6F76-746E-9BDB-B7B3B96F3AC7}"/>
                    </a:ext>
                  </a:extLst>
                </p:cNvPr>
                <p:cNvPicPr/>
                <p:nvPr/>
              </p:nvPicPr>
              <p:blipFill>
                <a:blip r:embed="rId146"/>
                <a:stretch>
                  <a:fillRect/>
                </a:stretch>
              </p:blipFill>
              <p:spPr>
                <a:xfrm>
                  <a:off x="499588" y="6474492"/>
                  <a:ext cx="292680" cy="523440"/>
                </a:xfrm>
                <a:prstGeom prst="rect">
                  <a:avLst/>
                </a:prstGeom>
              </p:spPr>
            </p:pic>
          </mc:Fallback>
        </mc:AlternateContent>
        <mc:AlternateContent xmlns:mc="http://schemas.openxmlformats.org/markup-compatibility/2006">
          <mc:Choice xmlns:p14="http://schemas.microsoft.com/office/powerpoint/2010/main" Requires="p14">
            <p:contentPart p14:bwMode="auto" r:id="rId147">
              <p14:nvContentPartPr>
                <p14:cNvPr id="30741" name="Ink 30740">
                  <a:extLst>
                    <a:ext uri="{FF2B5EF4-FFF2-40B4-BE49-F238E27FC236}">
                      <a16:creationId xmlns:a16="http://schemas.microsoft.com/office/drawing/2014/main" id="{C619B3B7-EBCF-707A-D017-37F693507543}"/>
                    </a:ext>
                  </a:extLst>
                </p14:cNvPr>
                <p14:cNvContentPartPr/>
                <p14:nvPr/>
              </p14:nvContentPartPr>
              <p14:xfrm>
                <a:off x="1468348" y="6441732"/>
                <a:ext cx="161280" cy="574920"/>
              </p14:xfrm>
            </p:contentPart>
          </mc:Choice>
          <mc:Fallback>
            <p:pic>
              <p:nvPicPr>
                <p:cNvPr id="30741" name="Ink 30740">
                  <a:extLst>
                    <a:ext uri="{FF2B5EF4-FFF2-40B4-BE49-F238E27FC236}">
                      <a16:creationId xmlns:a16="http://schemas.microsoft.com/office/drawing/2014/main" id="{C619B3B7-EBCF-707A-D017-37F693507543}"/>
                    </a:ext>
                  </a:extLst>
                </p:cNvPr>
                <p:cNvPicPr/>
                <p:nvPr/>
              </p:nvPicPr>
              <p:blipFill>
                <a:blip r:embed="rId148"/>
                <a:stretch>
                  <a:fillRect/>
                </a:stretch>
              </p:blipFill>
              <p:spPr>
                <a:xfrm>
                  <a:off x="1464028" y="6437412"/>
                  <a:ext cx="169920" cy="583560"/>
                </a:xfrm>
                <a:prstGeom prst="rect">
                  <a:avLst/>
                </a:prstGeom>
              </p:spPr>
            </p:pic>
          </mc:Fallback>
        </mc:AlternateContent>
        <mc:AlternateContent xmlns:mc="http://schemas.openxmlformats.org/markup-compatibility/2006">
          <mc:Choice xmlns:p14="http://schemas.microsoft.com/office/powerpoint/2010/main" Requires="p14">
            <p:contentPart p14:bwMode="auto" r:id="rId149">
              <p14:nvContentPartPr>
                <p14:cNvPr id="30742" name="Ink 30741">
                  <a:extLst>
                    <a:ext uri="{FF2B5EF4-FFF2-40B4-BE49-F238E27FC236}">
                      <a16:creationId xmlns:a16="http://schemas.microsoft.com/office/drawing/2014/main" id="{DB64407D-3218-A15A-F28A-62D656D6A521}"/>
                    </a:ext>
                  </a:extLst>
                </p14:cNvPr>
                <p14:cNvContentPartPr/>
                <p14:nvPr/>
              </p14:nvContentPartPr>
              <p14:xfrm>
                <a:off x="1624588" y="6532812"/>
                <a:ext cx="143640" cy="193320"/>
              </p14:xfrm>
            </p:contentPart>
          </mc:Choice>
          <mc:Fallback>
            <p:pic>
              <p:nvPicPr>
                <p:cNvPr id="30742" name="Ink 30741">
                  <a:extLst>
                    <a:ext uri="{FF2B5EF4-FFF2-40B4-BE49-F238E27FC236}">
                      <a16:creationId xmlns:a16="http://schemas.microsoft.com/office/drawing/2014/main" id="{DB64407D-3218-A15A-F28A-62D656D6A521}"/>
                    </a:ext>
                  </a:extLst>
                </p:cNvPr>
                <p:cNvPicPr/>
                <p:nvPr/>
              </p:nvPicPr>
              <p:blipFill>
                <a:blip r:embed="rId150"/>
                <a:stretch>
                  <a:fillRect/>
                </a:stretch>
              </p:blipFill>
              <p:spPr>
                <a:xfrm>
                  <a:off x="1620268" y="6528492"/>
                  <a:ext cx="152280" cy="201960"/>
                </a:xfrm>
                <a:prstGeom prst="rect">
                  <a:avLst/>
                </a:prstGeom>
              </p:spPr>
            </p:pic>
          </mc:Fallback>
        </mc:AlternateContent>
        <mc:AlternateContent xmlns:mc="http://schemas.openxmlformats.org/markup-compatibility/2006">
          <mc:Choice xmlns:p14="http://schemas.microsoft.com/office/powerpoint/2010/main" Requires="p14">
            <p:contentPart p14:bwMode="auto" r:id="rId151">
              <p14:nvContentPartPr>
                <p14:cNvPr id="30743" name="Ink 30742">
                  <a:extLst>
                    <a:ext uri="{FF2B5EF4-FFF2-40B4-BE49-F238E27FC236}">
                      <a16:creationId xmlns:a16="http://schemas.microsoft.com/office/drawing/2014/main" id="{781E1EB5-F936-D9A6-5DAF-E534E6B14EDB}"/>
                    </a:ext>
                  </a:extLst>
                </p14:cNvPr>
                <p14:cNvContentPartPr/>
                <p14:nvPr/>
              </p14:nvContentPartPr>
              <p14:xfrm>
                <a:off x="1834828" y="6735132"/>
                <a:ext cx="22320" cy="244080"/>
              </p14:xfrm>
            </p:contentPart>
          </mc:Choice>
          <mc:Fallback>
            <p:pic>
              <p:nvPicPr>
                <p:cNvPr id="30743" name="Ink 30742">
                  <a:extLst>
                    <a:ext uri="{FF2B5EF4-FFF2-40B4-BE49-F238E27FC236}">
                      <a16:creationId xmlns:a16="http://schemas.microsoft.com/office/drawing/2014/main" id="{781E1EB5-F936-D9A6-5DAF-E534E6B14EDB}"/>
                    </a:ext>
                  </a:extLst>
                </p:cNvPr>
                <p:cNvPicPr/>
                <p:nvPr/>
              </p:nvPicPr>
              <p:blipFill>
                <a:blip r:embed="rId152"/>
                <a:stretch>
                  <a:fillRect/>
                </a:stretch>
              </p:blipFill>
              <p:spPr>
                <a:xfrm>
                  <a:off x="1830508" y="6730812"/>
                  <a:ext cx="30960" cy="252720"/>
                </a:xfrm>
                <a:prstGeom prst="rect">
                  <a:avLst/>
                </a:prstGeom>
              </p:spPr>
            </p:pic>
          </mc:Fallback>
        </mc:AlternateContent>
        <mc:AlternateContent xmlns:mc="http://schemas.openxmlformats.org/markup-compatibility/2006">
          <mc:Choice xmlns:p14="http://schemas.microsoft.com/office/powerpoint/2010/main" Requires="p14">
            <p:contentPart p14:bwMode="auto" r:id="rId153">
              <p14:nvContentPartPr>
                <p14:cNvPr id="30744" name="Ink 30743">
                  <a:extLst>
                    <a:ext uri="{FF2B5EF4-FFF2-40B4-BE49-F238E27FC236}">
                      <a16:creationId xmlns:a16="http://schemas.microsoft.com/office/drawing/2014/main" id="{B8DBBA7C-3030-AFB2-BC6A-67831B14438F}"/>
                    </a:ext>
                  </a:extLst>
                </p14:cNvPr>
                <p14:cNvContentPartPr/>
                <p14:nvPr/>
              </p14:nvContentPartPr>
              <p14:xfrm>
                <a:off x="2015188" y="6436332"/>
                <a:ext cx="206640" cy="354960"/>
              </p14:xfrm>
            </p:contentPart>
          </mc:Choice>
          <mc:Fallback>
            <p:pic>
              <p:nvPicPr>
                <p:cNvPr id="30744" name="Ink 30743">
                  <a:extLst>
                    <a:ext uri="{FF2B5EF4-FFF2-40B4-BE49-F238E27FC236}">
                      <a16:creationId xmlns:a16="http://schemas.microsoft.com/office/drawing/2014/main" id="{B8DBBA7C-3030-AFB2-BC6A-67831B14438F}"/>
                    </a:ext>
                  </a:extLst>
                </p:cNvPr>
                <p:cNvPicPr/>
                <p:nvPr/>
              </p:nvPicPr>
              <p:blipFill>
                <a:blip r:embed="rId154"/>
                <a:stretch>
                  <a:fillRect/>
                </a:stretch>
              </p:blipFill>
              <p:spPr>
                <a:xfrm>
                  <a:off x="2010868" y="6432012"/>
                  <a:ext cx="215280" cy="363600"/>
                </a:xfrm>
                <a:prstGeom prst="rect">
                  <a:avLst/>
                </a:prstGeom>
              </p:spPr>
            </p:pic>
          </mc:Fallback>
        </mc:AlternateContent>
        <mc:AlternateContent xmlns:mc="http://schemas.openxmlformats.org/markup-compatibility/2006">
          <mc:Choice xmlns:p14="http://schemas.microsoft.com/office/powerpoint/2010/main" Requires="p14">
            <p:contentPart p14:bwMode="auto" r:id="rId155">
              <p14:nvContentPartPr>
                <p14:cNvPr id="30745" name="Ink 30744">
                  <a:extLst>
                    <a:ext uri="{FF2B5EF4-FFF2-40B4-BE49-F238E27FC236}">
                      <a16:creationId xmlns:a16="http://schemas.microsoft.com/office/drawing/2014/main" id="{C9F498AA-76D6-AFFF-E481-EFEC27B2CF6F}"/>
                    </a:ext>
                  </a:extLst>
                </p14:cNvPr>
                <p14:cNvContentPartPr/>
                <p14:nvPr/>
              </p14:nvContentPartPr>
              <p14:xfrm>
                <a:off x="2081428" y="6348492"/>
                <a:ext cx="213840" cy="625320"/>
              </p14:xfrm>
            </p:contentPart>
          </mc:Choice>
          <mc:Fallback>
            <p:pic>
              <p:nvPicPr>
                <p:cNvPr id="30745" name="Ink 30744">
                  <a:extLst>
                    <a:ext uri="{FF2B5EF4-FFF2-40B4-BE49-F238E27FC236}">
                      <a16:creationId xmlns:a16="http://schemas.microsoft.com/office/drawing/2014/main" id="{C9F498AA-76D6-AFFF-E481-EFEC27B2CF6F}"/>
                    </a:ext>
                  </a:extLst>
                </p:cNvPr>
                <p:cNvPicPr/>
                <p:nvPr/>
              </p:nvPicPr>
              <p:blipFill>
                <a:blip r:embed="rId156"/>
                <a:stretch>
                  <a:fillRect/>
                </a:stretch>
              </p:blipFill>
              <p:spPr>
                <a:xfrm>
                  <a:off x="2077108" y="6344172"/>
                  <a:ext cx="222480" cy="633960"/>
                </a:xfrm>
                <a:prstGeom prst="rect">
                  <a:avLst/>
                </a:prstGeom>
              </p:spPr>
            </p:pic>
          </mc:Fallback>
        </mc:AlternateContent>
        <mc:AlternateContent xmlns:mc="http://schemas.openxmlformats.org/markup-compatibility/2006">
          <mc:Choice xmlns:p14="http://schemas.microsoft.com/office/powerpoint/2010/main" Requires="p14">
            <p:contentPart p14:bwMode="auto" r:id="rId157">
              <p14:nvContentPartPr>
                <p14:cNvPr id="30746" name="Ink 30745">
                  <a:extLst>
                    <a:ext uri="{FF2B5EF4-FFF2-40B4-BE49-F238E27FC236}">
                      <a16:creationId xmlns:a16="http://schemas.microsoft.com/office/drawing/2014/main" id="{E20FD565-8876-F962-0F46-275C7A772870}"/>
                    </a:ext>
                  </a:extLst>
                </p14:cNvPr>
                <p14:cNvContentPartPr/>
                <p14:nvPr/>
              </p14:nvContentPartPr>
              <p14:xfrm>
                <a:off x="2595148" y="6326892"/>
                <a:ext cx="207720" cy="611280"/>
              </p14:xfrm>
            </p:contentPart>
          </mc:Choice>
          <mc:Fallback>
            <p:pic>
              <p:nvPicPr>
                <p:cNvPr id="30746" name="Ink 30745">
                  <a:extLst>
                    <a:ext uri="{FF2B5EF4-FFF2-40B4-BE49-F238E27FC236}">
                      <a16:creationId xmlns:a16="http://schemas.microsoft.com/office/drawing/2014/main" id="{E20FD565-8876-F962-0F46-275C7A772870}"/>
                    </a:ext>
                  </a:extLst>
                </p:cNvPr>
                <p:cNvPicPr/>
                <p:nvPr/>
              </p:nvPicPr>
              <p:blipFill>
                <a:blip r:embed="rId158"/>
                <a:stretch>
                  <a:fillRect/>
                </a:stretch>
              </p:blipFill>
              <p:spPr>
                <a:xfrm>
                  <a:off x="2590828" y="6322572"/>
                  <a:ext cx="216360" cy="619920"/>
                </a:xfrm>
                <a:prstGeom prst="rect">
                  <a:avLst/>
                </a:prstGeom>
              </p:spPr>
            </p:pic>
          </mc:Fallback>
        </mc:AlternateContent>
        <mc:AlternateContent xmlns:mc="http://schemas.openxmlformats.org/markup-compatibility/2006">
          <mc:Choice xmlns:p14="http://schemas.microsoft.com/office/powerpoint/2010/main" Requires="p14">
            <p:contentPart p14:bwMode="auto" r:id="rId159">
              <p14:nvContentPartPr>
                <p14:cNvPr id="30747" name="Ink 30746">
                  <a:extLst>
                    <a:ext uri="{FF2B5EF4-FFF2-40B4-BE49-F238E27FC236}">
                      <a16:creationId xmlns:a16="http://schemas.microsoft.com/office/drawing/2014/main" id="{33F5AD9F-0CE6-1D65-36E9-6DAE48B52DE8}"/>
                    </a:ext>
                  </a:extLst>
                </p14:cNvPr>
                <p14:cNvContentPartPr/>
                <p14:nvPr/>
              </p14:nvContentPartPr>
              <p14:xfrm>
                <a:off x="2777308" y="6439572"/>
                <a:ext cx="175680" cy="246600"/>
              </p14:xfrm>
            </p:contentPart>
          </mc:Choice>
          <mc:Fallback>
            <p:pic>
              <p:nvPicPr>
                <p:cNvPr id="30747" name="Ink 30746">
                  <a:extLst>
                    <a:ext uri="{FF2B5EF4-FFF2-40B4-BE49-F238E27FC236}">
                      <a16:creationId xmlns:a16="http://schemas.microsoft.com/office/drawing/2014/main" id="{33F5AD9F-0CE6-1D65-36E9-6DAE48B52DE8}"/>
                    </a:ext>
                  </a:extLst>
                </p:cNvPr>
                <p:cNvPicPr/>
                <p:nvPr/>
              </p:nvPicPr>
              <p:blipFill>
                <a:blip r:embed="rId160"/>
                <a:stretch>
                  <a:fillRect/>
                </a:stretch>
              </p:blipFill>
              <p:spPr>
                <a:xfrm>
                  <a:off x="2772988" y="6435252"/>
                  <a:ext cx="184320" cy="255240"/>
                </a:xfrm>
                <a:prstGeom prst="rect">
                  <a:avLst/>
                </a:prstGeom>
              </p:spPr>
            </p:pic>
          </mc:Fallback>
        </mc:AlternateContent>
        <mc:AlternateContent xmlns:mc="http://schemas.openxmlformats.org/markup-compatibility/2006">
          <mc:Choice xmlns:p14="http://schemas.microsoft.com/office/powerpoint/2010/main" Requires="p14">
            <p:contentPart p14:bwMode="auto" r:id="rId161">
              <p14:nvContentPartPr>
                <p14:cNvPr id="30748" name="Ink 30747">
                  <a:extLst>
                    <a:ext uri="{FF2B5EF4-FFF2-40B4-BE49-F238E27FC236}">
                      <a16:creationId xmlns:a16="http://schemas.microsoft.com/office/drawing/2014/main" id="{54DB503E-9FDF-FCFD-EE6D-354E0E63E8A8}"/>
                    </a:ext>
                  </a:extLst>
                </p14:cNvPr>
                <p14:cNvContentPartPr/>
                <p14:nvPr/>
              </p14:nvContentPartPr>
              <p14:xfrm>
                <a:off x="2975308" y="6705612"/>
                <a:ext cx="79920" cy="267480"/>
              </p14:xfrm>
            </p:contentPart>
          </mc:Choice>
          <mc:Fallback>
            <p:pic>
              <p:nvPicPr>
                <p:cNvPr id="30748" name="Ink 30747">
                  <a:extLst>
                    <a:ext uri="{FF2B5EF4-FFF2-40B4-BE49-F238E27FC236}">
                      <a16:creationId xmlns:a16="http://schemas.microsoft.com/office/drawing/2014/main" id="{54DB503E-9FDF-FCFD-EE6D-354E0E63E8A8}"/>
                    </a:ext>
                  </a:extLst>
                </p:cNvPr>
                <p:cNvPicPr/>
                <p:nvPr/>
              </p:nvPicPr>
              <p:blipFill>
                <a:blip r:embed="rId162"/>
                <a:stretch>
                  <a:fillRect/>
                </a:stretch>
              </p:blipFill>
              <p:spPr>
                <a:xfrm>
                  <a:off x="2970988" y="6701292"/>
                  <a:ext cx="88560" cy="276120"/>
                </a:xfrm>
                <a:prstGeom prst="rect">
                  <a:avLst/>
                </a:prstGeom>
              </p:spPr>
            </p:pic>
          </mc:Fallback>
        </mc:AlternateContent>
        <mc:AlternateContent xmlns:mc="http://schemas.openxmlformats.org/markup-compatibility/2006">
          <mc:Choice xmlns:p14="http://schemas.microsoft.com/office/powerpoint/2010/main" Requires="p14">
            <p:contentPart p14:bwMode="auto" r:id="rId163">
              <p14:nvContentPartPr>
                <p14:cNvPr id="30749" name="Ink 30748">
                  <a:extLst>
                    <a:ext uri="{FF2B5EF4-FFF2-40B4-BE49-F238E27FC236}">
                      <a16:creationId xmlns:a16="http://schemas.microsoft.com/office/drawing/2014/main" id="{F319E8E1-7EBA-8D15-5438-6E80662905D2}"/>
                    </a:ext>
                  </a:extLst>
                </p14:cNvPr>
                <p14:cNvContentPartPr/>
                <p14:nvPr/>
              </p14:nvContentPartPr>
              <p14:xfrm>
                <a:off x="3181228" y="6415092"/>
                <a:ext cx="63360" cy="212760"/>
              </p14:xfrm>
            </p:contentPart>
          </mc:Choice>
          <mc:Fallback>
            <p:pic>
              <p:nvPicPr>
                <p:cNvPr id="30749" name="Ink 30748">
                  <a:extLst>
                    <a:ext uri="{FF2B5EF4-FFF2-40B4-BE49-F238E27FC236}">
                      <a16:creationId xmlns:a16="http://schemas.microsoft.com/office/drawing/2014/main" id="{F319E8E1-7EBA-8D15-5438-6E80662905D2}"/>
                    </a:ext>
                  </a:extLst>
                </p:cNvPr>
                <p:cNvPicPr/>
                <p:nvPr/>
              </p:nvPicPr>
              <p:blipFill>
                <a:blip r:embed="rId164"/>
                <a:stretch>
                  <a:fillRect/>
                </a:stretch>
              </p:blipFill>
              <p:spPr>
                <a:xfrm>
                  <a:off x="3176908" y="6410772"/>
                  <a:ext cx="72000" cy="221400"/>
                </a:xfrm>
                <a:prstGeom prst="rect">
                  <a:avLst/>
                </a:prstGeom>
              </p:spPr>
            </p:pic>
          </mc:Fallback>
        </mc:AlternateContent>
        <mc:AlternateContent xmlns:mc="http://schemas.openxmlformats.org/markup-compatibility/2006">
          <mc:Choice xmlns:p14="http://schemas.microsoft.com/office/powerpoint/2010/main" Requires="p14">
            <p:contentPart p14:bwMode="auto" r:id="rId165">
              <p14:nvContentPartPr>
                <p14:cNvPr id="30750" name="Ink 30749">
                  <a:extLst>
                    <a:ext uri="{FF2B5EF4-FFF2-40B4-BE49-F238E27FC236}">
                      <a16:creationId xmlns:a16="http://schemas.microsoft.com/office/drawing/2014/main" id="{B51E3A29-946B-D493-3F4E-ADCA8160B1D5}"/>
                    </a:ext>
                  </a:extLst>
                </p14:cNvPr>
                <p14:cNvContentPartPr/>
                <p14:nvPr/>
              </p14:nvContentPartPr>
              <p14:xfrm>
                <a:off x="3270148" y="6380172"/>
                <a:ext cx="32760" cy="228600"/>
              </p14:xfrm>
            </p:contentPart>
          </mc:Choice>
          <mc:Fallback>
            <p:pic>
              <p:nvPicPr>
                <p:cNvPr id="30750" name="Ink 30749">
                  <a:extLst>
                    <a:ext uri="{FF2B5EF4-FFF2-40B4-BE49-F238E27FC236}">
                      <a16:creationId xmlns:a16="http://schemas.microsoft.com/office/drawing/2014/main" id="{B51E3A29-946B-D493-3F4E-ADCA8160B1D5}"/>
                    </a:ext>
                  </a:extLst>
                </p:cNvPr>
                <p:cNvPicPr/>
                <p:nvPr/>
              </p:nvPicPr>
              <p:blipFill>
                <a:blip r:embed="rId166"/>
                <a:stretch>
                  <a:fillRect/>
                </a:stretch>
              </p:blipFill>
              <p:spPr>
                <a:xfrm>
                  <a:off x="3265828" y="6375852"/>
                  <a:ext cx="41400" cy="237240"/>
                </a:xfrm>
                <a:prstGeom prst="rect">
                  <a:avLst/>
                </a:prstGeom>
              </p:spPr>
            </p:pic>
          </mc:Fallback>
        </mc:AlternateContent>
        <mc:AlternateContent xmlns:mc="http://schemas.openxmlformats.org/markup-compatibility/2006">
          <mc:Choice xmlns:p14="http://schemas.microsoft.com/office/powerpoint/2010/main" Requires="p14">
            <p:contentPart p14:bwMode="auto" r:id="rId167">
              <p14:nvContentPartPr>
                <p14:cNvPr id="30751" name="Ink 30750">
                  <a:extLst>
                    <a:ext uri="{FF2B5EF4-FFF2-40B4-BE49-F238E27FC236}">
                      <a16:creationId xmlns:a16="http://schemas.microsoft.com/office/drawing/2014/main" id="{EFB0D7E7-2A93-DF10-2ABD-58144FA002B4}"/>
                    </a:ext>
                  </a:extLst>
                </p14:cNvPr>
                <p14:cNvContentPartPr/>
                <p14:nvPr/>
              </p14:nvContentPartPr>
              <p14:xfrm>
                <a:off x="3170428" y="6505452"/>
                <a:ext cx="133560" cy="25560"/>
              </p14:xfrm>
            </p:contentPart>
          </mc:Choice>
          <mc:Fallback>
            <p:pic>
              <p:nvPicPr>
                <p:cNvPr id="30751" name="Ink 30750">
                  <a:extLst>
                    <a:ext uri="{FF2B5EF4-FFF2-40B4-BE49-F238E27FC236}">
                      <a16:creationId xmlns:a16="http://schemas.microsoft.com/office/drawing/2014/main" id="{EFB0D7E7-2A93-DF10-2ABD-58144FA002B4}"/>
                    </a:ext>
                  </a:extLst>
                </p:cNvPr>
                <p:cNvPicPr/>
                <p:nvPr/>
              </p:nvPicPr>
              <p:blipFill>
                <a:blip r:embed="rId168"/>
                <a:stretch>
                  <a:fillRect/>
                </a:stretch>
              </p:blipFill>
              <p:spPr>
                <a:xfrm>
                  <a:off x="3166108" y="6501132"/>
                  <a:ext cx="14220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169">
              <p14:nvContentPartPr>
                <p14:cNvPr id="30752" name="Ink 30751">
                  <a:extLst>
                    <a:ext uri="{FF2B5EF4-FFF2-40B4-BE49-F238E27FC236}">
                      <a16:creationId xmlns:a16="http://schemas.microsoft.com/office/drawing/2014/main" id="{AC27E497-2F48-8940-E721-EA5022B0007F}"/>
                    </a:ext>
                  </a:extLst>
                </p14:cNvPr>
                <p14:cNvContentPartPr/>
                <p14:nvPr/>
              </p14:nvContentPartPr>
              <p14:xfrm>
                <a:off x="3272668" y="6230772"/>
                <a:ext cx="96480" cy="595440"/>
              </p14:xfrm>
            </p:contentPart>
          </mc:Choice>
          <mc:Fallback>
            <p:pic>
              <p:nvPicPr>
                <p:cNvPr id="30752" name="Ink 30751">
                  <a:extLst>
                    <a:ext uri="{FF2B5EF4-FFF2-40B4-BE49-F238E27FC236}">
                      <a16:creationId xmlns:a16="http://schemas.microsoft.com/office/drawing/2014/main" id="{AC27E497-2F48-8940-E721-EA5022B0007F}"/>
                    </a:ext>
                  </a:extLst>
                </p:cNvPr>
                <p:cNvPicPr/>
                <p:nvPr/>
              </p:nvPicPr>
              <p:blipFill>
                <a:blip r:embed="rId170"/>
                <a:stretch>
                  <a:fillRect/>
                </a:stretch>
              </p:blipFill>
              <p:spPr>
                <a:xfrm>
                  <a:off x="3268348" y="6226452"/>
                  <a:ext cx="105120" cy="604080"/>
                </a:xfrm>
                <a:prstGeom prst="rect">
                  <a:avLst/>
                </a:prstGeom>
              </p:spPr>
            </p:pic>
          </mc:Fallback>
        </mc:AlternateContent>
        <mc:AlternateContent xmlns:mc="http://schemas.openxmlformats.org/markup-compatibility/2006">
          <mc:Choice xmlns:p14="http://schemas.microsoft.com/office/powerpoint/2010/main" Requires="p14">
            <p:contentPart p14:bwMode="auto" r:id="rId171">
              <p14:nvContentPartPr>
                <p14:cNvPr id="30753" name="Ink 30752">
                  <a:extLst>
                    <a:ext uri="{FF2B5EF4-FFF2-40B4-BE49-F238E27FC236}">
                      <a16:creationId xmlns:a16="http://schemas.microsoft.com/office/drawing/2014/main" id="{6EA8D9C5-B74B-FCEF-2C8D-A78A2CB598AF}"/>
                    </a:ext>
                  </a:extLst>
                </p14:cNvPr>
                <p14:cNvContentPartPr/>
                <p14:nvPr/>
              </p14:nvContentPartPr>
              <p14:xfrm>
                <a:off x="3658228" y="6562692"/>
                <a:ext cx="10080" cy="14760"/>
              </p14:xfrm>
            </p:contentPart>
          </mc:Choice>
          <mc:Fallback>
            <p:pic>
              <p:nvPicPr>
                <p:cNvPr id="30753" name="Ink 30752">
                  <a:extLst>
                    <a:ext uri="{FF2B5EF4-FFF2-40B4-BE49-F238E27FC236}">
                      <a16:creationId xmlns:a16="http://schemas.microsoft.com/office/drawing/2014/main" id="{6EA8D9C5-B74B-FCEF-2C8D-A78A2CB598AF}"/>
                    </a:ext>
                  </a:extLst>
                </p:cNvPr>
                <p:cNvPicPr/>
                <p:nvPr/>
              </p:nvPicPr>
              <p:blipFill>
                <a:blip r:embed="rId172"/>
                <a:stretch>
                  <a:fillRect/>
                </a:stretch>
              </p:blipFill>
              <p:spPr>
                <a:xfrm>
                  <a:off x="3653908" y="6558372"/>
                  <a:ext cx="18720" cy="23400"/>
                </a:xfrm>
                <a:prstGeom prst="rect">
                  <a:avLst/>
                </a:prstGeom>
              </p:spPr>
            </p:pic>
          </mc:Fallback>
        </mc:AlternateContent>
        <mc:AlternateContent xmlns:mc="http://schemas.openxmlformats.org/markup-compatibility/2006">
          <mc:Choice xmlns:p14="http://schemas.microsoft.com/office/powerpoint/2010/main" Requires="p14">
            <p:contentPart p14:bwMode="auto" r:id="rId173">
              <p14:nvContentPartPr>
                <p14:cNvPr id="30754" name="Ink 30753">
                  <a:extLst>
                    <a:ext uri="{FF2B5EF4-FFF2-40B4-BE49-F238E27FC236}">
                      <a16:creationId xmlns:a16="http://schemas.microsoft.com/office/drawing/2014/main" id="{82905B5D-95CC-015A-94A5-CEEB69229F06}"/>
                    </a:ext>
                  </a:extLst>
                </p14:cNvPr>
                <p14:cNvContentPartPr/>
                <p14:nvPr/>
              </p14:nvContentPartPr>
              <p14:xfrm>
                <a:off x="3886108" y="6523092"/>
                <a:ext cx="11880" cy="12960"/>
              </p14:xfrm>
            </p:contentPart>
          </mc:Choice>
          <mc:Fallback>
            <p:pic>
              <p:nvPicPr>
                <p:cNvPr id="30754" name="Ink 30753">
                  <a:extLst>
                    <a:ext uri="{FF2B5EF4-FFF2-40B4-BE49-F238E27FC236}">
                      <a16:creationId xmlns:a16="http://schemas.microsoft.com/office/drawing/2014/main" id="{82905B5D-95CC-015A-94A5-CEEB69229F06}"/>
                    </a:ext>
                  </a:extLst>
                </p:cNvPr>
                <p:cNvPicPr/>
                <p:nvPr/>
              </p:nvPicPr>
              <p:blipFill>
                <a:blip r:embed="rId174"/>
                <a:stretch>
                  <a:fillRect/>
                </a:stretch>
              </p:blipFill>
              <p:spPr>
                <a:xfrm>
                  <a:off x="3881788" y="6518772"/>
                  <a:ext cx="2052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175">
              <p14:nvContentPartPr>
                <p14:cNvPr id="30755" name="Ink 30754">
                  <a:extLst>
                    <a:ext uri="{FF2B5EF4-FFF2-40B4-BE49-F238E27FC236}">
                      <a16:creationId xmlns:a16="http://schemas.microsoft.com/office/drawing/2014/main" id="{0E8422C5-937C-C6D0-2502-CB7F80C3F54B}"/>
                    </a:ext>
                  </a:extLst>
                </p14:cNvPr>
                <p14:cNvContentPartPr/>
                <p14:nvPr/>
              </p14:nvContentPartPr>
              <p14:xfrm>
                <a:off x="4143508" y="6511212"/>
                <a:ext cx="18720" cy="3240"/>
              </p14:xfrm>
            </p:contentPart>
          </mc:Choice>
          <mc:Fallback>
            <p:pic>
              <p:nvPicPr>
                <p:cNvPr id="30755" name="Ink 30754">
                  <a:extLst>
                    <a:ext uri="{FF2B5EF4-FFF2-40B4-BE49-F238E27FC236}">
                      <a16:creationId xmlns:a16="http://schemas.microsoft.com/office/drawing/2014/main" id="{0E8422C5-937C-C6D0-2502-CB7F80C3F54B}"/>
                    </a:ext>
                  </a:extLst>
                </p:cNvPr>
                <p:cNvPicPr/>
                <p:nvPr/>
              </p:nvPicPr>
              <p:blipFill>
                <a:blip r:embed="rId176"/>
                <a:stretch>
                  <a:fillRect/>
                </a:stretch>
              </p:blipFill>
              <p:spPr>
                <a:xfrm>
                  <a:off x="4139188" y="6506892"/>
                  <a:ext cx="27360" cy="11880"/>
                </a:xfrm>
                <a:prstGeom prst="rect">
                  <a:avLst/>
                </a:prstGeom>
              </p:spPr>
            </p:pic>
          </mc:Fallback>
        </mc:AlternateContent>
        <mc:AlternateContent xmlns:mc="http://schemas.openxmlformats.org/markup-compatibility/2006">
          <mc:Choice xmlns:p14="http://schemas.microsoft.com/office/powerpoint/2010/main" Requires="p14">
            <p:contentPart p14:bwMode="auto" r:id="rId177">
              <p14:nvContentPartPr>
                <p14:cNvPr id="30756" name="Ink 30755">
                  <a:extLst>
                    <a:ext uri="{FF2B5EF4-FFF2-40B4-BE49-F238E27FC236}">
                      <a16:creationId xmlns:a16="http://schemas.microsoft.com/office/drawing/2014/main" id="{246E2C0A-C491-6DDE-BC82-FB5EE18591BB}"/>
                    </a:ext>
                  </a:extLst>
                </p14:cNvPr>
                <p14:cNvContentPartPr/>
                <p14:nvPr/>
              </p14:nvContentPartPr>
              <p14:xfrm>
                <a:off x="4421428" y="6398532"/>
                <a:ext cx="175320" cy="244800"/>
              </p14:xfrm>
            </p:contentPart>
          </mc:Choice>
          <mc:Fallback>
            <p:pic>
              <p:nvPicPr>
                <p:cNvPr id="30756" name="Ink 30755">
                  <a:extLst>
                    <a:ext uri="{FF2B5EF4-FFF2-40B4-BE49-F238E27FC236}">
                      <a16:creationId xmlns:a16="http://schemas.microsoft.com/office/drawing/2014/main" id="{246E2C0A-C491-6DDE-BC82-FB5EE18591BB}"/>
                    </a:ext>
                  </a:extLst>
                </p:cNvPr>
                <p:cNvPicPr/>
                <p:nvPr/>
              </p:nvPicPr>
              <p:blipFill>
                <a:blip r:embed="rId178"/>
                <a:stretch>
                  <a:fillRect/>
                </a:stretch>
              </p:blipFill>
              <p:spPr>
                <a:xfrm>
                  <a:off x="4417108" y="6394212"/>
                  <a:ext cx="183960" cy="253440"/>
                </a:xfrm>
                <a:prstGeom prst="rect">
                  <a:avLst/>
                </a:prstGeom>
              </p:spPr>
            </p:pic>
          </mc:Fallback>
        </mc:AlternateContent>
        <mc:AlternateContent xmlns:mc="http://schemas.openxmlformats.org/markup-compatibility/2006">
          <mc:Choice xmlns:p14="http://schemas.microsoft.com/office/powerpoint/2010/main" Requires="p14">
            <p:contentPart p14:bwMode="auto" r:id="rId179">
              <p14:nvContentPartPr>
                <p14:cNvPr id="30757" name="Ink 30756">
                  <a:extLst>
                    <a:ext uri="{FF2B5EF4-FFF2-40B4-BE49-F238E27FC236}">
                      <a16:creationId xmlns:a16="http://schemas.microsoft.com/office/drawing/2014/main" id="{EE7B74C9-F45E-1B60-9366-30C9068742F5}"/>
                    </a:ext>
                  </a:extLst>
                </p14:cNvPr>
                <p14:cNvContentPartPr/>
                <p14:nvPr/>
              </p14:nvContentPartPr>
              <p14:xfrm>
                <a:off x="4618348" y="6723972"/>
                <a:ext cx="87840" cy="282960"/>
              </p14:xfrm>
            </p:contentPart>
          </mc:Choice>
          <mc:Fallback>
            <p:pic>
              <p:nvPicPr>
                <p:cNvPr id="30757" name="Ink 30756">
                  <a:extLst>
                    <a:ext uri="{FF2B5EF4-FFF2-40B4-BE49-F238E27FC236}">
                      <a16:creationId xmlns:a16="http://schemas.microsoft.com/office/drawing/2014/main" id="{EE7B74C9-F45E-1B60-9366-30C9068742F5}"/>
                    </a:ext>
                  </a:extLst>
                </p:cNvPr>
                <p:cNvPicPr/>
                <p:nvPr/>
              </p:nvPicPr>
              <p:blipFill>
                <a:blip r:embed="rId180"/>
                <a:stretch>
                  <a:fillRect/>
                </a:stretch>
              </p:blipFill>
              <p:spPr>
                <a:xfrm>
                  <a:off x="4614028" y="6719652"/>
                  <a:ext cx="96480" cy="291600"/>
                </a:xfrm>
                <a:prstGeom prst="rect">
                  <a:avLst/>
                </a:prstGeom>
              </p:spPr>
            </p:pic>
          </mc:Fallback>
        </mc:AlternateContent>
        <mc:AlternateContent xmlns:mc="http://schemas.openxmlformats.org/markup-compatibility/2006">
          <mc:Choice xmlns:p14="http://schemas.microsoft.com/office/powerpoint/2010/main" Requires="p14">
            <p:contentPart p14:bwMode="auto" r:id="rId181">
              <p14:nvContentPartPr>
                <p14:cNvPr id="30758" name="Ink 30757">
                  <a:extLst>
                    <a:ext uri="{FF2B5EF4-FFF2-40B4-BE49-F238E27FC236}">
                      <a16:creationId xmlns:a16="http://schemas.microsoft.com/office/drawing/2014/main" id="{8F3E0045-B655-D4B4-04A0-D68EF8D441A0}"/>
                    </a:ext>
                  </a:extLst>
                </p14:cNvPr>
                <p14:cNvContentPartPr/>
                <p14:nvPr/>
              </p14:nvContentPartPr>
              <p14:xfrm>
                <a:off x="4812388" y="6362892"/>
                <a:ext cx="185400" cy="284040"/>
              </p14:xfrm>
            </p:contentPart>
          </mc:Choice>
          <mc:Fallback>
            <p:pic>
              <p:nvPicPr>
                <p:cNvPr id="30758" name="Ink 30757">
                  <a:extLst>
                    <a:ext uri="{FF2B5EF4-FFF2-40B4-BE49-F238E27FC236}">
                      <a16:creationId xmlns:a16="http://schemas.microsoft.com/office/drawing/2014/main" id="{8F3E0045-B655-D4B4-04A0-D68EF8D441A0}"/>
                    </a:ext>
                  </a:extLst>
                </p:cNvPr>
                <p:cNvPicPr/>
                <p:nvPr/>
              </p:nvPicPr>
              <p:blipFill>
                <a:blip r:embed="rId182"/>
                <a:stretch>
                  <a:fillRect/>
                </a:stretch>
              </p:blipFill>
              <p:spPr>
                <a:xfrm>
                  <a:off x="4808068" y="6358572"/>
                  <a:ext cx="194040" cy="292680"/>
                </a:xfrm>
                <a:prstGeom prst="rect">
                  <a:avLst/>
                </a:prstGeom>
              </p:spPr>
            </p:pic>
          </mc:Fallback>
        </mc:AlternateContent>
        <mc:AlternateContent xmlns:mc="http://schemas.openxmlformats.org/markup-compatibility/2006">
          <mc:Choice xmlns:p14="http://schemas.microsoft.com/office/powerpoint/2010/main" Requires="p14">
            <p:contentPart p14:bwMode="auto" r:id="rId183">
              <p14:nvContentPartPr>
                <p14:cNvPr id="30759" name="Ink 30758">
                  <a:extLst>
                    <a:ext uri="{FF2B5EF4-FFF2-40B4-BE49-F238E27FC236}">
                      <a16:creationId xmlns:a16="http://schemas.microsoft.com/office/drawing/2014/main" id="{CF44E334-3063-4FAF-CF79-BB928F1ED9D4}"/>
                    </a:ext>
                  </a:extLst>
                </p14:cNvPr>
                <p14:cNvContentPartPr/>
                <p14:nvPr/>
              </p14:nvContentPartPr>
              <p14:xfrm>
                <a:off x="4867108" y="6484932"/>
                <a:ext cx="101520" cy="14040"/>
              </p14:xfrm>
            </p:contentPart>
          </mc:Choice>
          <mc:Fallback>
            <p:pic>
              <p:nvPicPr>
                <p:cNvPr id="30759" name="Ink 30758">
                  <a:extLst>
                    <a:ext uri="{FF2B5EF4-FFF2-40B4-BE49-F238E27FC236}">
                      <a16:creationId xmlns:a16="http://schemas.microsoft.com/office/drawing/2014/main" id="{CF44E334-3063-4FAF-CF79-BB928F1ED9D4}"/>
                    </a:ext>
                  </a:extLst>
                </p:cNvPr>
                <p:cNvPicPr/>
                <p:nvPr/>
              </p:nvPicPr>
              <p:blipFill>
                <a:blip r:embed="rId184"/>
                <a:stretch>
                  <a:fillRect/>
                </a:stretch>
              </p:blipFill>
              <p:spPr>
                <a:xfrm>
                  <a:off x="4862788" y="6480612"/>
                  <a:ext cx="110160" cy="22680"/>
                </a:xfrm>
                <a:prstGeom prst="rect">
                  <a:avLst/>
                </a:prstGeom>
              </p:spPr>
            </p:pic>
          </mc:Fallback>
        </mc:AlternateContent>
        <mc:AlternateContent xmlns:mc="http://schemas.openxmlformats.org/markup-compatibility/2006">
          <mc:Choice xmlns:p14="http://schemas.microsoft.com/office/powerpoint/2010/main" Requires="p14">
            <p:contentPart p14:bwMode="auto" r:id="rId185">
              <p14:nvContentPartPr>
                <p14:cNvPr id="30760" name="Ink 30759">
                  <a:extLst>
                    <a:ext uri="{FF2B5EF4-FFF2-40B4-BE49-F238E27FC236}">
                      <a16:creationId xmlns:a16="http://schemas.microsoft.com/office/drawing/2014/main" id="{B1AF1CDA-115F-D186-A5D5-0FAE70FAB7D2}"/>
                    </a:ext>
                  </a:extLst>
                </p14:cNvPr>
                <p14:cNvContentPartPr/>
                <p14:nvPr/>
              </p14:nvContentPartPr>
              <p14:xfrm>
                <a:off x="4864228" y="6257052"/>
                <a:ext cx="184320" cy="572400"/>
              </p14:xfrm>
            </p:contentPart>
          </mc:Choice>
          <mc:Fallback>
            <p:pic>
              <p:nvPicPr>
                <p:cNvPr id="30760" name="Ink 30759">
                  <a:extLst>
                    <a:ext uri="{FF2B5EF4-FFF2-40B4-BE49-F238E27FC236}">
                      <a16:creationId xmlns:a16="http://schemas.microsoft.com/office/drawing/2014/main" id="{B1AF1CDA-115F-D186-A5D5-0FAE70FAB7D2}"/>
                    </a:ext>
                  </a:extLst>
                </p:cNvPr>
                <p:cNvPicPr/>
                <p:nvPr/>
              </p:nvPicPr>
              <p:blipFill>
                <a:blip r:embed="rId186"/>
                <a:stretch>
                  <a:fillRect/>
                </a:stretch>
              </p:blipFill>
              <p:spPr>
                <a:xfrm>
                  <a:off x="4859908" y="6252732"/>
                  <a:ext cx="192960" cy="581040"/>
                </a:xfrm>
                <a:prstGeom prst="rect">
                  <a:avLst/>
                </a:prstGeom>
              </p:spPr>
            </p:pic>
          </mc:Fallback>
        </mc:AlternateContent>
        <mc:AlternateContent xmlns:mc="http://schemas.openxmlformats.org/markup-compatibility/2006">
          <mc:Choice xmlns:p14="http://schemas.microsoft.com/office/powerpoint/2010/main" Requires="p14">
            <p:contentPart p14:bwMode="auto" r:id="rId187">
              <p14:nvContentPartPr>
                <p14:cNvPr id="30761" name="Ink 30760">
                  <a:extLst>
                    <a:ext uri="{FF2B5EF4-FFF2-40B4-BE49-F238E27FC236}">
                      <a16:creationId xmlns:a16="http://schemas.microsoft.com/office/drawing/2014/main" id="{BF7A28A5-5CFC-6CF4-8CBE-D2EBE80743AF}"/>
                    </a:ext>
                  </a:extLst>
                </p14:cNvPr>
                <p14:cNvContentPartPr/>
                <p14:nvPr/>
              </p14:nvContentPartPr>
              <p14:xfrm>
                <a:off x="4320268" y="6324012"/>
                <a:ext cx="279360" cy="553320"/>
              </p14:xfrm>
            </p:contentPart>
          </mc:Choice>
          <mc:Fallback>
            <p:pic>
              <p:nvPicPr>
                <p:cNvPr id="30761" name="Ink 30760">
                  <a:extLst>
                    <a:ext uri="{FF2B5EF4-FFF2-40B4-BE49-F238E27FC236}">
                      <a16:creationId xmlns:a16="http://schemas.microsoft.com/office/drawing/2014/main" id="{BF7A28A5-5CFC-6CF4-8CBE-D2EBE80743AF}"/>
                    </a:ext>
                  </a:extLst>
                </p:cNvPr>
                <p:cNvPicPr/>
                <p:nvPr/>
              </p:nvPicPr>
              <p:blipFill>
                <a:blip r:embed="rId188"/>
                <a:stretch>
                  <a:fillRect/>
                </a:stretch>
              </p:blipFill>
              <p:spPr>
                <a:xfrm>
                  <a:off x="4315948" y="6319692"/>
                  <a:ext cx="288000" cy="561960"/>
                </a:xfrm>
                <a:prstGeom prst="rect">
                  <a:avLst/>
                </a:prstGeom>
              </p:spPr>
            </p:pic>
          </mc:Fallback>
        </mc:AlternateContent>
      </p:grpSp>
      <p:grpSp>
        <p:nvGrpSpPr>
          <p:cNvPr id="30794" name="Group 30793">
            <a:extLst>
              <a:ext uri="{FF2B5EF4-FFF2-40B4-BE49-F238E27FC236}">
                <a16:creationId xmlns:a16="http://schemas.microsoft.com/office/drawing/2014/main" id="{04BB9C90-1791-60E1-C51C-89ADA05B2BF0}"/>
              </a:ext>
            </a:extLst>
          </p:cNvPr>
          <p:cNvGrpSpPr/>
          <p:nvPr/>
        </p:nvGrpSpPr>
        <p:grpSpPr>
          <a:xfrm>
            <a:off x="4791148" y="778212"/>
            <a:ext cx="3835080" cy="1207440"/>
            <a:chOff x="4791148" y="778212"/>
            <a:chExt cx="3835080" cy="1207440"/>
          </a:xfrm>
        </p:grpSpPr>
        <mc:AlternateContent xmlns:mc="http://schemas.openxmlformats.org/markup-compatibility/2006">
          <mc:Choice xmlns:p14="http://schemas.microsoft.com/office/powerpoint/2010/main" Requires="p14">
            <p:contentPart p14:bwMode="auto" r:id="rId189">
              <p14:nvContentPartPr>
                <p14:cNvPr id="30763" name="Ink 30762">
                  <a:extLst>
                    <a:ext uri="{FF2B5EF4-FFF2-40B4-BE49-F238E27FC236}">
                      <a16:creationId xmlns:a16="http://schemas.microsoft.com/office/drawing/2014/main" id="{BCE75A64-F37E-C18B-1316-F66E077F812B}"/>
                    </a:ext>
                  </a:extLst>
                </p14:cNvPr>
                <p14:cNvContentPartPr/>
                <p14:nvPr/>
              </p14:nvContentPartPr>
              <p14:xfrm>
                <a:off x="5302348" y="895932"/>
                <a:ext cx="172800" cy="352800"/>
              </p14:xfrm>
            </p:contentPart>
          </mc:Choice>
          <mc:Fallback>
            <p:pic>
              <p:nvPicPr>
                <p:cNvPr id="30763" name="Ink 30762">
                  <a:extLst>
                    <a:ext uri="{FF2B5EF4-FFF2-40B4-BE49-F238E27FC236}">
                      <a16:creationId xmlns:a16="http://schemas.microsoft.com/office/drawing/2014/main" id="{BCE75A64-F37E-C18B-1316-F66E077F812B}"/>
                    </a:ext>
                  </a:extLst>
                </p:cNvPr>
                <p:cNvPicPr/>
                <p:nvPr/>
              </p:nvPicPr>
              <p:blipFill>
                <a:blip r:embed="rId190"/>
                <a:stretch>
                  <a:fillRect/>
                </a:stretch>
              </p:blipFill>
              <p:spPr>
                <a:xfrm>
                  <a:off x="5298028" y="891612"/>
                  <a:ext cx="181440" cy="361440"/>
                </a:xfrm>
                <a:prstGeom prst="rect">
                  <a:avLst/>
                </a:prstGeom>
              </p:spPr>
            </p:pic>
          </mc:Fallback>
        </mc:AlternateContent>
        <mc:AlternateContent xmlns:mc="http://schemas.openxmlformats.org/markup-compatibility/2006">
          <mc:Choice xmlns:p14="http://schemas.microsoft.com/office/powerpoint/2010/main" Requires="p14">
            <p:contentPart p14:bwMode="auto" r:id="rId191">
              <p14:nvContentPartPr>
                <p14:cNvPr id="30764" name="Ink 30763">
                  <a:extLst>
                    <a:ext uri="{FF2B5EF4-FFF2-40B4-BE49-F238E27FC236}">
                      <a16:creationId xmlns:a16="http://schemas.microsoft.com/office/drawing/2014/main" id="{EA0ACF33-EEB7-7B95-F377-FB06435B0362}"/>
                    </a:ext>
                  </a:extLst>
                </p14:cNvPr>
                <p14:cNvContentPartPr/>
                <p14:nvPr/>
              </p14:nvContentPartPr>
              <p14:xfrm>
                <a:off x="5339068" y="1071612"/>
                <a:ext cx="70200" cy="12960"/>
              </p14:xfrm>
            </p:contentPart>
          </mc:Choice>
          <mc:Fallback>
            <p:pic>
              <p:nvPicPr>
                <p:cNvPr id="30764" name="Ink 30763">
                  <a:extLst>
                    <a:ext uri="{FF2B5EF4-FFF2-40B4-BE49-F238E27FC236}">
                      <a16:creationId xmlns:a16="http://schemas.microsoft.com/office/drawing/2014/main" id="{EA0ACF33-EEB7-7B95-F377-FB06435B0362}"/>
                    </a:ext>
                  </a:extLst>
                </p:cNvPr>
                <p:cNvPicPr/>
                <p:nvPr/>
              </p:nvPicPr>
              <p:blipFill>
                <a:blip r:embed="rId192"/>
                <a:stretch>
                  <a:fillRect/>
                </a:stretch>
              </p:blipFill>
              <p:spPr>
                <a:xfrm>
                  <a:off x="5334748" y="1067292"/>
                  <a:ext cx="7884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193">
              <p14:nvContentPartPr>
                <p14:cNvPr id="30765" name="Ink 30764">
                  <a:extLst>
                    <a:ext uri="{FF2B5EF4-FFF2-40B4-BE49-F238E27FC236}">
                      <a16:creationId xmlns:a16="http://schemas.microsoft.com/office/drawing/2014/main" id="{A60882AA-5D36-CE23-C9FA-989FC545F346}"/>
                    </a:ext>
                  </a:extLst>
                </p14:cNvPr>
                <p14:cNvContentPartPr/>
                <p14:nvPr/>
              </p14:nvContentPartPr>
              <p14:xfrm>
                <a:off x="5509708" y="1279332"/>
                <a:ext cx="53640" cy="189720"/>
              </p14:xfrm>
            </p:contentPart>
          </mc:Choice>
          <mc:Fallback>
            <p:pic>
              <p:nvPicPr>
                <p:cNvPr id="30765" name="Ink 30764">
                  <a:extLst>
                    <a:ext uri="{FF2B5EF4-FFF2-40B4-BE49-F238E27FC236}">
                      <a16:creationId xmlns:a16="http://schemas.microsoft.com/office/drawing/2014/main" id="{A60882AA-5D36-CE23-C9FA-989FC545F346}"/>
                    </a:ext>
                  </a:extLst>
                </p:cNvPr>
                <p:cNvPicPr/>
                <p:nvPr/>
              </p:nvPicPr>
              <p:blipFill>
                <a:blip r:embed="rId194"/>
                <a:stretch>
                  <a:fillRect/>
                </a:stretch>
              </p:blipFill>
              <p:spPr>
                <a:xfrm>
                  <a:off x="5505388" y="1275012"/>
                  <a:ext cx="62280" cy="198360"/>
                </a:xfrm>
                <a:prstGeom prst="rect">
                  <a:avLst/>
                </a:prstGeom>
              </p:spPr>
            </p:pic>
          </mc:Fallback>
        </mc:AlternateContent>
        <mc:AlternateContent xmlns:mc="http://schemas.openxmlformats.org/markup-compatibility/2006">
          <mc:Choice xmlns:p14="http://schemas.microsoft.com/office/powerpoint/2010/main" Requires="p14">
            <p:contentPart p14:bwMode="auto" r:id="rId195">
              <p14:nvContentPartPr>
                <p14:cNvPr id="30766" name="Ink 30765">
                  <a:extLst>
                    <a:ext uri="{FF2B5EF4-FFF2-40B4-BE49-F238E27FC236}">
                      <a16:creationId xmlns:a16="http://schemas.microsoft.com/office/drawing/2014/main" id="{80FFC02B-1943-D286-D3A9-173EB72406F4}"/>
                    </a:ext>
                  </a:extLst>
                </p14:cNvPr>
                <p14:cNvContentPartPr/>
                <p14:nvPr/>
              </p14:nvContentPartPr>
              <p14:xfrm>
                <a:off x="5697628" y="1046052"/>
                <a:ext cx="180000" cy="143640"/>
              </p14:xfrm>
            </p:contentPart>
          </mc:Choice>
          <mc:Fallback>
            <p:pic>
              <p:nvPicPr>
                <p:cNvPr id="30766" name="Ink 30765">
                  <a:extLst>
                    <a:ext uri="{FF2B5EF4-FFF2-40B4-BE49-F238E27FC236}">
                      <a16:creationId xmlns:a16="http://schemas.microsoft.com/office/drawing/2014/main" id="{80FFC02B-1943-D286-D3A9-173EB72406F4}"/>
                    </a:ext>
                  </a:extLst>
                </p:cNvPr>
                <p:cNvPicPr/>
                <p:nvPr/>
              </p:nvPicPr>
              <p:blipFill>
                <a:blip r:embed="rId196"/>
                <a:stretch>
                  <a:fillRect/>
                </a:stretch>
              </p:blipFill>
              <p:spPr>
                <a:xfrm>
                  <a:off x="5693308" y="1041732"/>
                  <a:ext cx="188640" cy="152280"/>
                </a:xfrm>
                <a:prstGeom prst="rect">
                  <a:avLst/>
                </a:prstGeom>
              </p:spPr>
            </p:pic>
          </mc:Fallback>
        </mc:AlternateContent>
        <mc:AlternateContent xmlns:mc="http://schemas.openxmlformats.org/markup-compatibility/2006">
          <mc:Choice xmlns:p14="http://schemas.microsoft.com/office/powerpoint/2010/main" Requires="p14">
            <p:contentPart p14:bwMode="auto" r:id="rId197">
              <p14:nvContentPartPr>
                <p14:cNvPr id="30767" name="Ink 30766">
                  <a:extLst>
                    <a:ext uri="{FF2B5EF4-FFF2-40B4-BE49-F238E27FC236}">
                      <a16:creationId xmlns:a16="http://schemas.microsoft.com/office/drawing/2014/main" id="{B5D85261-763F-EEB9-6E50-9FD8DFA6FB53}"/>
                    </a:ext>
                  </a:extLst>
                </p14:cNvPr>
                <p14:cNvContentPartPr/>
                <p14:nvPr/>
              </p14:nvContentPartPr>
              <p14:xfrm>
                <a:off x="6000388" y="1238652"/>
                <a:ext cx="52920" cy="206280"/>
              </p14:xfrm>
            </p:contentPart>
          </mc:Choice>
          <mc:Fallback>
            <p:pic>
              <p:nvPicPr>
                <p:cNvPr id="30767" name="Ink 30766">
                  <a:extLst>
                    <a:ext uri="{FF2B5EF4-FFF2-40B4-BE49-F238E27FC236}">
                      <a16:creationId xmlns:a16="http://schemas.microsoft.com/office/drawing/2014/main" id="{B5D85261-763F-EEB9-6E50-9FD8DFA6FB53}"/>
                    </a:ext>
                  </a:extLst>
                </p:cNvPr>
                <p:cNvPicPr/>
                <p:nvPr/>
              </p:nvPicPr>
              <p:blipFill>
                <a:blip r:embed="rId198"/>
                <a:stretch>
                  <a:fillRect/>
                </a:stretch>
              </p:blipFill>
              <p:spPr>
                <a:xfrm>
                  <a:off x="5996068" y="1234332"/>
                  <a:ext cx="61560" cy="214920"/>
                </a:xfrm>
                <a:prstGeom prst="rect">
                  <a:avLst/>
                </a:prstGeom>
              </p:spPr>
            </p:pic>
          </mc:Fallback>
        </mc:AlternateContent>
        <mc:AlternateContent xmlns:mc="http://schemas.openxmlformats.org/markup-compatibility/2006">
          <mc:Choice xmlns:p14="http://schemas.microsoft.com/office/powerpoint/2010/main" Requires="p14">
            <p:contentPart p14:bwMode="auto" r:id="rId199">
              <p14:nvContentPartPr>
                <p14:cNvPr id="30768" name="Ink 30767">
                  <a:extLst>
                    <a:ext uri="{FF2B5EF4-FFF2-40B4-BE49-F238E27FC236}">
                      <a16:creationId xmlns:a16="http://schemas.microsoft.com/office/drawing/2014/main" id="{0826AA36-D417-DA03-278F-412ECED62BC4}"/>
                    </a:ext>
                  </a:extLst>
                </p14:cNvPr>
                <p14:cNvContentPartPr/>
                <p14:nvPr/>
              </p14:nvContentPartPr>
              <p14:xfrm>
                <a:off x="6289468" y="971532"/>
                <a:ext cx="20880" cy="214920"/>
              </p14:xfrm>
            </p:contentPart>
          </mc:Choice>
          <mc:Fallback>
            <p:pic>
              <p:nvPicPr>
                <p:cNvPr id="30768" name="Ink 30767">
                  <a:extLst>
                    <a:ext uri="{FF2B5EF4-FFF2-40B4-BE49-F238E27FC236}">
                      <a16:creationId xmlns:a16="http://schemas.microsoft.com/office/drawing/2014/main" id="{0826AA36-D417-DA03-278F-412ECED62BC4}"/>
                    </a:ext>
                  </a:extLst>
                </p:cNvPr>
                <p:cNvPicPr/>
                <p:nvPr/>
              </p:nvPicPr>
              <p:blipFill>
                <a:blip r:embed="rId200"/>
                <a:stretch>
                  <a:fillRect/>
                </a:stretch>
              </p:blipFill>
              <p:spPr>
                <a:xfrm>
                  <a:off x="6285148" y="967212"/>
                  <a:ext cx="29520" cy="223560"/>
                </a:xfrm>
                <a:prstGeom prst="rect">
                  <a:avLst/>
                </a:prstGeom>
              </p:spPr>
            </p:pic>
          </mc:Fallback>
        </mc:AlternateContent>
        <mc:AlternateContent xmlns:mc="http://schemas.openxmlformats.org/markup-compatibility/2006">
          <mc:Choice xmlns:p14="http://schemas.microsoft.com/office/powerpoint/2010/main" Requires="p14">
            <p:contentPart p14:bwMode="auto" r:id="rId201">
              <p14:nvContentPartPr>
                <p14:cNvPr id="30769" name="Ink 30768">
                  <a:extLst>
                    <a:ext uri="{FF2B5EF4-FFF2-40B4-BE49-F238E27FC236}">
                      <a16:creationId xmlns:a16="http://schemas.microsoft.com/office/drawing/2014/main" id="{A8AD36AF-4023-B732-901C-2BC7959F4B3F}"/>
                    </a:ext>
                  </a:extLst>
                </p14:cNvPr>
                <p14:cNvContentPartPr/>
                <p14:nvPr/>
              </p14:nvContentPartPr>
              <p14:xfrm>
                <a:off x="6159508" y="960732"/>
                <a:ext cx="171000" cy="18000"/>
              </p14:xfrm>
            </p:contentPart>
          </mc:Choice>
          <mc:Fallback>
            <p:pic>
              <p:nvPicPr>
                <p:cNvPr id="30769" name="Ink 30768">
                  <a:extLst>
                    <a:ext uri="{FF2B5EF4-FFF2-40B4-BE49-F238E27FC236}">
                      <a16:creationId xmlns:a16="http://schemas.microsoft.com/office/drawing/2014/main" id="{A8AD36AF-4023-B732-901C-2BC7959F4B3F}"/>
                    </a:ext>
                  </a:extLst>
                </p:cNvPr>
                <p:cNvPicPr/>
                <p:nvPr/>
              </p:nvPicPr>
              <p:blipFill>
                <a:blip r:embed="rId202"/>
                <a:stretch>
                  <a:fillRect/>
                </a:stretch>
              </p:blipFill>
              <p:spPr>
                <a:xfrm>
                  <a:off x="6155188" y="956412"/>
                  <a:ext cx="17964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203">
              <p14:nvContentPartPr>
                <p14:cNvPr id="30770" name="Ink 30769">
                  <a:extLst>
                    <a:ext uri="{FF2B5EF4-FFF2-40B4-BE49-F238E27FC236}">
                      <a16:creationId xmlns:a16="http://schemas.microsoft.com/office/drawing/2014/main" id="{CBCD2492-E139-CCD7-0ACA-4F519301C2D2}"/>
                    </a:ext>
                  </a:extLst>
                </p14:cNvPr>
                <p14:cNvContentPartPr/>
                <p14:nvPr/>
              </p14:nvContentPartPr>
              <p14:xfrm>
                <a:off x="6144748" y="1103652"/>
                <a:ext cx="274320" cy="119880"/>
              </p14:xfrm>
            </p:contentPart>
          </mc:Choice>
          <mc:Fallback>
            <p:pic>
              <p:nvPicPr>
                <p:cNvPr id="30770" name="Ink 30769">
                  <a:extLst>
                    <a:ext uri="{FF2B5EF4-FFF2-40B4-BE49-F238E27FC236}">
                      <a16:creationId xmlns:a16="http://schemas.microsoft.com/office/drawing/2014/main" id="{CBCD2492-E139-CCD7-0ACA-4F519301C2D2}"/>
                    </a:ext>
                  </a:extLst>
                </p:cNvPr>
                <p:cNvPicPr/>
                <p:nvPr/>
              </p:nvPicPr>
              <p:blipFill>
                <a:blip r:embed="rId204"/>
                <a:stretch>
                  <a:fillRect/>
                </a:stretch>
              </p:blipFill>
              <p:spPr>
                <a:xfrm>
                  <a:off x="6140428" y="1099332"/>
                  <a:ext cx="282960" cy="128520"/>
                </a:xfrm>
                <a:prstGeom prst="rect">
                  <a:avLst/>
                </a:prstGeom>
              </p:spPr>
            </p:pic>
          </mc:Fallback>
        </mc:AlternateContent>
        <mc:AlternateContent xmlns:mc="http://schemas.openxmlformats.org/markup-compatibility/2006">
          <mc:Choice xmlns:p14="http://schemas.microsoft.com/office/powerpoint/2010/main" Requires="p14">
            <p:contentPart p14:bwMode="auto" r:id="rId205">
              <p14:nvContentPartPr>
                <p14:cNvPr id="30771" name="Ink 30770">
                  <a:extLst>
                    <a:ext uri="{FF2B5EF4-FFF2-40B4-BE49-F238E27FC236}">
                      <a16:creationId xmlns:a16="http://schemas.microsoft.com/office/drawing/2014/main" id="{5A117BA1-2671-CABF-9B4E-853FE4A425A0}"/>
                    </a:ext>
                  </a:extLst>
                </p14:cNvPr>
                <p14:cNvContentPartPr/>
                <p14:nvPr/>
              </p14:nvContentPartPr>
              <p14:xfrm>
                <a:off x="6497908" y="778212"/>
                <a:ext cx="84240" cy="565560"/>
              </p14:xfrm>
            </p:contentPart>
          </mc:Choice>
          <mc:Fallback>
            <p:pic>
              <p:nvPicPr>
                <p:cNvPr id="30771" name="Ink 30770">
                  <a:extLst>
                    <a:ext uri="{FF2B5EF4-FFF2-40B4-BE49-F238E27FC236}">
                      <a16:creationId xmlns:a16="http://schemas.microsoft.com/office/drawing/2014/main" id="{5A117BA1-2671-CABF-9B4E-853FE4A425A0}"/>
                    </a:ext>
                  </a:extLst>
                </p:cNvPr>
                <p:cNvPicPr/>
                <p:nvPr/>
              </p:nvPicPr>
              <p:blipFill>
                <a:blip r:embed="rId206"/>
                <a:stretch>
                  <a:fillRect/>
                </a:stretch>
              </p:blipFill>
              <p:spPr>
                <a:xfrm>
                  <a:off x="6493588" y="773892"/>
                  <a:ext cx="92880" cy="574200"/>
                </a:xfrm>
                <a:prstGeom prst="rect">
                  <a:avLst/>
                </a:prstGeom>
              </p:spPr>
            </p:pic>
          </mc:Fallback>
        </mc:AlternateContent>
        <mc:AlternateContent xmlns:mc="http://schemas.openxmlformats.org/markup-compatibility/2006">
          <mc:Choice xmlns:p14="http://schemas.microsoft.com/office/powerpoint/2010/main" Requires="p14">
            <p:contentPart p14:bwMode="auto" r:id="rId207">
              <p14:nvContentPartPr>
                <p14:cNvPr id="30772" name="Ink 30771">
                  <a:extLst>
                    <a:ext uri="{FF2B5EF4-FFF2-40B4-BE49-F238E27FC236}">
                      <a16:creationId xmlns:a16="http://schemas.microsoft.com/office/drawing/2014/main" id="{EC1B7275-E750-263C-A76D-E43182C4CAD8}"/>
                    </a:ext>
                  </a:extLst>
                </p14:cNvPr>
                <p14:cNvContentPartPr/>
                <p14:nvPr/>
              </p14:nvContentPartPr>
              <p14:xfrm>
                <a:off x="5200828" y="798732"/>
                <a:ext cx="29520" cy="513000"/>
              </p14:xfrm>
            </p:contentPart>
          </mc:Choice>
          <mc:Fallback>
            <p:pic>
              <p:nvPicPr>
                <p:cNvPr id="30772" name="Ink 30771">
                  <a:extLst>
                    <a:ext uri="{FF2B5EF4-FFF2-40B4-BE49-F238E27FC236}">
                      <a16:creationId xmlns:a16="http://schemas.microsoft.com/office/drawing/2014/main" id="{EC1B7275-E750-263C-A76D-E43182C4CAD8}"/>
                    </a:ext>
                  </a:extLst>
                </p:cNvPr>
                <p:cNvPicPr/>
                <p:nvPr/>
              </p:nvPicPr>
              <p:blipFill>
                <a:blip r:embed="rId208"/>
                <a:stretch>
                  <a:fillRect/>
                </a:stretch>
              </p:blipFill>
              <p:spPr>
                <a:xfrm>
                  <a:off x="5196508" y="794412"/>
                  <a:ext cx="38160" cy="521640"/>
                </a:xfrm>
                <a:prstGeom prst="rect">
                  <a:avLst/>
                </a:prstGeom>
              </p:spPr>
            </p:pic>
          </mc:Fallback>
        </mc:AlternateContent>
        <mc:AlternateContent xmlns:mc="http://schemas.openxmlformats.org/markup-compatibility/2006">
          <mc:Choice xmlns:p14="http://schemas.microsoft.com/office/powerpoint/2010/main" Requires="p14">
            <p:contentPart p14:bwMode="auto" r:id="rId209">
              <p14:nvContentPartPr>
                <p14:cNvPr id="30773" name="Ink 30772">
                  <a:extLst>
                    <a:ext uri="{FF2B5EF4-FFF2-40B4-BE49-F238E27FC236}">
                      <a16:creationId xmlns:a16="http://schemas.microsoft.com/office/drawing/2014/main" id="{26D4BBCB-216D-FFA4-1D36-335F401DBB63}"/>
                    </a:ext>
                  </a:extLst>
                </p14:cNvPr>
                <p14:cNvContentPartPr/>
                <p14:nvPr/>
              </p14:nvContentPartPr>
              <p14:xfrm>
                <a:off x="4791148" y="1281852"/>
                <a:ext cx="2002680" cy="102600"/>
              </p14:xfrm>
            </p:contentPart>
          </mc:Choice>
          <mc:Fallback>
            <p:pic>
              <p:nvPicPr>
                <p:cNvPr id="30773" name="Ink 30772">
                  <a:extLst>
                    <a:ext uri="{FF2B5EF4-FFF2-40B4-BE49-F238E27FC236}">
                      <a16:creationId xmlns:a16="http://schemas.microsoft.com/office/drawing/2014/main" id="{26D4BBCB-216D-FFA4-1D36-335F401DBB63}"/>
                    </a:ext>
                  </a:extLst>
                </p:cNvPr>
                <p:cNvPicPr/>
                <p:nvPr/>
              </p:nvPicPr>
              <p:blipFill>
                <a:blip r:embed="rId210"/>
                <a:stretch>
                  <a:fillRect/>
                </a:stretch>
              </p:blipFill>
              <p:spPr>
                <a:xfrm>
                  <a:off x="4786828" y="1277532"/>
                  <a:ext cx="2011320" cy="111240"/>
                </a:xfrm>
                <a:prstGeom prst="rect">
                  <a:avLst/>
                </a:prstGeom>
              </p:spPr>
            </p:pic>
          </mc:Fallback>
        </mc:AlternateContent>
        <mc:AlternateContent xmlns:mc="http://schemas.openxmlformats.org/markup-compatibility/2006">
          <mc:Choice xmlns:p14="http://schemas.microsoft.com/office/powerpoint/2010/main" Requires="p14">
            <p:contentPart p14:bwMode="auto" r:id="rId211">
              <p14:nvContentPartPr>
                <p14:cNvPr id="30774" name="Ink 30773">
                  <a:extLst>
                    <a:ext uri="{FF2B5EF4-FFF2-40B4-BE49-F238E27FC236}">
                      <a16:creationId xmlns:a16="http://schemas.microsoft.com/office/drawing/2014/main" id="{1F85C43D-7389-934E-9F35-3EA694A60504}"/>
                    </a:ext>
                  </a:extLst>
                </p14:cNvPr>
                <p14:cNvContentPartPr/>
                <p14:nvPr/>
              </p14:nvContentPartPr>
              <p14:xfrm>
                <a:off x="5053588" y="1469772"/>
                <a:ext cx="43200" cy="515880"/>
              </p14:xfrm>
            </p:contentPart>
          </mc:Choice>
          <mc:Fallback>
            <p:pic>
              <p:nvPicPr>
                <p:cNvPr id="30774" name="Ink 30773">
                  <a:extLst>
                    <a:ext uri="{FF2B5EF4-FFF2-40B4-BE49-F238E27FC236}">
                      <a16:creationId xmlns:a16="http://schemas.microsoft.com/office/drawing/2014/main" id="{1F85C43D-7389-934E-9F35-3EA694A60504}"/>
                    </a:ext>
                  </a:extLst>
                </p:cNvPr>
                <p:cNvPicPr/>
                <p:nvPr/>
              </p:nvPicPr>
              <p:blipFill>
                <a:blip r:embed="rId212"/>
                <a:stretch>
                  <a:fillRect/>
                </a:stretch>
              </p:blipFill>
              <p:spPr>
                <a:xfrm>
                  <a:off x="5049268" y="1465452"/>
                  <a:ext cx="51840" cy="524520"/>
                </a:xfrm>
                <a:prstGeom prst="rect">
                  <a:avLst/>
                </a:prstGeom>
              </p:spPr>
            </p:pic>
          </mc:Fallback>
        </mc:AlternateContent>
        <mc:AlternateContent xmlns:mc="http://schemas.openxmlformats.org/markup-compatibility/2006">
          <mc:Choice xmlns:p14="http://schemas.microsoft.com/office/powerpoint/2010/main" Requires="p14">
            <p:contentPart p14:bwMode="auto" r:id="rId213">
              <p14:nvContentPartPr>
                <p14:cNvPr id="30775" name="Ink 30774">
                  <a:extLst>
                    <a:ext uri="{FF2B5EF4-FFF2-40B4-BE49-F238E27FC236}">
                      <a16:creationId xmlns:a16="http://schemas.microsoft.com/office/drawing/2014/main" id="{3101893C-865C-9C22-2B71-F141E9DA1F50}"/>
                    </a:ext>
                  </a:extLst>
                </p14:cNvPr>
                <p14:cNvContentPartPr/>
                <p14:nvPr/>
              </p14:nvContentPartPr>
              <p14:xfrm>
                <a:off x="5283628" y="1511532"/>
                <a:ext cx="47880" cy="196200"/>
              </p14:xfrm>
            </p:contentPart>
          </mc:Choice>
          <mc:Fallback>
            <p:pic>
              <p:nvPicPr>
                <p:cNvPr id="30775" name="Ink 30774">
                  <a:extLst>
                    <a:ext uri="{FF2B5EF4-FFF2-40B4-BE49-F238E27FC236}">
                      <a16:creationId xmlns:a16="http://schemas.microsoft.com/office/drawing/2014/main" id="{3101893C-865C-9C22-2B71-F141E9DA1F50}"/>
                    </a:ext>
                  </a:extLst>
                </p:cNvPr>
                <p:cNvPicPr/>
                <p:nvPr/>
              </p:nvPicPr>
              <p:blipFill>
                <a:blip r:embed="rId214"/>
                <a:stretch>
                  <a:fillRect/>
                </a:stretch>
              </p:blipFill>
              <p:spPr>
                <a:xfrm>
                  <a:off x="5279308" y="1507212"/>
                  <a:ext cx="56520" cy="204840"/>
                </a:xfrm>
                <a:prstGeom prst="rect">
                  <a:avLst/>
                </a:prstGeom>
              </p:spPr>
            </p:pic>
          </mc:Fallback>
        </mc:AlternateContent>
        <mc:AlternateContent xmlns:mc="http://schemas.openxmlformats.org/markup-compatibility/2006">
          <mc:Choice xmlns:p14="http://schemas.microsoft.com/office/powerpoint/2010/main" Requires="p14">
            <p:contentPart p14:bwMode="auto" r:id="rId215">
              <p14:nvContentPartPr>
                <p14:cNvPr id="30776" name="Ink 30775">
                  <a:extLst>
                    <a:ext uri="{FF2B5EF4-FFF2-40B4-BE49-F238E27FC236}">
                      <a16:creationId xmlns:a16="http://schemas.microsoft.com/office/drawing/2014/main" id="{8AC4F8D8-BE29-37B4-CDF6-89E479B285D9}"/>
                    </a:ext>
                  </a:extLst>
                </p14:cNvPr>
                <p14:cNvContentPartPr/>
                <p14:nvPr/>
              </p14:nvContentPartPr>
              <p14:xfrm>
                <a:off x="5169868" y="1436652"/>
                <a:ext cx="234360" cy="80640"/>
              </p14:xfrm>
            </p:contentPart>
          </mc:Choice>
          <mc:Fallback>
            <p:pic>
              <p:nvPicPr>
                <p:cNvPr id="30776" name="Ink 30775">
                  <a:extLst>
                    <a:ext uri="{FF2B5EF4-FFF2-40B4-BE49-F238E27FC236}">
                      <a16:creationId xmlns:a16="http://schemas.microsoft.com/office/drawing/2014/main" id="{8AC4F8D8-BE29-37B4-CDF6-89E479B285D9}"/>
                    </a:ext>
                  </a:extLst>
                </p:cNvPr>
                <p:cNvPicPr/>
                <p:nvPr/>
              </p:nvPicPr>
              <p:blipFill>
                <a:blip r:embed="rId216"/>
                <a:stretch>
                  <a:fillRect/>
                </a:stretch>
              </p:blipFill>
              <p:spPr>
                <a:xfrm>
                  <a:off x="5165548" y="1432332"/>
                  <a:ext cx="243000" cy="89280"/>
                </a:xfrm>
                <a:prstGeom prst="rect">
                  <a:avLst/>
                </a:prstGeom>
              </p:spPr>
            </p:pic>
          </mc:Fallback>
        </mc:AlternateContent>
        <mc:AlternateContent xmlns:mc="http://schemas.openxmlformats.org/markup-compatibility/2006">
          <mc:Choice xmlns:p14="http://schemas.microsoft.com/office/powerpoint/2010/main" Requires="p14">
            <p:contentPart p14:bwMode="auto" r:id="rId217">
              <p14:nvContentPartPr>
                <p14:cNvPr id="30777" name="Ink 30776">
                  <a:extLst>
                    <a:ext uri="{FF2B5EF4-FFF2-40B4-BE49-F238E27FC236}">
                      <a16:creationId xmlns:a16="http://schemas.microsoft.com/office/drawing/2014/main" id="{6D285D78-68BE-4440-8872-DA4BAD6F8835}"/>
                    </a:ext>
                  </a:extLst>
                </p14:cNvPr>
                <p14:cNvContentPartPr/>
                <p14:nvPr/>
              </p14:nvContentPartPr>
              <p14:xfrm>
                <a:off x="5233228" y="1631772"/>
                <a:ext cx="202320" cy="89640"/>
              </p14:xfrm>
            </p:contentPart>
          </mc:Choice>
          <mc:Fallback>
            <p:pic>
              <p:nvPicPr>
                <p:cNvPr id="30777" name="Ink 30776">
                  <a:extLst>
                    <a:ext uri="{FF2B5EF4-FFF2-40B4-BE49-F238E27FC236}">
                      <a16:creationId xmlns:a16="http://schemas.microsoft.com/office/drawing/2014/main" id="{6D285D78-68BE-4440-8872-DA4BAD6F8835}"/>
                    </a:ext>
                  </a:extLst>
                </p:cNvPr>
                <p:cNvPicPr/>
                <p:nvPr/>
              </p:nvPicPr>
              <p:blipFill>
                <a:blip r:embed="rId218"/>
                <a:stretch>
                  <a:fillRect/>
                </a:stretch>
              </p:blipFill>
              <p:spPr>
                <a:xfrm>
                  <a:off x="5228908" y="1627452"/>
                  <a:ext cx="210960" cy="98280"/>
                </a:xfrm>
                <a:prstGeom prst="rect">
                  <a:avLst/>
                </a:prstGeom>
              </p:spPr>
            </p:pic>
          </mc:Fallback>
        </mc:AlternateContent>
        <mc:AlternateContent xmlns:mc="http://schemas.openxmlformats.org/markup-compatibility/2006">
          <mc:Choice xmlns:p14="http://schemas.microsoft.com/office/powerpoint/2010/main" Requires="p14">
            <p:contentPart p14:bwMode="auto" r:id="rId219">
              <p14:nvContentPartPr>
                <p14:cNvPr id="30778" name="Ink 30777">
                  <a:extLst>
                    <a:ext uri="{FF2B5EF4-FFF2-40B4-BE49-F238E27FC236}">
                      <a16:creationId xmlns:a16="http://schemas.microsoft.com/office/drawing/2014/main" id="{86647FBB-0A54-7F01-1DD4-B2EE386C2771}"/>
                    </a:ext>
                  </a:extLst>
                </p14:cNvPr>
                <p14:cNvContentPartPr/>
                <p14:nvPr/>
              </p14:nvContentPartPr>
              <p14:xfrm>
                <a:off x="5525548" y="1767852"/>
                <a:ext cx="34200" cy="174240"/>
              </p14:xfrm>
            </p:contentPart>
          </mc:Choice>
          <mc:Fallback>
            <p:pic>
              <p:nvPicPr>
                <p:cNvPr id="30778" name="Ink 30777">
                  <a:extLst>
                    <a:ext uri="{FF2B5EF4-FFF2-40B4-BE49-F238E27FC236}">
                      <a16:creationId xmlns:a16="http://schemas.microsoft.com/office/drawing/2014/main" id="{86647FBB-0A54-7F01-1DD4-B2EE386C2771}"/>
                    </a:ext>
                  </a:extLst>
                </p:cNvPr>
                <p:cNvPicPr/>
                <p:nvPr/>
              </p:nvPicPr>
              <p:blipFill>
                <a:blip r:embed="rId220"/>
                <a:stretch>
                  <a:fillRect/>
                </a:stretch>
              </p:blipFill>
              <p:spPr>
                <a:xfrm>
                  <a:off x="5521228" y="1763532"/>
                  <a:ext cx="42840" cy="182880"/>
                </a:xfrm>
                <a:prstGeom prst="rect">
                  <a:avLst/>
                </a:prstGeom>
              </p:spPr>
            </p:pic>
          </mc:Fallback>
        </mc:AlternateContent>
        <mc:AlternateContent xmlns:mc="http://schemas.openxmlformats.org/markup-compatibility/2006">
          <mc:Choice xmlns:p14="http://schemas.microsoft.com/office/powerpoint/2010/main" Requires="p14">
            <p:contentPart p14:bwMode="auto" r:id="rId221">
              <p14:nvContentPartPr>
                <p14:cNvPr id="30779" name="Ink 30778">
                  <a:extLst>
                    <a:ext uri="{FF2B5EF4-FFF2-40B4-BE49-F238E27FC236}">
                      <a16:creationId xmlns:a16="http://schemas.microsoft.com/office/drawing/2014/main" id="{FEA7B8DA-1C5F-8B28-1C58-FD426DE955B0}"/>
                    </a:ext>
                  </a:extLst>
                </p14:cNvPr>
                <p14:cNvContentPartPr/>
                <p14:nvPr/>
              </p14:nvContentPartPr>
              <p14:xfrm>
                <a:off x="5732188" y="1451772"/>
                <a:ext cx="170640" cy="170640"/>
              </p14:xfrm>
            </p:contentPart>
          </mc:Choice>
          <mc:Fallback>
            <p:pic>
              <p:nvPicPr>
                <p:cNvPr id="30779" name="Ink 30778">
                  <a:extLst>
                    <a:ext uri="{FF2B5EF4-FFF2-40B4-BE49-F238E27FC236}">
                      <a16:creationId xmlns:a16="http://schemas.microsoft.com/office/drawing/2014/main" id="{FEA7B8DA-1C5F-8B28-1C58-FD426DE955B0}"/>
                    </a:ext>
                  </a:extLst>
                </p:cNvPr>
                <p:cNvPicPr/>
                <p:nvPr/>
              </p:nvPicPr>
              <p:blipFill>
                <a:blip r:embed="rId222"/>
                <a:stretch>
                  <a:fillRect/>
                </a:stretch>
              </p:blipFill>
              <p:spPr>
                <a:xfrm>
                  <a:off x="5727868" y="1447452"/>
                  <a:ext cx="179280" cy="179280"/>
                </a:xfrm>
                <a:prstGeom prst="rect">
                  <a:avLst/>
                </a:prstGeom>
              </p:spPr>
            </p:pic>
          </mc:Fallback>
        </mc:AlternateContent>
        <mc:AlternateContent xmlns:mc="http://schemas.openxmlformats.org/markup-compatibility/2006">
          <mc:Choice xmlns:p14="http://schemas.microsoft.com/office/powerpoint/2010/main" Requires="p14">
            <p:contentPart p14:bwMode="auto" r:id="rId223">
              <p14:nvContentPartPr>
                <p14:cNvPr id="30780" name="Ink 30779">
                  <a:extLst>
                    <a:ext uri="{FF2B5EF4-FFF2-40B4-BE49-F238E27FC236}">
                      <a16:creationId xmlns:a16="http://schemas.microsoft.com/office/drawing/2014/main" id="{8606A4CF-E5F2-E77E-550F-8B8B25F6E040}"/>
                    </a:ext>
                  </a:extLst>
                </p14:cNvPr>
                <p14:cNvContentPartPr/>
                <p14:nvPr/>
              </p14:nvContentPartPr>
              <p14:xfrm>
                <a:off x="5980948" y="1662012"/>
                <a:ext cx="100440" cy="246960"/>
              </p14:xfrm>
            </p:contentPart>
          </mc:Choice>
          <mc:Fallback>
            <p:pic>
              <p:nvPicPr>
                <p:cNvPr id="30780" name="Ink 30779">
                  <a:extLst>
                    <a:ext uri="{FF2B5EF4-FFF2-40B4-BE49-F238E27FC236}">
                      <a16:creationId xmlns:a16="http://schemas.microsoft.com/office/drawing/2014/main" id="{8606A4CF-E5F2-E77E-550F-8B8B25F6E040}"/>
                    </a:ext>
                  </a:extLst>
                </p:cNvPr>
                <p:cNvPicPr/>
                <p:nvPr/>
              </p:nvPicPr>
              <p:blipFill>
                <a:blip r:embed="rId224"/>
                <a:stretch>
                  <a:fillRect/>
                </a:stretch>
              </p:blipFill>
              <p:spPr>
                <a:xfrm>
                  <a:off x="5976628" y="1657692"/>
                  <a:ext cx="109080" cy="255600"/>
                </a:xfrm>
                <a:prstGeom prst="rect">
                  <a:avLst/>
                </a:prstGeom>
              </p:spPr>
            </p:pic>
          </mc:Fallback>
        </mc:AlternateContent>
        <mc:AlternateContent xmlns:mc="http://schemas.openxmlformats.org/markup-compatibility/2006">
          <mc:Choice xmlns:p14="http://schemas.microsoft.com/office/powerpoint/2010/main" Requires="p14">
            <p:contentPart p14:bwMode="auto" r:id="rId225">
              <p14:nvContentPartPr>
                <p14:cNvPr id="30781" name="Ink 30780">
                  <a:extLst>
                    <a:ext uri="{FF2B5EF4-FFF2-40B4-BE49-F238E27FC236}">
                      <a16:creationId xmlns:a16="http://schemas.microsoft.com/office/drawing/2014/main" id="{919FAC63-0F44-287D-B41A-FC12A65ACD48}"/>
                    </a:ext>
                  </a:extLst>
                </p14:cNvPr>
                <p14:cNvContentPartPr/>
                <p14:nvPr/>
              </p14:nvContentPartPr>
              <p14:xfrm>
                <a:off x="6189748" y="1443492"/>
                <a:ext cx="154800" cy="219240"/>
              </p14:xfrm>
            </p:contentPart>
          </mc:Choice>
          <mc:Fallback>
            <p:pic>
              <p:nvPicPr>
                <p:cNvPr id="30781" name="Ink 30780">
                  <a:extLst>
                    <a:ext uri="{FF2B5EF4-FFF2-40B4-BE49-F238E27FC236}">
                      <a16:creationId xmlns:a16="http://schemas.microsoft.com/office/drawing/2014/main" id="{919FAC63-0F44-287D-B41A-FC12A65ACD48}"/>
                    </a:ext>
                  </a:extLst>
                </p:cNvPr>
                <p:cNvPicPr/>
                <p:nvPr/>
              </p:nvPicPr>
              <p:blipFill>
                <a:blip r:embed="rId226"/>
                <a:stretch>
                  <a:fillRect/>
                </a:stretch>
              </p:blipFill>
              <p:spPr>
                <a:xfrm>
                  <a:off x="6185428" y="1439172"/>
                  <a:ext cx="163440" cy="227880"/>
                </a:xfrm>
                <a:prstGeom prst="rect">
                  <a:avLst/>
                </a:prstGeom>
              </p:spPr>
            </p:pic>
          </mc:Fallback>
        </mc:AlternateContent>
        <mc:AlternateContent xmlns:mc="http://schemas.openxmlformats.org/markup-compatibility/2006">
          <mc:Choice xmlns:p14="http://schemas.microsoft.com/office/powerpoint/2010/main" Requires="p14">
            <p:contentPart p14:bwMode="auto" r:id="rId227">
              <p14:nvContentPartPr>
                <p14:cNvPr id="30782" name="Ink 30781">
                  <a:extLst>
                    <a:ext uri="{FF2B5EF4-FFF2-40B4-BE49-F238E27FC236}">
                      <a16:creationId xmlns:a16="http://schemas.microsoft.com/office/drawing/2014/main" id="{7E897CDD-01F4-600D-B9B5-04DEC31B10F3}"/>
                    </a:ext>
                  </a:extLst>
                </p14:cNvPr>
                <p14:cNvContentPartPr/>
                <p14:nvPr/>
              </p14:nvContentPartPr>
              <p14:xfrm>
                <a:off x="6216748" y="1343412"/>
                <a:ext cx="268200" cy="90720"/>
              </p14:xfrm>
            </p:contentPart>
          </mc:Choice>
          <mc:Fallback>
            <p:pic>
              <p:nvPicPr>
                <p:cNvPr id="30782" name="Ink 30781">
                  <a:extLst>
                    <a:ext uri="{FF2B5EF4-FFF2-40B4-BE49-F238E27FC236}">
                      <a16:creationId xmlns:a16="http://schemas.microsoft.com/office/drawing/2014/main" id="{7E897CDD-01F4-600D-B9B5-04DEC31B10F3}"/>
                    </a:ext>
                  </a:extLst>
                </p:cNvPr>
                <p:cNvPicPr/>
                <p:nvPr/>
              </p:nvPicPr>
              <p:blipFill>
                <a:blip r:embed="rId228"/>
                <a:stretch>
                  <a:fillRect/>
                </a:stretch>
              </p:blipFill>
              <p:spPr>
                <a:xfrm>
                  <a:off x="6212428" y="1339092"/>
                  <a:ext cx="276840" cy="99360"/>
                </a:xfrm>
                <a:prstGeom prst="rect">
                  <a:avLst/>
                </a:prstGeom>
              </p:spPr>
            </p:pic>
          </mc:Fallback>
        </mc:AlternateContent>
        <mc:AlternateContent xmlns:mc="http://schemas.openxmlformats.org/markup-compatibility/2006">
          <mc:Choice xmlns:p14="http://schemas.microsoft.com/office/powerpoint/2010/main" Requires="p14">
            <p:contentPart p14:bwMode="auto" r:id="rId229">
              <p14:nvContentPartPr>
                <p14:cNvPr id="30783" name="Ink 30782">
                  <a:extLst>
                    <a:ext uri="{FF2B5EF4-FFF2-40B4-BE49-F238E27FC236}">
                      <a16:creationId xmlns:a16="http://schemas.microsoft.com/office/drawing/2014/main" id="{CA4D4472-BC84-A6B7-59A8-BDAAD040E9FD}"/>
                    </a:ext>
                  </a:extLst>
                </p14:cNvPr>
                <p14:cNvContentPartPr/>
                <p14:nvPr/>
              </p14:nvContentPartPr>
              <p14:xfrm>
                <a:off x="6460468" y="1793052"/>
                <a:ext cx="36360" cy="86760"/>
              </p14:xfrm>
            </p:contentPart>
          </mc:Choice>
          <mc:Fallback>
            <p:pic>
              <p:nvPicPr>
                <p:cNvPr id="30783" name="Ink 30782">
                  <a:extLst>
                    <a:ext uri="{FF2B5EF4-FFF2-40B4-BE49-F238E27FC236}">
                      <a16:creationId xmlns:a16="http://schemas.microsoft.com/office/drawing/2014/main" id="{CA4D4472-BC84-A6B7-59A8-BDAAD040E9FD}"/>
                    </a:ext>
                  </a:extLst>
                </p:cNvPr>
                <p:cNvPicPr/>
                <p:nvPr/>
              </p:nvPicPr>
              <p:blipFill>
                <a:blip r:embed="rId230"/>
                <a:stretch>
                  <a:fillRect/>
                </a:stretch>
              </p:blipFill>
              <p:spPr>
                <a:xfrm>
                  <a:off x="6456148" y="1788732"/>
                  <a:ext cx="45000" cy="95400"/>
                </a:xfrm>
                <a:prstGeom prst="rect">
                  <a:avLst/>
                </a:prstGeom>
              </p:spPr>
            </p:pic>
          </mc:Fallback>
        </mc:AlternateContent>
        <mc:AlternateContent xmlns:mc="http://schemas.openxmlformats.org/markup-compatibility/2006">
          <mc:Choice xmlns:p14="http://schemas.microsoft.com/office/powerpoint/2010/main" Requires="p14">
            <p:contentPart p14:bwMode="auto" r:id="rId231">
              <p14:nvContentPartPr>
                <p14:cNvPr id="30784" name="Ink 30783">
                  <a:extLst>
                    <a:ext uri="{FF2B5EF4-FFF2-40B4-BE49-F238E27FC236}">
                      <a16:creationId xmlns:a16="http://schemas.microsoft.com/office/drawing/2014/main" id="{2DB702EC-9C37-76C2-65EA-7FC45D57189D}"/>
                    </a:ext>
                  </a:extLst>
                </p14:cNvPr>
                <p14:cNvContentPartPr/>
                <p14:nvPr/>
              </p14:nvContentPartPr>
              <p14:xfrm>
                <a:off x="6698068" y="1366452"/>
                <a:ext cx="190440" cy="298800"/>
              </p14:xfrm>
            </p:contentPart>
          </mc:Choice>
          <mc:Fallback>
            <p:pic>
              <p:nvPicPr>
                <p:cNvPr id="30784" name="Ink 30783">
                  <a:extLst>
                    <a:ext uri="{FF2B5EF4-FFF2-40B4-BE49-F238E27FC236}">
                      <a16:creationId xmlns:a16="http://schemas.microsoft.com/office/drawing/2014/main" id="{2DB702EC-9C37-76C2-65EA-7FC45D57189D}"/>
                    </a:ext>
                  </a:extLst>
                </p:cNvPr>
                <p:cNvPicPr/>
                <p:nvPr/>
              </p:nvPicPr>
              <p:blipFill>
                <a:blip r:embed="rId232"/>
                <a:stretch>
                  <a:fillRect/>
                </a:stretch>
              </p:blipFill>
              <p:spPr>
                <a:xfrm>
                  <a:off x="6693748" y="1362132"/>
                  <a:ext cx="199080" cy="307440"/>
                </a:xfrm>
                <a:prstGeom prst="rect">
                  <a:avLst/>
                </a:prstGeom>
              </p:spPr>
            </p:pic>
          </mc:Fallback>
        </mc:AlternateContent>
        <mc:AlternateContent xmlns:mc="http://schemas.openxmlformats.org/markup-compatibility/2006">
          <mc:Choice xmlns:p14="http://schemas.microsoft.com/office/powerpoint/2010/main" Requires="p14">
            <p:contentPart p14:bwMode="auto" r:id="rId233">
              <p14:nvContentPartPr>
                <p14:cNvPr id="30785" name="Ink 30784">
                  <a:extLst>
                    <a:ext uri="{FF2B5EF4-FFF2-40B4-BE49-F238E27FC236}">
                      <a16:creationId xmlns:a16="http://schemas.microsoft.com/office/drawing/2014/main" id="{6699480F-D913-7CE4-643B-30E64D49F4B9}"/>
                    </a:ext>
                  </a:extLst>
                </p14:cNvPr>
                <p14:cNvContentPartPr/>
                <p14:nvPr/>
              </p14:nvContentPartPr>
              <p14:xfrm>
                <a:off x="6781948" y="1472652"/>
                <a:ext cx="89640" cy="32400"/>
              </p14:xfrm>
            </p:contentPart>
          </mc:Choice>
          <mc:Fallback>
            <p:pic>
              <p:nvPicPr>
                <p:cNvPr id="30785" name="Ink 30784">
                  <a:extLst>
                    <a:ext uri="{FF2B5EF4-FFF2-40B4-BE49-F238E27FC236}">
                      <a16:creationId xmlns:a16="http://schemas.microsoft.com/office/drawing/2014/main" id="{6699480F-D913-7CE4-643B-30E64D49F4B9}"/>
                    </a:ext>
                  </a:extLst>
                </p:cNvPr>
                <p:cNvPicPr/>
                <p:nvPr/>
              </p:nvPicPr>
              <p:blipFill>
                <a:blip r:embed="rId234"/>
                <a:stretch>
                  <a:fillRect/>
                </a:stretch>
              </p:blipFill>
              <p:spPr>
                <a:xfrm>
                  <a:off x="6777628" y="1468332"/>
                  <a:ext cx="98280" cy="41040"/>
                </a:xfrm>
                <a:prstGeom prst="rect">
                  <a:avLst/>
                </a:prstGeom>
              </p:spPr>
            </p:pic>
          </mc:Fallback>
        </mc:AlternateContent>
        <mc:AlternateContent xmlns:mc="http://schemas.openxmlformats.org/markup-compatibility/2006">
          <mc:Choice xmlns:p14="http://schemas.microsoft.com/office/powerpoint/2010/main" Requires="p14">
            <p:contentPart p14:bwMode="auto" r:id="rId235">
              <p14:nvContentPartPr>
                <p14:cNvPr id="30786" name="Ink 30785">
                  <a:extLst>
                    <a:ext uri="{FF2B5EF4-FFF2-40B4-BE49-F238E27FC236}">
                      <a16:creationId xmlns:a16="http://schemas.microsoft.com/office/drawing/2014/main" id="{F8CD6F8B-AE80-872F-874D-6D6DF909F832}"/>
                    </a:ext>
                  </a:extLst>
                </p14:cNvPr>
                <p14:cNvContentPartPr/>
                <p14:nvPr/>
              </p14:nvContentPartPr>
              <p14:xfrm>
                <a:off x="6996508" y="1776492"/>
                <a:ext cx="35280" cy="86760"/>
              </p14:xfrm>
            </p:contentPart>
          </mc:Choice>
          <mc:Fallback>
            <p:pic>
              <p:nvPicPr>
                <p:cNvPr id="30786" name="Ink 30785">
                  <a:extLst>
                    <a:ext uri="{FF2B5EF4-FFF2-40B4-BE49-F238E27FC236}">
                      <a16:creationId xmlns:a16="http://schemas.microsoft.com/office/drawing/2014/main" id="{F8CD6F8B-AE80-872F-874D-6D6DF909F832}"/>
                    </a:ext>
                  </a:extLst>
                </p:cNvPr>
                <p:cNvPicPr/>
                <p:nvPr/>
              </p:nvPicPr>
              <p:blipFill>
                <a:blip r:embed="rId236"/>
                <a:stretch>
                  <a:fillRect/>
                </a:stretch>
              </p:blipFill>
              <p:spPr>
                <a:xfrm>
                  <a:off x="6992188" y="1772172"/>
                  <a:ext cx="43920" cy="95400"/>
                </a:xfrm>
                <a:prstGeom prst="rect">
                  <a:avLst/>
                </a:prstGeom>
              </p:spPr>
            </p:pic>
          </mc:Fallback>
        </mc:AlternateContent>
        <mc:AlternateContent xmlns:mc="http://schemas.openxmlformats.org/markup-compatibility/2006">
          <mc:Choice xmlns:p14="http://schemas.microsoft.com/office/powerpoint/2010/main" Requires="p14">
            <p:contentPart p14:bwMode="auto" r:id="rId237">
              <p14:nvContentPartPr>
                <p14:cNvPr id="30787" name="Ink 30786">
                  <a:extLst>
                    <a:ext uri="{FF2B5EF4-FFF2-40B4-BE49-F238E27FC236}">
                      <a16:creationId xmlns:a16="http://schemas.microsoft.com/office/drawing/2014/main" id="{9A659526-00CE-C8F5-7ECA-5CFB7B34412B}"/>
                    </a:ext>
                  </a:extLst>
                </p14:cNvPr>
                <p14:cNvContentPartPr/>
                <p14:nvPr/>
              </p14:nvContentPartPr>
              <p14:xfrm>
                <a:off x="7169668" y="1371492"/>
                <a:ext cx="162720" cy="185760"/>
              </p14:xfrm>
            </p:contentPart>
          </mc:Choice>
          <mc:Fallback>
            <p:pic>
              <p:nvPicPr>
                <p:cNvPr id="30787" name="Ink 30786">
                  <a:extLst>
                    <a:ext uri="{FF2B5EF4-FFF2-40B4-BE49-F238E27FC236}">
                      <a16:creationId xmlns:a16="http://schemas.microsoft.com/office/drawing/2014/main" id="{9A659526-00CE-C8F5-7ECA-5CFB7B34412B}"/>
                    </a:ext>
                  </a:extLst>
                </p:cNvPr>
                <p:cNvPicPr/>
                <p:nvPr/>
              </p:nvPicPr>
              <p:blipFill>
                <a:blip r:embed="rId238"/>
                <a:stretch>
                  <a:fillRect/>
                </a:stretch>
              </p:blipFill>
              <p:spPr>
                <a:xfrm>
                  <a:off x="7165348" y="1367172"/>
                  <a:ext cx="171360" cy="194400"/>
                </a:xfrm>
                <a:prstGeom prst="rect">
                  <a:avLst/>
                </a:prstGeom>
              </p:spPr>
            </p:pic>
          </mc:Fallback>
        </mc:AlternateContent>
        <mc:AlternateContent xmlns:mc="http://schemas.openxmlformats.org/markup-compatibility/2006">
          <mc:Choice xmlns:p14="http://schemas.microsoft.com/office/powerpoint/2010/main" Requires="p14">
            <p:contentPart p14:bwMode="auto" r:id="rId239">
              <p14:nvContentPartPr>
                <p14:cNvPr id="30788" name="Ink 30787">
                  <a:extLst>
                    <a:ext uri="{FF2B5EF4-FFF2-40B4-BE49-F238E27FC236}">
                      <a16:creationId xmlns:a16="http://schemas.microsoft.com/office/drawing/2014/main" id="{5ABDAC60-DBB5-C6A1-03F2-ED542599955B}"/>
                    </a:ext>
                  </a:extLst>
                </p14:cNvPr>
                <p14:cNvContentPartPr/>
                <p14:nvPr/>
              </p14:nvContentPartPr>
              <p14:xfrm>
                <a:off x="7464508" y="1289052"/>
                <a:ext cx="71280" cy="534600"/>
              </p14:xfrm>
            </p:contentPart>
          </mc:Choice>
          <mc:Fallback>
            <p:pic>
              <p:nvPicPr>
                <p:cNvPr id="30788" name="Ink 30787">
                  <a:extLst>
                    <a:ext uri="{FF2B5EF4-FFF2-40B4-BE49-F238E27FC236}">
                      <a16:creationId xmlns:a16="http://schemas.microsoft.com/office/drawing/2014/main" id="{5ABDAC60-DBB5-C6A1-03F2-ED542599955B}"/>
                    </a:ext>
                  </a:extLst>
                </p:cNvPr>
                <p:cNvPicPr/>
                <p:nvPr/>
              </p:nvPicPr>
              <p:blipFill>
                <a:blip r:embed="rId240"/>
                <a:stretch>
                  <a:fillRect/>
                </a:stretch>
              </p:blipFill>
              <p:spPr>
                <a:xfrm>
                  <a:off x="7460188" y="1284732"/>
                  <a:ext cx="79920" cy="543240"/>
                </a:xfrm>
                <a:prstGeom prst="rect">
                  <a:avLst/>
                </a:prstGeom>
              </p:spPr>
            </p:pic>
          </mc:Fallback>
        </mc:AlternateContent>
        <mc:AlternateContent xmlns:mc="http://schemas.openxmlformats.org/markup-compatibility/2006">
          <mc:Choice xmlns:p14="http://schemas.microsoft.com/office/powerpoint/2010/main" Requires="p14">
            <p:contentPart p14:bwMode="auto" r:id="rId241">
              <p14:nvContentPartPr>
                <p14:cNvPr id="30789" name="Ink 30788">
                  <a:extLst>
                    <a:ext uri="{FF2B5EF4-FFF2-40B4-BE49-F238E27FC236}">
                      <a16:creationId xmlns:a16="http://schemas.microsoft.com/office/drawing/2014/main" id="{F3F63B9C-63C0-F2C1-5941-41A8EFAD1A1D}"/>
                    </a:ext>
                  </a:extLst>
                </p14:cNvPr>
                <p14:cNvContentPartPr/>
                <p14:nvPr/>
              </p14:nvContentPartPr>
              <p14:xfrm>
                <a:off x="6623908" y="1230732"/>
                <a:ext cx="907920" cy="83160"/>
              </p14:xfrm>
            </p:contentPart>
          </mc:Choice>
          <mc:Fallback>
            <p:pic>
              <p:nvPicPr>
                <p:cNvPr id="30789" name="Ink 30788">
                  <a:extLst>
                    <a:ext uri="{FF2B5EF4-FFF2-40B4-BE49-F238E27FC236}">
                      <a16:creationId xmlns:a16="http://schemas.microsoft.com/office/drawing/2014/main" id="{F3F63B9C-63C0-F2C1-5941-41A8EFAD1A1D}"/>
                    </a:ext>
                  </a:extLst>
                </p:cNvPr>
                <p:cNvPicPr/>
                <p:nvPr/>
              </p:nvPicPr>
              <p:blipFill>
                <a:blip r:embed="rId242"/>
                <a:stretch>
                  <a:fillRect/>
                </a:stretch>
              </p:blipFill>
              <p:spPr>
                <a:xfrm>
                  <a:off x="6619588" y="1226412"/>
                  <a:ext cx="916560" cy="91800"/>
                </a:xfrm>
                <a:prstGeom prst="rect">
                  <a:avLst/>
                </a:prstGeom>
              </p:spPr>
            </p:pic>
          </mc:Fallback>
        </mc:AlternateContent>
        <mc:AlternateContent xmlns:mc="http://schemas.openxmlformats.org/markup-compatibility/2006">
          <mc:Choice xmlns:p14="http://schemas.microsoft.com/office/powerpoint/2010/main" Requires="p14">
            <p:contentPart p14:bwMode="auto" r:id="rId243">
              <p14:nvContentPartPr>
                <p14:cNvPr id="30790" name="Ink 30789">
                  <a:extLst>
                    <a:ext uri="{FF2B5EF4-FFF2-40B4-BE49-F238E27FC236}">
                      <a16:creationId xmlns:a16="http://schemas.microsoft.com/office/drawing/2014/main" id="{52EB3AB0-AD76-7688-8186-C4340CD742B5}"/>
                    </a:ext>
                  </a:extLst>
                </p14:cNvPr>
                <p14:cNvContentPartPr/>
                <p14:nvPr/>
              </p14:nvContentPartPr>
              <p14:xfrm>
                <a:off x="7790668" y="1140732"/>
                <a:ext cx="108000" cy="22320"/>
              </p14:xfrm>
            </p:contentPart>
          </mc:Choice>
          <mc:Fallback>
            <p:pic>
              <p:nvPicPr>
                <p:cNvPr id="30790" name="Ink 30789">
                  <a:extLst>
                    <a:ext uri="{FF2B5EF4-FFF2-40B4-BE49-F238E27FC236}">
                      <a16:creationId xmlns:a16="http://schemas.microsoft.com/office/drawing/2014/main" id="{52EB3AB0-AD76-7688-8186-C4340CD742B5}"/>
                    </a:ext>
                  </a:extLst>
                </p:cNvPr>
                <p:cNvPicPr/>
                <p:nvPr/>
              </p:nvPicPr>
              <p:blipFill>
                <a:blip r:embed="rId244"/>
                <a:stretch>
                  <a:fillRect/>
                </a:stretch>
              </p:blipFill>
              <p:spPr>
                <a:xfrm>
                  <a:off x="7786348" y="1136412"/>
                  <a:ext cx="11664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245">
              <p14:nvContentPartPr>
                <p14:cNvPr id="30791" name="Ink 30790">
                  <a:extLst>
                    <a:ext uri="{FF2B5EF4-FFF2-40B4-BE49-F238E27FC236}">
                      <a16:creationId xmlns:a16="http://schemas.microsoft.com/office/drawing/2014/main" id="{E5B24BAA-CCB7-C616-553E-D9DE221DF27F}"/>
                    </a:ext>
                  </a:extLst>
                </p14:cNvPr>
                <p14:cNvContentPartPr/>
                <p14:nvPr/>
              </p14:nvContentPartPr>
              <p14:xfrm>
                <a:off x="7785988" y="1218132"/>
                <a:ext cx="194400" cy="9000"/>
              </p14:xfrm>
            </p:contentPart>
          </mc:Choice>
          <mc:Fallback>
            <p:pic>
              <p:nvPicPr>
                <p:cNvPr id="30791" name="Ink 30790">
                  <a:extLst>
                    <a:ext uri="{FF2B5EF4-FFF2-40B4-BE49-F238E27FC236}">
                      <a16:creationId xmlns:a16="http://schemas.microsoft.com/office/drawing/2014/main" id="{E5B24BAA-CCB7-C616-553E-D9DE221DF27F}"/>
                    </a:ext>
                  </a:extLst>
                </p:cNvPr>
                <p:cNvPicPr/>
                <p:nvPr/>
              </p:nvPicPr>
              <p:blipFill>
                <a:blip r:embed="rId246"/>
                <a:stretch>
                  <a:fillRect/>
                </a:stretch>
              </p:blipFill>
              <p:spPr>
                <a:xfrm>
                  <a:off x="7781668" y="1213812"/>
                  <a:ext cx="203040" cy="17640"/>
                </a:xfrm>
                <a:prstGeom prst="rect">
                  <a:avLst/>
                </a:prstGeom>
              </p:spPr>
            </p:pic>
          </mc:Fallback>
        </mc:AlternateContent>
        <mc:AlternateContent xmlns:mc="http://schemas.openxmlformats.org/markup-compatibility/2006">
          <mc:Choice xmlns:p14="http://schemas.microsoft.com/office/powerpoint/2010/main" Requires="p14">
            <p:contentPart p14:bwMode="auto" r:id="rId247">
              <p14:nvContentPartPr>
                <p14:cNvPr id="30792" name="Ink 30791">
                  <a:extLst>
                    <a:ext uri="{FF2B5EF4-FFF2-40B4-BE49-F238E27FC236}">
                      <a16:creationId xmlns:a16="http://schemas.microsoft.com/office/drawing/2014/main" id="{D9F68165-CDCF-0D49-BC8A-B3AE8E107CE0}"/>
                    </a:ext>
                  </a:extLst>
                </p14:cNvPr>
                <p14:cNvContentPartPr/>
                <p14:nvPr/>
              </p14:nvContentPartPr>
              <p14:xfrm>
                <a:off x="8330308" y="893772"/>
                <a:ext cx="219960" cy="228600"/>
              </p14:xfrm>
            </p:contentPart>
          </mc:Choice>
          <mc:Fallback>
            <p:pic>
              <p:nvPicPr>
                <p:cNvPr id="30792" name="Ink 30791">
                  <a:extLst>
                    <a:ext uri="{FF2B5EF4-FFF2-40B4-BE49-F238E27FC236}">
                      <a16:creationId xmlns:a16="http://schemas.microsoft.com/office/drawing/2014/main" id="{D9F68165-CDCF-0D49-BC8A-B3AE8E107CE0}"/>
                    </a:ext>
                  </a:extLst>
                </p:cNvPr>
                <p:cNvPicPr/>
                <p:nvPr/>
              </p:nvPicPr>
              <p:blipFill>
                <a:blip r:embed="rId248"/>
                <a:stretch>
                  <a:fillRect/>
                </a:stretch>
              </p:blipFill>
              <p:spPr>
                <a:xfrm>
                  <a:off x="8325988" y="889452"/>
                  <a:ext cx="228600" cy="237240"/>
                </a:xfrm>
                <a:prstGeom prst="rect">
                  <a:avLst/>
                </a:prstGeom>
              </p:spPr>
            </p:pic>
          </mc:Fallback>
        </mc:AlternateContent>
        <mc:AlternateContent xmlns:mc="http://schemas.openxmlformats.org/markup-compatibility/2006">
          <mc:Choice xmlns:p14="http://schemas.microsoft.com/office/powerpoint/2010/main" Requires="p14">
            <p:contentPart p14:bwMode="auto" r:id="rId249">
              <p14:nvContentPartPr>
                <p14:cNvPr id="30793" name="Ink 30792">
                  <a:extLst>
                    <a:ext uri="{FF2B5EF4-FFF2-40B4-BE49-F238E27FC236}">
                      <a16:creationId xmlns:a16="http://schemas.microsoft.com/office/drawing/2014/main" id="{A966F6FD-4608-EC65-943F-B1C382AE39D7}"/>
                    </a:ext>
                  </a:extLst>
                </p14:cNvPr>
                <p14:cNvContentPartPr/>
                <p14:nvPr/>
              </p14:nvContentPartPr>
              <p14:xfrm>
                <a:off x="8269468" y="1149372"/>
                <a:ext cx="356760" cy="23760"/>
              </p14:xfrm>
            </p:contentPart>
          </mc:Choice>
          <mc:Fallback>
            <p:pic>
              <p:nvPicPr>
                <p:cNvPr id="30793" name="Ink 30792">
                  <a:extLst>
                    <a:ext uri="{FF2B5EF4-FFF2-40B4-BE49-F238E27FC236}">
                      <a16:creationId xmlns:a16="http://schemas.microsoft.com/office/drawing/2014/main" id="{A966F6FD-4608-EC65-943F-B1C382AE39D7}"/>
                    </a:ext>
                  </a:extLst>
                </p:cNvPr>
                <p:cNvPicPr/>
                <p:nvPr/>
              </p:nvPicPr>
              <p:blipFill>
                <a:blip r:embed="rId250"/>
                <a:stretch>
                  <a:fillRect/>
                </a:stretch>
              </p:blipFill>
              <p:spPr>
                <a:xfrm>
                  <a:off x="8265148" y="1145052"/>
                  <a:ext cx="365400" cy="32400"/>
                </a:xfrm>
                <a:prstGeom prst="rect">
                  <a:avLst/>
                </a:prstGeom>
              </p:spPr>
            </p:pic>
          </mc:Fallback>
        </mc:AlternateContent>
      </p:grpSp>
      <p:grpSp>
        <p:nvGrpSpPr>
          <p:cNvPr id="30797" name="Group 30796">
            <a:extLst>
              <a:ext uri="{FF2B5EF4-FFF2-40B4-BE49-F238E27FC236}">
                <a16:creationId xmlns:a16="http://schemas.microsoft.com/office/drawing/2014/main" id="{0D39BB23-5025-27E2-0746-66148D57332C}"/>
              </a:ext>
            </a:extLst>
          </p:cNvPr>
          <p:cNvGrpSpPr/>
          <p:nvPr/>
        </p:nvGrpSpPr>
        <p:grpSpPr>
          <a:xfrm>
            <a:off x="8467108" y="1314252"/>
            <a:ext cx="141840" cy="217800"/>
            <a:chOff x="8467108" y="1314252"/>
            <a:chExt cx="141840" cy="217800"/>
          </a:xfrm>
        </p:grpSpPr>
        <mc:AlternateContent xmlns:mc="http://schemas.openxmlformats.org/markup-compatibility/2006">
          <mc:Choice xmlns:p14="http://schemas.microsoft.com/office/powerpoint/2010/main" Requires="p14">
            <p:contentPart p14:bwMode="auto" r:id="rId251">
              <p14:nvContentPartPr>
                <p14:cNvPr id="30795" name="Ink 30794">
                  <a:extLst>
                    <a:ext uri="{FF2B5EF4-FFF2-40B4-BE49-F238E27FC236}">
                      <a16:creationId xmlns:a16="http://schemas.microsoft.com/office/drawing/2014/main" id="{BCB2C167-0B38-EE8B-6A1E-F47D7B931662}"/>
                    </a:ext>
                  </a:extLst>
                </p14:cNvPr>
                <p14:cNvContentPartPr/>
                <p14:nvPr/>
              </p14:nvContentPartPr>
              <p14:xfrm>
                <a:off x="8472508" y="1314252"/>
                <a:ext cx="126000" cy="27720"/>
              </p14:xfrm>
            </p:contentPart>
          </mc:Choice>
          <mc:Fallback>
            <p:pic>
              <p:nvPicPr>
                <p:cNvPr id="30795" name="Ink 30794">
                  <a:extLst>
                    <a:ext uri="{FF2B5EF4-FFF2-40B4-BE49-F238E27FC236}">
                      <a16:creationId xmlns:a16="http://schemas.microsoft.com/office/drawing/2014/main" id="{BCB2C167-0B38-EE8B-6A1E-F47D7B931662}"/>
                    </a:ext>
                  </a:extLst>
                </p:cNvPr>
                <p:cNvPicPr/>
                <p:nvPr/>
              </p:nvPicPr>
              <p:blipFill>
                <a:blip r:embed="rId252"/>
                <a:stretch>
                  <a:fillRect/>
                </a:stretch>
              </p:blipFill>
              <p:spPr>
                <a:xfrm>
                  <a:off x="8468188" y="1309932"/>
                  <a:ext cx="134640" cy="36360"/>
                </a:xfrm>
                <a:prstGeom prst="rect">
                  <a:avLst/>
                </a:prstGeom>
              </p:spPr>
            </p:pic>
          </mc:Fallback>
        </mc:AlternateContent>
        <mc:AlternateContent xmlns:mc="http://schemas.openxmlformats.org/markup-compatibility/2006">
          <mc:Choice xmlns:p14="http://schemas.microsoft.com/office/powerpoint/2010/main" Requires="p14">
            <p:contentPart p14:bwMode="auto" r:id="rId253">
              <p14:nvContentPartPr>
                <p14:cNvPr id="30796" name="Ink 30795">
                  <a:extLst>
                    <a:ext uri="{FF2B5EF4-FFF2-40B4-BE49-F238E27FC236}">
                      <a16:creationId xmlns:a16="http://schemas.microsoft.com/office/drawing/2014/main" id="{760D23AE-0355-4601-4CA1-25F20C14A0F8}"/>
                    </a:ext>
                  </a:extLst>
                </p14:cNvPr>
                <p14:cNvContentPartPr/>
                <p14:nvPr/>
              </p14:nvContentPartPr>
              <p14:xfrm>
                <a:off x="8467108" y="1322892"/>
                <a:ext cx="141840" cy="209160"/>
              </p14:xfrm>
            </p:contentPart>
          </mc:Choice>
          <mc:Fallback>
            <p:pic>
              <p:nvPicPr>
                <p:cNvPr id="30796" name="Ink 30795">
                  <a:extLst>
                    <a:ext uri="{FF2B5EF4-FFF2-40B4-BE49-F238E27FC236}">
                      <a16:creationId xmlns:a16="http://schemas.microsoft.com/office/drawing/2014/main" id="{760D23AE-0355-4601-4CA1-25F20C14A0F8}"/>
                    </a:ext>
                  </a:extLst>
                </p:cNvPr>
                <p:cNvPicPr/>
                <p:nvPr/>
              </p:nvPicPr>
              <p:blipFill>
                <a:blip r:embed="rId254"/>
                <a:stretch>
                  <a:fillRect/>
                </a:stretch>
              </p:blipFill>
              <p:spPr>
                <a:xfrm>
                  <a:off x="8462788" y="1318572"/>
                  <a:ext cx="150480" cy="217800"/>
                </a:xfrm>
                <a:prstGeom prst="rect">
                  <a:avLst/>
                </a:prstGeom>
              </p:spPr>
            </p:pic>
          </mc:Fallback>
        </mc:AlternateContent>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60569"/>
            <a:ext cx="7620000" cy="764364"/>
          </a:xfrm>
        </p:spPr>
        <p:txBody>
          <a:bodyPr>
            <a:normAutofit/>
          </a:bodyPr>
          <a:lstStyle/>
          <a:p>
            <a:pPr algn="l"/>
            <a:r>
              <a:rPr lang="en-US" sz="3200" dirty="0"/>
              <a:t>Solution</a:t>
            </a:r>
            <a:endParaRPr lang="en-IN" sz="3200" dirty="0"/>
          </a:p>
        </p:txBody>
      </p:sp>
      <p:sp>
        <p:nvSpPr>
          <p:cNvPr id="31748" name="Rectangle 5"/>
          <p:cNvSpPr>
            <a:spLocks noChangeArrowheads="1"/>
          </p:cNvSpPr>
          <p:nvPr/>
        </p:nvSpPr>
        <p:spPr bwMode="auto">
          <a:xfrm>
            <a:off x="0" y="-1588"/>
            <a:ext cx="282575"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a:spcBef>
                <a:spcPct val="0"/>
              </a:spcBef>
              <a:buFontTx/>
              <a:buNone/>
            </a:pPr>
            <a:r>
              <a:rPr lang="en-US" altLang="en-US" sz="2400">
                <a:solidFill>
                  <a:srgbClr val="0A0A0A"/>
                </a:solidFill>
                <a:latin typeface="Lucida Sans Unicode" panose="020B0602030504020204" pitchFamily="34" charset="0"/>
                <a:cs typeface="Lucida Sans Unicode" panose="020B0602030504020204" pitchFamily="34" charset="0"/>
              </a:rPr>
              <a:t> </a:t>
            </a:r>
            <a:endParaRPr lang="en-US" altLang="en-US" sz="1800">
              <a:latin typeface="Arial" panose="020B0604020202020204" pitchFamily="34" charset="0"/>
            </a:endParaRPr>
          </a:p>
        </p:txBody>
      </p:sp>
      <p:sp>
        <p:nvSpPr>
          <p:cNvPr id="8" name="Content Placeholder 1">
            <a:extLst>
              <a:ext uri="{FF2B5EF4-FFF2-40B4-BE49-F238E27FC236}">
                <a16:creationId xmlns:a16="http://schemas.microsoft.com/office/drawing/2014/main" id="{D052F070-8138-4D6B-82B6-7485930F5C5F}"/>
              </a:ext>
            </a:extLst>
          </p:cNvPr>
          <p:cNvSpPr>
            <a:spLocks noGrp="1" noRot="1" noChangeAspect="1" noMove="1" noResize="1" noEditPoints="1" noAdjustHandles="1" noChangeArrowheads="1" noChangeShapeType="1" noTextEdit="1"/>
          </p:cNvSpPr>
          <p:nvPr>
            <p:ph type="body" sz="quarter" idx="13"/>
          </p:nvPr>
        </p:nvSpPr>
        <p:spPr>
          <a:xfrm>
            <a:off x="642938" y="1600200"/>
            <a:ext cx="8183562" cy="4879975"/>
          </a:xfrm>
          <a:blipFill>
            <a:blip r:embed="rId2"/>
            <a:stretch>
              <a:fillRect l="-1391" t="-673"/>
            </a:stretch>
          </a:blipFill>
        </p:spPr>
        <p:txBody>
          <a:bodyPr/>
          <a:lstStyle/>
          <a:p>
            <a:pPr>
              <a:defRPr/>
            </a:pPr>
            <a:r>
              <a:rPr lang="en-IN" dirty="0">
                <a:noFill/>
              </a:rPr>
              <a:t> </a:t>
            </a:r>
          </a:p>
        </p:txBody>
      </p:sp>
      <p:grpSp>
        <p:nvGrpSpPr>
          <p:cNvPr id="6" name="Group 5">
            <a:extLst>
              <a:ext uri="{FF2B5EF4-FFF2-40B4-BE49-F238E27FC236}">
                <a16:creationId xmlns:a16="http://schemas.microsoft.com/office/drawing/2014/main" id="{D3006EF5-296C-5D3A-4959-41D7AE6D8CD3}"/>
              </a:ext>
            </a:extLst>
          </p:cNvPr>
          <p:cNvGrpSpPr/>
          <p:nvPr/>
        </p:nvGrpSpPr>
        <p:grpSpPr>
          <a:xfrm>
            <a:off x="5732548" y="1505459"/>
            <a:ext cx="1133280" cy="928800"/>
            <a:chOff x="5732548" y="1505459"/>
            <a:chExt cx="1133280" cy="928800"/>
          </a:xfrm>
        </p:grpSpPr>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231E83A8-5ED1-0549-5519-D0B9BCB32C69}"/>
                    </a:ext>
                  </a:extLst>
                </p14:cNvPr>
                <p14:cNvContentPartPr/>
                <p14:nvPr/>
              </p14:nvContentPartPr>
              <p14:xfrm>
                <a:off x="5732548" y="1557659"/>
                <a:ext cx="326160" cy="876600"/>
              </p14:xfrm>
            </p:contentPart>
          </mc:Choice>
          <mc:Fallback>
            <p:pic>
              <p:nvPicPr>
                <p:cNvPr id="2" name="Ink 1">
                  <a:extLst>
                    <a:ext uri="{FF2B5EF4-FFF2-40B4-BE49-F238E27FC236}">
                      <a16:creationId xmlns:a16="http://schemas.microsoft.com/office/drawing/2014/main" id="{231E83A8-5ED1-0549-5519-D0B9BCB32C69}"/>
                    </a:ext>
                  </a:extLst>
                </p:cNvPr>
                <p:cNvPicPr/>
                <p:nvPr/>
              </p:nvPicPr>
              <p:blipFill>
                <a:blip r:embed="rId4"/>
                <a:stretch>
                  <a:fillRect/>
                </a:stretch>
              </p:blipFill>
              <p:spPr>
                <a:xfrm>
                  <a:off x="5728228" y="1553339"/>
                  <a:ext cx="334800" cy="8852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9949F17D-711B-A6EE-EEEB-D493856C2416}"/>
                    </a:ext>
                  </a:extLst>
                </p14:cNvPr>
                <p14:cNvContentPartPr/>
                <p14:nvPr/>
              </p14:nvContentPartPr>
              <p14:xfrm>
                <a:off x="6081028" y="1505459"/>
                <a:ext cx="313920" cy="730080"/>
              </p14:xfrm>
            </p:contentPart>
          </mc:Choice>
          <mc:Fallback>
            <p:pic>
              <p:nvPicPr>
                <p:cNvPr id="3" name="Ink 2">
                  <a:extLst>
                    <a:ext uri="{FF2B5EF4-FFF2-40B4-BE49-F238E27FC236}">
                      <a16:creationId xmlns:a16="http://schemas.microsoft.com/office/drawing/2014/main" id="{9949F17D-711B-A6EE-EEEB-D493856C2416}"/>
                    </a:ext>
                  </a:extLst>
                </p:cNvPr>
                <p:cNvPicPr/>
                <p:nvPr/>
              </p:nvPicPr>
              <p:blipFill>
                <a:blip r:embed="rId6"/>
                <a:stretch>
                  <a:fillRect/>
                </a:stretch>
              </p:blipFill>
              <p:spPr>
                <a:xfrm>
                  <a:off x="6076708" y="1501139"/>
                  <a:ext cx="322560" cy="7387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27CF217C-585B-C154-83B5-E1C86139591C}"/>
                    </a:ext>
                  </a:extLst>
                </p14:cNvPr>
                <p14:cNvContentPartPr/>
                <p14:nvPr/>
              </p14:nvContentPartPr>
              <p14:xfrm>
                <a:off x="6510868" y="2277659"/>
                <a:ext cx="354960" cy="38160"/>
              </p14:xfrm>
            </p:contentPart>
          </mc:Choice>
          <mc:Fallback>
            <p:pic>
              <p:nvPicPr>
                <p:cNvPr id="5" name="Ink 4">
                  <a:extLst>
                    <a:ext uri="{FF2B5EF4-FFF2-40B4-BE49-F238E27FC236}">
                      <a16:creationId xmlns:a16="http://schemas.microsoft.com/office/drawing/2014/main" id="{27CF217C-585B-C154-83B5-E1C86139591C}"/>
                    </a:ext>
                  </a:extLst>
                </p:cNvPr>
                <p:cNvPicPr/>
                <p:nvPr/>
              </p:nvPicPr>
              <p:blipFill>
                <a:blip r:embed="rId8"/>
                <a:stretch>
                  <a:fillRect/>
                </a:stretch>
              </p:blipFill>
              <p:spPr>
                <a:xfrm>
                  <a:off x="6506548" y="2273339"/>
                  <a:ext cx="363600" cy="468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9">
            <p14:nvContentPartPr>
              <p14:cNvPr id="7" name="Ink 6">
                <a:extLst>
                  <a:ext uri="{FF2B5EF4-FFF2-40B4-BE49-F238E27FC236}">
                    <a16:creationId xmlns:a16="http://schemas.microsoft.com/office/drawing/2014/main" id="{65223D98-6902-4A3B-4099-39A516C8947A}"/>
                  </a:ext>
                </a:extLst>
              </p14:cNvPr>
              <p14:cNvContentPartPr/>
              <p14:nvPr/>
            </p14:nvContentPartPr>
            <p14:xfrm>
              <a:off x="6050068" y="3308699"/>
              <a:ext cx="252720" cy="866880"/>
            </p14:xfrm>
          </p:contentPart>
        </mc:Choice>
        <mc:Fallback>
          <p:pic>
            <p:nvPicPr>
              <p:cNvPr id="7" name="Ink 6">
                <a:extLst>
                  <a:ext uri="{FF2B5EF4-FFF2-40B4-BE49-F238E27FC236}">
                    <a16:creationId xmlns:a16="http://schemas.microsoft.com/office/drawing/2014/main" id="{65223D98-6902-4A3B-4099-39A516C8947A}"/>
                  </a:ext>
                </a:extLst>
              </p:cNvPr>
              <p:cNvPicPr/>
              <p:nvPr/>
            </p:nvPicPr>
            <p:blipFill>
              <a:blip r:embed="rId10"/>
              <a:stretch>
                <a:fillRect/>
              </a:stretch>
            </p:blipFill>
            <p:spPr>
              <a:xfrm>
                <a:off x="6045748" y="3304379"/>
                <a:ext cx="261360" cy="875520"/>
              </a:xfrm>
              <a:prstGeom prst="rect">
                <a:avLst/>
              </a:prstGeom>
            </p:spPr>
          </p:pic>
        </mc:Fallback>
      </mc:AlternateContent>
      <p:grpSp>
        <p:nvGrpSpPr>
          <p:cNvPr id="13" name="Group 12">
            <a:extLst>
              <a:ext uri="{FF2B5EF4-FFF2-40B4-BE49-F238E27FC236}">
                <a16:creationId xmlns:a16="http://schemas.microsoft.com/office/drawing/2014/main" id="{4A01E67F-3ECA-62E1-519D-B0CFA7DD5683}"/>
              </a:ext>
            </a:extLst>
          </p:cNvPr>
          <p:cNvGrpSpPr/>
          <p:nvPr/>
        </p:nvGrpSpPr>
        <p:grpSpPr>
          <a:xfrm>
            <a:off x="5512588" y="3124379"/>
            <a:ext cx="277200" cy="528480"/>
            <a:chOff x="5512588" y="3124379"/>
            <a:chExt cx="277200" cy="528480"/>
          </a:xfrm>
        </p:grpSpPr>
        <mc:AlternateContent xmlns:mc="http://schemas.openxmlformats.org/markup-compatibility/2006">
          <mc:Choice xmlns:p14="http://schemas.microsoft.com/office/powerpoint/2010/main" Requires="p14">
            <p:contentPart p14:bwMode="auto" r:id="rId11">
              <p14:nvContentPartPr>
                <p14:cNvPr id="9" name="Ink 8">
                  <a:extLst>
                    <a:ext uri="{FF2B5EF4-FFF2-40B4-BE49-F238E27FC236}">
                      <a16:creationId xmlns:a16="http://schemas.microsoft.com/office/drawing/2014/main" id="{C24508E9-9B2E-A9FD-4AC6-EF8F538688F7}"/>
                    </a:ext>
                  </a:extLst>
                </p14:cNvPr>
                <p14:cNvContentPartPr/>
                <p14:nvPr/>
              </p14:nvContentPartPr>
              <p14:xfrm>
                <a:off x="5571988" y="3124379"/>
                <a:ext cx="166680" cy="233280"/>
              </p14:xfrm>
            </p:contentPart>
          </mc:Choice>
          <mc:Fallback>
            <p:pic>
              <p:nvPicPr>
                <p:cNvPr id="9" name="Ink 8">
                  <a:extLst>
                    <a:ext uri="{FF2B5EF4-FFF2-40B4-BE49-F238E27FC236}">
                      <a16:creationId xmlns:a16="http://schemas.microsoft.com/office/drawing/2014/main" id="{C24508E9-9B2E-A9FD-4AC6-EF8F538688F7}"/>
                    </a:ext>
                  </a:extLst>
                </p:cNvPr>
                <p:cNvPicPr/>
                <p:nvPr/>
              </p:nvPicPr>
              <p:blipFill>
                <a:blip r:embed="rId12"/>
                <a:stretch>
                  <a:fillRect/>
                </a:stretch>
              </p:blipFill>
              <p:spPr>
                <a:xfrm>
                  <a:off x="5567668" y="3120059"/>
                  <a:ext cx="17532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0" name="Ink 9">
                  <a:extLst>
                    <a:ext uri="{FF2B5EF4-FFF2-40B4-BE49-F238E27FC236}">
                      <a16:creationId xmlns:a16="http://schemas.microsoft.com/office/drawing/2014/main" id="{B3957FFB-4B2A-77CE-8B1A-CAE5E2784283}"/>
                    </a:ext>
                  </a:extLst>
                </p14:cNvPr>
                <p14:cNvContentPartPr/>
                <p14:nvPr/>
              </p14:nvContentPartPr>
              <p14:xfrm>
                <a:off x="5512588" y="3337139"/>
                <a:ext cx="277200" cy="58320"/>
              </p14:xfrm>
            </p:contentPart>
          </mc:Choice>
          <mc:Fallback>
            <p:pic>
              <p:nvPicPr>
                <p:cNvPr id="10" name="Ink 9">
                  <a:extLst>
                    <a:ext uri="{FF2B5EF4-FFF2-40B4-BE49-F238E27FC236}">
                      <a16:creationId xmlns:a16="http://schemas.microsoft.com/office/drawing/2014/main" id="{B3957FFB-4B2A-77CE-8B1A-CAE5E2784283}"/>
                    </a:ext>
                  </a:extLst>
                </p:cNvPr>
                <p:cNvPicPr/>
                <p:nvPr/>
              </p:nvPicPr>
              <p:blipFill>
                <a:blip r:embed="rId14"/>
                <a:stretch>
                  <a:fillRect/>
                </a:stretch>
              </p:blipFill>
              <p:spPr>
                <a:xfrm>
                  <a:off x="5508268" y="3332819"/>
                  <a:ext cx="285840" cy="6696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1" name="Ink 10">
                  <a:extLst>
                    <a:ext uri="{FF2B5EF4-FFF2-40B4-BE49-F238E27FC236}">
                      <a16:creationId xmlns:a16="http://schemas.microsoft.com/office/drawing/2014/main" id="{896CF2CA-15A0-4EA6-B6B0-3AB25B113F2C}"/>
                    </a:ext>
                  </a:extLst>
                </p14:cNvPr>
                <p14:cNvContentPartPr/>
                <p14:nvPr/>
              </p14:nvContentPartPr>
              <p14:xfrm>
                <a:off x="5634988" y="3413819"/>
                <a:ext cx="111960" cy="33480"/>
              </p14:xfrm>
            </p:contentPart>
          </mc:Choice>
          <mc:Fallback>
            <p:pic>
              <p:nvPicPr>
                <p:cNvPr id="11" name="Ink 10">
                  <a:extLst>
                    <a:ext uri="{FF2B5EF4-FFF2-40B4-BE49-F238E27FC236}">
                      <a16:creationId xmlns:a16="http://schemas.microsoft.com/office/drawing/2014/main" id="{896CF2CA-15A0-4EA6-B6B0-3AB25B113F2C}"/>
                    </a:ext>
                  </a:extLst>
                </p:cNvPr>
                <p:cNvPicPr/>
                <p:nvPr/>
              </p:nvPicPr>
              <p:blipFill>
                <a:blip r:embed="rId16"/>
                <a:stretch>
                  <a:fillRect/>
                </a:stretch>
              </p:blipFill>
              <p:spPr>
                <a:xfrm>
                  <a:off x="5630668" y="3409499"/>
                  <a:ext cx="120600" cy="4212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2" name="Ink 11">
                  <a:extLst>
                    <a:ext uri="{FF2B5EF4-FFF2-40B4-BE49-F238E27FC236}">
                      <a16:creationId xmlns:a16="http://schemas.microsoft.com/office/drawing/2014/main" id="{6CE19D0C-4224-5A25-0AEB-B168374BACFC}"/>
                    </a:ext>
                  </a:extLst>
                </p14:cNvPr>
                <p14:cNvContentPartPr/>
                <p14:nvPr/>
              </p14:nvContentPartPr>
              <p14:xfrm>
                <a:off x="5614828" y="3418499"/>
                <a:ext cx="81720" cy="234360"/>
              </p14:xfrm>
            </p:contentPart>
          </mc:Choice>
          <mc:Fallback>
            <p:pic>
              <p:nvPicPr>
                <p:cNvPr id="12" name="Ink 11">
                  <a:extLst>
                    <a:ext uri="{FF2B5EF4-FFF2-40B4-BE49-F238E27FC236}">
                      <a16:creationId xmlns:a16="http://schemas.microsoft.com/office/drawing/2014/main" id="{6CE19D0C-4224-5A25-0AEB-B168374BACFC}"/>
                    </a:ext>
                  </a:extLst>
                </p:cNvPr>
                <p:cNvPicPr/>
                <p:nvPr/>
              </p:nvPicPr>
              <p:blipFill>
                <a:blip r:embed="rId18"/>
                <a:stretch>
                  <a:fillRect/>
                </a:stretch>
              </p:blipFill>
              <p:spPr>
                <a:xfrm>
                  <a:off x="5610508" y="3414179"/>
                  <a:ext cx="90360" cy="243000"/>
                </a:xfrm>
                <a:prstGeom prst="rect">
                  <a:avLst/>
                </a:prstGeom>
              </p:spPr>
            </p:pic>
          </mc:Fallback>
        </mc:AlternateContent>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60569"/>
            <a:ext cx="7620000" cy="764364"/>
          </a:xfrm>
        </p:spPr>
        <p:txBody>
          <a:bodyPr>
            <a:normAutofit/>
          </a:bodyPr>
          <a:lstStyle/>
          <a:p>
            <a:pPr algn="l"/>
            <a:r>
              <a:rPr lang="en-US" sz="3200" dirty="0"/>
              <a:t>Example- 5</a:t>
            </a:r>
            <a:endParaRPr lang="en-IN" sz="3200" dirty="0"/>
          </a:p>
        </p:txBody>
      </p:sp>
      <p:sp>
        <p:nvSpPr>
          <p:cNvPr id="2" name="Content Placeholder 1"/>
          <p:cNvSpPr>
            <a:spLocks noGrp="1"/>
          </p:cNvSpPr>
          <p:nvPr>
            <p:ph idx="4294967295"/>
          </p:nvPr>
        </p:nvSpPr>
        <p:spPr>
          <a:xfrm>
            <a:off x="268287" y="1242047"/>
            <a:ext cx="8607425" cy="4619625"/>
          </a:xfrm>
        </p:spPr>
        <p:txBody>
          <a:bodyPr rtlCol="0">
            <a:normAutofit/>
          </a:bodyPr>
          <a:lstStyle/>
          <a:p>
            <a:pPr>
              <a:buFont typeface="Wingdings" panose="05000000000000000000" pitchFamily="2" charset="2"/>
              <a:buChar char="Ø"/>
              <a:defRPr/>
            </a:pPr>
            <a:r>
              <a:rPr lang="en-US" sz="2600" dirty="0">
                <a:solidFill>
                  <a:srgbClr val="000000"/>
                </a:solidFill>
                <a:cs typeface="Times New Roman" panose="02020603050405020304" pitchFamily="18" charset="0"/>
              </a:rPr>
              <a:t>In a group of 300 all adults, 272 are right-handed, 3 adults </a:t>
            </a:r>
          </a:p>
          <a:p>
            <a:pPr marL="0" indent="0">
              <a:buNone/>
              <a:defRPr/>
            </a:pPr>
            <a:r>
              <a:rPr lang="en-US" sz="2600" dirty="0">
                <a:solidFill>
                  <a:srgbClr val="000000"/>
                </a:solidFill>
                <a:cs typeface="Times New Roman" panose="02020603050405020304" pitchFamily="18" charset="0"/>
              </a:rPr>
              <a:t>  are selected </a:t>
            </a:r>
            <a:r>
              <a:rPr lang="en-US" sz="2600" u="sng" dirty="0">
                <a:solidFill>
                  <a:srgbClr val="000000"/>
                </a:solidFill>
                <a:cs typeface="Times New Roman" panose="02020603050405020304" pitchFamily="18" charset="0"/>
              </a:rPr>
              <a:t>with replacement</a:t>
            </a:r>
            <a:r>
              <a:rPr lang="en-US" sz="2600" dirty="0">
                <a:solidFill>
                  <a:srgbClr val="000000"/>
                </a:solidFill>
                <a:cs typeface="Times New Roman" panose="02020603050405020304" pitchFamily="18" charset="0"/>
              </a:rPr>
              <a:t>. Find </a:t>
            </a:r>
          </a:p>
          <a:p>
            <a:pPr marL="457200" indent="-457200">
              <a:buFont typeface="Arial" pitchFamily="34" charset="0"/>
              <a:buAutoNum type="alphaLcParenR"/>
              <a:defRPr/>
            </a:pPr>
            <a:r>
              <a:rPr lang="en-US" sz="2600" dirty="0">
                <a:solidFill>
                  <a:srgbClr val="000000"/>
                </a:solidFill>
                <a:cs typeface="Times New Roman" panose="02020603050405020304" pitchFamily="18" charset="0"/>
              </a:rPr>
              <a:t>P(all 3 are right- handed) </a:t>
            </a:r>
          </a:p>
          <a:p>
            <a:pPr marL="457200" indent="-457200">
              <a:buFont typeface="Arial" pitchFamily="34" charset="0"/>
              <a:buAutoNum type="alphaLcParenR"/>
              <a:defRPr/>
            </a:pPr>
            <a:r>
              <a:rPr lang="en-US" sz="2600" dirty="0">
                <a:solidFill>
                  <a:srgbClr val="000000"/>
                </a:solidFill>
                <a:cs typeface="Times New Roman" panose="02020603050405020304" pitchFamily="18" charset="0"/>
              </a:rPr>
              <a:t>P(all 3 left-handed)</a:t>
            </a:r>
          </a:p>
          <a:p>
            <a:pPr marL="457200" indent="-457200">
              <a:buFont typeface="Arial" pitchFamily="34" charset="0"/>
              <a:buAutoNum type="alphaLcParenR"/>
              <a:defRPr/>
            </a:pPr>
            <a:r>
              <a:rPr lang="en-US" sz="2600" dirty="0">
                <a:solidFill>
                  <a:srgbClr val="000000"/>
                </a:solidFill>
                <a:cs typeface="Times New Roman" panose="02020603050405020304" pitchFamily="18" charset="0"/>
              </a:rPr>
              <a:t>P(At least one right-handed)</a:t>
            </a:r>
          </a:p>
          <a:p>
            <a:pPr marL="0" indent="0">
              <a:buNone/>
              <a:defRPr/>
            </a:pPr>
            <a:r>
              <a:rPr lang="en-US" sz="2600" dirty="0">
                <a:solidFill>
                  <a:srgbClr val="FF0000"/>
                </a:solidFill>
                <a:cs typeface="Times New Roman" panose="02020603050405020304" pitchFamily="18" charset="0"/>
              </a:rPr>
              <a:t>Solution:</a:t>
            </a:r>
          </a:p>
          <a:p>
            <a:pPr>
              <a:buFont typeface="Courier New" panose="02070309020205020404" pitchFamily="49" charset="0"/>
              <a:buChar char="o"/>
              <a:defRPr/>
            </a:pPr>
            <a:r>
              <a:rPr lang="en-US" sz="2600" dirty="0">
                <a:solidFill>
                  <a:srgbClr val="000000"/>
                </a:solidFill>
                <a:cs typeface="Times New Roman" panose="02020603050405020304" pitchFamily="18" charset="0"/>
              </a:rPr>
              <a:t>P(one right-handed) = 272/300 =0.907</a:t>
            </a:r>
          </a:p>
          <a:p>
            <a:pPr>
              <a:buFont typeface="Courier New" panose="02070309020205020404" pitchFamily="49" charset="0"/>
              <a:buChar char="o"/>
              <a:defRPr/>
            </a:pPr>
            <a:r>
              <a:rPr lang="en-US" sz="2600" dirty="0">
                <a:solidFill>
                  <a:srgbClr val="000000"/>
                </a:solidFill>
                <a:cs typeface="Times New Roman" panose="02020603050405020304" pitchFamily="18" charset="0"/>
              </a:rPr>
              <a:t>P(one left-handed) = (300-272)/300 = 28/300 = 0.093</a:t>
            </a:r>
          </a:p>
          <a:p>
            <a:pPr>
              <a:defRPr/>
            </a:pPr>
            <a:endParaRPr lang="en-US" dirty="0">
              <a:solidFill>
                <a:srgbClr val="000000"/>
              </a:solidFill>
              <a:latin typeface="Tahoma" panose="020B0604030504040204" pitchFamily="34" charset="0"/>
            </a:endParaRPr>
          </a:p>
          <a:p>
            <a:pPr>
              <a:defRPr/>
            </a:pPr>
            <a:endParaRPr lang="en-IN" dirty="0"/>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BCD9E6CE-C8A8-7E8B-A3F5-0348D657D60D}"/>
                  </a:ext>
                </a:extLst>
              </p14:cNvPr>
              <p14:cNvContentPartPr/>
              <p14:nvPr/>
            </p14:nvContentPartPr>
            <p14:xfrm>
              <a:off x="7348948" y="1707419"/>
              <a:ext cx="1335960" cy="28800"/>
            </p14:xfrm>
          </p:contentPart>
        </mc:Choice>
        <mc:Fallback>
          <p:pic>
            <p:nvPicPr>
              <p:cNvPr id="3" name="Ink 2">
                <a:extLst>
                  <a:ext uri="{FF2B5EF4-FFF2-40B4-BE49-F238E27FC236}">
                    <a16:creationId xmlns:a16="http://schemas.microsoft.com/office/drawing/2014/main" id="{BCD9E6CE-C8A8-7E8B-A3F5-0348D657D60D}"/>
                  </a:ext>
                </a:extLst>
              </p:cNvPr>
              <p:cNvPicPr/>
              <p:nvPr/>
            </p:nvPicPr>
            <p:blipFill>
              <a:blip r:embed="rId3"/>
              <a:stretch>
                <a:fillRect/>
              </a:stretch>
            </p:blipFill>
            <p:spPr>
              <a:xfrm>
                <a:off x="7344628" y="1703099"/>
                <a:ext cx="134460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B892C8EA-3696-A7FB-173C-CA14A04F4E2D}"/>
                  </a:ext>
                </a:extLst>
              </p14:cNvPr>
              <p14:cNvContentPartPr/>
              <p14:nvPr/>
            </p14:nvContentPartPr>
            <p14:xfrm>
              <a:off x="879748" y="2533979"/>
              <a:ext cx="3295080" cy="94320"/>
            </p14:xfrm>
          </p:contentPart>
        </mc:Choice>
        <mc:Fallback>
          <p:pic>
            <p:nvPicPr>
              <p:cNvPr id="5" name="Ink 4">
                <a:extLst>
                  <a:ext uri="{FF2B5EF4-FFF2-40B4-BE49-F238E27FC236}">
                    <a16:creationId xmlns:a16="http://schemas.microsoft.com/office/drawing/2014/main" id="{B892C8EA-3696-A7FB-173C-CA14A04F4E2D}"/>
                  </a:ext>
                </a:extLst>
              </p:cNvPr>
              <p:cNvPicPr/>
              <p:nvPr/>
            </p:nvPicPr>
            <p:blipFill>
              <a:blip r:embed="rId5"/>
              <a:stretch>
                <a:fillRect/>
              </a:stretch>
            </p:blipFill>
            <p:spPr>
              <a:xfrm>
                <a:off x="875428" y="2529659"/>
                <a:ext cx="3303720" cy="1029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7B694BE3-F6C6-DB67-F0FA-18E37980D35D}"/>
                  </a:ext>
                </a:extLst>
              </p14:cNvPr>
              <p14:cNvContentPartPr/>
              <p14:nvPr/>
            </p14:nvContentPartPr>
            <p14:xfrm>
              <a:off x="808108" y="2949419"/>
              <a:ext cx="2602440" cy="153720"/>
            </p14:xfrm>
          </p:contentPart>
        </mc:Choice>
        <mc:Fallback>
          <p:pic>
            <p:nvPicPr>
              <p:cNvPr id="6" name="Ink 5">
                <a:extLst>
                  <a:ext uri="{FF2B5EF4-FFF2-40B4-BE49-F238E27FC236}">
                    <a16:creationId xmlns:a16="http://schemas.microsoft.com/office/drawing/2014/main" id="{7B694BE3-F6C6-DB67-F0FA-18E37980D35D}"/>
                  </a:ext>
                </a:extLst>
              </p:cNvPr>
              <p:cNvPicPr/>
              <p:nvPr/>
            </p:nvPicPr>
            <p:blipFill>
              <a:blip r:embed="rId7"/>
              <a:stretch>
                <a:fillRect/>
              </a:stretch>
            </p:blipFill>
            <p:spPr>
              <a:xfrm>
                <a:off x="803788" y="2945099"/>
                <a:ext cx="2611080" cy="1623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2AE90373-039B-E58B-FD24-919B193E02AB}"/>
                  </a:ext>
                </a:extLst>
              </p14:cNvPr>
              <p14:cNvContentPartPr/>
              <p14:nvPr/>
            </p14:nvContentPartPr>
            <p14:xfrm>
              <a:off x="788668" y="3519659"/>
              <a:ext cx="4069440" cy="178920"/>
            </p14:xfrm>
          </p:contentPart>
        </mc:Choice>
        <mc:Fallback>
          <p:pic>
            <p:nvPicPr>
              <p:cNvPr id="7" name="Ink 6">
                <a:extLst>
                  <a:ext uri="{FF2B5EF4-FFF2-40B4-BE49-F238E27FC236}">
                    <a16:creationId xmlns:a16="http://schemas.microsoft.com/office/drawing/2014/main" id="{2AE90373-039B-E58B-FD24-919B193E02AB}"/>
                  </a:ext>
                </a:extLst>
              </p:cNvPr>
              <p:cNvPicPr/>
              <p:nvPr/>
            </p:nvPicPr>
            <p:blipFill>
              <a:blip r:embed="rId9"/>
              <a:stretch>
                <a:fillRect/>
              </a:stretch>
            </p:blipFill>
            <p:spPr>
              <a:xfrm>
                <a:off x="784348" y="3515339"/>
                <a:ext cx="4078080" cy="187560"/>
              </a:xfrm>
              <a:prstGeom prst="rect">
                <a:avLst/>
              </a:prstGeom>
            </p:spPr>
          </p:pic>
        </mc:Fallback>
      </mc:AlternateContent>
      <p:grpSp>
        <p:nvGrpSpPr>
          <p:cNvPr id="55" name="Group 54">
            <a:extLst>
              <a:ext uri="{FF2B5EF4-FFF2-40B4-BE49-F238E27FC236}">
                <a16:creationId xmlns:a16="http://schemas.microsoft.com/office/drawing/2014/main" id="{A6C644C0-7F28-510D-BB23-5BBDD9BF2C5A}"/>
              </a:ext>
            </a:extLst>
          </p:cNvPr>
          <p:cNvGrpSpPr/>
          <p:nvPr/>
        </p:nvGrpSpPr>
        <p:grpSpPr>
          <a:xfrm>
            <a:off x="2061628" y="1695179"/>
            <a:ext cx="3960360" cy="968040"/>
            <a:chOff x="2061628" y="1695179"/>
            <a:chExt cx="3960360" cy="968040"/>
          </a:xfrm>
        </p:grpSpPr>
        <mc:AlternateContent xmlns:mc="http://schemas.openxmlformats.org/markup-compatibility/2006">
          <mc:Choice xmlns:p14="http://schemas.microsoft.com/office/powerpoint/2010/main" Requires="p14">
            <p:contentPart p14:bwMode="auto" r:id="rId10">
              <p14:nvContentPartPr>
                <p14:cNvPr id="50" name="Ink 49">
                  <a:extLst>
                    <a:ext uri="{FF2B5EF4-FFF2-40B4-BE49-F238E27FC236}">
                      <a16:creationId xmlns:a16="http://schemas.microsoft.com/office/drawing/2014/main" id="{16A06742-C2CA-EB03-C0D7-F4290C6FB362}"/>
                    </a:ext>
                  </a:extLst>
                </p14:cNvPr>
                <p14:cNvContentPartPr/>
                <p14:nvPr/>
              </p14:nvContentPartPr>
              <p14:xfrm>
                <a:off x="5471908" y="2317259"/>
                <a:ext cx="18720" cy="11880"/>
              </p14:xfrm>
            </p:contentPart>
          </mc:Choice>
          <mc:Fallback>
            <p:pic>
              <p:nvPicPr>
                <p:cNvPr id="50" name="Ink 49">
                  <a:extLst>
                    <a:ext uri="{FF2B5EF4-FFF2-40B4-BE49-F238E27FC236}">
                      <a16:creationId xmlns:a16="http://schemas.microsoft.com/office/drawing/2014/main" id="{16A06742-C2CA-EB03-C0D7-F4290C6FB362}"/>
                    </a:ext>
                  </a:extLst>
                </p:cNvPr>
                <p:cNvPicPr/>
                <p:nvPr/>
              </p:nvPicPr>
              <p:blipFill>
                <a:blip r:embed="rId11"/>
                <a:stretch>
                  <a:fillRect/>
                </a:stretch>
              </p:blipFill>
              <p:spPr>
                <a:xfrm>
                  <a:off x="5467588" y="2312939"/>
                  <a:ext cx="27360" cy="205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51" name="Ink 50">
                  <a:extLst>
                    <a:ext uri="{FF2B5EF4-FFF2-40B4-BE49-F238E27FC236}">
                      <a16:creationId xmlns:a16="http://schemas.microsoft.com/office/drawing/2014/main" id="{A241EC20-0805-8D68-08B1-DE64BE56753E}"/>
                    </a:ext>
                  </a:extLst>
                </p14:cNvPr>
                <p14:cNvContentPartPr/>
                <p14:nvPr/>
              </p14:nvContentPartPr>
              <p14:xfrm>
                <a:off x="5506828" y="2279459"/>
                <a:ext cx="469440" cy="383760"/>
              </p14:xfrm>
            </p:contentPart>
          </mc:Choice>
          <mc:Fallback>
            <p:pic>
              <p:nvPicPr>
                <p:cNvPr id="51" name="Ink 50">
                  <a:extLst>
                    <a:ext uri="{FF2B5EF4-FFF2-40B4-BE49-F238E27FC236}">
                      <a16:creationId xmlns:a16="http://schemas.microsoft.com/office/drawing/2014/main" id="{A241EC20-0805-8D68-08B1-DE64BE56753E}"/>
                    </a:ext>
                  </a:extLst>
                </p:cNvPr>
                <p:cNvPicPr/>
                <p:nvPr/>
              </p:nvPicPr>
              <p:blipFill>
                <a:blip r:embed="rId13"/>
                <a:stretch>
                  <a:fillRect/>
                </a:stretch>
              </p:blipFill>
              <p:spPr>
                <a:xfrm>
                  <a:off x="5502508" y="2275139"/>
                  <a:ext cx="478080" cy="3924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52" name="Ink 51">
                  <a:extLst>
                    <a:ext uri="{FF2B5EF4-FFF2-40B4-BE49-F238E27FC236}">
                      <a16:creationId xmlns:a16="http://schemas.microsoft.com/office/drawing/2014/main" id="{B47B57A1-3C94-BC22-29D7-07ECCB0FE650}"/>
                    </a:ext>
                  </a:extLst>
                </p14:cNvPr>
                <p14:cNvContentPartPr/>
                <p14:nvPr/>
              </p14:nvContentPartPr>
              <p14:xfrm>
                <a:off x="5835868" y="2410499"/>
                <a:ext cx="186120" cy="230400"/>
              </p14:xfrm>
            </p:contentPart>
          </mc:Choice>
          <mc:Fallback>
            <p:pic>
              <p:nvPicPr>
                <p:cNvPr id="52" name="Ink 51">
                  <a:extLst>
                    <a:ext uri="{FF2B5EF4-FFF2-40B4-BE49-F238E27FC236}">
                      <a16:creationId xmlns:a16="http://schemas.microsoft.com/office/drawing/2014/main" id="{B47B57A1-3C94-BC22-29D7-07ECCB0FE650}"/>
                    </a:ext>
                  </a:extLst>
                </p:cNvPr>
                <p:cNvPicPr/>
                <p:nvPr/>
              </p:nvPicPr>
              <p:blipFill>
                <a:blip r:embed="rId15"/>
                <a:stretch>
                  <a:fillRect/>
                </a:stretch>
              </p:blipFill>
              <p:spPr>
                <a:xfrm>
                  <a:off x="5831548" y="2406179"/>
                  <a:ext cx="194760" cy="2390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54" name="Ink 53">
                  <a:extLst>
                    <a:ext uri="{FF2B5EF4-FFF2-40B4-BE49-F238E27FC236}">
                      <a16:creationId xmlns:a16="http://schemas.microsoft.com/office/drawing/2014/main" id="{EC69EF82-2BF7-8D3B-C5ED-112E431C66FD}"/>
                    </a:ext>
                  </a:extLst>
                </p14:cNvPr>
                <p14:cNvContentPartPr/>
                <p14:nvPr/>
              </p14:nvContentPartPr>
              <p14:xfrm>
                <a:off x="2061628" y="1695179"/>
                <a:ext cx="2657880" cy="634320"/>
              </p14:xfrm>
            </p:contentPart>
          </mc:Choice>
          <mc:Fallback>
            <p:pic>
              <p:nvPicPr>
                <p:cNvPr id="54" name="Ink 53">
                  <a:extLst>
                    <a:ext uri="{FF2B5EF4-FFF2-40B4-BE49-F238E27FC236}">
                      <a16:creationId xmlns:a16="http://schemas.microsoft.com/office/drawing/2014/main" id="{EC69EF82-2BF7-8D3B-C5ED-112E431C66FD}"/>
                    </a:ext>
                  </a:extLst>
                </p:cNvPr>
                <p:cNvPicPr/>
                <p:nvPr/>
              </p:nvPicPr>
              <p:blipFill>
                <a:blip r:embed="rId17"/>
                <a:stretch>
                  <a:fillRect/>
                </a:stretch>
              </p:blipFill>
              <p:spPr>
                <a:xfrm>
                  <a:off x="2057308" y="1690859"/>
                  <a:ext cx="2666520" cy="642960"/>
                </a:xfrm>
                <a:prstGeom prst="rect">
                  <a:avLst/>
                </a:prstGeom>
              </p:spPr>
            </p:pic>
          </mc:Fallback>
        </mc:AlternateContent>
      </p:grpSp>
      <p:grpSp>
        <p:nvGrpSpPr>
          <p:cNvPr id="69" name="Group 68">
            <a:extLst>
              <a:ext uri="{FF2B5EF4-FFF2-40B4-BE49-F238E27FC236}">
                <a16:creationId xmlns:a16="http://schemas.microsoft.com/office/drawing/2014/main" id="{97CFFC62-079E-4307-1182-95DAC290DF5D}"/>
              </a:ext>
            </a:extLst>
          </p:cNvPr>
          <p:cNvGrpSpPr/>
          <p:nvPr/>
        </p:nvGrpSpPr>
        <p:grpSpPr>
          <a:xfrm>
            <a:off x="3743548" y="4454579"/>
            <a:ext cx="2100600" cy="99720"/>
            <a:chOff x="3743548" y="4454579"/>
            <a:chExt cx="2100600" cy="99720"/>
          </a:xfrm>
        </p:grpSpPr>
        <mc:AlternateContent xmlns:mc="http://schemas.openxmlformats.org/markup-compatibility/2006">
          <mc:Choice xmlns:p14="http://schemas.microsoft.com/office/powerpoint/2010/main" Requires="p14">
            <p:contentPart p14:bwMode="auto" r:id="rId18">
              <p14:nvContentPartPr>
                <p14:cNvPr id="67" name="Ink 66">
                  <a:extLst>
                    <a:ext uri="{FF2B5EF4-FFF2-40B4-BE49-F238E27FC236}">
                      <a16:creationId xmlns:a16="http://schemas.microsoft.com/office/drawing/2014/main" id="{BAD816EE-AA05-097C-D9FF-F132C6FCE529}"/>
                    </a:ext>
                  </a:extLst>
                </p14:cNvPr>
                <p14:cNvContentPartPr/>
                <p14:nvPr/>
              </p14:nvContentPartPr>
              <p14:xfrm>
                <a:off x="3743548" y="4519739"/>
                <a:ext cx="983880" cy="34560"/>
              </p14:xfrm>
            </p:contentPart>
          </mc:Choice>
          <mc:Fallback>
            <p:pic>
              <p:nvPicPr>
                <p:cNvPr id="67" name="Ink 66">
                  <a:extLst>
                    <a:ext uri="{FF2B5EF4-FFF2-40B4-BE49-F238E27FC236}">
                      <a16:creationId xmlns:a16="http://schemas.microsoft.com/office/drawing/2014/main" id="{BAD816EE-AA05-097C-D9FF-F132C6FCE529}"/>
                    </a:ext>
                  </a:extLst>
                </p:cNvPr>
                <p:cNvPicPr/>
                <p:nvPr/>
              </p:nvPicPr>
              <p:blipFill>
                <a:blip r:embed="rId19"/>
                <a:stretch>
                  <a:fillRect/>
                </a:stretch>
              </p:blipFill>
              <p:spPr>
                <a:xfrm>
                  <a:off x="3739228" y="4515419"/>
                  <a:ext cx="992520" cy="432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68" name="Ink 67">
                  <a:extLst>
                    <a:ext uri="{FF2B5EF4-FFF2-40B4-BE49-F238E27FC236}">
                      <a16:creationId xmlns:a16="http://schemas.microsoft.com/office/drawing/2014/main" id="{25E6988D-138A-01F6-4C40-CE577A2D11B2}"/>
                    </a:ext>
                  </a:extLst>
                </p14:cNvPr>
                <p14:cNvContentPartPr/>
                <p14:nvPr/>
              </p14:nvContentPartPr>
              <p14:xfrm>
                <a:off x="5086348" y="4454579"/>
                <a:ext cx="757800" cy="46080"/>
              </p14:xfrm>
            </p:contentPart>
          </mc:Choice>
          <mc:Fallback>
            <p:pic>
              <p:nvPicPr>
                <p:cNvPr id="68" name="Ink 67">
                  <a:extLst>
                    <a:ext uri="{FF2B5EF4-FFF2-40B4-BE49-F238E27FC236}">
                      <a16:creationId xmlns:a16="http://schemas.microsoft.com/office/drawing/2014/main" id="{25E6988D-138A-01F6-4C40-CE577A2D11B2}"/>
                    </a:ext>
                  </a:extLst>
                </p:cNvPr>
                <p:cNvPicPr/>
                <p:nvPr/>
              </p:nvPicPr>
              <p:blipFill>
                <a:blip r:embed="rId21"/>
                <a:stretch>
                  <a:fillRect/>
                </a:stretch>
              </p:blipFill>
              <p:spPr>
                <a:xfrm>
                  <a:off x="5082028" y="4450259"/>
                  <a:ext cx="766440" cy="54720"/>
                </a:xfrm>
                <a:prstGeom prst="rect">
                  <a:avLst/>
                </a:prstGeom>
              </p:spPr>
            </p:pic>
          </mc:Fallback>
        </mc:AlternateContent>
      </p:grpSp>
      <p:grpSp>
        <p:nvGrpSpPr>
          <p:cNvPr id="72" name="Group 71">
            <a:extLst>
              <a:ext uri="{FF2B5EF4-FFF2-40B4-BE49-F238E27FC236}">
                <a16:creationId xmlns:a16="http://schemas.microsoft.com/office/drawing/2014/main" id="{7975BEF8-DE3B-1B4D-1627-247D67F9EE62}"/>
              </a:ext>
            </a:extLst>
          </p:cNvPr>
          <p:cNvGrpSpPr/>
          <p:nvPr/>
        </p:nvGrpSpPr>
        <p:grpSpPr>
          <a:xfrm>
            <a:off x="1525588" y="5046779"/>
            <a:ext cx="5655960" cy="1719360"/>
            <a:chOff x="1525588" y="5046779"/>
            <a:chExt cx="5655960" cy="1719360"/>
          </a:xfrm>
        </p:grpSpPr>
        <mc:AlternateContent xmlns:mc="http://schemas.openxmlformats.org/markup-compatibility/2006">
          <mc:Choice xmlns:p14="http://schemas.microsoft.com/office/powerpoint/2010/main" Requires="p14">
            <p:contentPart p14:bwMode="auto" r:id="rId22">
              <p14:nvContentPartPr>
                <p14:cNvPr id="8" name="Ink 7">
                  <a:extLst>
                    <a:ext uri="{FF2B5EF4-FFF2-40B4-BE49-F238E27FC236}">
                      <a16:creationId xmlns:a16="http://schemas.microsoft.com/office/drawing/2014/main" id="{26245244-3514-3C02-8C36-9CF5C1CB17B2}"/>
                    </a:ext>
                  </a:extLst>
                </p14:cNvPr>
                <p14:cNvContentPartPr/>
                <p14:nvPr/>
              </p14:nvContentPartPr>
              <p14:xfrm>
                <a:off x="1525588" y="5516939"/>
                <a:ext cx="95400" cy="363600"/>
              </p14:xfrm>
            </p:contentPart>
          </mc:Choice>
          <mc:Fallback>
            <p:pic>
              <p:nvPicPr>
                <p:cNvPr id="8" name="Ink 7">
                  <a:extLst>
                    <a:ext uri="{FF2B5EF4-FFF2-40B4-BE49-F238E27FC236}">
                      <a16:creationId xmlns:a16="http://schemas.microsoft.com/office/drawing/2014/main" id="{26245244-3514-3C02-8C36-9CF5C1CB17B2}"/>
                    </a:ext>
                  </a:extLst>
                </p:cNvPr>
                <p:cNvPicPr/>
                <p:nvPr/>
              </p:nvPicPr>
              <p:blipFill>
                <a:blip r:embed="rId23"/>
                <a:stretch>
                  <a:fillRect/>
                </a:stretch>
              </p:blipFill>
              <p:spPr>
                <a:xfrm>
                  <a:off x="1521268" y="5512619"/>
                  <a:ext cx="104040" cy="3722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9" name="Ink 8">
                  <a:extLst>
                    <a:ext uri="{FF2B5EF4-FFF2-40B4-BE49-F238E27FC236}">
                      <a16:creationId xmlns:a16="http://schemas.microsoft.com/office/drawing/2014/main" id="{4C76F7AC-4802-139F-9742-33BAA2C78F2E}"/>
                    </a:ext>
                  </a:extLst>
                </p14:cNvPr>
                <p14:cNvContentPartPr/>
                <p14:nvPr/>
              </p14:nvContentPartPr>
              <p14:xfrm>
                <a:off x="1775068" y="5367539"/>
                <a:ext cx="222840" cy="668520"/>
              </p14:xfrm>
            </p:contentPart>
          </mc:Choice>
          <mc:Fallback>
            <p:pic>
              <p:nvPicPr>
                <p:cNvPr id="9" name="Ink 8">
                  <a:extLst>
                    <a:ext uri="{FF2B5EF4-FFF2-40B4-BE49-F238E27FC236}">
                      <a16:creationId xmlns:a16="http://schemas.microsoft.com/office/drawing/2014/main" id="{4C76F7AC-4802-139F-9742-33BAA2C78F2E}"/>
                    </a:ext>
                  </a:extLst>
                </p:cNvPr>
                <p:cNvPicPr/>
                <p:nvPr/>
              </p:nvPicPr>
              <p:blipFill>
                <a:blip r:embed="rId25"/>
                <a:stretch>
                  <a:fillRect/>
                </a:stretch>
              </p:blipFill>
              <p:spPr>
                <a:xfrm>
                  <a:off x="1770748" y="5363219"/>
                  <a:ext cx="231480" cy="67716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0" name="Ink 9">
                  <a:extLst>
                    <a:ext uri="{FF2B5EF4-FFF2-40B4-BE49-F238E27FC236}">
                      <a16:creationId xmlns:a16="http://schemas.microsoft.com/office/drawing/2014/main" id="{DF617024-63B7-184D-A2A6-0345417EE569}"/>
                    </a:ext>
                  </a:extLst>
                </p14:cNvPr>
                <p14:cNvContentPartPr/>
                <p14:nvPr/>
              </p14:nvContentPartPr>
              <p14:xfrm>
                <a:off x="1973068" y="5512619"/>
                <a:ext cx="156960" cy="335880"/>
              </p14:xfrm>
            </p:contentPart>
          </mc:Choice>
          <mc:Fallback>
            <p:pic>
              <p:nvPicPr>
                <p:cNvPr id="10" name="Ink 9">
                  <a:extLst>
                    <a:ext uri="{FF2B5EF4-FFF2-40B4-BE49-F238E27FC236}">
                      <a16:creationId xmlns:a16="http://schemas.microsoft.com/office/drawing/2014/main" id="{DF617024-63B7-184D-A2A6-0345417EE569}"/>
                    </a:ext>
                  </a:extLst>
                </p:cNvPr>
                <p:cNvPicPr/>
                <p:nvPr/>
              </p:nvPicPr>
              <p:blipFill>
                <a:blip r:embed="rId27"/>
                <a:stretch>
                  <a:fillRect/>
                </a:stretch>
              </p:blipFill>
              <p:spPr>
                <a:xfrm>
                  <a:off x="1968748" y="5508299"/>
                  <a:ext cx="165600" cy="3445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1" name="Ink 10">
                  <a:extLst>
                    <a:ext uri="{FF2B5EF4-FFF2-40B4-BE49-F238E27FC236}">
                      <a16:creationId xmlns:a16="http://schemas.microsoft.com/office/drawing/2014/main" id="{6ABBBADD-BFBC-8B4B-4E8E-0A983DC1B0A9}"/>
                    </a:ext>
                  </a:extLst>
                </p14:cNvPr>
                <p14:cNvContentPartPr/>
                <p14:nvPr/>
              </p14:nvContentPartPr>
              <p14:xfrm>
                <a:off x="2014108" y="5653739"/>
                <a:ext cx="109080" cy="41040"/>
              </p14:xfrm>
            </p:contentPart>
          </mc:Choice>
          <mc:Fallback>
            <p:pic>
              <p:nvPicPr>
                <p:cNvPr id="11" name="Ink 10">
                  <a:extLst>
                    <a:ext uri="{FF2B5EF4-FFF2-40B4-BE49-F238E27FC236}">
                      <a16:creationId xmlns:a16="http://schemas.microsoft.com/office/drawing/2014/main" id="{6ABBBADD-BFBC-8B4B-4E8E-0A983DC1B0A9}"/>
                    </a:ext>
                  </a:extLst>
                </p:cNvPr>
                <p:cNvPicPr/>
                <p:nvPr/>
              </p:nvPicPr>
              <p:blipFill>
                <a:blip r:embed="rId29"/>
                <a:stretch>
                  <a:fillRect/>
                </a:stretch>
              </p:blipFill>
              <p:spPr>
                <a:xfrm>
                  <a:off x="2009788" y="5649419"/>
                  <a:ext cx="117720" cy="496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2" name="Ink 11">
                  <a:extLst>
                    <a:ext uri="{FF2B5EF4-FFF2-40B4-BE49-F238E27FC236}">
                      <a16:creationId xmlns:a16="http://schemas.microsoft.com/office/drawing/2014/main" id="{C15ED1F5-984E-1C9F-5A5A-60451264F8DB}"/>
                    </a:ext>
                  </a:extLst>
                </p14:cNvPr>
                <p14:cNvContentPartPr/>
                <p14:nvPr/>
              </p14:nvContentPartPr>
              <p14:xfrm>
                <a:off x="1951828" y="5753099"/>
                <a:ext cx="15840" cy="125640"/>
              </p14:xfrm>
            </p:contentPart>
          </mc:Choice>
          <mc:Fallback>
            <p:pic>
              <p:nvPicPr>
                <p:cNvPr id="12" name="Ink 11">
                  <a:extLst>
                    <a:ext uri="{FF2B5EF4-FFF2-40B4-BE49-F238E27FC236}">
                      <a16:creationId xmlns:a16="http://schemas.microsoft.com/office/drawing/2014/main" id="{C15ED1F5-984E-1C9F-5A5A-60451264F8DB}"/>
                    </a:ext>
                  </a:extLst>
                </p:cNvPr>
                <p:cNvPicPr/>
                <p:nvPr/>
              </p:nvPicPr>
              <p:blipFill>
                <a:blip r:embed="rId31"/>
                <a:stretch>
                  <a:fillRect/>
                </a:stretch>
              </p:blipFill>
              <p:spPr>
                <a:xfrm>
                  <a:off x="1947508" y="5748779"/>
                  <a:ext cx="24480" cy="13428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3" name="Ink 12">
                  <a:extLst>
                    <a:ext uri="{FF2B5EF4-FFF2-40B4-BE49-F238E27FC236}">
                      <a16:creationId xmlns:a16="http://schemas.microsoft.com/office/drawing/2014/main" id="{71BB4FB1-6027-817A-C709-DFAD13BCA048}"/>
                    </a:ext>
                  </a:extLst>
                </p14:cNvPr>
                <p14:cNvContentPartPr/>
                <p14:nvPr/>
              </p14:nvContentPartPr>
              <p14:xfrm>
                <a:off x="1943188" y="5676059"/>
                <a:ext cx="136440" cy="33480"/>
              </p14:xfrm>
            </p:contentPart>
          </mc:Choice>
          <mc:Fallback>
            <p:pic>
              <p:nvPicPr>
                <p:cNvPr id="13" name="Ink 12">
                  <a:extLst>
                    <a:ext uri="{FF2B5EF4-FFF2-40B4-BE49-F238E27FC236}">
                      <a16:creationId xmlns:a16="http://schemas.microsoft.com/office/drawing/2014/main" id="{71BB4FB1-6027-817A-C709-DFAD13BCA048}"/>
                    </a:ext>
                  </a:extLst>
                </p:cNvPr>
                <p:cNvPicPr/>
                <p:nvPr/>
              </p:nvPicPr>
              <p:blipFill>
                <a:blip r:embed="rId33"/>
                <a:stretch>
                  <a:fillRect/>
                </a:stretch>
              </p:blipFill>
              <p:spPr>
                <a:xfrm>
                  <a:off x="1938868" y="5671739"/>
                  <a:ext cx="145080" cy="421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5" name="Ink 14">
                  <a:extLst>
                    <a:ext uri="{FF2B5EF4-FFF2-40B4-BE49-F238E27FC236}">
                      <a16:creationId xmlns:a16="http://schemas.microsoft.com/office/drawing/2014/main" id="{AF4C237C-B2F6-9885-4B27-EEB249922B41}"/>
                    </a:ext>
                  </a:extLst>
                </p14:cNvPr>
                <p14:cNvContentPartPr/>
                <p14:nvPr/>
              </p14:nvContentPartPr>
              <p14:xfrm>
                <a:off x="2316508" y="5576339"/>
                <a:ext cx="117720" cy="223920"/>
              </p14:xfrm>
            </p:contentPart>
          </mc:Choice>
          <mc:Fallback>
            <p:pic>
              <p:nvPicPr>
                <p:cNvPr id="15" name="Ink 14">
                  <a:extLst>
                    <a:ext uri="{FF2B5EF4-FFF2-40B4-BE49-F238E27FC236}">
                      <a16:creationId xmlns:a16="http://schemas.microsoft.com/office/drawing/2014/main" id="{AF4C237C-B2F6-9885-4B27-EEB249922B41}"/>
                    </a:ext>
                  </a:extLst>
                </p:cNvPr>
                <p:cNvPicPr/>
                <p:nvPr/>
              </p:nvPicPr>
              <p:blipFill>
                <a:blip r:embed="rId35"/>
                <a:stretch>
                  <a:fillRect/>
                </a:stretch>
              </p:blipFill>
              <p:spPr>
                <a:xfrm>
                  <a:off x="2312188" y="5572019"/>
                  <a:ext cx="126360" cy="23256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7" name="Ink 16">
                  <a:extLst>
                    <a:ext uri="{FF2B5EF4-FFF2-40B4-BE49-F238E27FC236}">
                      <a16:creationId xmlns:a16="http://schemas.microsoft.com/office/drawing/2014/main" id="{05BE0C44-0876-D1B7-0317-9A41CF33EC49}"/>
                    </a:ext>
                  </a:extLst>
                </p14:cNvPr>
                <p14:cNvContentPartPr/>
                <p14:nvPr/>
              </p14:nvContentPartPr>
              <p14:xfrm>
                <a:off x="2212108" y="5935619"/>
                <a:ext cx="43920" cy="157680"/>
              </p14:xfrm>
            </p:contentPart>
          </mc:Choice>
          <mc:Fallback>
            <p:pic>
              <p:nvPicPr>
                <p:cNvPr id="17" name="Ink 16">
                  <a:extLst>
                    <a:ext uri="{FF2B5EF4-FFF2-40B4-BE49-F238E27FC236}">
                      <a16:creationId xmlns:a16="http://schemas.microsoft.com/office/drawing/2014/main" id="{05BE0C44-0876-D1B7-0317-9A41CF33EC49}"/>
                    </a:ext>
                  </a:extLst>
                </p:cNvPr>
                <p:cNvPicPr/>
                <p:nvPr/>
              </p:nvPicPr>
              <p:blipFill>
                <a:blip r:embed="rId37"/>
                <a:stretch>
                  <a:fillRect/>
                </a:stretch>
              </p:blipFill>
              <p:spPr>
                <a:xfrm>
                  <a:off x="2207788" y="5931299"/>
                  <a:ext cx="52560" cy="1663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18" name="Ink 17">
                  <a:extLst>
                    <a:ext uri="{FF2B5EF4-FFF2-40B4-BE49-F238E27FC236}">
                      <a16:creationId xmlns:a16="http://schemas.microsoft.com/office/drawing/2014/main" id="{4C3BD1F7-E01B-C24B-7AEB-634866EA8ABD}"/>
                    </a:ext>
                  </a:extLst>
                </p14:cNvPr>
                <p14:cNvContentPartPr/>
                <p14:nvPr/>
              </p14:nvContentPartPr>
              <p14:xfrm>
                <a:off x="2614228" y="5533499"/>
                <a:ext cx="125640" cy="268560"/>
              </p14:xfrm>
            </p:contentPart>
          </mc:Choice>
          <mc:Fallback>
            <p:pic>
              <p:nvPicPr>
                <p:cNvPr id="18" name="Ink 17">
                  <a:extLst>
                    <a:ext uri="{FF2B5EF4-FFF2-40B4-BE49-F238E27FC236}">
                      <a16:creationId xmlns:a16="http://schemas.microsoft.com/office/drawing/2014/main" id="{4C3BD1F7-E01B-C24B-7AEB-634866EA8ABD}"/>
                    </a:ext>
                  </a:extLst>
                </p:cNvPr>
                <p:cNvPicPr/>
                <p:nvPr/>
              </p:nvPicPr>
              <p:blipFill>
                <a:blip r:embed="rId39"/>
                <a:stretch>
                  <a:fillRect/>
                </a:stretch>
              </p:blipFill>
              <p:spPr>
                <a:xfrm>
                  <a:off x="2609908" y="5529179"/>
                  <a:ext cx="134280" cy="2772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19" name="Ink 18">
                  <a:extLst>
                    <a:ext uri="{FF2B5EF4-FFF2-40B4-BE49-F238E27FC236}">
                      <a16:creationId xmlns:a16="http://schemas.microsoft.com/office/drawing/2014/main" id="{A73CE78D-1137-969F-C236-DB1DEB604653}"/>
                    </a:ext>
                  </a:extLst>
                </p14:cNvPr>
                <p14:cNvContentPartPr/>
                <p14:nvPr/>
              </p14:nvContentPartPr>
              <p14:xfrm>
                <a:off x="2616028" y="5661659"/>
                <a:ext cx="110880" cy="32400"/>
              </p14:xfrm>
            </p:contentPart>
          </mc:Choice>
          <mc:Fallback>
            <p:pic>
              <p:nvPicPr>
                <p:cNvPr id="19" name="Ink 18">
                  <a:extLst>
                    <a:ext uri="{FF2B5EF4-FFF2-40B4-BE49-F238E27FC236}">
                      <a16:creationId xmlns:a16="http://schemas.microsoft.com/office/drawing/2014/main" id="{A73CE78D-1137-969F-C236-DB1DEB604653}"/>
                    </a:ext>
                  </a:extLst>
                </p:cNvPr>
                <p:cNvPicPr/>
                <p:nvPr/>
              </p:nvPicPr>
              <p:blipFill>
                <a:blip r:embed="rId41"/>
                <a:stretch>
                  <a:fillRect/>
                </a:stretch>
              </p:blipFill>
              <p:spPr>
                <a:xfrm>
                  <a:off x="2611708" y="5657339"/>
                  <a:ext cx="119520" cy="4104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0" name="Ink 19">
                  <a:extLst>
                    <a:ext uri="{FF2B5EF4-FFF2-40B4-BE49-F238E27FC236}">
                      <a16:creationId xmlns:a16="http://schemas.microsoft.com/office/drawing/2014/main" id="{03827E5F-4389-4FD3-45AB-2D848584A940}"/>
                    </a:ext>
                  </a:extLst>
                </p14:cNvPr>
                <p14:cNvContentPartPr/>
                <p14:nvPr/>
              </p14:nvContentPartPr>
              <p14:xfrm>
                <a:off x="2824108" y="5804219"/>
                <a:ext cx="227520" cy="128520"/>
              </p14:xfrm>
            </p:contentPart>
          </mc:Choice>
          <mc:Fallback>
            <p:pic>
              <p:nvPicPr>
                <p:cNvPr id="20" name="Ink 19">
                  <a:extLst>
                    <a:ext uri="{FF2B5EF4-FFF2-40B4-BE49-F238E27FC236}">
                      <a16:creationId xmlns:a16="http://schemas.microsoft.com/office/drawing/2014/main" id="{03827E5F-4389-4FD3-45AB-2D848584A940}"/>
                    </a:ext>
                  </a:extLst>
                </p:cNvPr>
                <p:cNvPicPr/>
                <p:nvPr/>
              </p:nvPicPr>
              <p:blipFill>
                <a:blip r:embed="rId43"/>
                <a:stretch>
                  <a:fillRect/>
                </a:stretch>
              </p:blipFill>
              <p:spPr>
                <a:xfrm>
                  <a:off x="2819788" y="5799899"/>
                  <a:ext cx="236160" cy="1371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2" name="Ink 21">
                  <a:extLst>
                    <a:ext uri="{FF2B5EF4-FFF2-40B4-BE49-F238E27FC236}">
                      <a16:creationId xmlns:a16="http://schemas.microsoft.com/office/drawing/2014/main" id="{A4ECAB90-4672-9748-412F-8C0BB86066CB}"/>
                    </a:ext>
                  </a:extLst>
                </p14:cNvPr>
                <p14:cNvContentPartPr/>
                <p14:nvPr/>
              </p14:nvContentPartPr>
              <p14:xfrm>
                <a:off x="3132628" y="5489219"/>
                <a:ext cx="181800" cy="291240"/>
              </p14:xfrm>
            </p:contentPart>
          </mc:Choice>
          <mc:Fallback>
            <p:pic>
              <p:nvPicPr>
                <p:cNvPr id="22" name="Ink 21">
                  <a:extLst>
                    <a:ext uri="{FF2B5EF4-FFF2-40B4-BE49-F238E27FC236}">
                      <a16:creationId xmlns:a16="http://schemas.microsoft.com/office/drawing/2014/main" id="{A4ECAB90-4672-9748-412F-8C0BB86066CB}"/>
                    </a:ext>
                  </a:extLst>
                </p:cNvPr>
                <p:cNvPicPr/>
                <p:nvPr/>
              </p:nvPicPr>
              <p:blipFill>
                <a:blip r:embed="rId45"/>
                <a:stretch>
                  <a:fillRect/>
                </a:stretch>
              </p:blipFill>
              <p:spPr>
                <a:xfrm>
                  <a:off x="3128308" y="5484899"/>
                  <a:ext cx="190440" cy="29988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3" name="Ink 22">
                  <a:extLst>
                    <a:ext uri="{FF2B5EF4-FFF2-40B4-BE49-F238E27FC236}">
                      <a16:creationId xmlns:a16="http://schemas.microsoft.com/office/drawing/2014/main" id="{102E5A66-9BCB-128B-5EFA-7C3395DD9131}"/>
                    </a:ext>
                  </a:extLst>
                </p14:cNvPr>
                <p14:cNvContentPartPr/>
                <p14:nvPr/>
              </p14:nvContentPartPr>
              <p14:xfrm>
                <a:off x="3485068" y="5448899"/>
                <a:ext cx="131400" cy="337680"/>
              </p14:xfrm>
            </p:contentPart>
          </mc:Choice>
          <mc:Fallback>
            <p:pic>
              <p:nvPicPr>
                <p:cNvPr id="23" name="Ink 22">
                  <a:extLst>
                    <a:ext uri="{FF2B5EF4-FFF2-40B4-BE49-F238E27FC236}">
                      <a16:creationId xmlns:a16="http://schemas.microsoft.com/office/drawing/2014/main" id="{102E5A66-9BCB-128B-5EFA-7C3395DD9131}"/>
                    </a:ext>
                  </a:extLst>
                </p:cNvPr>
                <p:cNvPicPr/>
                <p:nvPr/>
              </p:nvPicPr>
              <p:blipFill>
                <a:blip r:embed="rId47"/>
                <a:stretch>
                  <a:fillRect/>
                </a:stretch>
              </p:blipFill>
              <p:spPr>
                <a:xfrm>
                  <a:off x="3480748" y="5444579"/>
                  <a:ext cx="140040" cy="3463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4" name="Ink 23">
                  <a:extLst>
                    <a:ext uri="{FF2B5EF4-FFF2-40B4-BE49-F238E27FC236}">
                      <a16:creationId xmlns:a16="http://schemas.microsoft.com/office/drawing/2014/main" id="{8AA96AEF-5F88-1BC7-9B3C-07181261CC44}"/>
                    </a:ext>
                  </a:extLst>
                </p14:cNvPr>
                <p14:cNvContentPartPr/>
                <p14:nvPr/>
              </p14:nvContentPartPr>
              <p14:xfrm>
                <a:off x="3485068" y="5615939"/>
                <a:ext cx="102240" cy="29520"/>
              </p14:xfrm>
            </p:contentPart>
          </mc:Choice>
          <mc:Fallback>
            <p:pic>
              <p:nvPicPr>
                <p:cNvPr id="24" name="Ink 23">
                  <a:extLst>
                    <a:ext uri="{FF2B5EF4-FFF2-40B4-BE49-F238E27FC236}">
                      <a16:creationId xmlns:a16="http://schemas.microsoft.com/office/drawing/2014/main" id="{8AA96AEF-5F88-1BC7-9B3C-07181261CC44}"/>
                    </a:ext>
                  </a:extLst>
                </p:cNvPr>
                <p:cNvPicPr/>
                <p:nvPr/>
              </p:nvPicPr>
              <p:blipFill>
                <a:blip r:embed="rId49"/>
                <a:stretch>
                  <a:fillRect/>
                </a:stretch>
              </p:blipFill>
              <p:spPr>
                <a:xfrm>
                  <a:off x="3480748" y="5611619"/>
                  <a:ext cx="110880" cy="3816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5" name="Ink 24">
                  <a:extLst>
                    <a:ext uri="{FF2B5EF4-FFF2-40B4-BE49-F238E27FC236}">
                      <a16:creationId xmlns:a16="http://schemas.microsoft.com/office/drawing/2014/main" id="{52AC6436-F0DB-6ACA-654C-933C09185F2A}"/>
                    </a:ext>
                  </a:extLst>
                </p14:cNvPr>
                <p14:cNvContentPartPr/>
                <p14:nvPr/>
              </p14:nvContentPartPr>
              <p14:xfrm>
                <a:off x="3686308" y="5702699"/>
                <a:ext cx="138600" cy="332280"/>
              </p14:xfrm>
            </p:contentPart>
          </mc:Choice>
          <mc:Fallback>
            <p:pic>
              <p:nvPicPr>
                <p:cNvPr id="25" name="Ink 24">
                  <a:extLst>
                    <a:ext uri="{FF2B5EF4-FFF2-40B4-BE49-F238E27FC236}">
                      <a16:creationId xmlns:a16="http://schemas.microsoft.com/office/drawing/2014/main" id="{52AC6436-F0DB-6ACA-654C-933C09185F2A}"/>
                    </a:ext>
                  </a:extLst>
                </p:cNvPr>
                <p:cNvPicPr/>
                <p:nvPr/>
              </p:nvPicPr>
              <p:blipFill>
                <a:blip r:embed="rId51"/>
                <a:stretch>
                  <a:fillRect/>
                </a:stretch>
              </p:blipFill>
              <p:spPr>
                <a:xfrm>
                  <a:off x="3681988" y="5698379"/>
                  <a:ext cx="147240" cy="34092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26" name="Ink 25">
                  <a:extLst>
                    <a:ext uri="{FF2B5EF4-FFF2-40B4-BE49-F238E27FC236}">
                      <a16:creationId xmlns:a16="http://schemas.microsoft.com/office/drawing/2014/main" id="{1F01D8C8-A6E3-F7D6-5601-B8B88FA452BC}"/>
                    </a:ext>
                  </a:extLst>
                </p14:cNvPr>
                <p14:cNvContentPartPr/>
                <p14:nvPr/>
              </p14:nvContentPartPr>
              <p14:xfrm>
                <a:off x="3693148" y="5327579"/>
                <a:ext cx="165960" cy="838440"/>
              </p14:xfrm>
            </p:contentPart>
          </mc:Choice>
          <mc:Fallback>
            <p:pic>
              <p:nvPicPr>
                <p:cNvPr id="26" name="Ink 25">
                  <a:extLst>
                    <a:ext uri="{FF2B5EF4-FFF2-40B4-BE49-F238E27FC236}">
                      <a16:creationId xmlns:a16="http://schemas.microsoft.com/office/drawing/2014/main" id="{1F01D8C8-A6E3-F7D6-5601-B8B88FA452BC}"/>
                    </a:ext>
                  </a:extLst>
                </p:cNvPr>
                <p:cNvPicPr/>
                <p:nvPr/>
              </p:nvPicPr>
              <p:blipFill>
                <a:blip r:embed="rId53"/>
                <a:stretch>
                  <a:fillRect/>
                </a:stretch>
              </p:blipFill>
              <p:spPr>
                <a:xfrm>
                  <a:off x="3688828" y="5323259"/>
                  <a:ext cx="174600" cy="8470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28" name="Ink 27">
                  <a:extLst>
                    <a:ext uri="{FF2B5EF4-FFF2-40B4-BE49-F238E27FC236}">
                      <a16:creationId xmlns:a16="http://schemas.microsoft.com/office/drawing/2014/main" id="{8428CD8A-F04A-D419-D63A-059C2435C21C}"/>
                    </a:ext>
                  </a:extLst>
                </p14:cNvPr>
                <p14:cNvContentPartPr/>
                <p14:nvPr/>
              </p14:nvContentPartPr>
              <p14:xfrm>
                <a:off x="4077988" y="5593979"/>
                <a:ext cx="198000" cy="55440"/>
              </p14:xfrm>
            </p:contentPart>
          </mc:Choice>
          <mc:Fallback>
            <p:pic>
              <p:nvPicPr>
                <p:cNvPr id="28" name="Ink 27">
                  <a:extLst>
                    <a:ext uri="{FF2B5EF4-FFF2-40B4-BE49-F238E27FC236}">
                      <a16:creationId xmlns:a16="http://schemas.microsoft.com/office/drawing/2014/main" id="{8428CD8A-F04A-D419-D63A-059C2435C21C}"/>
                    </a:ext>
                  </a:extLst>
                </p:cNvPr>
                <p:cNvPicPr/>
                <p:nvPr/>
              </p:nvPicPr>
              <p:blipFill>
                <a:blip r:embed="rId55"/>
                <a:stretch>
                  <a:fillRect/>
                </a:stretch>
              </p:blipFill>
              <p:spPr>
                <a:xfrm>
                  <a:off x="4073668" y="5589659"/>
                  <a:ext cx="206640" cy="640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29" name="Ink 28">
                  <a:extLst>
                    <a:ext uri="{FF2B5EF4-FFF2-40B4-BE49-F238E27FC236}">
                      <a16:creationId xmlns:a16="http://schemas.microsoft.com/office/drawing/2014/main" id="{C7384DE7-2D83-7809-0E75-4CE1E3D8FDD7}"/>
                    </a:ext>
                  </a:extLst>
                </p14:cNvPr>
                <p14:cNvContentPartPr/>
                <p14:nvPr/>
              </p14:nvContentPartPr>
              <p14:xfrm>
                <a:off x="4117228" y="5714939"/>
                <a:ext cx="158760" cy="40320"/>
              </p14:xfrm>
            </p:contentPart>
          </mc:Choice>
          <mc:Fallback>
            <p:pic>
              <p:nvPicPr>
                <p:cNvPr id="29" name="Ink 28">
                  <a:extLst>
                    <a:ext uri="{FF2B5EF4-FFF2-40B4-BE49-F238E27FC236}">
                      <a16:creationId xmlns:a16="http://schemas.microsoft.com/office/drawing/2014/main" id="{C7384DE7-2D83-7809-0E75-4CE1E3D8FDD7}"/>
                    </a:ext>
                  </a:extLst>
                </p:cNvPr>
                <p:cNvPicPr/>
                <p:nvPr/>
              </p:nvPicPr>
              <p:blipFill>
                <a:blip r:embed="rId57"/>
                <a:stretch>
                  <a:fillRect/>
                </a:stretch>
              </p:blipFill>
              <p:spPr>
                <a:xfrm>
                  <a:off x="4112908" y="5710619"/>
                  <a:ext cx="167400" cy="489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0" name="Ink 29">
                  <a:extLst>
                    <a:ext uri="{FF2B5EF4-FFF2-40B4-BE49-F238E27FC236}">
                      <a16:creationId xmlns:a16="http://schemas.microsoft.com/office/drawing/2014/main" id="{45BFD305-5C64-2D3F-C8C5-8797F999CBE2}"/>
                    </a:ext>
                  </a:extLst>
                </p14:cNvPr>
                <p14:cNvContentPartPr/>
                <p14:nvPr/>
              </p14:nvContentPartPr>
              <p14:xfrm>
                <a:off x="4576588" y="5381939"/>
                <a:ext cx="114840" cy="409320"/>
              </p14:xfrm>
            </p:contentPart>
          </mc:Choice>
          <mc:Fallback>
            <p:pic>
              <p:nvPicPr>
                <p:cNvPr id="30" name="Ink 29">
                  <a:extLst>
                    <a:ext uri="{FF2B5EF4-FFF2-40B4-BE49-F238E27FC236}">
                      <a16:creationId xmlns:a16="http://schemas.microsoft.com/office/drawing/2014/main" id="{45BFD305-5C64-2D3F-C8C5-8797F999CBE2}"/>
                    </a:ext>
                  </a:extLst>
                </p:cNvPr>
                <p:cNvPicPr/>
                <p:nvPr/>
              </p:nvPicPr>
              <p:blipFill>
                <a:blip r:embed="rId59"/>
                <a:stretch>
                  <a:fillRect/>
                </a:stretch>
              </p:blipFill>
              <p:spPr>
                <a:xfrm>
                  <a:off x="4572268" y="5377619"/>
                  <a:ext cx="123480" cy="41796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1" name="Ink 30">
                  <a:extLst>
                    <a:ext uri="{FF2B5EF4-FFF2-40B4-BE49-F238E27FC236}">
                      <a16:creationId xmlns:a16="http://schemas.microsoft.com/office/drawing/2014/main" id="{3B0C06F8-EDE0-4C34-1881-DF32AE641FF5}"/>
                    </a:ext>
                  </a:extLst>
                </p14:cNvPr>
                <p14:cNvContentPartPr/>
                <p14:nvPr/>
              </p14:nvContentPartPr>
              <p14:xfrm>
                <a:off x="4818868" y="5175299"/>
                <a:ext cx="203760" cy="684360"/>
              </p14:xfrm>
            </p:contentPart>
          </mc:Choice>
          <mc:Fallback>
            <p:pic>
              <p:nvPicPr>
                <p:cNvPr id="31" name="Ink 30">
                  <a:extLst>
                    <a:ext uri="{FF2B5EF4-FFF2-40B4-BE49-F238E27FC236}">
                      <a16:creationId xmlns:a16="http://schemas.microsoft.com/office/drawing/2014/main" id="{3B0C06F8-EDE0-4C34-1881-DF32AE641FF5}"/>
                    </a:ext>
                  </a:extLst>
                </p:cNvPr>
                <p:cNvPicPr/>
                <p:nvPr/>
              </p:nvPicPr>
              <p:blipFill>
                <a:blip r:embed="rId61"/>
                <a:stretch>
                  <a:fillRect/>
                </a:stretch>
              </p:blipFill>
              <p:spPr>
                <a:xfrm>
                  <a:off x="4814548" y="5170979"/>
                  <a:ext cx="212400" cy="6930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2" name="Ink 31">
                  <a:extLst>
                    <a:ext uri="{FF2B5EF4-FFF2-40B4-BE49-F238E27FC236}">
                      <a16:creationId xmlns:a16="http://schemas.microsoft.com/office/drawing/2014/main" id="{0840A2D5-18EF-B588-76DD-D665478EE1B5}"/>
                    </a:ext>
                  </a:extLst>
                </p14:cNvPr>
                <p14:cNvContentPartPr/>
                <p14:nvPr/>
              </p14:nvContentPartPr>
              <p14:xfrm>
                <a:off x="4938028" y="5372939"/>
                <a:ext cx="146880" cy="327600"/>
              </p14:xfrm>
            </p:contentPart>
          </mc:Choice>
          <mc:Fallback>
            <p:pic>
              <p:nvPicPr>
                <p:cNvPr id="32" name="Ink 31">
                  <a:extLst>
                    <a:ext uri="{FF2B5EF4-FFF2-40B4-BE49-F238E27FC236}">
                      <a16:creationId xmlns:a16="http://schemas.microsoft.com/office/drawing/2014/main" id="{0840A2D5-18EF-B588-76DD-D665478EE1B5}"/>
                    </a:ext>
                  </a:extLst>
                </p:cNvPr>
                <p:cNvPicPr/>
                <p:nvPr/>
              </p:nvPicPr>
              <p:blipFill>
                <a:blip r:embed="rId63"/>
                <a:stretch>
                  <a:fillRect/>
                </a:stretch>
              </p:blipFill>
              <p:spPr>
                <a:xfrm>
                  <a:off x="4933708" y="5368619"/>
                  <a:ext cx="155520" cy="3362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3" name="Ink 32">
                  <a:extLst>
                    <a:ext uri="{FF2B5EF4-FFF2-40B4-BE49-F238E27FC236}">
                      <a16:creationId xmlns:a16="http://schemas.microsoft.com/office/drawing/2014/main" id="{D5DFEE3A-9401-5CCB-2A70-D0CFCB45B583}"/>
                    </a:ext>
                  </a:extLst>
                </p14:cNvPr>
                <p14:cNvContentPartPr/>
                <p14:nvPr/>
              </p14:nvContentPartPr>
              <p14:xfrm>
                <a:off x="4986628" y="5535299"/>
                <a:ext cx="117000" cy="28440"/>
              </p14:xfrm>
            </p:contentPart>
          </mc:Choice>
          <mc:Fallback>
            <p:pic>
              <p:nvPicPr>
                <p:cNvPr id="33" name="Ink 32">
                  <a:extLst>
                    <a:ext uri="{FF2B5EF4-FFF2-40B4-BE49-F238E27FC236}">
                      <a16:creationId xmlns:a16="http://schemas.microsoft.com/office/drawing/2014/main" id="{D5DFEE3A-9401-5CCB-2A70-D0CFCB45B583}"/>
                    </a:ext>
                  </a:extLst>
                </p:cNvPr>
                <p:cNvPicPr/>
                <p:nvPr/>
              </p:nvPicPr>
              <p:blipFill>
                <a:blip r:embed="rId65"/>
                <a:stretch>
                  <a:fillRect/>
                </a:stretch>
              </p:blipFill>
              <p:spPr>
                <a:xfrm>
                  <a:off x="4982308" y="5530979"/>
                  <a:ext cx="12564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34" name="Ink 33">
                  <a:extLst>
                    <a:ext uri="{FF2B5EF4-FFF2-40B4-BE49-F238E27FC236}">
                      <a16:creationId xmlns:a16="http://schemas.microsoft.com/office/drawing/2014/main" id="{159BB734-817A-E827-4B57-D1449B04F523}"/>
                    </a:ext>
                  </a:extLst>
                </p14:cNvPr>
                <p14:cNvContentPartPr/>
                <p14:nvPr/>
              </p14:nvContentPartPr>
              <p14:xfrm>
                <a:off x="5208028" y="5644019"/>
                <a:ext cx="18720" cy="168120"/>
              </p14:xfrm>
            </p:contentPart>
          </mc:Choice>
          <mc:Fallback>
            <p:pic>
              <p:nvPicPr>
                <p:cNvPr id="34" name="Ink 33">
                  <a:extLst>
                    <a:ext uri="{FF2B5EF4-FFF2-40B4-BE49-F238E27FC236}">
                      <a16:creationId xmlns:a16="http://schemas.microsoft.com/office/drawing/2014/main" id="{159BB734-817A-E827-4B57-D1449B04F523}"/>
                    </a:ext>
                  </a:extLst>
                </p:cNvPr>
                <p:cNvPicPr/>
                <p:nvPr/>
              </p:nvPicPr>
              <p:blipFill>
                <a:blip r:embed="rId67"/>
                <a:stretch>
                  <a:fillRect/>
                </a:stretch>
              </p:blipFill>
              <p:spPr>
                <a:xfrm>
                  <a:off x="5203708" y="5639699"/>
                  <a:ext cx="27360" cy="17676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35" name="Ink 34">
                  <a:extLst>
                    <a:ext uri="{FF2B5EF4-FFF2-40B4-BE49-F238E27FC236}">
                      <a16:creationId xmlns:a16="http://schemas.microsoft.com/office/drawing/2014/main" id="{98B843CE-091A-ECC7-FED1-D4DA8FEC41F8}"/>
                    </a:ext>
                  </a:extLst>
                </p14:cNvPr>
                <p14:cNvContentPartPr/>
                <p14:nvPr/>
              </p14:nvContentPartPr>
              <p14:xfrm>
                <a:off x="5216668" y="5204459"/>
                <a:ext cx="155160" cy="852840"/>
              </p14:xfrm>
            </p:contentPart>
          </mc:Choice>
          <mc:Fallback>
            <p:pic>
              <p:nvPicPr>
                <p:cNvPr id="35" name="Ink 34">
                  <a:extLst>
                    <a:ext uri="{FF2B5EF4-FFF2-40B4-BE49-F238E27FC236}">
                      <a16:creationId xmlns:a16="http://schemas.microsoft.com/office/drawing/2014/main" id="{98B843CE-091A-ECC7-FED1-D4DA8FEC41F8}"/>
                    </a:ext>
                  </a:extLst>
                </p:cNvPr>
                <p:cNvPicPr/>
                <p:nvPr/>
              </p:nvPicPr>
              <p:blipFill>
                <a:blip r:embed="rId69"/>
                <a:stretch>
                  <a:fillRect/>
                </a:stretch>
              </p:blipFill>
              <p:spPr>
                <a:xfrm>
                  <a:off x="5212348" y="5200139"/>
                  <a:ext cx="163800" cy="86148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36" name="Ink 35">
                  <a:extLst>
                    <a:ext uri="{FF2B5EF4-FFF2-40B4-BE49-F238E27FC236}">
                      <a16:creationId xmlns:a16="http://schemas.microsoft.com/office/drawing/2014/main" id="{8568B111-5B8B-1BF0-2F3F-0C8FF2129B85}"/>
                    </a:ext>
                  </a:extLst>
                </p14:cNvPr>
                <p14:cNvContentPartPr/>
                <p14:nvPr/>
              </p14:nvContentPartPr>
              <p14:xfrm>
                <a:off x="5445628" y="5331179"/>
                <a:ext cx="93960" cy="411480"/>
              </p14:xfrm>
            </p:contentPart>
          </mc:Choice>
          <mc:Fallback>
            <p:pic>
              <p:nvPicPr>
                <p:cNvPr id="36" name="Ink 35">
                  <a:extLst>
                    <a:ext uri="{FF2B5EF4-FFF2-40B4-BE49-F238E27FC236}">
                      <a16:creationId xmlns:a16="http://schemas.microsoft.com/office/drawing/2014/main" id="{8568B111-5B8B-1BF0-2F3F-0C8FF2129B85}"/>
                    </a:ext>
                  </a:extLst>
                </p:cNvPr>
                <p:cNvPicPr/>
                <p:nvPr/>
              </p:nvPicPr>
              <p:blipFill>
                <a:blip r:embed="rId71"/>
                <a:stretch>
                  <a:fillRect/>
                </a:stretch>
              </p:blipFill>
              <p:spPr>
                <a:xfrm>
                  <a:off x="5441308" y="5326859"/>
                  <a:ext cx="102600" cy="42012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37" name="Ink 36">
                  <a:extLst>
                    <a:ext uri="{FF2B5EF4-FFF2-40B4-BE49-F238E27FC236}">
                      <a16:creationId xmlns:a16="http://schemas.microsoft.com/office/drawing/2014/main" id="{87DE3DAB-07BE-64F2-3E14-71E1C884D7AE}"/>
                    </a:ext>
                  </a:extLst>
                </p14:cNvPr>
                <p14:cNvContentPartPr/>
                <p14:nvPr/>
              </p14:nvContentPartPr>
              <p14:xfrm>
                <a:off x="5596108" y="5177099"/>
                <a:ext cx="204480" cy="701640"/>
              </p14:xfrm>
            </p:contentPart>
          </mc:Choice>
          <mc:Fallback>
            <p:pic>
              <p:nvPicPr>
                <p:cNvPr id="37" name="Ink 36">
                  <a:extLst>
                    <a:ext uri="{FF2B5EF4-FFF2-40B4-BE49-F238E27FC236}">
                      <a16:creationId xmlns:a16="http://schemas.microsoft.com/office/drawing/2014/main" id="{87DE3DAB-07BE-64F2-3E14-71E1C884D7AE}"/>
                    </a:ext>
                  </a:extLst>
                </p:cNvPr>
                <p:cNvPicPr/>
                <p:nvPr/>
              </p:nvPicPr>
              <p:blipFill>
                <a:blip r:embed="rId73"/>
                <a:stretch>
                  <a:fillRect/>
                </a:stretch>
              </p:blipFill>
              <p:spPr>
                <a:xfrm>
                  <a:off x="5591788" y="5172779"/>
                  <a:ext cx="213120" cy="71028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38" name="Ink 37">
                  <a:extLst>
                    <a:ext uri="{FF2B5EF4-FFF2-40B4-BE49-F238E27FC236}">
                      <a16:creationId xmlns:a16="http://schemas.microsoft.com/office/drawing/2014/main" id="{DDF7FE1A-C965-7BDC-430E-2B9FC6B12A6E}"/>
                    </a:ext>
                  </a:extLst>
                </p14:cNvPr>
                <p14:cNvContentPartPr/>
                <p14:nvPr/>
              </p14:nvContentPartPr>
              <p14:xfrm>
                <a:off x="5757388" y="5341619"/>
                <a:ext cx="176400" cy="335160"/>
              </p14:xfrm>
            </p:contentPart>
          </mc:Choice>
          <mc:Fallback>
            <p:pic>
              <p:nvPicPr>
                <p:cNvPr id="38" name="Ink 37">
                  <a:extLst>
                    <a:ext uri="{FF2B5EF4-FFF2-40B4-BE49-F238E27FC236}">
                      <a16:creationId xmlns:a16="http://schemas.microsoft.com/office/drawing/2014/main" id="{DDF7FE1A-C965-7BDC-430E-2B9FC6B12A6E}"/>
                    </a:ext>
                  </a:extLst>
                </p:cNvPr>
                <p:cNvPicPr/>
                <p:nvPr/>
              </p:nvPicPr>
              <p:blipFill>
                <a:blip r:embed="rId75"/>
                <a:stretch>
                  <a:fillRect/>
                </a:stretch>
              </p:blipFill>
              <p:spPr>
                <a:xfrm>
                  <a:off x="5753068" y="5337299"/>
                  <a:ext cx="185040" cy="34380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39" name="Ink 38">
                  <a:extLst>
                    <a:ext uri="{FF2B5EF4-FFF2-40B4-BE49-F238E27FC236}">
                      <a16:creationId xmlns:a16="http://schemas.microsoft.com/office/drawing/2014/main" id="{7AE0F9DC-76A0-D395-A3A6-44810D41BC64}"/>
                    </a:ext>
                  </a:extLst>
                </p14:cNvPr>
                <p14:cNvContentPartPr/>
                <p14:nvPr/>
              </p14:nvContentPartPr>
              <p14:xfrm>
                <a:off x="5805988" y="5488859"/>
                <a:ext cx="133560" cy="50040"/>
              </p14:xfrm>
            </p:contentPart>
          </mc:Choice>
          <mc:Fallback>
            <p:pic>
              <p:nvPicPr>
                <p:cNvPr id="39" name="Ink 38">
                  <a:extLst>
                    <a:ext uri="{FF2B5EF4-FFF2-40B4-BE49-F238E27FC236}">
                      <a16:creationId xmlns:a16="http://schemas.microsoft.com/office/drawing/2014/main" id="{7AE0F9DC-76A0-D395-A3A6-44810D41BC64}"/>
                    </a:ext>
                  </a:extLst>
                </p:cNvPr>
                <p:cNvPicPr/>
                <p:nvPr/>
              </p:nvPicPr>
              <p:blipFill>
                <a:blip r:embed="rId77"/>
                <a:stretch>
                  <a:fillRect/>
                </a:stretch>
              </p:blipFill>
              <p:spPr>
                <a:xfrm>
                  <a:off x="5801668" y="5484539"/>
                  <a:ext cx="142200" cy="586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0" name="Ink 39">
                  <a:extLst>
                    <a:ext uri="{FF2B5EF4-FFF2-40B4-BE49-F238E27FC236}">
                      <a16:creationId xmlns:a16="http://schemas.microsoft.com/office/drawing/2014/main" id="{39F87667-9356-091D-11DD-B794D3CDE1F2}"/>
                    </a:ext>
                  </a:extLst>
                </p14:cNvPr>
                <p14:cNvContentPartPr/>
                <p14:nvPr/>
              </p14:nvContentPartPr>
              <p14:xfrm>
                <a:off x="6069508" y="5541779"/>
                <a:ext cx="190440" cy="142920"/>
              </p14:xfrm>
            </p:contentPart>
          </mc:Choice>
          <mc:Fallback>
            <p:pic>
              <p:nvPicPr>
                <p:cNvPr id="40" name="Ink 39">
                  <a:extLst>
                    <a:ext uri="{FF2B5EF4-FFF2-40B4-BE49-F238E27FC236}">
                      <a16:creationId xmlns:a16="http://schemas.microsoft.com/office/drawing/2014/main" id="{39F87667-9356-091D-11DD-B794D3CDE1F2}"/>
                    </a:ext>
                  </a:extLst>
                </p:cNvPr>
                <p:cNvPicPr/>
                <p:nvPr/>
              </p:nvPicPr>
              <p:blipFill>
                <a:blip r:embed="rId79"/>
                <a:stretch>
                  <a:fillRect/>
                </a:stretch>
              </p:blipFill>
              <p:spPr>
                <a:xfrm>
                  <a:off x="6065188" y="5537459"/>
                  <a:ext cx="199080" cy="15156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1" name="Ink 40">
                  <a:extLst>
                    <a:ext uri="{FF2B5EF4-FFF2-40B4-BE49-F238E27FC236}">
                      <a16:creationId xmlns:a16="http://schemas.microsoft.com/office/drawing/2014/main" id="{333291D8-3083-741B-2CF2-858768B3FD7A}"/>
                    </a:ext>
                  </a:extLst>
                </p14:cNvPr>
                <p14:cNvContentPartPr/>
                <p14:nvPr/>
              </p14:nvContentPartPr>
              <p14:xfrm>
                <a:off x="6115948" y="5198339"/>
                <a:ext cx="163800" cy="747000"/>
              </p14:xfrm>
            </p:contentPart>
          </mc:Choice>
          <mc:Fallback>
            <p:pic>
              <p:nvPicPr>
                <p:cNvPr id="41" name="Ink 40">
                  <a:extLst>
                    <a:ext uri="{FF2B5EF4-FFF2-40B4-BE49-F238E27FC236}">
                      <a16:creationId xmlns:a16="http://schemas.microsoft.com/office/drawing/2014/main" id="{333291D8-3083-741B-2CF2-858768B3FD7A}"/>
                    </a:ext>
                  </a:extLst>
                </p:cNvPr>
                <p:cNvPicPr/>
                <p:nvPr/>
              </p:nvPicPr>
              <p:blipFill>
                <a:blip r:embed="rId81"/>
                <a:stretch>
                  <a:fillRect/>
                </a:stretch>
              </p:blipFill>
              <p:spPr>
                <a:xfrm>
                  <a:off x="6111628" y="5194019"/>
                  <a:ext cx="172440" cy="75564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42" name="Ink 41">
                  <a:extLst>
                    <a:ext uri="{FF2B5EF4-FFF2-40B4-BE49-F238E27FC236}">
                      <a16:creationId xmlns:a16="http://schemas.microsoft.com/office/drawing/2014/main" id="{713BAC00-AB20-A2C0-8849-67F5115F2D28}"/>
                    </a:ext>
                  </a:extLst>
                </p14:cNvPr>
                <p14:cNvContentPartPr/>
                <p14:nvPr/>
              </p14:nvContentPartPr>
              <p14:xfrm>
                <a:off x="6400348" y="5236859"/>
                <a:ext cx="94680" cy="375480"/>
              </p14:xfrm>
            </p:contentPart>
          </mc:Choice>
          <mc:Fallback>
            <p:pic>
              <p:nvPicPr>
                <p:cNvPr id="42" name="Ink 41">
                  <a:extLst>
                    <a:ext uri="{FF2B5EF4-FFF2-40B4-BE49-F238E27FC236}">
                      <a16:creationId xmlns:a16="http://schemas.microsoft.com/office/drawing/2014/main" id="{713BAC00-AB20-A2C0-8849-67F5115F2D28}"/>
                    </a:ext>
                  </a:extLst>
                </p:cNvPr>
                <p:cNvPicPr/>
                <p:nvPr/>
              </p:nvPicPr>
              <p:blipFill>
                <a:blip r:embed="rId83"/>
                <a:stretch>
                  <a:fillRect/>
                </a:stretch>
              </p:blipFill>
              <p:spPr>
                <a:xfrm>
                  <a:off x="6396028" y="5232539"/>
                  <a:ext cx="103320" cy="38412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43" name="Ink 42">
                  <a:extLst>
                    <a:ext uri="{FF2B5EF4-FFF2-40B4-BE49-F238E27FC236}">
                      <a16:creationId xmlns:a16="http://schemas.microsoft.com/office/drawing/2014/main" id="{C475C970-5E9E-35A0-1EFC-E055F2684770}"/>
                    </a:ext>
                  </a:extLst>
                </p14:cNvPr>
                <p14:cNvContentPartPr/>
                <p14:nvPr/>
              </p14:nvContentPartPr>
              <p14:xfrm>
                <a:off x="6580348" y="5107259"/>
                <a:ext cx="196200" cy="578520"/>
              </p14:xfrm>
            </p:contentPart>
          </mc:Choice>
          <mc:Fallback>
            <p:pic>
              <p:nvPicPr>
                <p:cNvPr id="43" name="Ink 42">
                  <a:extLst>
                    <a:ext uri="{FF2B5EF4-FFF2-40B4-BE49-F238E27FC236}">
                      <a16:creationId xmlns:a16="http://schemas.microsoft.com/office/drawing/2014/main" id="{C475C970-5E9E-35A0-1EFC-E055F2684770}"/>
                    </a:ext>
                  </a:extLst>
                </p:cNvPr>
                <p:cNvPicPr/>
                <p:nvPr/>
              </p:nvPicPr>
              <p:blipFill>
                <a:blip r:embed="rId85"/>
                <a:stretch>
                  <a:fillRect/>
                </a:stretch>
              </p:blipFill>
              <p:spPr>
                <a:xfrm>
                  <a:off x="6576028" y="5102939"/>
                  <a:ext cx="204840" cy="58716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44" name="Ink 43">
                  <a:extLst>
                    <a:ext uri="{FF2B5EF4-FFF2-40B4-BE49-F238E27FC236}">
                      <a16:creationId xmlns:a16="http://schemas.microsoft.com/office/drawing/2014/main" id="{54DA0FA2-E1D0-610A-8AEF-0C70E36CC2F6}"/>
                    </a:ext>
                  </a:extLst>
                </p14:cNvPr>
                <p14:cNvContentPartPr/>
                <p14:nvPr/>
              </p14:nvContentPartPr>
              <p14:xfrm>
                <a:off x="6724708" y="5262419"/>
                <a:ext cx="162360" cy="370440"/>
              </p14:xfrm>
            </p:contentPart>
          </mc:Choice>
          <mc:Fallback>
            <p:pic>
              <p:nvPicPr>
                <p:cNvPr id="44" name="Ink 43">
                  <a:extLst>
                    <a:ext uri="{FF2B5EF4-FFF2-40B4-BE49-F238E27FC236}">
                      <a16:creationId xmlns:a16="http://schemas.microsoft.com/office/drawing/2014/main" id="{54DA0FA2-E1D0-610A-8AEF-0C70E36CC2F6}"/>
                    </a:ext>
                  </a:extLst>
                </p:cNvPr>
                <p:cNvPicPr/>
                <p:nvPr/>
              </p:nvPicPr>
              <p:blipFill>
                <a:blip r:embed="rId87"/>
                <a:stretch>
                  <a:fillRect/>
                </a:stretch>
              </p:blipFill>
              <p:spPr>
                <a:xfrm>
                  <a:off x="6720388" y="5258099"/>
                  <a:ext cx="171000" cy="37908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45" name="Ink 44">
                  <a:extLst>
                    <a:ext uri="{FF2B5EF4-FFF2-40B4-BE49-F238E27FC236}">
                      <a16:creationId xmlns:a16="http://schemas.microsoft.com/office/drawing/2014/main" id="{DADA49F0-37AD-D4C2-0A98-17C2A21D1869}"/>
                    </a:ext>
                  </a:extLst>
                </p14:cNvPr>
                <p14:cNvContentPartPr/>
                <p14:nvPr/>
              </p14:nvContentPartPr>
              <p14:xfrm>
                <a:off x="6769348" y="5437379"/>
                <a:ext cx="117000" cy="11160"/>
              </p14:xfrm>
            </p:contentPart>
          </mc:Choice>
          <mc:Fallback>
            <p:pic>
              <p:nvPicPr>
                <p:cNvPr id="45" name="Ink 44">
                  <a:extLst>
                    <a:ext uri="{FF2B5EF4-FFF2-40B4-BE49-F238E27FC236}">
                      <a16:creationId xmlns:a16="http://schemas.microsoft.com/office/drawing/2014/main" id="{DADA49F0-37AD-D4C2-0A98-17C2A21D1869}"/>
                    </a:ext>
                  </a:extLst>
                </p:cNvPr>
                <p:cNvPicPr/>
                <p:nvPr/>
              </p:nvPicPr>
              <p:blipFill>
                <a:blip r:embed="rId89"/>
                <a:stretch>
                  <a:fillRect/>
                </a:stretch>
              </p:blipFill>
              <p:spPr>
                <a:xfrm>
                  <a:off x="6765028" y="5433059"/>
                  <a:ext cx="125640" cy="1980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46" name="Ink 45">
                  <a:extLst>
                    <a:ext uri="{FF2B5EF4-FFF2-40B4-BE49-F238E27FC236}">
                      <a16:creationId xmlns:a16="http://schemas.microsoft.com/office/drawing/2014/main" id="{88A0D7FB-803B-CD49-2706-B092E0A79E6B}"/>
                    </a:ext>
                  </a:extLst>
                </p14:cNvPr>
                <p14:cNvContentPartPr/>
                <p14:nvPr/>
              </p14:nvContentPartPr>
              <p14:xfrm>
                <a:off x="6927748" y="5475179"/>
                <a:ext cx="171360" cy="216360"/>
              </p14:xfrm>
            </p:contentPart>
          </mc:Choice>
          <mc:Fallback>
            <p:pic>
              <p:nvPicPr>
                <p:cNvPr id="46" name="Ink 45">
                  <a:extLst>
                    <a:ext uri="{FF2B5EF4-FFF2-40B4-BE49-F238E27FC236}">
                      <a16:creationId xmlns:a16="http://schemas.microsoft.com/office/drawing/2014/main" id="{88A0D7FB-803B-CD49-2706-B092E0A79E6B}"/>
                    </a:ext>
                  </a:extLst>
                </p:cNvPr>
                <p:cNvPicPr/>
                <p:nvPr/>
              </p:nvPicPr>
              <p:blipFill>
                <a:blip r:embed="rId91"/>
                <a:stretch>
                  <a:fillRect/>
                </a:stretch>
              </p:blipFill>
              <p:spPr>
                <a:xfrm>
                  <a:off x="6923428" y="5470859"/>
                  <a:ext cx="180000" cy="22500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47" name="Ink 46">
                  <a:extLst>
                    <a:ext uri="{FF2B5EF4-FFF2-40B4-BE49-F238E27FC236}">
                      <a16:creationId xmlns:a16="http://schemas.microsoft.com/office/drawing/2014/main" id="{AF8D51FF-F403-23A7-BA36-A74018E34A84}"/>
                    </a:ext>
                  </a:extLst>
                </p14:cNvPr>
                <p14:cNvContentPartPr/>
                <p14:nvPr/>
              </p14:nvContentPartPr>
              <p14:xfrm>
                <a:off x="7004428" y="5143259"/>
                <a:ext cx="177120" cy="824760"/>
              </p14:xfrm>
            </p:contentPart>
          </mc:Choice>
          <mc:Fallback>
            <p:pic>
              <p:nvPicPr>
                <p:cNvPr id="47" name="Ink 46">
                  <a:extLst>
                    <a:ext uri="{FF2B5EF4-FFF2-40B4-BE49-F238E27FC236}">
                      <a16:creationId xmlns:a16="http://schemas.microsoft.com/office/drawing/2014/main" id="{AF8D51FF-F403-23A7-BA36-A74018E34A84}"/>
                    </a:ext>
                  </a:extLst>
                </p:cNvPr>
                <p:cNvPicPr/>
                <p:nvPr/>
              </p:nvPicPr>
              <p:blipFill>
                <a:blip r:embed="rId93"/>
                <a:stretch>
                  <a:fillRect/>
                </a:stretch>
              </p:blipFill>
              <p:spPr>
                <a:xfrm>
                  <a:off x="7000108" y="5138939"/>
                  <a:ext cx="185760" cy="83340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56" name="Ink 55">
                  <a:extLst>
                    <a:ext uri="{FF2B5EF4-FFF2-40B4-BE49-F238E27FC236}">
                      <a16:creationId xmlns:a16="http://schemas.microsoft.com/office/drawing/2014/main" id="{4D74F0C0-93F6-BD86-2F19-23D2D7E24CAE}"/>
                    </a:ext>
                  </a:extLst>
                </p14:cNvPr>
                <p14:cNvContentPartPr/>
                <p14:nvPr/>
              </p14:nvContentPartPr>
              <p14:xfrm>
                <a:off x="4740748" y="6226499"/>
                <a:ext cx="153000" cy="240840"/>
              </p14:xfrm>
            </p:contentPart>
          </mc:Choice>
          <mc:Fallback>
            <p:pic>
              <p:nvPicPr>
                <p:cNvPr id="56" name="Ink 55">
                  <a:extLst>
                    <a:ext uri="{FF2B5EF4-FFF2-40B4-BE49-F238E27FC236}">
                      <a16:creationId xmlns:a16="http://schemas.microsoft.com/office/drawing/2014/main" id="{4D74F0C0-93F6-BD86-2F19-23D2D7E24CAE}"/>
                    </a:ext>
                  </a:extLst>
                </p:cNvPr>
                <p:cNvPicPr/>
                <p:nvPr/>
              </p:nvPicPr>
              <p:blipFill>
                <a:blip r:embed="rId95"/>
                <a:stretch>
                  <a:fillRect/>
                </a:stretch>
              </p:blipFill>
              <p:spPr>
                <a:xfrm>
                  <a:off x="4736428" y="6222179"/>
                  <a:ext cx="161640" cy="24948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57" name="Ink 56">
                  <a:extLst>
                    <a:ext uri="{FF2B5EF4-FFF2-40B4-BE49-F238E27FC236}">
                      <a16:creationId xmlns:a16="http://schemas.microsoft.com/office/drawing/2014/main" id="{2AF80D2D-7317-5ACF-8D58-334418E9F5F7}"/>
                    </a:ext>
                  </a:extLst>
                </p14:cNvPr>
                <p14:cNvContentPartPr/>
                <p14:nvPr/>
              </p14:nvContentPartPr>
              <p14:xfrm>
                <a:off x="4963948" y="6355019"/>
                <a:ext cx="15840" cy="8280"/>
              </p14:xfrm>
            </p:contentPart>
          </mc:Choice>
          <mc:Fallback>
            <p:pic>
              <p:nvPicPr>
                <p:cNvPr id="57" name="Ink 56">
                  <a:extLst>
                    <a:ext uri="{FF2B5EF4-FFF2-40B4-BE49-F238E27FC236}">
                      <a16:creationId xmlns:a16="http://schemas.microsoft.com/office/drawing/2014/main" id="{2AF80D2D-7317-5ACF-8D58-334418E9F5F7}"/>
                    </a:ext>
                  </a:extLst>
                </p:cNvPr>
                <p:cNvPicPr/>
                <p:nvPr/>
              </p:nvPicPr>
              <p:blipFill>
                <a:blip r:embed="rId97"/>
                <a:stretch>
                  <a:fillRect/>
                </a:stretch>
              </p:blipFill>
              <p:spPr>
                <a:xfrm>
                  <a:off x="4959628" y="6350699"/>
                  <a:ext cx="24480" cy="1692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58" name="Ink 57">
                  <a:extLst>
                    <a:ext uri="{FF2B5EF4-FFF2-40B4-BE49-F238E27FC236}">
                      <a16:creationId xmlns:a16="http://schemas.microsoft.com/office/drawing/2014/main" id="{91BB9924-B450-37FE-1DCE-7A1BB6BBE924}"/>
                    </a:ext>
                  </a:extLst>
                </p14:cNvPr>
                <p14:cNvContentPartPr/>
                <p14:nvPr/>
              </p14:nvContentPartPr>
              <p14:xfrm>
                <a:off x="5101468" y="6247019"/>
                <a:ext cx="154440" cy="313920"/>
              </p14:xfrm>
            </p:contentPart>
          </mc:Choice>
          <mc:Fallback>
            <p:pic>
              <p:nvPicPr>
                <p:cNvPr id="58" name="Ink 57">
                  <a:extLst>
                    <a:ext uri="{FF2B5EF4-FFF2-40B4-BE49-F238E27FC236}">
                      <a16:creationId xmlns:a16="http://schemas.microsoft.com/office/drawing/2014/main" id="{91BB9924-B450-37FE-1DCE-7A1BB6BBE924}"/>
                    </a:ext>
                  </a:extLst>
                </p:cNvPr>
                <p:cNvPicPr/>
                <p:nvPr/>
              </p:nvPicPr>
              <p:blipFill>
                <a:blip r:embed="rId99"/>
                <a:stretch>
                  <a:fillRect/>
                </a:stretch>
              </p:blipFill>
              <p:spPr>
                <a:xfrm>
                  <a:off x="5097148" y="6242699"/>
                  <a:ext cx="163080" cy="32256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59" name="Ink 58">
                  <a:extLst>
                    <a:ext uri="{FF2B5EF4-FFF2-40B4-BE49-F238E27FC236}">
                      <a16:creationId xmlns:a16="http://schemas.microsoft.com/office/drawing/2014/main" id="{62474BCD-3963-F480-B22F-45E6345D1AEB}"/>
                    </a:ext>
                  </a:extLst>
                </p14:cNvPr>
                <p14:cNvContentPartPr/>
                <p14:nvPr/>
              </p14:nvContentPartPr>
              <p14:xfrm>
                <a:off x="5389108" y="6343499"/>
                <a:ext cx="153720" cy="95040"/>
              </p14:xfrm>
            </p:contentPart>
          </mc:Choice>
          <mc:Fallback>
            <p:pic>
              <p:nvPicPr>
                <p:cNvPr id="59" name="Ink 58">
                  <a:extLst>
                    <a:ext uri="{FF2B5EF4-FFF2-40B4-BE49-F238E27FC236}">
                      <a16:creationId xmlns:a16="http://schemas.microsoft.com/office/drawing/2014/main" id="{62474BCD-3963-F480-B22F-45E6345D1AEB}"/>
                    </a:ext>
                  </a:extLst>
                </p:cNvPr>
                <p:cNvPicPr/>
                <p:nvPr/>
              </p:nvPicPr>
              <p:blipFill>
                <a:blip r:embed="rId101"/>
                <a:stretch>
                  <a:fillRect/>
                </a:stretch>
              </p:blipFill>
              <p:spPr>
                <a:xfrm>
                  <a:off x="5384788" y="6339179"/>
                  <a:ext cx="162360" cy="10368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60" name="Ink 59">
                  <a:extLst>
                    <a:ext uri="{FF2B5EF4-FFF2-40B4-BE49-F238E27FC236}">
                      <a16:creationId xmlns:a16="http://schemas.microsoft.com/office/drawing/2014/main" id="{E5C2CEC6-59E6-D70A-E843-EF45419915E0}"/>
                    </a:ext>
                  </a:extLst>
                </p14:cNvPr>
                <p14:cNvContentPartPr/>
                <p14:nvPr/>
              </p14:nvContentPartPr>
              <p14:xfrm>
                <a:off x="5620588" y="6241619"/>
                <a:ext cx="187200" cy="249480"/>
              </p14:xfrm>
            </p:contentPart>
          </mc:Choice>
          <mc:Fallback>
            <p:pic>
              <p:nvPicPr>
                <p:cNvPr id="60" name="Ink 59">
                  <a:extLst>
                    <a:ext uri="{FF2B5EF4-FFF2-40B4-BE49-F238E27FC236}">
                      <a16:creationId xmlns:a16="http://schemas.microsoft.com/office/drawing/2014/main" id="{E5C2CEC6-59E6-D70A-E843-EF45419915E0}"/>
                    </a:ext>
                  </a:extLst>
                </p:cNvPr>
                <p:cNvPicPr/>
                <p:nvPr/>
              </p:nvPicPr>
              <p:blipFill>
                <a:blip r:embed="rId103"/>
                <a:stretch>
                  <a:fillRect/>
                </a:stretch>
              </p:blipFill>
              <p:spPr>
                <a:xfrm>
                  <a:off x="5616268" y="6237299"/>
                  <a:ext cx="195840" cy="25812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1" name="Ink 60">
                  <a:extLst>
                    <a:ext uri="{FF2B5EF4-FFF2-40B4-BE49-F238E27FC236}">
                      <a16:creationId xmlns:a16="http://schemas.microsoft.com/office/drawing/2014/main" id="{E1E76B17-2D7B-395E-6E08-11F10D676851}"/>
                    </a:ext>
                  </a:extLst>
                </p14:cNvPr>
                <p14:cNvContentPartPr/>
                <p14:nvPr/>
              </p14:nvContentPartPr>
              <p14:xfrm>
                <a:off x="5662348" y="6345299"/>
                <a:ext cx="266400" cy="22680"/>
              </p14:xfrm>
            </p:contentPart>
          </mc:Choice>
          <mc:Fallback>
            <p:pic>
              <p:nvPicPr>
                <p:cNvPr id="61" name="Ink 60">
                  <a:extLst>
                    <a:ext uri="{FF2B5EF4-FFF2-40B4-BE49-F238E27FC236}">
                      <a16:creationId xmlns:a16="http://schemas.microsoft.com/office/drawing/2014/main" id="{E1E76B17-2D7B-395E-6E08-11F10D676851}"/>
                    </a:ext>
                  </a:extLst>
                </p:cNvPr>
                <p:cNvPicPr/>
                <p:nvPr/>
              </p:nvPicPr>
              <p:blipFill>
                <a:blip r:embed="rId105"/>
                <a:stretch>
                  <a:fillRect/>
                </a:stretch>
              </p:blipFill>
              <p:spPr>
                <a:xfrm>
                  <a:off x="5658028" y="6340979"/>
                  <a:ext cx="27504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2" name="Ink 61">
                  <a:extLst>
                    <a:ext uri="{FF2B5EF4-FFF2-40B4-BE49-F238E27FC236}">
                      <a16:creationId xmlns:a16="http://schemas.microsoft.com/office/drawing/2014/main" id="{0A4C9DB7-89B9-77C1-8EEB-C9E119BF9D13}"/>
                    </a:ext>
                  </a:extLst>
                </p14:cNvPr>
                <p14:cNvContentPartPr/>
                <p14:nvPr/>
              </p14:nvContentPartPr>
              <p14:xfrm>
                <a:off x="5807068" y="5989979"/>
                <a:ext cx="146880" cy="776160"/>
              </p14:xfrm>
            </p:contentPart>
          </mc:Choice>
          <mc:Fallback>
            <p:pic>
              <p:nvPicPr>
                <p:cNvPr id="62" name="Ink 61">
                  <a:extLst>
                    <a:ext uri="{FF2B5EF4-FFF2-40B4-BE49-F238E27FC236}">
                      <a16:creationId xmlns:a16="http://schemas.microsoft.com/office/drawing/2014/main" id="{0A4C9DB7-89B9-77C1-8EEB-C9E119BF9D13}"/>
                    </a:ext>
                  </a:extLst>
                </p:cNvPr>
                <p:cNvPicPr/>
                <p:nvPr/>
              </p:nvPicPr>
              <p:blipFill>
                <a:blip r:embed="rId107"/>
                <a:stretch>
                  <a:fillRect/>
                </a:stretch>
              </p:blipFill>
              <p:spPr>
                <a:xfrm>
                  <a:off x="5802748" y="5985659"/>
                  <a:ext cx="155520" cy="78480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63" name="Ink 62">
                  <a:extLst>
                    <a:ext uri="{FF2B5EF4-FFF2-40B4-BE49-F238E27FC236}">
                      <a16:creationId xmlns:a16="http://schemas.microsoft.com/office/drawing/2014/main" id="{977DAFF6-D9CA-1C5E-4999-BDF03335CE09}"/>
                    </a:ext>
                  </a:extLst>
                </p14:cNvPr>
                <p14:cNvContentPartPr/>
                <p14:nvPr/>
              </p14:nvContentPartPr>
              <p14:xfrm>
                <a:off x="4625188" y="6110219"/>
                <a:ext cx="372240" cy="626400"/>
              </p14:xfrm>
            </p:contentPart>
          </mc:Choice>
          <mc:Fallback>
            <p:pic>
              <p:nvPicPr>
                <p:cNvPr id="63" name="Ink 62">
                  <a:extLst>
                    <a:ext uri="{FF2B5EF4-FFF2-40B4-BE49-F238E27FC236}">
                      <a16:creationId xmlns:a16="http://schemas.microsoft.com/office/drawing/2014/main" id="{977DAFF6-D9CA-1C5E-4999-BDF03335CE09}"/>
                    </a:ext>
                  </a:extLst>
                </p:cNvPr>
                <p:cNvPicPr/>
                <p:nvPr/>
              </p:nvPicPr>
              <p:blipFill>
                <a:blip r:embed="rId109"/>
                <a:stretch>
                  <a:fillRect/>
                </a:stretch>
              </p:blipFill>
              <p:spPr>
                <a:xfrm>
                  <a:off x="4620868" y="6105899"/>
                  <a:ext cx="380880" cy="63504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64" name="Ink 63">
                  <a:extLst>
                    <a:ext uri="{FF2B5EF4-FFF2-40B4-BE49-F238E27FC236}">
                      <a16:creationId xmlns:a16="http://schemas.microsoft.com/office/drawing/2014/main" id="{58A6ADE1-3F5B-D6A5-F835-EB3989A61BA1}"/>
                    </a:ext>
                  </a:extLst>
                </p14:cNvPr>
                <p14:cNvContentPartPr/>
                <p14:nvPr/>
              </p14:nvContentPartPr>
              <p14:xfrm>
                <a:off x="6068428" y="5818979"/>
                <a:ext cx="136800" cy="203760"/>
              </p14:xfrm>
            </p:contentPart>
          </mc:Choice>
          <mc:Fallback>
            <p:pic>
              <p:nvPicPr>
                <p:cNvPr id="64" name="Ink 63">
                  <a:extLst>
                    <a:ext uri="{FF2B5EF4-FFF2-40B4-BE49-F238E27FC236}">
                      <a16:creationId xmlns:a16="http://schemas.microsoft.com/office/drawing/2014/main" id="{58A6ADE1-3F5B-D6A5-F835-EB3989A61BA1}"/>
                    </a:ext>
                  </a:extLst>
                </p:cNvPr>
                <p:cNvPicPr/>
                <p:nvPr/>
              </p:nvPicPr>
              <p:blipFill>
                <a:blip r:embed="rId111"/>
                <a:stretch>
                  <a:fillRect/>
                </a:stretch>
              </p:blipFill>
              <p:spPr>
                <a:xfrm>
                  <a:off x="6064108" y="5814659"/>
                  <a:ext cx="145440" cy="21240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65" name="Ink 64">
                  <a:extLst>
                    <a:ext uri="{FF2B5EF4-FFF2-40B4-BE49-F238E27FC236}">
                      <a16:creationId xmlns:a16="http://schemas.microsoft.com/office/drawing/2014/main" id="{69A85CD6-A3A5-16D1-A138-E7141FA8515A}"/>
                    </a:ext>
                  </a:extLst>
                </p14:cNvPr>
                <p14:cNvContentPartPr/>
                <p14:nvPr/>
              </p14:nvContentPartPr>
              <p14:xfrm>
                <a:off x="5968348" y="5791619"/>
                <a:ext cx="120600" cy="104400"/>
              </p14:xfrm>
            </p:contentPart>
          </mc:Choice>
          <mc:Fallback>
            <p:pic>
              <p:nvPicPr>
                <p:cNvPr id="65" name="Ink 64">
                  <a:extLst>
                    <a:ext uri="{FF2B5EF4-FFF2-40B4-BE49-F238E27FC236}">
                      <a16:creationId xmlns:a16="http://schemas.microsoft.com/office/drawing/2014/main" id="{69A85CD6-A3A5-16D1-A138-E7141FA8515A}"/>
                    </a:ext>
                  </a:extLst>
                </p:cNvPr>
                <p:cNvPicPr/>
                <p:nvPr/>
              </p:nvPicPr>
              <p:blipFill>
                <a:blip r:embed="rId113"/>
                <a:stretch>
                  <a:fillRect/>
                </a:stretch>
              </p:blipFill>
              <p:spPr>
                <a:xfrm>
                  <a:off x="5964028" y="5787299"/>
                  <a:ext cx="129240" cy="11304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70" name="Ink 69">
                  <a:extLst>
                    <a:ext uri="{FF2B5EF4-FFF2-40B4-BE49-F238E27FC236}">
                      <a16:creationId xmlns:a16="http://schemas.microsoft.com/office/drawing/2014/main" id="{55A365AF-E0F5-E446-4656-1AEBE6382A82}"/>
                    </a:ext>
                  </a:extLst>
                </p14:cNvPr>
                <p14:cNvContentPartPr/>
                <p14:nvPr/>
              </p14:nvContentPartPr>
              <p14:xfrm>
                <a:off x="2070268" y="5046779"/>
                <a:ext cx="1137960" cy="70200"/>
              </p14:xfrm>
            </p:contentPart>
          </mc:Choice>
          <mc:Fallback>
            <p:pic>
              <p:nvPicPr>
                <p:cNvPr id="70" name="Ink 69">
                  <a:extLst>
                    <a:ext uri="{FF2B5EF4-FFF2-40B4-BE49-F238E27FC236}">
                      <a16:creationId xmlns:a16="http://schemas.microsoft.com/office/drawing/2014/main" id="{55A365AF-E0F5-E446-4656-1AEBE6382A82}"/>
                    </a:ext>
                  </a:extLst>
                </p:cNvPr>
                <p:cNvPicPr/>
                <p:nvPr/>
              </p:nvPicPr>
              <p:blipFill>
                <a:blip r:embed="rId115"/>
                <a:stretch>
                  <a:fillRect/>
                </a:stretch>
              </p:blipFill>
              <p:spPr>
                <a:xfrm>
                  <a:off x="2065948" y="5042459"/>
                  <a:ext cx="1146600" cy="7884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71" name="Ink 70">
                  <a:extLst>
                    <a:ext uri="{FF2B5EF4-FFF2-40B4-BE49-F238E27FC236}">
                      <a16:creationId xmlns:a16="http://schemas.microsoft.com/office/drawing/2014/main" id="{CD27BF5A-1B75-5A4C-D940-EE27C3D90D77}"/>
                    </a:ext>
                  </a:extLst>
                </p14:cNvPr>
                <p14:cNvContentPartPr/>
                <p14:nvPr/>
              </p14:nvContentPartPr>
              <p14:xfrm>
                <a:off x="3538708" y="5047859"/>
                <a:ext cx="1275120" cy="70200"/>
              </p14:xfrm>
            </p:contentPart>
          </mc:Choice>
          <mc:Fallback>
            <p:pic>
              <p:nvPicPr>
                <p:cNvPr id="71" name="Ink 70">
                  <a:extLst>
                    <a:ext uri="{FF2B5EF4-FFF2-40B4-BE49-F238E27FC236}">
                      <a16:creationId xmlns:a16="http://schemas.microsoft.com/office/drawing/2014/main" id="{CD27BF5A-1B75-5A4C-D940-EE27C3D90D77}"/>
                    </a:ext>
                  </a:extLst>
                </p:cNvPr>
                <p:cNvPicPr/>
                <p:nvPr/>
              </p:nvPicPr>
              <p:blipFill>
                <a:blip r:embed="rId117"/>
                <a:stretch>
                  <a:fillRect/>
                </a:stretch>
              </p:blipFill>
              <p:spPr>
                <a:xfrm>
                  <a:off x="3534388" y="5043539"/>
                  <a:ext cx="1283760" cy="788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18">
            <p14:nvContentPartPr>
              <p14:cNvPr id="74" name="Ink 73">
                <a:extLst>
                  <a:ext uri="{FF2B5EF4-FFF2-40B4-BE49-F238E27FC236}">
                    <a16:creationId xmlns:a16="http://schemas.microsoft.com/office/drawing/2014/main" id="{FED1B780-D31C-06E9-5EE2-BE8A0E14A131}"/>
                  </a:ext>
                </a:extLst>
              </p14:cNvPr>
              <p14:cNvContentPartPr/>
              <p14:nvPr/>
            </p14:nvContentPartPr>
            <p14:xfrm>
              <a:off x="5836948" y="4979099"/>
              <a:ext cx="950040" cy="91440"/>
            </p14:xfrm>
          </p:contentPart>
        </mc:Choice>
        <mc:Fallback>
          <p:pic>
            <p:nvPicPr>
              <p:cNvPr id="74" name="Ink 73">
                <a:extLst>
                  <a:ext uri="{FF2B5EF4-FFF2-40B4-BE49-F238E27FC236}">
                    <a16:creationId xmlns:a16="http://schemas.microsoft.com/office/drawing/2014/main" id="{FED1B780-D31C-06E9-5EE2-BE8A0E14A131}"/>
                  </a:ext>
                </a:extLst>
              </p:cNvPr>
              <p:cNvPicPr/>
              <p:nvPr/>
            </p:nvPicPr>
            <p:blipFill>
              <a:blip r:embed="rId119"/>
              <a:stretch>
                <a:fillRect/>
              </a:stretch>
            </p:blipFill>
            <p:spPr>
              <a:xfrm>
                <a:off x="5832628" y="4974419"/>
                <a:ext cx="958680" cy="10008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76" name="Ink 75">
                <a:extLst>
                  <a:ext uri="{FF2B5EF4-FFF2-40B4-BE49-F238E27FC236}">
                    <a16:creationId xmlns:a16="http://schemas.microsoft.com/office/drawing/2014/main" id="{52E33465-EE44-3182-A899-EBB46D12BCB0}"/>
                  </a:ext>
                </a:extLst>
              </p14:cNvPr>
              <p14:cNvContentPartPr/>
              <p14:nvPr/>
            </p14:nvContentPartPr>
            <p14:xfrm>
              <a:off x="7147708" y="5048939"/>
              <a:ext cx="784800" cy="720"/>
            </p14:xfrm>
          </p:contentPart>
        </mc:Choice>
        <mc:Fallback>
          <p:pic>
            <p:nvPicPr>
              <p:cNvPr id="76" name="Ink 75">
                <a:extLst>
                  <a:ext uri="{FF2B5EF4-FFF2-40B4-BE49-F238E27FC236}">
                    <a16:creationId xmlns:a16="http://schemas.microsoft.com/office/drawing/2014/main" id="{52E33465-EE44-3182-A899-EBB46D12BCB0}"/>
                  </a:ext>
                </a:extLst>
              </p:cNvPr>
              <p:cNvPicPr/>
              <p:nvPr/>
            </p:nvPicPr>
            <p:blipFill>
              <a:blip r:embed="rId121"/>
              <a:stretch>
                <a:fillRect/>
              </a:stretch>
            </p:blipFill>
            <p:spPr>
              <a:xfrm>
                <a:off x="7143388" y="5039579"/>
                <a:ext cx="793440" cy="18000"/>
              </a:xfrm>
              <a:prstGeom prst="rect">
                <a:avLst/>
              </a:prstGeom>
            </p:spPr>
          </p:pic>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normAutofit/>
          </a:bodyPr>
          <a:lstStyle/>
          <a:p>
            <a:pPr algn="l"/>
            <a:r>
              <a:rPr lang="en-US" sz="3200" dirty="0"/>
              <a:t>Solution</a:t>
            </a:r>
            <a:endParaRPr lang="en-IN" sz="3200" dirty="0"/>
          </a:p>
        </p:txBody>
      </p:sp>
      <p:sp>
        <p:nvSpPr>
          <p:cNvPr id="6" name="Content Placeholder 1">
            <a:extLst>
              <a:ext uri="{FF2B5EF4-FFF2-40B4-BE49-F238E27FC236}">
                <a16:creationId xmlns:a16="http://schemas.microsoft.com/office/drawing/2014/main" id="{3F70055B-9CAE-4C1D-8C56-446749ACAF26}"/>
              </a:ext>
            </a:extLst>
          </p:cNvPr>
          <p:cNvSpPr>
            <a:spLocks noGrp="1" noChangeArrowheads="1"/>
          </p:cNvSpPr>
          <p:nvPr>
            <p:ph type="body" sz="quarter" idx="13"/>
          </p:nvPr>
        </p:nvSpPr>
        <p:spPr>
          <a:xfrm>
            <a:off x="173038" y="1298575"/>
            <a:ext cx="8745537" cy="5300663"/>
          </a:xfrm>
        </p:spPr>
        <p:txBody>
          <a:bodyPr>
            <a:normAutofit/>
          </a:bodyPr>
          <a:lstStyle/>
          <a:p>
            <a:pPr marL="0" indent="0" fontAlgn="base">
              <a:spcAft>
                <a:spcPct val="0"/>
              </a:spcAft>
              <a:buNone/>
            </a:pPr>
            <a:r>
              <a:rPr lang="en-US" altLang="en-US" sz="2400" dirty="0">
                <a:solidFill>
                  <a:srgbClr val="000000"/>
                </a:solidFill>
                <a:latin typeface="Tahoma" panose="020B0604030504040204" pitchFamily="34" charset="0"/>
              </a:rPr>
              <a:t> </a:t>
            </a:r>
            <a:r>
              <a:rPr lang="en-US" altLang="en-US" sz="2400" dirty="0">
                <a:solidFill>
                  <a:srgbClr val="000000"/>
                </a:solidFill>
                <a:latin typeface="+mn-lt"/>
              </a:rPr>
              <a:t>a) </a:t>
            </a:r>
            <a:r>
              <a:rPr lang="en-US" altLang="en-US" sz="2400" dirty="0">
                <a:solidFill>
                  <a:srgbClr val="000000"/>
                </a:solidFill>
                <a:latin typeface="+mn-lt"/>
                <a:cs typeface="Times New Roman" panose="02020603050405020304" pitchFamily="18" charset="0"/>
              </a:rPr>
              <a:t>P(3 right-handed) = (272/300) (272/300)(272/300)       </a:t>
            </a:r>
          </a:p>
          <a:p>
            <a:pPr marL="0" indent="0" fontAlgn="base">
              <a:spcAft>
                <a:spcPct val="0"/>
              </a:spcAft>
              <a:buNone/>
            </a:pPr>
            <a:r>
              <a:rPr lang="en-US" altLang="en-US" sz="2400" dirty="0">
                <a:solidFill>
                  <a:srgbClr val="000000"/>
                </a:solidFill>
                <a:latin typeface="+mn-lt"/>
                <a:cs typeface="Times New Roman" panose="02020603050405020304" pitchFamily="18" charset="0"/>
              </a:rPr>
              <a:t>                          = (272/300)</a:t>
            </a:r>
            <a:r>
              <a:rPr lang="en-US" altLang="en-US" sz="2400" baseline="30000" dirty="0">
                <a:solidFill>
                  <a:srgbClr val="000000"/>
                </a:solidFill>
                <a:latin typeface="+mn-lt"/>
                <a:cs typeface="Times New Roman" panose="02020603050405020304" pitchFamily="18" charset="0"/>
              </a:rPr>
              <a:t>3</a:t>
            </a:r>
            <a:r>
              <a:rPr lang="en-US" altLang="en-US" sz="2400" dirty="0">
                <a:solidFill>
                  <a:srgbClr val="000000"/>
                </a:solidFill>
                <a:latin typeface="+mn-lt"/>
                <a:cs typeface="Times New Roman" panose="02020603050405020304" pitchFamily="18" charset="0"/>
              </a:rPr>
              <a:t> = 0.745</a:t>
            </a:r>
          </a:p>
          <a:p>
            <a:pPr marL="0" indent="0" fontAlgn="base">
              <a:spcAft>
                <a:spcPct val="0"/>
              </a:spcAft>
              <a:buNone/>
            </a:pPr>
            <a:r>
              <a:rPr lang="en-US" altLang="en-US" sz="2400" dirty="0">
                <a:solidFill>
                  <a:srgbClr val="000000"/>
                </a:solidFill>
                <a:latin typeface="+mn-lt"/>
                <a:cs typeface="Times New Roman" panose="02020603050405020304" pitchFamily="18" charset="0"/>
              </a:rPr>
              <a:t>b) P( 3 left-handed) = (28/300)(28/300)(28/300) = (28/300)</a:t>
            </a:r>
            <a:r>
              <a:rPr lang="en-US" altLang="en-US" sz="2400" baseline="30000" dirty="0">
                <a:solidFill>
                  <a:srgbClr val="000000"/>
                </a:solidFill>
                <a:latin typeface="+mn-lt"/>
                <a:cs typeface="Times New Roman" panose="02020603050405020304" pitchFamily="18" charset="0"/>
              </a:rPr>
              <a:t>3</a:t>
            </a:r>
            <a:r>
              <a:rPr lang="en-US" altLang="en-US" sz="2400" dirty="0">
                <a:solidFill>
                  <a:srgbClr val="000000"/>
                </a:solidFill>
                <a:latin typeface="+mn-lt"/>
                <a:cs typeface="Times New Roman" panose="02020603050405020304" pitchFamily="18" charset="0"/>
              </a:rPr>
              <a:t> </a:t>
            </a:r>
          </a:p>
          <a:p>
            <a:pPr marL="0" indent="0" fontAlgn="base">
              <a:spcAft>
                <a:spcPct val="0"/>
              </a:spcAft>
              <a:buNone/>
            </a:pPr>
            <a:r>
              <a:rPr lang="en-US" altLang="en-US" sz="2400" dirty="0">
                <a:solidFill>
                  <a:srgbClr val="000000"/>
                </a:solidFill>
                <a:latin typeface="+mn-lt"/>
                <a:cs typeface="Times New Roman" panose="02020603050405020304" pitchFamily="18" charset="0"/>
              </a:rPr>
              <a:t>                         = 0.0008</a:t>
            </a:r>
          </a:p>
          <a:p>
            <a:pPr marL="0" indent="0" fontAlgn="base">
              <a:spcAft>
                <a:spcPct val="0"/>
              </a:spcAft>
              <a:buNone/>
            </a:pPr>
            <a:r>
              <a:rPr lang="en-US" altLang="en-US" sz="2400" dirty="0">
                <a:solidFill>
                  <a:srgbClr val="000000"/>
                </a:solidFill>
                <a:latin typeface="+mn-lt"/>
                <a:cs typeface="Times New Roman" panose="02020603050405020304" pitchFamily="18" charset="0"/>
              </a:rPr>
              <a:t>c) P(At least one right-handed) = 1 – P(All 3 left-handed) </a:t>
            </a:r>
          </a:p>
          <a:p>
            <a:pPr marL="0" indent="0" fontAlgn="base">
              <a:spcAft>
                <a:spcPct val="0"/>
              </a:spcAft>
              <a:buNone/>
            </a:pPr>
            <a:r>
              <a:rPr lang="en-US" altLang="en-US" sz="2400" dirty="0">
                <a:solidFill>
                  <a:srgbClr val="000000"/>
                </a:solidFill>
                <a:latin typeface="+mn-lt"/>
                <a:cs typeface="Times New Roman" panose="02020603050405020304" pitchFamily="18" charset="0"/>
              </a:rPr>
              <a:t>                                         = 1 - 0.0008 </a:t>
            </a:r>
          </a:p>
          <a:p>
            <a:pPr marL="0" indent="0" fontAlgn="base">
              <a:spcAft>
                <a:spcPct val="0"/>
              </a:spcAft>
              <a:buNone/>
            </a:pPr>
            <a:r>
              <a:rPr lang="en-US" altLang="en-US" sz="2400" dirty="0">
                <a:solidFill>
                  <a:srgbClr val="000000"/>
                </a:solidFill>
                <a:latin typeface="+mn-lt"/>
                <a:cs typeface="Times New Roman" panose="02020603050405020304" pitchFamily="18" charset="0"/>
              </a:rPr>
              <a:t>                                         = 0.9992</a:t>
            </a:r>
          </a:p>
          <a:p>
            <a:pPr fontAlgn="base">
              <a:spcAft>
                <a:spcPct val="0"/>
              </a:spcAft>
            </a:pPr>
            <a:endParaRPr lang="en-US" altLang="en-US" dirty="0">
              <a:solidFill>
                <a:srgbClr val="000000"/>
              </a:solidFill>
              <a:latin typeface="Times New Roman" panose="02020603050405020304" pitchFamily="18" charset="0"/>
              <a:cs typeface="Times New Roman" panose="02020603050405020304" pitchFamily="18" charset="0"/>
            </a:endParaRPr>
          </a:p>
          <a:p>
            <a:pPr fontAlgn="base">
              <a:spcAft>
                <a:spcPct val="0"/>
              </a:spcAft>
            </a:pPr>
            <a:endParaRPr lang="en-US" altLang="en-US" dirty="0">
              <a:solidFill>
                <a:srgbClr val="000000"/>
              </a:solidFill>
              <a:latin typeface="Times New Roman" panose="02020603050405020304" pitchFamily="18" charset="0"/>
              <a:cs typeface="Times New Roman" panose="02020603050405020304" pitchFamily="18" charset="0"/>
            </a:endParaRPr>
          </a:p>
          <a:p>
            <a:pPr fontAlgn="base">
              <a:spcAft>
                <a:spcPct val="0"/>
              </a:spcAft>
            </a:pPr>
            <a:endParaRPr lang="en-US" altLang="en-US" dirty="0">
              <a:solidFill>
                <a:srgbClr val="000000"/>
              </a:solidFill>
              <a:latin typeface="Times New Roman" panose="02020603050405020304" pitchFamily="18" charset="0"/>
              <a:cs typeface="Times New Roman" panose="02020603050405020304" pitchFamily="18" charset="0"/>
            </a:endParaRPr>
          </a:p>
          <a:p>
            <a:pPr fontAlgn="base">
              <a:spcAft>
                <a:spcPct val="0"/>
              </a:spcAft>
            </a:pPr>
            <a:endParaRPr lang="en-US" altLang="en-US" dirty="0">
              <a:solidFill>
                <a:srgbClr val="000000"/>
              </a:solidFill>
              <a:latin typeface="Times New Roman" panose="02020603050405020304" pitchFamily="18" charset="0"/>
              <a:cs typeface="Times New Roman" panose="02020603050405020304" pitchFamily="18" charset="0"/>
            </a:endParaRPr>
          </a:p>
          <a:p>
            <a:pPr fontAlgn="base">
              <a:spcAft>
                <a:spcPct val="0"/>
              </a:spcAft>
            </a:pPr>
            <a:endParaRPr lang="en-IN" altLang="en-US" dirty="0"/>
          </a:p>
        </p:txBody>
      </p:sp>
      <p:grpSp>
        <p:nvGrpSpPr>
          <p:cNvPr id="31" name="Group 30">
            <a:extLst>
              <a:ext uri="{FF2B5EF4-FFF2-40B4-BE49-F238E27FC236}">
                <a16:creationId xmlns:a16="http://schemas.microsoft.com/office/drawing/2014/main" id="{EA073D4F-E505-A6BD-E881-5D2133D1A882}"/>
              </a:ext>
            </a:extLst>
          </p:cNvPr>
          <p:cNvGrpSpPr/>
          <p:nvPr/>
        </p:nvGrpSpPr>
        <p:grpSpPr>
          <a:xfrm>
            <a:off x="6815788" y="1182179"/>
            <a:ext cx="2237040" cy="1337400"/>
            <a:chOff x="6815788" y="1182179"/>
            <a:chExt cx="2237040" cy="1337400"/>
          </a:xfrm>
        </p:grpSpPr>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1928D1B7-C38B-83C7-5614-8E972A57C071}"/>
                    </a:ext>
                  </a:extLst>
                </p14:cNvPr>
                <p14:cNvContentPartPr/>
                <p14:nvPr/>
              </p14:nvContentPartPr>
              <p14:xfrm>
                <a:off x="6815788" y="1182179"/>
                <a:ext cx="383760" cy="1070280"/>
              </p14:xfrm>
            </p:contentPart>
          </mc:Choice>
          <mc:Fallback>
            <p:pic>
              <p:nvPicPr>
                <p:cNvPr id="3" name="Ink 2">
                  <a:extLst>
                    <a:ext uri="{FF2B5EF4-FFF2-40B4-BE49-F238E27FC236}">
                      <a16:creationId xmlns:a16="http://schemas.microsoft.com/office/drawing/2014/main" id="{1928D1B7-C38B-83C7-5614-8E972A57C071}"/>
                    </a:ext>
                  </a:extLst>
                </p:cNvPr>
                <p:cNvPicPr/>
                <p:nvPr/>
              </p:nvPicPr>
              <p:blipFill>
                <a:blip r:embed="rId3"/>
                <a:stretch>
                  <a:fillRect/>
                </a:stretch>
              </p:blipFill>
              <p:spPr>
                <a:xfrm>
                  <a:off x="6811468" y="1177859"/>
                  <a:ext cx="392400" cy="10789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571A5AD0-3F22-0040-9762-9ECDCAAF02D8}"/>
                    </a:ext>
                  </a:extLst>
                </p14:cNvPr>
                <p14:cNvContentPartPr/>
                <p14:nvPr/>
              </p14:nvContentPartPr>
              <p14:xfrm>
                <a:off x="7238428" y="1466579"/>
                <a:ext cx="195120" cy="147600"/>
              </p14:xfrm>
            </p:contentPart>
          </mc:Choice>
          <mc:Fallback>
            <p:pic>
              <p:nvPicPr>
                <p:cNvPr id="4" name="Ink 3">
                  <a:extLst>
                    <a:ext uri="{FF2B5EF4-FFF2-40B4-BE49-F238E27FC236}">
                      <a16:creationId xmlns:a16="http://schemas.microsoft.com/office/drawing/2014/main" id="{571A5AD0-3F22-0040-9762-9ECDCAAF02D8}"/>
                    </a:ext>
                  </a:extLst>
                </p:cNvPr>
                <p:cNvPicPr/>
                <p:nvPr/>
              </p:nvPicPr>
              <p:blipFill>
                <a:blip r:embed="rId5"/>
                <a:stretch>
                  <a:fillRect/>
                </a:stretch>
              </p:blipFill>
              <p:spPr>
                <a:xfrm>
                  <a:off x="7234108" y="1462259"/>
                  <a:ext cx="203760" cy="1562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28816015-DCBC-6D4D-EA70-E84C1C1E0602}"/>
                    </a:ext>
                  </a:extLst>
                </p14:cNvPr>
                <p14:cNvContentPartPr/>
                <p14:nvPr/>
              </p14:nvContentPartPr>
              <p14:xfrm>
                <a:off x="7483948" y="1456139"/>
                <a:ext cx="77400" cy="214920"/>
              </p14:xfrm>
            </p:contentPart>
          </mc:Choice>
          <mc:Fallback>
            <p:pic>
              <p:nvPicPr>
                <p:cNvPr id="5" name="Ink 4">
                  <a:extLst>
                    <a:ext uri="{FF2B5EF4-FFF2-40B4-BE49-F238E27FC236}">
                      <a16:creationId xmlns:a16="http://schemas.microsoft.com/office/drawing/2014/main" id="{28816015-DCBC-6D4D-EA70-E84C1C1E0602}"/>
                    </a:ext>
                  </a:extLst>
                </p:cNvPr>
                <p:cNvPicPr/>
                <p:nvPr/>
              </p:nvPicPr>
              <p:blipFill>
                <a:blip r:embed="rId7"/>
                <a:stretch>
                  <a:fillRect/>
                </a:stretch>
              </p:blipFill>
              <p:spPr>
                <a:xfrm>
                  <a:off x="7479628" y="1451819"/>
                  <a:ext cx="86040" cy="2235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2459A151-B2B0-6E1B-3BAF-75D30D103AB0}"/>
                    </a:ext>
                  </a:extLst>
                </p14:cNvPr>
                <p14:cNvContentPartPr/>
                <p14:nvPr/>
              </p14:nvContentPartPr>
              <p14:xfrm>
                <a:off x="7590868" y="1474859"/>
                <a:ext cx="98640" cy="184680"/>
              </p14:xfrm>
            </p:contentPart>
          </mc:Choice>
          <mc:Fallback>
            <p:pic>
              <p:nvPicPr>
                <p:cNvPr id="7" name="Ink 6">
                  <a:extLst>
                    <a:ext uri="{FF2B5EF4-FFF2-40B4-BE49-F238E27FC236}">
                      <a16:creationId xmlns:a16="http://schemas.microsoft.com/office/drawing/2014/main" id="{2459A151-B2B0-6E1B-3BAF-75D30D103AB0}"/>
                    </a:ext>
                  </a:extLst>
                </p:cNvPr>
                <p:cNvPicPr/>
                <p:nvPr/>
              </p:nvPicPr>
              <p:blipFill>
                <a:blip r:embed="rId9"/>
                <a:stretch>
                  <a:fillRect/>
                </a:stretch>
              </p:blipFill>
              <p:spPr>
                <a:xfrm>
                  <a:off x="7586548" y="1470539"/>
                  <a:ext cx="107280" cy="1933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CF15127A-A14B-B531-9C5E-714C81D3FF6F}"/>
                    </a:ext>
                  </a:extLst>
                </p14:cNvPr>
                <p14:cNvContentPartPr/>
                <p14:nvPr/>
              </p14:nvContentPartPr>
              <p14:xfrm>
                <a:off x="7757548" y="1224299"/>
                <a:ext cx="646200" cy="613440"/>
              </p14:xfrm>
            </p:contentPart>
          </mc:Choice>
          <mc:Fallback>
            <p:pic>
              <p:nvPicPr>
                <p:cNvPr id="8" name="Ink 7">
                  <a:extLst>
                    <a:ext uri="{FF2B5EF4-FFF2-40B4-BE49-F238E27FC236}">
                      <a16:creationId xmlns:a16="http://schemas.microsoft.com/office/drawing/2014/main" id="{CF15127A-A14B-B531-9C5E-714C81D3FF6F}"/>
                    </a:ext>
                  </a:extLst>
                </p:cNvPr>
                <p:cNvPicPr/>
                <p:nvPr/>
              </p:nvPicPr>
              <p:blipFill>
                <a:blip r:embed="rId11"/>
                <a:stretch>
                  <a:fillRect/>
                </a:stretch>
              </p:blipFill>
              <p:spPr>
                <a:xfrm>
                  <a:off x="7753228" y="1219979"/>
                  <a:ext cx="654840" cy="6220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9" name="Ink 8">
                  <a:extLst>
                    <a:ext uri="{FF2B5EF4-FFF2-40B4-BE49-F238E27FC236}">
                      <a16:creationId xmlns:a16="http://schemas.microsoft.com/office/drawing/2014/main" id="{CD8CC163-A230-0FAC-F181-53E7CDDE82C9}"/>
                    </a:ext>
                  </a:extLst>
                </p14:cNvPr>
                <p14:cNvContentPartPr/>
                <p14:nvPr/>
              </p14:nvContentPartPr>
              <p14:xfrm>
                <a:off x="8438308" y="1223939"/>
                <a:ext cx="45000" cy="291600"/>
              </p14:xfrm>
            </p:contentPart>
          </mc:Choice>
          <mc:Fallback>
            <p:pic>
              <p:nvPicPr>
                <p:cNvPr id="9" name="Ink 8">
                  <a:extLst>
                    <a:ext uri="{FF2B5EF4-FFF2-40B4-BE49-F238E27FC236}">
                      <a16:creationId xmlns:a16="http://schemas.microsoft.com/office/drawing/2014/main" id="{CD8CC163-A230-0FAC-F181-53E7CDDE82C9}"/>
                    </a:ext>
                  </a:extLst>
                </p:cNvPr>
                <p:cNvPicPr/>
                <p:nvPr/>
              </p:nvPicPr>
              <p:blipFill>
                <a:blip r:embed="rId13"/>
                <a:stretch>
                  <a:fillRect/>
                </a:stretch>
              </p:blipFill>
              <p:spPr>
                <a:xfrm>
                  <a:off x="8433988" y="1219619"/>
                  <a:ext cx="53640" cy="3002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0" name="Ink 9">
                  <a:extLst>
                    <a:ext uri="{FF2B5EF4-FFF2-40B4-BE49-F238E27FC236}">
                      <a16:creationId xmlns:a16="http://schemas.microsoft.com/office/drawing/2014/main" id="{9FF4C674-2FEE-B0A0-15D0-60C10629EE0F}"/>
                    </a:ext>
                  </a:extLst>
                </p14:cNvPr>
                <p14:cNvContentPartPr/>
                <p14:nvPr/>
              </p14:nvContentPartPr>
              <p14:xfrm>
                <a:off x="8442268" y="1333739"/>
                <a:ext cx="70920" cy="117000"/>
              </p14:xfrm>
            </p:contentPart>
          </mc:Choice>
          <mc:Fallback>
            <p:pic>
              <p:nvPicPr>
                <p:cNvPr id="10" name="Ink 9">
                  <a:extLst>
                    <a:ext uri="{FF2B5EF4-FFF2-40B4-BE49-F238E27FC236}">
                      <a16:creationId xmlns:a16="http://schemas.microsoft.com/office/drawing/2014/main" id="{9FF4C674-2FEE-B0A0-15D0-60C10629EE0F}"/>
                    </a:ext>
                  </a:extLst>
                </p:cNvPr>
                <p:cNvPicPr/>
                <p:nvPr/>
              </p:nvPicPr>
              <p:blipFill>
                <a:blip r:embed="rId15"/>
                <a:stretch>
                  <a:fillRect/>
                </a:stretch>
              </p:blipFill>
              <p:spPr>
                <a:xfrm>
                  <a:off x="8437948" y="1329419"/>
                  <a:ext cx="79560" cy="1256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1" name="Ink 10">
                  <a:extLst>
                    <a:ext uri="{FF2B5EF4-FFF2-40B4-BE49-F238E27FC236}">
                      <a16:creationId xmlns:a16="http://schemas.microsoft.com/office/drawing/2014/main" id="{1918975E-9103-AFA8-52FF-407C1C2A84AC}"/>
                    </a:ext>
                  </a:extLst>
                </p14:cNvPr>
                <p14:cNvContentPartPr/>
                <p14:nvPr/>
              </p14:nvContentPartPr>
              <p14:xfrm>
                <a:off x="8558908" y="1222139"/>
                <a:ext cx="26640" cy="11160"/>
              </p14:xfrm>
            </p:contentPart>
          </mc:Choice>
          <mc:Fallback>
            <p:pic>
              <p:nvPicPr>
                <p:cNvPr id="11" name="Ink 10">
                  <a:extLst>
                    <a:ext uri="{FF2B5EF4-FFF2-40B4-BE49-F238E27FC236}">
                      <a16:creationId xmlns:a16="http://schemas.microsoft.com/office/drawing/2014/main" id="{1918975E-9103-AFA8-52FF-407C1C2A84AC}"/>
                    </a:ext>
                  </a:extLst>
                </p:cNvPr>
                <p:cNvPicPr/>
                <p:nvPr/>
              </p:nvPicPr>
              <p:blipFill>
                <a:blip r:embed="rId17"/>
                <a:stretch>
                  <a:fillRect/>
                </a:stretch>
              </p:blipFill>
              <p:spPr>
                <a:xfrm>
                  <a:off x="8554588" y="1217819"/>
                  <a:ext cx="35280" cy="198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2" name="Ink 11">
                  <a:extLst>
                    <a:ext uri="{FF2B5EF4-FFF2-40B4-BE49-F238E27FC236}">
                      <a16:creationId xmlns:a16="http://schemas.microsoft.com/office/drawing/2014/main" id="{0AC6AE89-7BF3-E87F-24FE-1820E27CE4EB}"/>
                    </a:ext>
                  </a:extLst>
                </p14:cNvPr>
                <p14:cNvContentPartPr/>
                <p14:nvPr/>
              </p14:nvContentPartPr>
              <p14:xfrm>
                <a:off x="8627668" y="1324379"/>
                <a:ext cx="264600" cy="110520"/>
              </p14:xfrm>
            </p:contentPart>
          </mc:Choice>
          <mc:Fallback>
            <p:pic>
              <p:nvPicPr>
                <p:cNvPr id="12" name="Ink 11">
                  <a:extLst>
                    <a:ext uri="{FF2B5EF4-FFF2-40B4-BE49-F238E27FC236}">
                      <a16:creationId xmlns:a16="http://schemas.microsoft.com/office/drawing/2014/main" id="{0AC6AE89-7BF3-E87F-24FE-1820E27CE4EB}"/>
                    </a:ext>
                  </a:extLst>
                </p:cNvPr>
                <p:cNvPicPr/>
                <p:nvPr/>
              </p:nvPicPr>
              <p:blipFill>
                <a:blip r:embed="rId19"/>
                <a:stretch>
                  <a:fillRect/>
                </a:stretch>
              </p:blipFill>
              <p:spPr>
                <a:xfrm>
                  <a:off x="8623348" y="1320059"/>
                  <a:ext cx="273240" cy="1191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3" name="Ink 12">
                  <a:extLst>
                    <a:ext uri="{FF2B5EF4-FFF2-40B4-BE49-F238E27FC236}">
                      <a16:creationId xmlns:a16="http://schemas.microsoft.com/office/drawing/2014/main" id="{B57F5409-F7E5-E24C-4DA9-E785B61878F7}"/>
                    </a:ext>
                  </a:extLst>
                </p14:cNvPr>
                <p14:cNvContentPartPr/>
                <p14:nvPr/>
              </p14:nvContentPartPr>
              <p14:xfrm>
                <a:off x="7519948" y="1752059"/>
                <a:ext cx="198360" cy="643320"/>
              </p14:xfrm>
            </p:contentPart>
          </mc:Choice>
          <mc:Fallback>
            <p:pic>
              <p:nvPicPr>
                <p:cNvPr id="13" name="Ink 12">
                  <a:extLst>
                    <a:ext uri="{FF2B5EF4-FFF2-40B4-BE49-F238E27FC236}">
                      <a16:creationId xmlns:a16="http://schemas.microsoft.com/office/drawing/2014/main" id="{B57F5409-F7E5-E24C-4DA9-E785B61878F7}"/>
                    </a:ext>
                  </a:extLst>
                </p:cNvPr>
                <p:cNvPicPr/>
                <p:nvPr/>
              </p:nvPicPr>
              <p:blipFill>
                <a:blip r:embed="rId21"/>
                <a:stretch>
                  <a:fillRect/>
                </a:stretch>
              </p:blipFill>
              <p:spPr>
                <a:xfrm>
                  <a:off x="7515628" y="1747739"/>
                  <a:ext cx="207000" cy="6519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4" name="Ink 13">
                  <a:extLst>
                    <a:ext uri="{FF2B5EF4-FFF2-40B4-BE49-F238E27FC236}">
                      <a16:creationId xmlns:a16="http://schemas.microsoft.com/office/drawing/2014/main" id="{F91178DB-9E8E-FF5B-71DA-56BA17B80A6C}"/>
                    </a:ext>
                  </a:extLst>
                </p14:cNvPr>
                <p14:cNvContentPartPr/>
                <p14:nvPr/>
              </p14:nvContentPartPr>
              <p14:xfrm>
                <a:off x="7917028" y="1887059"/>
                <a:ext cx="33480" cy="77040"/>
              </p14:xfrm>
            </p:contentPart>
          </mc:Choice>
          <mc:Fallback>
            <p:pic>
              <p:nvPicPr>
                <p:cNvPr id="14" name="Ink 13">
                  <a:extLst>
                    <a:ext uri="{FF2B5EF4-FFF2-40B4-BE49-F238E27FC236}">
                      <a16:creationId xmlns:a16="http://schemas.microsoft.com/office/drawing/2014/main" id="{F91178DB-9E8E-FF5B-71DA-56BA17B80A6C}"/>
                    </a:ext>
                  </a:extLst>
                </p:cNvPr>
                <p:cNvPicPr/>
                <p:nvPr/>
              </p:nvPicPr>
              <p:blipFill>
                <a:blip r:embed="rId23"/>
                <a:stretch>
                  <a:fillRect/>
                </a:stretch>
              </p:blipFill>
              <p:spPr>
                <a:xfrm>
                  <a:off x="7912708" y="1882739"/>
                  <a:ext cx="42120" cy="856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5" name="Ink 14">
                  <a:extLst>
                    <a:ext uri="{FF2B5EF4-FFF2-40B4-BE49-F238E27FC236}">
                      <a16:creationId xmlns:a16="http://schemas.microsoft.com/office/drawing/2014/main" id="{5B2E5877-766E-81EF-7D37-829F4058DD97}"/>
                    </a:ext>
                  </a:extLst>
                </p14:cNvPr>
                <p14:cNvContentPartPr/>
                <p14:nvPr/>
              </p14:nvContentPartPr>
              <p14:xfrm>
                <a:off x="7896508" y="1687979"/>
                <a:ext cx="78120" cy="28440"/>
              </p14:xfrm>
            </p:contentPart>
          </mc:Choice>
          <mc:Fallback>
            <p:pic>
              <p:nvPicPr>
                <p:cNvPr id="15" name="Ink 14">
                  <a:extLst>
                    <a:ext uri="{FF2B5EF4-FFF2-40B4-BE49-F238E27FC236}">
                      <a16:creationId xmlns:a16="http://schemas.microsoft.com/office/drawing/2014/main" id="{5B2E5877-766E-81EF-7D37-829F4058DD97}"/>
                    </a:ext>
                  </a:extLst>
                </p:cNvPr>
                <p:cNvPicPr/>
                <p:nvPr/>
              </p:nvPicPr>
              <p:blipFill>
                <a:blip r:embed="rId25"/>
                <a:stretch>
                  <a:fillRect/>
                </a:stretch>
              </p:blipFill>
              <p:spPr>
                <a:xfrm>
                  <a:off x="7892188" y="1683659"/>
                  <a:ext cx="8676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6" name="Ink 15">
                  <a:extLst>
                    <a:ext uri="{FF2B5EF4-FFF2-40B4-BE49-F238E27FC236}">
                      <a16:creationId xmlns:a16="http://schemas.microsoft.com/office/drawing/2014/main" id="{9A7B1400-3851-9335-BC3F-ACFCB24CE033}"/>
                    </a:ext>
                  </a:extLst>
                </p14:cNvPr>
                <p14:cNvContentPartPr/>
                <p14:nvPr/>
              </p14:nvContentPartPr>
              <p14:xfrm>
                <a:off x="8031508" y="1845299"/>
                <a:ext cx="89640" cy="100440"/>
              </p14:xfrm>
            </p:contentPart>
          </mc:Choice>
          <mc:Fallback>
            <p:pic>
              <p:nvPicPr>
                <p:cNvPr id="16" name="Ink 15">
                  <a:extLst>
                    <a:ext uri="{FF2B5EF4-FFF2-40B4-BE49-F238E27FC236}">
                      <a16:creationId xmlns:a16="http://schemas.microsoft.com/office/drawing/2014/main" id="{9A7B1400-3851-9335-BC3F-ACFCB24CE033}"/>
                    </a:ext>
                  </a:extLst>
                </p:cNvPr>
                <p:cNvPicPr/>
                <p:nvPr/>
              </p:nvPicPr>
              <p:blipFill>
                <a:blip r:embed="rId27"/>
                <a:stretch>
                  <a:fillRect/>
                </a:stretch>
              </p:blipFill>
              <p:spPr>
                <a:xfrm>
                  <a:off x="8027188" y="1840979"/>
                  <a:ext cx="98280" cy="1090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7" name="Ink 16">
                  <a:extLst>
                    <a:ext uri="{FF2B5EF4-FFF2-40B4-BE49-F238E27FC236}">
                      <a16:creationId xmlns:a16="http://schemas.microsoft.com/office/drawing/2014/main" id="{AAB741AB-FA78-435A-4AA5-BFAE0F6A9376}"/>
                    </a:ext>
                  </a:extLst>
                </p14:cNvPr>
                <p14:cNvContentPartPr/>
                <p14:nvPr/>
              </p14:nvContentPartPr>
              <p14:xfrm>
                <a:off x="8210788" y="1624619"/>
                <a:ext cx="342360" cy="465120"/>
              </p14:xfrm>
            </p:contentPart>
          </mc:Choice>
          <mc:Fallback>
            <p:pic>
              <p:nvPicPr>
                <p:cNvPr id="17" name="Ink 16">
                  <a:extLst>
                    <a:ext uri="{FF2B5EF4-FFF2-40B4-BE49-F238E27FC236}">
                      <a16:creationId xmlns:a16="http://schemas.microsoft.com/office/drawing/2014/main" id="{AAB741AB-FA78-435A-4AA5-BFAE0F6A9376}"/>
                    </a:ext>
                  </a:extLst>
                </p:cNvPr>
                <p:cNvPicPr/>
                <p:nvPr/>
              </p:nvPicPr>
              <p:blipFill>
                <a:blip r:embed="rId29"/>
                <a:stretch>
                  <a:fillRect/>
                </a:stretch>
              </p:blipFill>
              <p:spPr>
                <a:xfrm>
                  <a:off x="8206468" y="1620299"/>
                  <a:ext cx="351000" cy="4737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9" name="Ink 18">
                  <a:extLst>
                    <a:ext uri="{FF2B5EF4-FFF2-40B4-BE49-F238E27FC236}">
                      <a16:creationId xmlns:a16="http://schemas.microsoft.com/office/drawing/2014/main" id="{AAFE7832-0761-F151-F3F0-B7AA0242CE37}"/>
                    </a:ext>
                  </a:extLst>
                </p14:cNvPr>
                <p14:cNvContentPartPr/>
                <p14:nvPr/>
              </p14:nvContentPartPr>
              <p14:xfrm>
                <a:off x="8572588" y="1747379"/>
                <a:ext cx="328680" cy="90720"/>
              </p14:xfrm>
            </p:contentPart>
          </mc:Choice>
          <mc:Fallback>
            <p:pic>
              <p:nvPicPr>
                <p:cNvPr id="19" name="Ink 18">
                  <a:extLst>
                    <a:ext uri="{FF2B5EF4-FFF2-40B4-BE49-F238E27FC236}">
                      <a16:creationId xmlns:a16="http://schemas.microsoft.com/office/drawing/2014/main" id="{AAFE7832-0761-F151-F3F0-B7AA0242CE37}"/>
                    </a:ext>
                  </a:extLst>
                </p:cNvPr>
                <p:cNvPicPr/>
                <p:nvPr/>
              </p:nvPicPr>
              <p:blipFill>
                <a:blip r:embed="rId31"/>
                <a:stretch>
                  <a:fillRect/>
                </a:stretch>
              </p:blipFill>
              <p:spPr>
                <a:xfrm>
                  <a:off x="8568268" y="1743059"/>
                  <a:ext cx="337320" cy="993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0" name="Ink 19">
                  <a:extLst>
                    <a:ext uri="{FF2B5EF4-FFF2-40B4-BE49-F238E27FC236}">
                      <a16:creationId xmlns:a16="http://schemas.microsoft.com/office/drawing/2014/main" id="{63D15A7A-2C53-A65E-643F-8D3E7951FE23}"/>
                    </a:ext>
                  </a:extLst>
                </p14:cNvPr>
                <p14:cNvContentPartPr/>
                <p14:nvPr/>
              </p14:nvContentPartPr>
              <p14:xfrm>
                <a:off x="8876788" y="1558019"/>
                <a:ext cx="176040" cy="246960"/>
              </p14:xfrm>
            </p:contentPart>
          </mc:Choice>
          <mc:Fallback>
            <p:pic>
              <p:nvPicPr>
                <p:cNvPr id="20" name="Ink 19">
                  <a:extLst>
                    <a:ext uri="{FF2B5EF4-FFF2-40B4-BE49-F238E27FC236}">
                      <a16:creationId xmlns:a16="http://schemas.microsoft.com/office/drawing/2014/main" id="{63D15A7A-2C53-A65E-643F-8D3E7951FE23}"/>
                    </a:ext>
                  </a:extLst>
                </p:cNvPr>
                <p:cNvPicPr/>
                <p:nvPr/>
              </p:nvPicPr>
              <p:blipFill>
                <a:blip r:embed="rId33"/>
                <a:stretch>
                  <a:fillRect/>
                </a:stretch>
              </p:blipFill>
              <p:spPr>
                <a:xfrm>
                  <a:off x="8872468" y="1553699"/>
                  <a:ext cx="184680" cy="2556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2" name="Ink 21">
                  <a:extLst>
                    <a:ext uri="{FF2B5EF4-FFF2-40B4-BE49-F238E27FC236}">
                      <a16:creationId xmlns:a16="http://schemas.microsoft.com/office/drawing/2014/main" id="{BC862F1E-B171-EB04-F2CE-8DF5F56164E1}"/>
                    </a:ext>
                  </a:extLst>
                </p14:cNvPr>
                <p14:cNvContentPartPr/>
                <p14:nvPr/>
              </p14:nvContentPartPr>
              <p14:xfrm>
                <a:off x="7674028" y="2243819"/>
                <a:ext cx="90720" cy="275760"/>
              </p14:xfrm>
            </p:contentPart>
          </mc:Choice>
          <mc:Fallback>
            <p:pic>
              <p:nvPicPr>
                <p:cNvPr id="22" name="Ink 21">
                  <a:extLst>
                    <a:ext uri="{FF2B5EF4-FFF2-40B4-BE49-F238E27FC236}">
                      <a16:creationId xmlns:a16="http://schemas.microsoft.com/office/drawing/2014/main" id="{BC862F1E-B171-EB04-F2CE-8DF5F56164E1}"/>
                    </a:ext>
                  </a:extLst>
                </p:cNvPr>
                <p:cNvPicPr/>
                <p:nvPr/>
              </p:nvPicPr>
              <p:blipFill>
                <a:blip r:embed="rId35"/>
                <a:stretch>
                  <a:fillRect/>
                </a:stretch>
              </p:blipFill>
              <p:spPr>
                <a:xfrm>
                  <a:off x="7669708" y="2239499"/>
                  <a:ext cx="99360" cy="2844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3" name="Ink 22">
                  <a:extLst>
                    <a:ext uri="{FF2B5EF4-FFF2-40B4-BE49-F238E27FC236}">
                      <a16:creationId xmlns:a16="http://schemas.microsoft.com/office/drawing/2014/main" id="{733BDA28-94B0-F8F9-3A22-A86F874AC8A3}"/>
                    </a:ext>
                  </a:extLst>
                </p14:cNvPr>
                <p14:cNvContentPartPr/>
                <p14:nvPr/>
              </p14:nvContentPartPr>
              <p14:xfrm>
                <a:off x="7855468" y="2389259"/>
                <a:ext cx="183240" cy="61560"/>
              </p14:xfrm>
            </p:contentPart>
          </mc:Choice>
          <mc:Fallback>
            <p:pic>
              <p:nvPicPr>
                <p:cNvPr id="23" name="Ink 22">
                  <a:extLst>
                    <a:ext uri="{FF2B5EF4-FFF2-40B4-BE49-F238E27FC236}">
                      <a16:creationId xmlns:a16="http://schemas.microsoft.com/office/drawing/2014/main" id="{733BDA28-94B0-F8F9-3A22-A86F874AC8A3}"/>
                    </a:ext>
                  </a:extLst>
                </p:cNvPr>
                <p:cNvPicPr/>
                <p:nvPr/>
              </p:nvPicPr>
              <p:blipFill>
                <a:blip r:embed="rId37"/>
                <a:stretch>
                  <a:fillRect/>
                </a:stretch>
              </p:blipFill>
              <p:spPr>
                <a:xfrm>
                  <a:off x="7851148" y="2384939"/>
                  <a:ext cx="191880" cy="702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4" name="Ink 23">
                  <a:extLst>
                    <a:ext uri="{FF2B5EF4-FFF2-40B4-BE49-F238E27FC236}">
                      <a16:creationId xmlns:a16="http://schemas.microsoft.com/office/drawing/2014/main" id="{F3834990-F279-460D-BD80-858076D3F5D5}"/>
                    </a:ext>
                  </a:extLst>
                </p14:cNvPr>
                <p14:cNvContentPartPr/>
                <p14:nvPr/>
              </p14:nvContentPartPr>
              <p14:xfrm>
                <a:off x="8112868" y="2306819"/>
                <a:ext cx="156960" cy="87120"/>
              </p14:xfrm>
            </p:contentPart>
          </mc:Choice>
          <mc:Fallback>
            <p:pic>
              <p:nvPicPr>
                <p:cNvPr id="24" name="Ink 23">
                  <a:extLst>
                    <a:ext uri="{FF2B5EF4-FFF2-40B4-BE49-F238E27FC236}">
                      <a16:creationId xmlns:a16="http://schemas.microsoft.com/office/drawing/2014/main" id="{F3834990-F279-460D-BD80-858076D3F5D5}"/>
                    </a:ext>
                  </a:extLst>
                </p:cNvPr>
                <p:cNvPicPr/>
                <p:nvPr/>
              </p:nvPicPr>
              <p:blipFill>
                <a:blip r:embed="rId39"/>
                <a:stretch>
                  <a:fillRect/>
                </a:stretch>
              </p:blipFill>
              <p:spPr>
                <a:xfrm>
                  <a:off x="8108548" y="2302499"/>
                  <a:ext cx="165600" cy="9576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5" name="Ink 24">
                  <a:extLst>
                    <a:ext uri="{FF2B5EF4-FFF2-40B4-BE49-F238E27FC236}">
                      <a16:creationId xmlns:a16="http://schemas.microsoft.com/office/drawing/2014/main" id="{58151E8B-F8F7-AD16-F9CA-16501FA44FA3}"/>
                    </a:ext>
                  </a:extLst>
                </p14:cNvPr>
                <p14:cNvContentPartPr/>
                <p14:nvPr/>
              </p14:nvContentPartPr>
              <p14:xfrm>
                <a:off x="8288548" y="2197739"/>
                <a:ext cx="502920" cy="173880"/>
              </p14:xfrm>
            </p:contentPart>
          </mc:Choice>
          <mc:Fallback>
            <p:pic>
              <p:nvPicPr>
                <p:cNvPr id="25" name="Ink 24">
                  <a:extLst>
                    <a:ext uri="{FF2B5EF4-FFF2-40B4-BE49-F238E27FC236}">
                      <a16:creationId xmlns:a16="http://schemas.microsoft.com/office/drawing/2014/main" id="{58151E8B-F8F7-AD16-F9CA-16501FA44FA3}"/>
                    </a:ext>
                  </a:extLst>
                </p:cNvPr>
                <p:cNvPicPr/>
                <p:nvPr/>
              </p:nvPicPr>
              <p:blipFill>
                <a:blip r:embed="rId41"/>
                <a:stretch>
                  <a:fillRect/>
                </a:stretch>
              </p:blipFill>
              <p:spPr>
                <a:xfrm>
                  <a:off x="8284228" y="2193419"/>
                  <a:ext cx="511560" cy="1825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6" name="Ink 25">
                  <a:extLst>
                    <a:ext uri="{FF2B5EF4-FFF2-40B4-BE49-F238E27FC236}">
                      <a16:creationId xmlns:a16="http://schemas.microsoft.com/office/drawing/2014/main" id="{18DDC118-9D44-3A5B-CD9E-D3D93D704907}"/>
                    </a:ext>
                  </a:extLst>
                </p14:cNvPr>
                <p14:cNvContentPartPr/>
                <p14:nvPr/>
              </p14:nvContentPartPr>
              <p14:xfrm>
                <a:off x="8856988" y="2223299"/>
                <a:ext cx="138240" cy="42840"/>
              </p14:xfrm>
            </p:contentPart>
          </mc:Choice>
          <mc:Fallback>
            <p:pic>
              <p:nvPicPr>
                <p:cNvPr id="26" name="Ink 25">
                  <a:extLst>
                    <a:ext uri="{FF2B5EF4-FFF2-40B4-BE49-F238E27FC236}">
                      <a16:creationId xmlns:a16="http://schemas.microsoft.com/office/drawing/2014/main" id="{18DDC118-9D44-3A5B-CD9E-D3D93D704907}"/>
                    </a:ext>
                  </a:extLst>
                </p:cNvPr>
                <p:cNvPicPr/>
                <p:nvPr/>
              </p:nvPicPr>
              <p:blipFill>
                <a:blip r:embed="rId43"/>
                <a:stretch>
                  <a:fillRect/>
                </a:stretch>
              </p:blipFill>
              <p:spPr>
                <a:xfrm>
                  <a:off x="8852668" y="2218979"/>
                  <a:ext cx="146880" cy="51480"/>
                </a:xfrm>
                <a:prstGeom prst="rect">
                  <a:avLst/>
                </a:prstGeom>
              </p:spPr>
            </p:pic>
          </mc:Fallback>
        </mc:AlternateContent>
      </p:grpSp>
      <p:grpSp>
        <p:nvGrpSpPr>
          <p:cNvPr id="145" name="Group 144">
            <a:extLst>
              <a:ext uri="{FF2B5EF4-FFF2-40B4-BE49-F238E27FC236}">
                <a16:creationId xmlns:a16="http://schemas.microsoft.com/office/drawing/2014/main" id="{481248A5-2F60-437A-9CC4-86567FEE86B6}"/>
              </a:ext>
            </a:extLst>
          </p:cNvPr>
          <p:cNvGrpSpPr/>
          <p:nvPr/>
        </p:nvGrpSpPr>
        <p:grpSpPr>
          <a:xfrm>
            <a:off x="601108" y="2676539"/>
            <a:ext cx="8418600" cy="3587400"/>
            <a:chOff x="601108" y="2676539"/>
            <a:chExt cx="8418600" cy="3587400"/>
          </a:xfrm>
        </p:grpSpPr>
        <mc:AlternateContent xmlns:mc="http://schemas.openxmlformats.org/markup-compatibility/2006">
          <mc:Choice xmlns:p14="http://schemas.microsoft.com/office/powerpoint/2010/main" Requires="p14">
            <p:contentPart p14:bwMode="auto" r:id="rId44">
              <p14:nvContentPartPr>
                <p14:cNvPr id="51" name="Ink 50">
                  <a:extLst>
                    <a:ext uri="{FF2B5EF4-FFF2-40B4-BE49-F238E27FC236}">
                      <a16:creationId xmlns:a16="http://schemas.microsoft.com/office/drawing/2014/main" id="{54F177A8-9914-CFFD-4D5C-6B2FD3C3DAED}"/>
                    </a:ext>
                  </a:extLst>
                </p14:cNvPr>
                <p14:cNvContentPartPr/>
                <p14:nvPr/>
              </p14:nvContentPartPr>
              <p14:xfrm>
                <a:off x="748708" y="4900619"/>
                <a:ext cx="130320" cy="414720"/>
              </p14:xfrm>
            </p:contentPart>
          </mc:Choice>
          <mc:Fallback>
            <p:pic>
              <p:nvPicPr>
                <p:cNvPr id="51" name="Ink 50">
                  <a:extLst>
                    <a:ext uri="{FF2B5EF4-FFF2-40B4-BE49-F238E27FC236}">
                      <a16:creationId xmlns:a16="http://schemas.microsoft.com/office/drawing/2014/main" id="{54F177A8-9914-CFFD-4D5C-6B2FD3C3DAED}"/>
                    </a:ext>
                  </a:extLst>
                </p:cNvPr>
                <p:cNvPicPr/>
                <p:nvPr/>
              </p:nvPicPr>
              <p:blipFill>
                <a:blip r:embed="rId45"/>
                <a:stretch>
                  <a:fillRect/>
                </a:stretch>
              </p:blipFill>
              <p:spPr>
                <a:xfrm>
                  <a:off x="744388" y="4896299"/>
                  <a:ext cx="138960" cy="4233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52" name="Ink 51">
                  <a:extLst>
                    <a:ext uri="{FF2B5EF4-FFF2-40B4-BE49-F238E27FC236}">
                      <a16:creationId xmlns:a16="http://schemas.microsoft.com/office/drawing/2014/main" id="{1688F68C-C9E3-1E73-2149-0C951ACF5AAD}"/>
                    </a:ext>
                  </a:extLst>
                </p14:cNvPr>
                <p14:cNvContentPartPr/>
                <p14:nvPr/>
              </p14:nvContentPartPr>
              <p14:xfrm>
                <a:off x="601108" y="5116979"/>
                <a:ext cx="206280" cy="67320"/>
              </p14:xfrm>
            </p:contentPart>
          </mc:Choice>
          <mc:Fallback>
            <p:pic>
              <p:nvPicPr>
                <p:cNvPr id="52" name="Ink 51">
                  <a:extLst>
                    <a:ext uri="{FF2B5EF4-FFF2-40B4-BE49-F238E27FC236}">
                      <a16:creationId xmlns:a16="http://schemas.microsoft.com/office/drawing/2014/main" id="{1688F68C-C9E3-1E73-2149-0C951ACF5AAD}"/>
                    </a:ext>
                  </a:extLst>
                </p:cNvPr>
                <p:cNvPicPr/>
                <p:nvPr/>
              </p:nvPicPr>
              <p:blipFill>
                <a:blip r:embed="rId47"/>
                <a:stretch>
                  <a:fillRect/>
                </a:stretch>
              </p:blipFill>
              <p:spPr>
                <a:xfrm>
                  <a:off x="596788" y="5112659"/>
                  <a:ext cx="214920" cy="7596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53" name="Ink 52">
                  <a:extLst>
                    <a:ext uri="{FF2B5EF4-FFF2-40B4-BE49-F238E27FC236}">
                      <a16:creationId xmlns:a16="http://schemas.microsoft.com/office/drawing/2014/main" id="{79C035DD-9148-EBF0-2A98-67DBBE7C9DFB}"/>
                    </a:ext>
                  </a:extLst>
                </p14:cNvPr>
                <p14:cNvContentPartPr/>
                <p14:nvPr/>
              </p14:nvContentPartPr>
              <p14:xfrm>
                <a:off x="915028" y="5136419"/>
                <a:ext cx="5040" cy="100440"/>
              </p14:xfrm>
            </p:contentPart>
          </mc:Choice>
          <mc:Fallback>
            <p:pic>
              <p:nvPicPr>
                <p:cNvPr id="53" name="Ink 52">
                  <a:extLst>
                    <a:ext uri="{FF2B5EF4-FFF2-40B4-BE49-F238E27FC236}">
                      <a16:creationId xmlns:a16="http://schemas.microsoft.com/office/drawing/2014/main" id="{79C035DD-9148-EBF0-2A98-67DBBE7C9DFB}"/>
                    </a:ext>
                  </a:extLst>
                </p:cNvPr>
                <p:cNvPicPr/>
                <p:nvPr/>
              </p:nvPicPr>
              <p:blipFill>
                <a:blip r:embed="rId49"/>
                <a:stretch>
                  <a:fillRect/>
                </a:stretch>
              </p:blipFill>
              <p:spPr>
                <a:xfrm>
                  <a:off x="910708" y="5132099"/>
                  <a:ext cx="13680" cy="10908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54" name="Ink 53">
                  <a:extLst>
                    <a:ext uri="{FF2B5EF4-FFF2-40B4-BE49-F238E27FC236}">
                      <a16:creationId xmlns:a16="http://schemas.microsoft.com/office/drawing/2014/main" id="{C9071D38-8460-8F06-21A7-F3E57E03B87C}"/>
                    </a:ext>
                  </a:extLst>
                </p14:cNvPr>
                <p14:cNvContentPartPr/>
                <p14:nvPr/>
              </p14:nvContentPartPr>
              <p14:xfrm>
                <a:off x="901348" y="4866419"/>
                <a:ext cx="46080" cy="41040"/>
              </p14:xfrm>
            </p:contentPart>
          </mc:Choice>
          <mc:Fallback>
            <p:pic>
              <p:nvPicPr>
                <p:cNvPr id="54" name="Ink 53">
                  <a:extLst>
                    <a:ext uri="{FF2B5EF4-FFF2-40B4-BE49-F238E27FC236}">
                      <a16:creationId xmlns:a16="http://schemas.microsoft.com/office/drawing/2014/main" id="{C9071D38-8460-8F06-21A7-F3E57E03B87C}"/>
                    </a:ext>
                  </a:extLst>
                </p:cNvPr>
                <p:cNvPicPr/>
                <p:nvPr/>
              </p:nvPicPr>
              <p:blipFill>
                <a:blip r:embed="rId51"/>
                <a:stretch>
                  <a:fillRect/>
                </a:stretch>
              </p:blipFill>
              <p:spPr>
                <a:xfrm>
                  <a:off x="897028" y="4862099"/>
                  <a:ext cx="54720" cy="4968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55" name="Ink 54">
                  <a:extLst>
                    <a:ext uri="{FF2B5EF4-FFF2-40B4-BE49-F238E27FC236}">
                      <a16:creationId xmlns:a16="http://schemas.microsoft.com/office/drawing/2014/main" id="{0F8BAED1-7CAE-5634-D510-344990C9628E}"/>
                    </a:ext>
                  </a:extLst>
                </p14:cNvPr>
                <p14:cNvContentPartPr/>
                <p14:nvPr/>
              </p14:nvContentPartPr>
              <p14:xfrm>
                <a:off x="1032388" y="5087819"/>
                <a:ext cx="101160" cy="132480"/>
              </p14:xfrm>
            </p:contentPart>
          </mc:Choice>
          <mc:Fallback>
            <p:pic>
              <p:nvPicPr>
                <p:cNvPr id="55" name="Ink 54">
                  <a:extLst>
                    <a:ext uri="{FF2B5EF4-FFF2-40B4-BE49-F238E27FC236}">
                      <a16:creationId xmlns:a16="http://schemas.microsoft.com/office/drawing/2014/main" id="{0F8BAED1-7CAE-5634-D510-344990C9628E}"/>
                    </a:ext>
                  </a:extLst>
                </p:cNvPr>
                <p:cNvPicPr/>
                <p:nvPr/>
              </p:nvPicPr>
              <p:blipFill>
                <a:blip r:embed="rId53"/>
                <a:stretch>
                  <a:fillRect/>
                </a:stretch>
              </p:blipFill>
              <p:spPr>
                <a:xfrm>
                  <a:off x="1028068" y="5083499"/>
                  <a:ext cx="109800" cy="1411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56" name="Ink 55">
                  <a:extLst>
                    <a:ext uri="{FF2B5EF4-FFF2-40B4-BE49-F238E27FC236}">
                      <a16:creationId xmlns:a16="http://schemas.microsoft.com/office/drawing/2014/main" id="{46D4DC5D-4786-E3D2-8635-85BC35B13CA5}"/>
                    </a:ext>
                  </a:extLst>
                </p14:cNvPr>
                <p14:cNvContentPartPr/>
                <p14:nvPr/>
              </p14:nvContentPartPr>
              <p14:xfrm>
                <a:off x="1224628" y="5083859"/>
                <a:ext cx="62640" cy="222840"/>
              </p14:xfrm>
            </p:contentPart>
          </mc:Choice>
          <mc:Fallback>
            <p:pic>
              <p:nvPicPr>
                <p:cNvPr id="56" name="Ink 55">
                  <a:extLst>
                    <a:ext uri="{FF2B5EF4-FFF2-40B4-BE49-F238E27FC236}">
                      <a16:creationId xmlns:a16="http://schemas.microsoft.com/office/drawing/2014/main" id="{46D4DC5D-4786-E3D2-8635-85BC35B13CA5}"/>
                    </a:ext>
                  </a:extLst>
                </p:cNvPr>
                <p:cNvPicPr/>
                <p:nvPr/>
              </p:nvPicPr>
              <p:blipFill>
                <a:blip r:embed="rId55"/>
                <a:stretch>
                  <a:fillRect/>
                </a:stretch>
              </p:blipFill>
              <p:spPr>
                <a:xfrm>
                  <a:off x="1220308" y="5079539"/>
                  <a:ext cx="71280" cy="2314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57" name="Ink 56">
                  <a:extLst>
                    <a:ext uri="{FF2B5EF4-FFF2-40B4-BE49-F238E27FC236}">
                      <a16:creationId xmlns:a16="http://schemas.microsoft.com/office/drawing/2014/main" id="{4AF4EBED-6747-7B5D-D37E-69412695D611}"/>
                    </a:ext>
                  </a:extLst>
                </p14:cNvPr>
                <p14:cNvContentPartPr/>
                <p14:nvPr/>
              </p14:nvContentPartPr>
              <p14:xfrm>
                <a:off x="1340548" y="4885859"/>
                <a:ext cx="45360" cy="420840"/>
              </p14:xfrm>
            </p:contentPart>
          </mc:Choice>
          <mc:Fallback>
            <p:pic>
              <p:nvPicPr>
                <p:cNvPr id="57" name="Ink 56">
                  <a:extLst>
                    <a:ext uri="{FF2B5EF4-FFF2-40B4-BE49-F238E27FC236}">
                      <a16:creationId xmlns:a16="http://schemas.microsoft.com/office/drawing/2014/main" id="{4AF4EBED-6747-7B5D-D37E-69412695D611}"/>
                    </a:ext>
                  </a:extLst>
                </p:cNvPr>
                <p:cNvPicPr/>
                <p:nvPr/>
              </p:nvPicPr>
              <p:blipFill>
                <a:blip r:embed="rId57"/>
                <a:stretch>
                  <a:fillRect/>
                </a:stretch>
              </p:blipFill>
              <p:spPr>
                <a:xfrm>
                  <a:off x="1336228" y="4881539"/>
                  <a:ext cx="54000" cy="42948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58" name="Ink 57">
                  <a:extLst>
                    <a:ext uri="{FF2B5EF4-FFF2-40B4-BE49-F238E27FC236}">
                      <a16:creationId xmlns:a16="http://schemas.microsoft.com/office/drawing/2014/main" id="{AFCF986B-C462-1604-D0BC-4850A06451AD}"/>
                    </a:ext>
                  </a:extLst>
                </p14:cNvPr>
                <p14:cNvContentPartPr/>
                <p14:nvPr/>
              </p14:nvContentPartPr>
              <p14:xfrm>
                <a:off x="1268188" y="5092499"/>
                <a:ext cx="143280" cy="18000"/>
              </p14:xfrm>
            </p:contentPart>
          </mc:Choice>
          <mc:Fallback>
            <p:pic>
              <p:nvPicPr>
                <p:cNvPr id="58" name="Ink 57">
                  <a:extLst>
                    <a:ext uri="{FF2B5EF4-FFF2-40B4-BE49-F238E27FC236}">
                      <a16:creationId xmlns:a16="http://schemas.microsoft.com/office/drawing/2014/main" id="{AFCF986B-C462-1604-D0BC-4850A06451AD}"/>
                    </a:ext>
                  </a:extLst>
                </p:cNvPr>
                <p:cNvPicPr/>
                <p:nvPr/>
              </p:nvPicPr>
              <p:blipFill>
                <a:blip r:embed="rId59"/>
                <a:stretch>
                  <a:fillRect/>
                </a:stretch>
              </p:blipFill>
              <p:spPr>
                <a:xfrm>
                  <a:off x="1263868" y="5088179"/>
                  <a:ext cx="15192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98" name="Ink 97">
                  <a:extLst>
                    <a:ext uri="{FF2B5EF4-FFF2-40B4-BE49-F238E27FC236}">
                      <a16:creationId xmlns:a16="http://schemas.microsoft.com/office/drawing/2014/main" id="{C1123D13-DC5F-C97F-0A1D-EE067B451485}"/>
                    </a:ext>
                  </a:extLst>
                </p14:cNvPr>
                <p14:cNvContentPartPr/>
                <p14:nvPr/>
              </p14:nvContentPartPr>
              <p14:xfrm>
                <a:off x="807028" y="5605499"/>
                <a:ext cx="92520" cy="406080"/>
              </p14:xfrm>
            </p:contentPart>
          </mc:Choice>
          <mc:Fallback>
            <p:pic>
              <p:nvPicPr>
                <p:cNvPr id="98" name="Ink 97">
                  <a:extLst>
                    <a:ext uri="{FF2B5EF4-FFF2-40B4-BE49-F238E27FC236}">
                      <a16:creationId xmlns:a16="http://schemas.microsoft.com/office/drawing/2014/main" id="{C1123D13-DC5F-C97F-0A1D-EE067B451485}"/>
                    </a:ext>
                  </a:extLst>
                </p:cNvPr>
                <p:cNvPicPr/>
                <p:nvPr/>
              </p:nvPicPr>
              <p:blipFill>
                <a:blip r:embed="rId61"/>
                <a:stretch>
                  <a:fillRect/>
                </a:stretch>
              </p:blipFill>
              <p:spPr>
                <a:xfrm>
                  <a:off x="802708" y="5601179"/>
                  <a:ext cx="101160" cy="41472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99" name="Ink 98">
                  <a:extLst>
                    <a:ext uri="{FF2B5EF4-FFF2-40B4-BE49-F238E27FC236}">
                      <a16:creationId xmlns:a16="http://schemas.microsoft.com/office/drawing/2014/main" id="{15661DAF-B29E-BF9E-69E4-C0D0B4C74AF5}"/>
                    </a:ext>
                  </a:extLst>
                </p14:cNvPr>
                <p14:cNvContentPartPr/>
                <p14:nvPr/>
              </p14:nvContentPartPr>
              <p14:xfrm>
                <a:off x="689668" y="5756699"/>
                <a:ext cx="188640" cy="52920"/>
              </p14:xfrm>
            </p:contentPart>
          </mc:Choice>
          <mc:Fallback>
            <p:pic>
              <p:nvPicPr>
                <p:cNvPr id="99" name="Ink 98">
                  <a:extLst>
                    <a:ext uri="{FF2B5EF4-FFF2-40B4-BE49-F238E27FC236}">
                      <a16:creationId xmlns:a16="http://schemas.microsoft.com/office/drawing/2014/main" id="{15661DAF-B29E-BF9E-69E4-C0D0B4C74AF5}"/>
                    </a:ext>
                  </a:extLst>
                </p:cNvPr>
                <p:cNvPicPr/>
                <p:nvPr/>
              </p:nvPicPr>
              <p:blipFill>
                <a:blip r:embed="rId63"/>
                <a:stretch>
                  <a:fillRect/>
                </a:stretch>
              </p:blipFill>
              <p:spPr>
                <a:xfrm>
                  <a:off x="685348" y="5752379"/>
                  <a:ext cx="197280" cy="6156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100" name="Ink 99">
                  <a:extLst>
                    <a:ext uri="{FF2B5EF4-FFF2-40B4-BE49-F238E27FC236}">
                      <a16:creationId xmlns:a16="http://schemas.microsoft.com/office/drawing/2014/main" id="{255761B9-DEC9-148F-B40A-B1995B1BADB7}"/>
                    </a:ext>
                  </a:extLst>
                </p14:cNvPr>
                <p14:cNvContentPartPr/>
                <p14:nvPr/>
              </p14:nvContentPartPr>
              <p14:xfrm>
                <a:off x="952828" y="5789819"/>
                <a:ext cx="6120" cy="97560"/>
              </p14:xfrm>
            </p:contentPart>
          </mc:Choice>
          <mc:Fallback>
            <p:pic>
              <p:nvPicPr>
                <p:cNvPr id="100" name="Ink 99">
                  <a:extLst>
                    <a:ext uri="{FF2B5EF4-FFF2-40B4-BE49-F238E27FC236}">
                      <a16:creationId xmlns:a16="http://schemas.microsoft.com/office/drawing/2014/main" id="{255761B9-DEC9-148F-B40A-B1995B1BADB7}"/>
                    </a:ext>
                  </a:extLst>
                </p:cNvPr>
                <p:cNvPicPr/>
                <p:nvPr/>
              </p:nvPicPr>
              <p:blipFill>
                <a:blip r:embed="rId65"/>
                <a:stretch>
                  <a:fillRect/>
                </a:stretch>
              </p:blipFill>
              <p:spPr>
                <a:xfrm>
                  <a:off x="948508" y="5785499"/>
                  <a:ext cx="14760" cy="1062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101" name="Ink 100">
                  <a:extLst>
                    <a:ext uri="{FF2B5EF4-FFF2-40B4-BE49-F238E27FC236}">
                      <a16:creationId xmlns:a16="http://schemas.microsoft.com/office/drawing/2014/main" id="{8D839C21-04E7-9A43-6478-AF6901A88E7A}"/>
                    </a:ext>
                  </a:extLst>
                </p14:cNvPr>
                <p14:cNvContentPartPr/>
                <p14:nvPr/>
              </p14:nvContentPartPr>
              <p14:xfrm>
                <a:off x="943828" y="5650859"/>
                <a:ext cx="25560" cy="15840"/>
              </p14:xfrm>
            </p:contentPart>
          </mc:Choice>
          <mc:Fallback>
            <p:pic>
              <p:nvPicPr>
                <p:cNvPr id="101" name="Ink 100">
                  <a:extLst>
                    <a:ext uri="{FF2B5EF4-FFF2-40B4-BE49-F238E27FC236}">
                      <a16:creationId xmlns:a16="http://schemas.microsoft.com/office/drawing/2014/main" id="{8D839C21-04E7-9A43-6478-AF6901A88E7A}"/>
                    </a:ext>
                  </a:extLst>
                </p:cNvPr>
                <p:cNvPicPr/>
                <p:nvPr/>
              </p:nvPicPr>
              <p:blipFill>
                <a:blip r:embed="rId67"/>
                <a:stretch>
                  <a:fillRect/>
                </a:stretch>
              </p:blipFill>
              <p:spPr>
                <a:xfrm>
                  <a:off x="939508" y="5646539"/>
                  <a:ext cx="3420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102" name="Ink 101">
                  <a:extLst>
                    <a:ext uri="{FF2B5EF4-FFF2-40B4-BE49-F238E27FC236}">
                      <a16:creationId xmlns:a16="http://schemas.microsoft.com/office/drawing/2014/main" id="{8DE3B5C5-E27A-9D43-C645-7A06CB968AE7}"/>
                    </a:ext>
                  </a:extLst>
                </p14:cNvPr>
                <p14:cNvContentPartPr/>
                <p14:nvPr/>
              </p14:nvContentPartPr>
              <p14:xfrm>
                <a:off x="1024468" y="5716019"/>
                <a:ext cx="117000" cy="151560"/>
              </p14:xfrm>
            </p:contentPart>
          </mc:Choice>
          <mc:Fallback>
            <p:pic>
              <p:nvPicPr>
                <p:cNvPr id="102" name="Ink 101">
                  <a:extLst>
                    <a:ext uri="{FF2B5EF4-FFF2-40B4-BE49-F238E27FC236}">
                      <a16:creationId xmlns:a16="http://schemas.microsoft.com/office/drawing/2014/main" id="{8DE3B5C5-E27A-9D43-C645-7A06CB968AE7}"/>
                    </a:ext>
                  </a:extLst>
                </p:cNvPr>
                <p:cNvPicPr/>
                <p:nvPr/>
              </p:nvPicPr>
              <p:blipFill>
                <a:blip r:embed="rId69"/>
                <a:stretch>
                  <a:fillRect/>
                </a:stretch>
              </p:blipFill>
              <p:spPr>
                <a:xfrm>
                  <a:off x="1020148" y="5711699"/>
                  <a:ext cx="125640" cy="1602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103" name="Ink 102">
                  <a:extLst>
                    <a:ext uri="{FF2B5EF4-FFF2-40B4-BE49-F238E27FC236}">
                      <a16:creationId xmlns:a16="http://schemas.microsoft.com/office/drawing/2014/main" id="{C9BC5E6E-A7FF-27F2-19D8-E0CD2323BA15}"/>
                    </a:ext>
                  </a:extLst>
                </p14:cNvPr>
                <p14:cNvContentPartPr/>
                <p14:nvPr/>
              </p14:nvContentPartPr>
              <p14:xfrm>
                <a:off x="1242628" y="5713139"/>
                <a:ext cx="39600" cy="277920"/>
              </p14:xfrm>
            </p:contentPart>
          </mc:Choice>
          <mc:Fallback>
            <p:pic>
              <p:nvPicPr>
                <p:cNvPr id="103" name="Ink 102">
                  <a:extLst>
                    <a:ext uri="{FF2B5EF4-FFF2-40B4-BE49-F238E27FC236}">
                      <a16:creationId xmlns:a16="http://schemas.microsoft.com/office/drawing/2014/main" id="{C9BC5E6E-A7FF-27F2-19D8-E0CD2323BA15}"/>
                    </a:ext>
                  </a:extLst>
                </p:cNvPr>
                <p:cNvPicPr/>
                <p:nvPr/>
              </p:nvPicPr>
              <p:blipFill>
                <a:blip r:embed="rId71"/>
                <a:stretch>
                  <a:fillRect/>
                </a:stretch>
              </p:blipFill>
              <p:spPr>
                <a:xfrm>
                  <a:off x="1238308" y="5708819"/>
                  <a:ext cx="48240" cy="28656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104" name="Ink 103">
                  <a:extLst>
                    <a:ext uri="{FF2B5EF4-FFF2-40B4-BE49-F238E27FC236}">
                      <a16:creationId xmlns:a16="http://schemas.microsoft.com/office/drawing/2014/main" id="{FE1215FF-5B90-2EA0-4CA3-7657FA5579F0}"/>
                    </a:ext>
                  </a:extLst>
                </p14:cNvPr>
                <p14:cNvContentPartPr/>
                <p14:nvPr/>
              </p14:nvContentPartPr>
              <p14:xfrm>
                <a:off x="1292668" y="5613059"/>
                <a:ext cx="50760" cy="423720"/>
              </p14:xfrm>
            </p:contentPart>
          </mc:Choice>
          <mc:Fallback>
            <p:pic>
              <p:nvPicPr>
                <p:cNvPr id="104" name="Ink 103">
                  <a:extLst>
                    <a:ext uri="{FF2B5EF4-FFF2-40B4-BE49-F238E27FC236}">
                      <a16:creationId xmlns:a16="http://schemas.microsoft.com/office/drawing/2014/main" id="{FE1215FF-5B90-2EA0-4CA3-7657FA5579F0}"/>
                    </a:ext>
                  </a:extLst>
                </p:cNvPr>
                <p:cNvPicPr/>
                <p:nvPr/>
              </p:nvPicPr>
              <p:blipFill>
                <a:blip r:embed="rId73"/>
                <a:stretch>
                  <a:fillRect/>
                </a:stretch>
              </p:blipFill>
              <p:spPr>
                <a:xfrm>
                  <a:off x="1288348" y="5608739"/>
                  <a:ext cx="59400" cy="43236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105" name="Ink 104">
                  <a:extLst>
                    <a:ext uri="{FF2B5EF4-FFF2-40B4-BE49-F238E27FC236}">
                      <a16:creationId xmlns:a16="http://schemas.microsoft.com/office/drawing/2014/main" id="{682CF443-C362-1F4D-5780-8BE77F46203B}"/>
                    </a:ext>
                  </a:extLst>
                </p14:cNvPr>
                <p14:cNvContentPartPr/>
                <p14:nvPr/>
              </p14:nvContentPartPr>
              <p14:xfrm>
                <a:off x="1338388" y="5794859"/>
                <a:ext cx="40320" cy="6120"/>
              </p14:xfrm>
            </p:contentPart>
          </mc:Choice>
          <mc:Fallback>
            <p:pic>
              <p:nvPicPr>
                <p:cNvPr id="105" name="Ink 104">
                  <a:extLst>
                    <a:ext uri="{FF2B5EF4-FFF2-40B4-BE49-F238E27FC236}">
                      <a16:creationId xmlns:a16="http://schemas.microsoft.com/office/drawing/2014/main" id="{682CF443-C362-1F4D-5780-8BE77F46203B}"/>
                    </a:ext>
                  </a:extLst>
                </p:cNvPr>
                <p:cNvPicPr/>
                <p:nvPr/>
              </p:nvPicPr>
              <p:blipFill>
                <a:blip r:embed="rId75"/>
                <a:stretch>
                  <a:fillRect/>
                </a:stretch>
              </p:blipFill>
              <p:spPr>
                <a:xfrm>
                  <a:off x="1334068" y="5790539"/>
                  <a:ext cx="48960" cy="1476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27" name="Ink 26">
                  <a:extLst>
                    <a:ext uri="{FF2B5EF4-FFF2-40B4-BE49-F238E27FC236}">
                      <a16:creationId xmlns:a16="http://schemas.microsoft.com/office/drawing/2014/main" id="{3DD4ED1E-656B-EBE5-FA51-F5A04561DF57}"/>
                    </a:ext>
                  </a:extLst>
                </p14:cNvPr>
                <p14:cNvContentPartPr/>
                <p14:nvPr/>
              </p14:nvContentPartPr>
              <p14:xfrm>
                <a:off x="7298548" y="2816939"/>
                <a:ext cx="257760" cy="535320"/>
              </p14:xfrm>
            </p:contentPart>
          </mc:Choice>
          <mc:Fallback>
            <p:pic>
              <p:nvPicPr>
                <p:cNvPr id="27" name="Ink 26">
                  <a:extLst>
                    <a:ext uri="{FF2B5EF4-FFF2-40B4-BE49-F238E27FC236}">
                      <a16:creationId xmlns:a16="http://schemas.microsoft.com/office/drawing/2014/main" id="{3DD4ED1E-656B-EBE5-FA51-F5A04561DF57}"/>
                    </a:ext>
                  </a:extLst>
                </p:cNvPr>
                <p:cNvPicPr/>
                <p:nvPr/>
              </p:nvPicPr>
              <p:blipFill>
                <a:blip r:embed="rId77"/>
                <a:stretch>
                  <a:fillRect/>
                </a:stretch>
              </p:blipFill>
              <p:spPr>
                <a:xfrm>
                  <a:off x="7294228" y="2812619"/>
                  <a:ext cx="266400" cy="54396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28" name="Ink 27">
                  <a:extLst>
                    <a:ext uri="{FF2B5EF4-FFF2-40B4-BE49-F238E27FC236}">
                      <a16:creationId xmlns:a16="http://schemas.microsoft.com/office/drawing/2014/main" id="{4702F941-EC8E-4537-82CE-0DAA381B0A59}"/>
                    </a:ext>
                  </a:extLst>
                </p14:cNvPr>
                <p14:cNvContentPartPr/>
                <p14:nvPr/>
              </p14:nvContentPartPr>
              <p14:xfrm>
                <a:off x="7657108" y="2807579"/>
                <a:ext cx="264240" cy="124560"/>
              </p14:xfrm>
            </p:contentPart>
          </mc:Choice>
          <mc:Fallback>
            <p:pic>
              <p:nvPicPr>
                <p:cNvPr id="28" name="Ink 27">
                  <a:extLst>
                    <a:ext uri="{FF2B5EF4-FFF2-40B4-BE49-F238E27FC236}">
                      <a16:creationId xmlns:a16="http://schemas.microsoft.com/office/drawing/2014/main" id="{4702F941-EC8E-4537-82CE-0DAA381B0A59}"/>
                    </a:ext>
                  </a:extLst>
                </p:cNvPr>
                <p:cNvPicPr/>
                <p:nvPr/>
              </p:nvPicPr>
              <p:blipFill>
                <a:blip r:embed="rId79"/>
                <a:stretch>
                  <a:fillRect/>
                </a:stretch>
              </p:blipFill>
              <p:spPr>
                <a:xfrm>
                  <a:off x="7652788" y="2803259"/>
                  <a:ext cx="27288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29" name="Ink 28">
                  <a:extLst>
                    <a:ext uri="{FF2B5EF4-FFF2-40B4-BE49-F238E27FC236}">
                      <a16:creationId xmlns:a16="http://schemas.microsoft.com/office/drawing/2014/main" id="{3AE34CA9-9592-3BD4-3F0F-1E375A81CCE4}"/>
                    </a:ext>
                  </a:extLst>
                </p14:cNvPr>
                <p14:cNvContentPartPr/>
                <p14:nvPr/>
              </p14:nvContentPartPr>
              <p14:xfrm>
                <a:off x="8029708" y="2676539"/>
                <a:ext cx="480960" cy="143640"/>
              </p14:xfrm>
            </p:contentPart>
          </mc:Choice>
          <mc:Fallback>
            <p:pic>
              <p:nvPicPr>
                <p:cNvPr id="29" name="Ink 28">
                  <a:extLst>
                    <a:ext uri="{FF2B5EF4-FFF2-40B4-BE49-F238E27FC236}">
                      <a16:creationId xmlns:a16="http://schemas.microsoft.com/office/drawing/2014/main" id="{3AE34CA9-9592-3BD4-3F0F-1E375A81CCE4}"/>
                    </a:ext>
                  </a:extLst>
                </p:cNvPr>
                <p:cNvPicPr/>
                <p:nvPr/>
              </p:nvPicPr>
              <p:blipFill>
                <a:blip r:embed="rId81"/>
                <a:stretch>
                  <a:fillRect/>
                </a:stretch>
              </p:blipFill>
              <p:spPr>
                <a:xfrm>
                  <a:off x="8025388" y="2672219"/>
                  <a:ext cx="489600" cy="15228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32" name="Ink 31">
                  <a:extLst>
                    <a:ext uri="{FF2B5EF4-FFF2-40B4-BE49-F238E27FC236}">
                      <a16:creationId xmlns:a16="http://schemas.microsoft.com/office/drawing/2014/main" id="{2657CEAB-2C58-AA7D-272B-9664CDBA5E79}"/>
                    </a:ext>
                  </a:extLst>
                </p14:cNvPr>
                <p14:cNvContentPartPr/>
                <p14:nvPr/>
              </p14:nvContentPartPr>
              <p14:xfrm>
                <a:off x="7133308" y="3408059"/>
                <a:ext cx="146880" cy="182520"/>
              </p14:xfrm>
            </p:contentPart>
          </mc:Choice>
          <mc:Fallback>
            <p:pic>
              <p:nvPicPr>
                <p:cNvPr id="32" name="Ink 31">
                  <a:extLst>
                    <a:ext uri="{FF2B5EF4-FFF2-40B4-BE49-F238E27FC236}">
                      <a16:creationId xmlns:a16="http://schemas.microsoft.com/office/drawing/2014/main" id="{2657CEAB-2C58-AA7D-272B-9664CDBA5E79}"/>
                    </a:ext>
                  </a:extLst>
                </p:cNvPr>
                <p:cNvPicPr/>
                <p:nvPr/>
              </p:nvPicPr>
              <p:blipFill>
                <a:blip r:embed="rId83"/>
                <a:stretch>
                  <a:fillRect/>
                </a:stretch>
              </p:blipFill>
              <p:spPr>
                <a:xfrm>
                  <a:off x="7128988" y="3403739"/>
                  <a:ext cx="155520" cy="19116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33" name="Ink 32">
                  <a:extLst>
                    <a:ext uri="{FF2B5EF4-FFF2-40B4-BE49-F238E27FC236}">
                      <a16:creationId xmlns:a16="http://schemas.microsoft.com/office/drawing/2014/main" id="{0FA4C083-1302-7150-44BB-065473FB6B98}"/>
                    </a:ext>
                  </a:extLst>
                </p14:cNvPr>
                <p14:cNvContentPartPr/>
                <p14:nvPr/>
              </p14:nvContentPartPr>
              <p14:xfrm>
                <a:off x="7385668" y="3114659"/>
                <a:ext cx="617040" cy="582480"/>
              </p14:xfrm>
            </p:contentPart>
          </mc:Choice>
          <mc:Fallback>
            <p:pic>
              <p:nvPicPr>
                <p:cNvPr id="33" name="Ink 32">
                  <a:extLst>
                    <a:ext uri="{FF2B5EF4-FFF2-40B4-BE49-F238E27FC236}">
                      <a16:creationId xmlns:a16="http://schemas.microsoft.com/office/drawing/2014/main" id="{0FA4C083-1302-7150-44BB-065473FB6B98}"/>
                    </a:ext>
                  </a:extLst>
                </p:cNvPr>
                <p:cNvPicPr/>
                <p:nvPr/>
              </p:nvPicPr>
              <p:blipFill>
                <a:blip r:embed="rId85"/>
                <a:stretch>
                  <a:fillRect/>
                </a:stretch>
              </p:blipFill>
              <p:spPr>
                <a:xfrm>
                  <a:off x="7381348" y="3110339"/>
                  <a:ext cx="625680" cy="59112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34" name="Ink 33">
                  <a:extLst>
                    <a:ext uri="{FF2B5EF4-FFF2-40B4-BE49-F238E27FC236}">
                      <a16:creationId xmlns:a16="http://schemas.microsoft.com/office/drawing/2014/main" id="{D095CDBF-8206-004C-FBB2-74AE6A413391}"/>
                    </a:ext>
                  </a:extLst>
                </p14:cNvPr>
                <p14:cNvContentPartPr/>
                <p14:nvPr/>
              </p14:nvContentPartPr>
              <p14:xfrm>
                <a:off x="7927108" y="3035099"/>
                <a:ext cx="238680" cy="241200"/>
              </p14:xfrm>
            </p:contentPart>
          </mc:Choice>
          <mc:Fallback>
            <p:pic>
              <p:nvPicPr>
                <p:cNvPr id="34" name="Ink 33">
                  <a:extLst>
                    <a:ext uri="{FF2B5EF4-FFF2-40B4-BE49-F238E27FC236}">
                      <a16:creationId xmlns:a16="http://schemas.microsoft.com/office/drawing/2014/main" id="{D095CDBF-8206-004C-FBB2-74AE6A413391}"/>
                    </a:ext>
                  </a:extLst>
                </p:cNvPr>
                <p:cNvPicPr/>
                <p:nvPr/>
              </p:nvPicPr>
              <p:blipFill>
                <a:blip r:embed="rId87"/>
                <a:stretch>
                  <a:fillRect/>
                </a:stretch>
              </p:blipFill>
              <p:spPr>
                <a:xfrm>
                  <a:off x="7922788" y="3030779"/>
                  <a:ext cx="247320" cy="24984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35" name="Ink 34">
                  <a:extLst>
                    <a:ext uri="{FF2B5EF4-FFF2-40B4-BE49-F238E27FC236}">
                      <a16:creationId xmlns:a16="http://schemas.microsoft.com/office/drawing/2014/main" id="{4713A2BA-65B9-A27B-B09A-D0E26814CD2A}"/>
                    </a:ext>
                  </a:extLst>
                </p14:cNvPr>
                <p14:cNvContentPartPr/>
                <p14:nvPr/>
              </p14:nvContentPartPr>
              <p14:xfrm>
                <a:off x="8061748" y="2986499"/>
                <a:ext cx="2160" cy="6120"/>
              </p14:xfrm>
            </p:contentPart>
          </mc:Choice>
          <mc:Fallback>
            <p:pic>
              <p:nvPicPr>
                <p:cNvPr id="35" name="Ink 34">
                  <a:extLst>
                    <a:ext uri="{FF2B5EF4-FFF2-40B4-BE49-F238E27FC236}">
                      <a16:creationId xmlns:a16="http://schemas.microsoft.com/office/drawing/2014/main" id="{4713A2BA-65B9-A27B-B09A-D0E26814CD2A}"/>
                    </a:ext>
                  </a:extLst>
                </p:cNvPr>
                <p:cNvPicPr/>
                <p:nvPr/>
              </p:nvPicPr>
              <p:blipFill>
                <a:blip r:embed="rId89"/>
                <a:stretch>
                  <a:fillRect/>
                </a:stretch>
              </p:blipFill>
              <p:spPr>
                <a:xfrm>
                  <a:off x="8057428" y="2982179"/>
                  <a:ext cx="10800" cy="1476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36" name="Ink 35">
                  <a:extLst>
                    <a:ext uri="{FF2B5EF4-FFF2-40B4-BE49-F238E27FC236}">
                      <a16:creationId xmlns:a16="http://schemas.microsoft.com/office/drawing/2014/main" id="{70CD9814-FE55-4F35-E273-F2DAA9924457}"/>
                    </a:ext>
                  </a:extLst>
                </p14:cNvPr>
                <p14:cNvContentPartPr/>
                <p14:nvPr/>
              </p14:nvContentPartPr>
              <p14:xfrm>
                <a:off x="8223388" y="3013859"/>
                <a:ext cx="303840" cy="347760"/>
              </p14:xfrm>
            </p:contentPart>
          </mc:Choice>
          <mc:Fallback>
            <p:pic>
              <p:nvPicPr>
                <p:cNvPr id="36" name="Ink 35">
                  <a:extLst>
                    <a:ext uri="{FF2B5EF4-FFF2-40B4-BE49-F238E27FC236}">
                      <a16:creationId xmlns:a16="http://schemas.microsoft.com/office/drawing/2014/main" id="{70CD9814-FE55-4F35-E273-F2DAA9924457}"/>
                    </a:ext>
                  </a:extLst>
                </p:cNvPr>
                <p:cNvPicPr/>
                <p:nvPr/>
              </p:nvPicPr>
              <p:blipFill>
                <a:blip r:embed="rId91"/>
                <a:stretch>
                  <a:fillRect/>
                </a:stretch>
              </p:blipFill>
              <p:spPr>
                <a:xfrm>
                  <a:off x="8219068" y="3009539"/>
                  <a:ext cx="312480" cy="35640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37" name="Ink 36">
                  <a:extLst>
                    <a:ext uri="{FF2B5EF4-FFF2-40B4-BE49-F238E27FC236}">
                      <a16:creationId xmlns:a16="http://schemas.microsoft.com/office/drawing/2014/main" id="{E1C8B363-5E22-9516-C79F-023E3F144AF4}"/>
                    </a:ext>
                  </a:extLst>
                </p14:cNvPr>
                <p14:cNvContentPartPr/>
                <p14:nvPr/>
              </p14:nvContentPartPr>
              <p14:xfrm>
                <a:off x="7153108" y="3960299"/>
                <a:ext cx="293400" cy="181440"/>
              </p14:xfrm>
            </p:contentPart>
          </mc:Choice>
          <mc:Fallback>
            <p:pic>
              <p:nvPicPr>
                <p:cNvPr id="37" name="Ink 36">
                  <a:extLst>
                    <a:ext uri="{FF2B5EF4-FFF2-40B4-BE49-F238E27FC236}">
                      <a16:creationId xmlns:a16="http://schemas.microsoft.com/office/drawing/2014/main" id="{E1C8B363-5E22-9516-C79F-023E3F144AF4}"/>
                    </a:ext>
                  </a:extLst>
                </p:cNvPr>
                <p:cNvPicPr/>
                <p:nvPr/>
              </p:nvPicPr>
              <p:blipFill>
                <a:blip r:embed="rId93"/>
                <a:stretch>
                  <a:fillRect/>
                </a:stretch>
              </p:blipFill>
              <p:spPr>
                <a:xfrm>
                  <a:off x="7148788" y="3955979"/>
                  <a:ext cx="302040" cy="19008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38" name="Ink 37">
                  <a:extLst>
                    <a:ext uri="{FF2B5EF4-FFF2-40B4-BE49-F238E27FC236}">
                      <a16:creationId xmlns:a16="http://schemas.microsoft.com/office/drawing/2014/main" id="{24AB252B-13E2-02D0-5034-B99D156FB988}"/>
                    </a:ext>
                  </a:extLst>
                </p14:cNvPr>
                <p14:cNvContentPartPr/>
                <p14:nvPr/>
              </p14:nvContentPartPr>
              <p14:xfrm>
                <a:off x="7512028" y="3989459"/>
                <a:ext cx="16920" cy="65520"/>
              </p14:xfrm>
            </p:contentPart>
          </mc:Choice>
          <mc:Fallback>
            <p:pic>
              <p:nvPicPr>
                <p:cNvPr id="38" name="Ink 37">
                  <a:extLst>
                    <a:ext uri="{FF2B5EF4-FFF2-40B4-BE49-F238E27FC236}">
                      <a16:creationId xmlns:a16="http://schemas.microsoft.com/office/drawing/2014/main" id="{24AB252B-13E2-02D0-5034-B99D156FB988}"/>
                    </a:ext>
                  </a:extLst>
                </p:cNvPr>
                <p:cNvPicPr/>
                <p:nvPr/>
              </p:nvPicPr>
              <p:blipFill>
                <a:blip r:embed="rId95"/>
                <a:stretch>
                  <a:fillRect/>
                </a:stretch>
              </p:blipFill>
              <p:spPr>
                <a:xfrm>
                  <a:off x="7507708" y="3985139"/>
                  <a:ext cx="25560" cy="7416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39" name="Ink 38">
                  <a:extLst>
                    <a:ext uri="{FF2B5EF4-FFF2-40B4-BE49-F238E27FC236}">
                      <a16:creationId xmlns:a16="http://schemas.microsoft.com/office/drawing/2014/main" id="{F026EB08-0B12-7175-7DE3-BCDA3F51DB83}"/>
                    </a:ext>
                  </a:extLst>
                </p14:cNvPr>
                <p14:cNvContentPartPr/>
                <p14:nvPr/>
              </p14:nvContentPartPr>
              <p14:xfrm>
                <a:off x="7551268" y="3707939"/>
                <a:ext cx="111600" cy="357840"/>
              </p14:xfrm>
            </p:contentPart>
          </mc:Choice>
          <mc:Fallback>
            <p:pic>
              <p:nvPicPr>
                <p:cNvPr id="39" name="Ink 38">
                  <a:extLst>
                    <a:ext uri="{FF2B5EF4-FFF2-40B4-BE49-F238E27FC236}">
                      <a16:creationId xmlns:a16="http://schemas.microsoft.com/office/drawing/2014/main" id="{F026EB08-0B12-7175-7DE3-BCDA3F51DB83}"/>
                    </a:ext>
                  </a:extLst>
                </p:cNvPr>
                <p:cNvPicPr/>
                <p:nvPr/>
              </p:nvPicPr>
              <p:blipFill>
                <a:blip r:embed="rId97"/>
                <a:stretch>
                  <a:fillRect/>
                </a:stretch>
              </p:blipFill>
              <p:spPr>
                <a:xfrm>
                  <a:off x="7546948" y="3703619"/>
                  <a:ext cx="120240" cy="36648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40" name="Ink 39">
                  <a:extLst>
                    <a:ext uri="{FF2B5EF4-FFF2-40B4-BE49-F238E27FC236}">
                      <a16:creationId xmlns:a16="http://schemas.microsoft.com/office/drawing/2014/main" id="{C0185838-F7FD-5F39-3EE1-F8B48D5CA023}"/>
                    </a:ext>
                  </a:extLst>
                </p14:cNvPr>
                <p14:cNvContentPartPr/>
                <p14:nvPr/>
              </p14:nvContentPartPr>
              <p14:xfrm>
                <a:off x="7533628" y="3753659"/>
                <a:ext cx="307440" cy="213840"/>
              </p14:xfrm>
            </p:contentPart>
          </mc:Choice>
          <mc:Fallback>
            <p:pic>
              <p:nvPicPr>
                <p:cNvPr id="40" name="Ink 39">
                  <a:extLst>
                    <a:ext uri="{FF2B5EF4-FFF2-40B4-BE49-F238E27FC236}">
                      <a16:creationId xmlns:a16="http://schemas.microsoft.com/office/drawing/2014/main" id="{C0185838-F7FD-5F39-3EE1-F8B48D5CA023}"/>
                    </a:ext>
                  </a:extLst>
                </p:cNvPr>
                <p:cNvPicPr/>
                <p:nvPr/>
              </p:nvPicPr>
              <p:blipFill>
                <a:blip r:embed="rId99"/>
                <a:stretch>
                  <a:fillRect/>
                </a:stretch>
              </p:blipFill>
              <p:spPr>
                <a:xfrm>
                  <a:off x="7529308" y="3749339"/>
                  <a:ext cx="316080" cy="22248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41" name="Ink 40">
                  <a:extLst>
                    <a:ext uri="{FF2B5EF4-FFF2-40B4-BE49-F238E27FC236}">
                      <a16:creationId xmlns:a16="http://schemas.microsoft.com/office/drawing/2014/main" id="{FCE2C59E-6E5D-1375-B200-676ADBBB4986}"/>
                    </a:ext>
                  </a:extLst>
                </p14:cNvPr>
                <p14:cNvContentPartPr/>
                <p14:nvPr/>
              </p14:nvContentPartPr>
              <p14:xfrm>
                <a:off x="7343188" y="3800099"/>
                <a:ext cx="25560" cy="11160"/>
              </p14:xfrm>
            </p:contentPart>
          </mc:Choice>
          <mc:Fallback>
            <p:pic>
              <p:nvPicPr>
                <p:cNvPr id="41" name="Ink 40">
                  <a:extLst>
                    <a:ext uri="{FF2B5EF4-FFF2-40B4-BE49-F238E27FC236}">
                      <a16:creationId xmlns:a16="http://schemas.microsoft.com/office/drawing/2014/main" id="{FCE2C59E-6E5D-1375-B200-676ADBBB4986}"/>
                    </a:ext>
                  </a:extLst>
                </p:cNvPr>
                <p:cNvPicPr/>
                <p:nvPr/>
              </p:nvPicPr>
              <p:blipFill>
                <a:blip r:embed="rId17"/>
                <a:stretch>
                  <a:fillRect/>
                </a:stretch>
              </p:blipFill>
              <p:spPr>
                <a:xfrm>
                  <a:off x="7338868" y="3795779"/>
                  <a:ext cx="34200" cy="1980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42" name="Ink 41">
                  <a:extLst>
                    <a:ext uri="{FF2B5EF4-FFF2-40B4-BE49-F238E27FC236}">
                      <a16:creationId xmlns:a16="http://schemas.microsoft.com/office/drawing/2014/main" id="{066D6C4A-0F28-E10C-42E9-B0FC52A1DF74}"/>
                    </a:ext>
                  </a:extLst>
                </p14:cNvPr>
                <p14:cNvContentPartPr/>
                <p14:nvPr/>
              </p14:nvContentPartPr>
              <p14:xfrm>
                <a:off x="7236268" y="4461779"/>
                <a:ext cx="146880" cy="210240"/>
              </p14:xfrm>
            </p:contentPart>
          </mc:Choice>
          <mc:Fallback>
            <p:pic>
              <p:nvPicPr>
                <p:cNvPr id="42" name="Ink 41">
                  <a:extLst>
                    <a:ext uri="{FF2B5EF4-FFF2-40B4-BE49-F238E27FC236}">
                      <a16:creationId xmlns:a16="http://schemas.microsoft.com/office/drawing/2014/main" id="{066D6C4A-0F28-E10C-42E9-B0FC52A1DF74}"/>
                    </a:ext>
                  </a:extLst>
                </p:cNvPr>
                <p:cNvPicPr/>
                <p:nvPr/>
              </p:nvPicPr>
              <p:blipFill>
                <a:blip r:embed="rId102"/>
                <a:stretch>
                  <a:fillRect/>
                </a:stretch>
              </p:blipFill>
              <p:spPr>
                <a:xfrm>
                  <a:off x="7231948" y="4457459"/>
                  <a:ext cx="155520" cy="21888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43" name="Ink 42">
                  <a:extLst>
                    <a:ext uri="{FF2B5EF4-FFF2-40B4-BE49-F238E27FC236}">
                      <a16:creationId xmlns:a16="http://schemas.microsoft.com/office/drawing/2014/main" id="{BFDE93C4-7ACE-A397-E393-D3BD9E2F26AA}"/>
                    </a:ext>
                  </a:extLst>
                </p14:cNvPr>
                <p14:cNvContentPartPr/>
                <p14:nvPr/>
              </p14:nvContentPartPr>
              <p14:xfrm>
                <a:off x="7411228" y="4341899"/>
                <a:ext cx="351720" cy="494640"/>
              </p14:xfrm>
            </p:contentPart>
          </mc:Choice>
          <mc:Fallback>
            <p:pic>
              <p:nvPicPr>
                <p:cNvPr id="43" name="Ink 42">
                  <a:extLst>
                    <a:ext uri="{FF2B5EF4-FFF2-40B4-BE49-F238E27FC236}">
                      <a16:creationId xmlns:a16="http://schemas.microsoft.com/office/drawing/2014/main" id="{BFDE93C4-7ACE-A397-E393-D3BD9E2F26AA}"/>
                    </a:ext>
                  </a:extLst>
                </p:cNvPr>
                <p:cNvPicPr/>
                <p:nvPr/>
              </p:nvPicPr>
              <p:blipFill>
                <a:blip r:embed="rId104"/>
                <a:stretch>
                  <a:fillRect/>
                </a:stretch>
              </p:blipFill>
              <p:spPr>
                <a:xfrm>
                  <a:off x="7406908" y="4337579"/>
                  <a:ext cx="360360" cy="50328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44" name="Ink 43">
                  <a:extLst>
                    <a:ext uri="{FF2B5EF4-FFF2-40B4-BE49-F238E27FC236}">
                      <a16:creationId xmlns:a16="http://schemas.microsoft.com/office/drawing/2014/main" id="{725EA143-146A-39FE-6015-077CFEEC8A1C}"/>
                    </a:ext>
                  </a:extLst>
                </p14:cNvPr>
                <p14:cNvContentPartPr/>
                <p14:nvPr/>
              </p14:nvContentPartPr>
              <p14:xfrm>
                <a:off x="7666468" y="4298339"/>
                <a:ext cx="141120" cy="247680"/>
              </p14:xfrm>
            </p:contentPart>
          </mc:Choice>
          <mc:Fallback>
            <p:pic>
              <p:nvPicPr>
                <p:cNvPr id="44" name="Ink 43">
                  <a:extLst>
                    <a:ext uri="{FF2B5EF4-FFF2-40B4-BE49-F238E27FC236}">
                      <a16:creationId xmlns:a16="http://schemas.microsoft.com/office/drawing/2014/main" id="{725EA143-146A-39FE-6015-077CFEEC8A1C}"/>
                    </a:ext>
                  </a:extLst>
                </p:cNvPr>
                <p:cNvPicPr/>
                <p:nvPr/>
              </p:nvPicPr>
              <p:blipFill>
                <a:blip r:embed="rId106"/>
                <a:stretch>
                  <a:fillRect/>
                </a:stretch>
              </p:blipFill>
              <p:spPr>
                <a:xfrm>
                  <a:off x="7662148" y="4294019"/>
                  <a:ext cx="149760" cy="25632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45" name="Ink 44">
                  <a:extLst>
                    <a:ext uri="{FF2B5EF4-FFF2-40B4-BE49-F238E27FC236}">
                      <a16:creationId xmlns:a16="http://schemas.microsoft.com/office/drawing/2014/main" id="{783FCC4C-BBC4-DD9A-9671-C094EA5606F8}"/>
                    </a:ext>
                  </a:extLst>
                </p14:cNvPr>
                <p14:cNvContentPartPr/>
                <p14:nvPr/>
              </p14:nvContentPartPr>
              <p14:xfrm>
                <a:off x="7835308" y="4367099"/>
                <a:ext cx="204480" cy="135360"/>
              </p14:xfrm>
            </p:contentPart>
          </mc:Choice>
          <mc:Fallback>
            <p:pic>
              <p:nvPicPr>
                <p:cNvPr id="45" name="Ink 44">
                  <a:extLst>
                    <a:ext uri="{FF2B5EF4-FFF2-40B4-BE49-F238E27FC236}">
                      <a16:creationId xmlns:a16="http://schemas.microsoft.com/office/drawing/2014/main" id="{783FCC4C-BBC4-DD9A-9671-C094EA5606F8}"/>
                    </a:ext>
                  </a:extLst>
                </p:cNvPr>
                <p:cNvPicPr/>
                <p:nvPr/>
              </p:nvPicPr>
              <p:blipFill>
                <a:blip r:embed="rId108"/>
                <a:stretch>
                  <a:fillRect/>
                </a:stretch>
              </p:blipFill>
              <p:spPr>
                <a:xfrm>
                  <a:off x="7830988" y="4362779"/>
                  <a:ext cx="21312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46" name="Ink 45">
                  <a:extLst>
                    <a:ext uri="{FF2B5EF4-FFF2-40B4-BE49-F238E27FC236}">
                      <a16:creationId xmlns:a16="http://schemas.microsoft.com/office/drawing/2014/main" id="{BE170382-3E67-B987-879A-67FA9631EFCD}"/>
                    </a:ext>
                  </a:extLst>
                </p14:cNvPr>
                <p14:cNvContentPartPr/>
                <p14:nvPr/>
              </p14:nvContentPartPr>
              <p14:xfrm>
                <a:off x="8013508" y="4288619"/>
                <a:ext cx="156240" cy="89280"/>
              </p14:xfrm>
            </p:contentPart>
          </mc:Choice>
          <mc:Fallback>
            <p:pic>
              <p:nvPicPr>
                <p:cNvPr id="46" name="Ink 45">
                  <a:extLst>
                    <a:ext uri="{FF2B5EF4-FFF2-40B4-BE49-F238E27FC236}">
                      <a16:creationId xmlns:a16="http://schemas.microsoft.com/office/drawing/2014/main" id="{BE170382-3E67-B987-879A-67FA9631EFCD}"/>
                    </a:ext>
                  </a:extLst>
                </p:cNvPr>
                <p:cNvPicPr/>
                <p:nvPr/>
              </p:nvPicPr>
              <p:blipFill>
                <a:blip r:embed="rId110"/>
                <a:stretch>
                  <a:fillRect/>
                </a:stretch>
              </p:blipFill>
              <p:spPr>
                <a:xfrm>
                  <a:off x="8009188" y="4284299"/>
                  <a:ext cx="164880" cy="9792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47" name="Ink 46">
                  <a:extLst>
                    <a:ext uri="{FF2B5EF4-FFF2-40B4-BE49-F238E27FC236}">
                      <a16:creationId xmlns:a16="http://schemas.microsoft.com/office/drawing/2014/main" id="{D308613A-7950-35E4-15A0-C09D38528787}"/>
                    </a:ext>
                  </a:extLst>
                </p14:cNvPr>
                <p14:cNvContentPartPr/>
                <p14:nvPr/>
              </p14:nvContentPartPr>
              <p14:xfrm>
                <a:off x="8167588" y="3922499"/>
                <a:ext cx="787320" cy="405720"/>
              </p14:xfrm>
            </p:contentPart>
          </mc:Choice>
          <mc:Fallback>
            <p:pic>
              <p:nvPicPr>
                <p:cNvPr id="47" name="Ink 46">
                  <a:extLst>
                    <a:ext uri="{FF2B5EF4-FFF2-40B4-BE49-F238E27FC236}">
                      <a16:creationId xmlns:a16="http://schemas.microsoft.com/office/drawing/2014/main" id="{D308613A-7950-35E4-15A0-C09D38528787}"/>
                    </a:ext>
                  </a:extLst>
                </p:cNvPr>
                <p:cNvPicPr/>
                <p:nvPr/>
              </p:nvPicPr>
              <p:blipFill>
                <a:blip r:embed="rId112"/>
                <a:stretch>
                  <a:fillRect/>
                </a:stretch>
              </p:blipFill>
              <p:spPr>
                <a:xfrm>
                  <a:off x="8163268" y="3918179"/>
                  <a:ext cx="795960" cy="414360"/>
                </a:xfrm>
                <a:prstGeom prst="rect">
                  <a:avLst/>
                </a:prstGeom>
              </p:spPr>
            </p:pic>
          </mc:Fallback>
        </mc:AlternateContent>
        <mc:AlternateContent xmlns:mc="http://schemas.openxmlformats.org/markup-compatibility/2006">
          <mc:Choice xmlns:p14="http://schemas.microsoft.com/office/powerpoint/2010/main" Requires="p14">
            <p:contentPart p14:bwMode="auto" r:id="rId113">
              <p14:nvContentPartPr>
                <p14:cNvPr id="48" name="Ink 47">
                  <a:extLst>
                    <a:ext uri="{FF2B5EF4-FFF2-40B4-BE49-F238E27FC236}">
                      <a16:creationId xmlns:a16="http://schemas.microsoft.com/office/drawing/2014/main" id="{2344CD3F-016D-2D83-386E-07ED5AEED7A2}"/>
                    </a:ext>
                  </a:extLst>
                </p14:cNvPr>
                <p14:cNvContentPartPr/>
                <p14:nvPr/>
              </p14:nvContentPartPr>
              <p14:xfrm>
                <a:off x="8849428" y="3663299"/>
                <a:ext cx="165600" cy="373320"/>
              </p14:xfrm>
            </p:contentPart>
          </mc:Choice>
          <mc:Fallback>
            <p:pic>
              <p:nvPicPr>
                <p:cNvPr id="48" name="Ink 47">
                  <a:extLst>
                    <a:ext uri="{FF2B5EF4-FFF2-40B4-BE49-F238E27FC236}">
                      <a16:creationId xmlns:a16="http://schemas.microsoft.com/office/drawing/2014/main" id="{2344CD3F-016D-2D83-386E-07ED5AEED7A2}"/>
                    </a:ext>
                  </a:extLst>
                </p:cNvPr>
                <p:cNvPicPr/>
                <p:nvPr/>
              </p:nvPicPr>
              <p:blipFill>
                <a:blip r:embed="rId114"/>
                <a:stretch>
                  <a:fillRect/>
                </a:stretch>
              </p:blipFill>
              <p:spPr>
                <a:xfrm>
                  <a:off x="8845108" y="3658979"/>
                  <a:ext cx="174240" cy="381960"/>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49" name="Ink 48">
                  <a:extLst>
                    <a:ext uri="{FF2B5EF4-FFF2-40B4-BE49-F238E27FC236}">
                      <a16:creationId xmlns:a16="http://schemas.microsoft.com/office/drawing/2014/main" id="{1D72F507-2CE7-6F68-FBA7-F5FB800DA5CD}"/>
                    </a:ext>
                  </a:extLst>
                </p14:cNvPr>
                <p14:cNvContentPartPr/>
                <p14:nvPr/>
              </p14:nvContentPartPr>
              <p14:xfrm>
                <a:off x="8903788" y="3779939"/>
                <a:ext cx="115920" cy="78120"/>
              </p14:xfrm>
            </p:contentPart>
          </mc:Choice>
          <mc:Fallback>
            <p:pic>
              <p:nvPicPr>
                <p:cNvPr id="49" name="Ink 48">
                  <a:extLst>
                    <a:ext uri="{FF2B5EF4-FFF2-40B4-BE49-F238E27FC236}">
                      <a16:creationId xmlns:a16="http://schemas.microsoft.com/office/drawing/2014/main" id="{1D72F507-2CE7-6F68-FBA7-F5FB800DA5CD}"/>
                    </a:ext>
                  </a:extLst>
                </p:cNvPr>
                <p:cNvPicPr/>
                <p:nvPr/>
              </p:nvPicPr>
              <p:blipFill>
                <a:blip r:embed="rId116"/>
                <a:stretch>
                  <a:fillRect/>
                </a:stretch>
              </p:blipFill>
              <p:spPr>
                <a:xfrm>
                  <a:off x="8899468" y="3775619"/>
                  <a:ext cx="124560" cy="86760"/>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59" name="Ink 58">
                  <a:extLst>
                    <a:ext uri="{FF2B5EF4-FFF2-40B4-BE49-F238E27FC236}">
                      <a16:creationId xmlns:a16="http://schemas.microsoft.com/office/drawing/2014/main" id="{41696B22-2B0E-55C2-6DEB-3CBBC04B4458}"/>
                    </a:ext>
                  </a:extLst>
                </p14:cNvPr>
                <p14:cNvContentPartPr/>
                <p14:nvPr/>
              </p14:nvContentPartPr>
              <p14:xfrm>
                <a:off x="1631788" y="5062259"/>
                <a:ext cx="107640" cy="595080"/>
              </p14:xfrm>
            </p:contentPart>
          </mc:Choice>
          <mc:Fallback>
            <p:pic>
              <p:nvPicPr>
                <p:cNvPr id="59" name="Ink 58">
                  <a:extLst>
                    <a:ext uri="{FF2B5EF4-FFF2-40B4-BE49-F238E27FC236}">
                      <a16:creationId xmlns:a16="http://schemas.microsoft.com/office/drawing/2014/main" id="{41696B22-2B0E-55C2-6DEB-3CBBC04B4458}"/>
                    </a:ext>
                  </a:extLst>
                </p:cNvPr>
                <p:cNvPicPr/>
                <p:nvPr/>
              </p:nvPicPr>
              <p:blipFill>
                <a:blip r:embed="rId118"/>
                <a:stretch>
                  <a:fillRect/>
                </a:stretch>
              </p:blipFill>
              <p:spPr>
                <a:xfrm>
                  <a:off x="1627468" y="5057939"/>
                  <a:ext cx="116280" cy="603720"/>
                </a:xfrm>
                <a:prstGeom prst="rect">
                  <a:avLst/>
                </a:prstGeom>
              </p:spPr>
            </p:pic>
          </mc:Fallback>
        </mc:AlternateContent>
        <mc:AlternateContent xmlns:mc="http://schemas.openxmlformats.org/markup-compatibility/2006">
          <mc:Choice xmlns:p14="http://schemas.microsoft.com/office/powerpoint/2010/main" Requires="p14">
            <p:contentPart p14:bwMode="auto" r:id="rId119">
              <p14:nvContentPartPr>
                <p14:cNvPr id="60" name="Ink 59">
                  <a:extLst>
                    <a:ext uri="{FF2B5EF4-FFF2-40B4-BE49-F238E27FC236}">
                      <a16:creationId xmlns:a16="http://schemas.microsoft.com/office/drawing/2014/main" id="{275CB935-A298-3291-4D1A-6916FF3A024B}"/>
                    </a:ext>
                  </a:extLst>
                </p14:cNvPr>
                <p14:cNvContentPartPr/>
                <p14:nvPr/>
              </p14:nvContentPartPr>
              <p14:xfrm>
                <a:off x="1869748" y="5053619"/>
                <a:ext cx="203760" cy="177480"/>
              </p14:xfrm>
            </p:contentPart>
          </mc:Choice>
          <mc:Fallback>
            <p:pic>
              <p:nvPicPr>
                <p:cNvPr id="60" name="Ink 59">
                  <a:extLst>
                    <a:ext uri="{FF2B5EF4-FFF2-40B4-BE49-F238E27FC236}">
                      <a16:creationId xmlns:a16="http://schemas.microsoft.com/office/drawing/2014/main" id="{275CB935-A298-3291-4D1A-6916FF3A024B}"/>
                    </a:ext>
                  </a:extLst>
                </p:cNvPr>
                <p:cNvPicPr/>
                <p:nvPr/>
              </p:nvPicPr>
              <p:blipFill>
                <a:blip r:embed="rId120"/>
                <a:stretch>
                  <a:fillRect/>
                </a:stretch>
              </p:blipFill>
              <p:spPr>
                <a:xfrm>
                  <a:off x="1865428" y="5049299"/>
                  <a:ext cx="212400" cy="186120"/>
                </a:xfrm>
                <a:prstGeom prst="rect">
                  <a:avLst/>
                </a:prstGeom>
              </p:spPr>
            </p:pic>
          </mc:Fallback>
        </mc:AlternateContent>
        <mc:AlternateContent xmlns:mc="http://schemas.openxmlformats.org/markup-compatibility/2006">
          <mc:Choice xmlns:p14="http://schemas.microsoft.com/office/powerpoint/2010/main" Requires="p14">
            <p:contentPart p14:bwMode="auto" r:id="rId121">
              <p14:nvContentPartPr>
                <p14:cNvPr id="63" name="Ink 62">
                  <a:extLst>
                    <a:ext uri="{FF2B5EF4-FFF2-40B4-BE49-F238E27FC236}">
                      <a16:creationId xmlns:a16="http://schemas.microsoft.com/office/drawing/2014/main" id="{541B8D25-CFEA-2AF4-D34D-F1264810CC68}"/>
                    </a:ext>
                  </a:extLst>
                </p14:cNvPr>
                <p14:cNvContentPartPr/>
                <p14:nvPr/>
              </p14:nvContentPartPr>
              <p14:xfrm>
                <a:off x="2241268" y="5015819"/>
                <a:ext cx="135000" cy="117720"/>
              </p14:xfrm>
            </p:contentPart>
          </mc:Choice>
          <mc:Fallback>
            <p:pic>
              <p:nvPicPr>
                <p:cNvPr id="63" name="Ink 62">
                  <a:extLst>
                    <a:ext uri="{FF2B5EF4-FFF2-40B4-BE49-F238E27FC236}">
                      <a16:creationId xmlns:a16="http://schemas.microsoft.com/office/drawing/2014/main" id="{541B8D25-CFEA-2AF4-D34D-F1264810CC68}"/>
                    </a:ext>
                  </a:extLst>
                </p:cNvPr>
                <p:cNvPicPr/>
                <p:nvPr/>
              </p:nvPicPr>
              <p:blipFill>
                <a:blip r:embed="rId122"/>
                <a:stretch>
                  <a:fillRect/>
                </a:stretch>
              </p:blipFill>
              <p:spPr>
                <a:xfrm>
                  <a:off x="2236948" y="5011499"/>
                  <a:ext cx="143640" cy="126360"/>
                </a:xfrm>
                <a:prstGeom prst="rect">
                  <a:avLst/>
                </a:prstGeom>
              </p:spPr>
            </p:pic>
          </mc:Fallback>
        </mc:AlternateContent>
        <mc:AlternateContent xmlns:mc="http://schemas.openxmlformats.org/markup-compatibility/2006">
          <mc:Choice xmlns:p14="http://schemas.microsoft.com/office/powerpoint/2010/main" Requires="p14">
            <p:contentPart p14:bwMode="auto" r:id="rId123">
              <p14:nvContentPartPr>
                <p14:cNvPr id="64" name="Ink 63">
                  <a:extLst>
                    <a:ext uri="{FF2B5EF4-FFF2-40B4-BE49-F238E27FC236}">
                      <a16:creationId xmlns:a16="http://schemas.microsoft.com/office/drawing/2014/main" id="{2AF164FF-E9F1-5276-DCD6-8815EEB7DA59}"/>
                    </a:ext>
                  </a:extLst>
                </p14:cNvPr>
                <p14:cNvContentPartPr/>
                <p14:nvPr/>
              </p14:nvContentPartPr>
              <p14:xfrm>
                <a:off x="2488948" y="5055779"/>
                <a:ext cx="14760" cy="48960"/>
              </p14:xfrm>
            </p:contentPart>
          </mc:Choice>
          <mc:Fallback>
            <p:pic>
              <p:nvPicPr>
                <p:cNvPr id="64" name="Ink 63">
                  <a:extLst>
                    <a:ext uri="{FF2B5EF4-FFF2-40B4-BE49-F238E27FC236}">
                      <a16:creationId xmlns:a16="http://schemas.microsoft.com/office/drawing/2014/main" id="{2AF164FF-E9F1-5276-DCD6-8815EEB7DA59}"/>
                    </a:ext>
                  </a:extLst>
                </p:cNvPr>
                <p:cNvPicPr/>
                <p:nvPr/>
              </p:nvPicPr>
              <p:blipFill>
                <a:blip r:embed="rId124"/>
                <a:stretch>
                  <a:fillRect/>
                </a:stretch>
              </p:blipFill>
              <p:spPr>
                <a:xfrm>
                  <a:off x="2484628" y="5051459"/>
                  <a:ext cx="23400" cy="57600"/>
                </a:xfrm>
                <a:prstGeom prst="rect">
                  <a:avLst/>
                </a:prstGeom>
              </p:spPr>
            </p:pic>
          </mc:Fallback>
        </mc:AlternateContent>
        <mc:AlternateContent xmlns:mc="http://schemas.openxmlformats.org/markup-compatibility/2006">
          <mc:Choice xmlns:p14="http://schemas.microsoft.com/office/powerpoint/2010/main" Requires="p14">
            <p:contentPart p14:bwMode="auto" r:id="rId125">
              <p14:nvContentPartPr>
                <p14:cNvPr id="65" name="Ink 64">
                  <a:extLst>
                    <a:ext uri="{FF2B5EF4-FFF2-40B4-BE49-F238E27FC236}">
                      <a16:creationId xmlns:a16="http://schemas.microsoft.com/office/drawing/2014/main" id="{09A53FB5-45F4-5D5F-A898-3C99A225A1A9}"/>
                    </a:ext>
                  </a:extLst>
                </p14:cNvPr>
                <p14:cNvContentPartPr/>
                <p14:nvPr/>
              </p14:nvContentPartPr>
              <p14:xfrm>
                <a:off x="2500468" y="4853819"/>
                <a:ext cx="11160" cy="15840"/>
              </p14:xfrm>
            </p:contentPart>
          </mc:Choice>
          <mc:Fallback>
            <p:pic>
              <p:nvPicPr>
                <p:cNvPr id="65" name="Ink 64">
                  <a:extLst>
                    <a:ext uri="{FF2B5EF4-FFF2-40B4-BE49-F238E27FC236}">
                      <a16:creationId xmlns:a16="http://schemas.microsoft.com/office/drawing/2014/main" id="{09A53FB5-45F4-5D5F-A898-3C99A225A1A9}"/>
                    </a:ext>
                  </a:extLst>
                </p:cNvPr>
                <p:cNvPicPr/>
                <p:nvPr/>
              </p:nvPicPr>
              <p:blipFill>
                <a:blip r:embed="rId126"/>
                <a:stretch>
                  <a:fillRect/>
                </a:stretch>
              </p:blipFill>
              <p:spPr>
                <a:xfrm>
                  <a:off x="2496148" y="4849499"/>
                  <a:ext cx="1980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127">
              <p14:nvContentPartPr>
                <p14:cNvPr id="66" name="Ink 65">
                  <a:extLst>
                    <a:ext uri="{FF2B5EF4-FFF2-40B4-BE49-F238E27FC236}">
                      <a16:creationId xmlns:a16="http://schemas.microsoft.com/office/drawing/2014/main" id="{02EF9AFF-E703-A3F9-8336-882842B2CEB9}"/>
                    </a:ext>
                  </a:extLst>
                </p14:cNvPr>
                <p14:cNvContentPartPr/>
                <p14:nvPr/>
              </p14:nvContentPartPr>
              <p14:xfrm>
                <a:off x="2673268" y="4930499"/>
                <a:ext cx="33480" cy="23760"/>
              </p14:xfrm>
            </p:contentPart>
          </mc:Choice>
          <mc:Fallback>
            <p:pic>
              <p:nvPicPr>
                <p:cNvPr id="66" name="Ink 65">
                  <a:extLst>
                    <a:ext uri="{FF2B5EF4-FFF2-40B4-BE49-F238E27FC236}">
                      <a16:creationId xmlns:a16="http://schemas.microsoft.com/office/drawing/2014/main" id="{02EF9AFF-E703-A3F9-8336-882842B2CEB9}"/>
                    </a:ext>
                  </a:extLst>
                </p:cNvPr>
                <p:cNvPicPr/>
                <p:nvPr/>
              </p:nvPicPr>
              <p:blipFill>
                <a:blip r:embed="rId128"/>
                <a:stretch>
                  <a:fillRect/>
                </a:stretch>
              </p:blipFill>
              <p:spPr>
                <a:xfrm>
                  <a:off x="2668948" y="4926179"/>
                  <a:ext cx="42120" cy="32400"/>
                </a:xfrm>
                <a:prstGeom prst="rect">
                  <a:avLst/>
                </a:prstGeom>
              </p:spPr>
            </p:pic>
          </mc:Fallback>
        </mc:AlternateContent>
        <mc:AlternateContent xmlns:mc="http://schemas.openxmlformats.org/markup-compatibility/2006">
          <mc:Choice xmlns:p14="http://schemas.microsoft.com/office/powerpoint/2010/main" Requires="p14">
            <p:contentPart p14:bwMode="auto" r:id="rId129">
              <p14:nvContentPartPr>
                <p14:cNvPr id="67" name="Ink 66">
                  <a:extLst>
                    <a:ext uri="{FF2B5EF4-FFF2-40B4-BE49-F238E27FC236}">
                      <a16:creationId xmlns:a16="http://schemas.microsoft.com/office/drawing/2014/main" id="{2594AED4-30C2-ED01-B9A4-84D5BCAF7393}"/>
                    </a:ext>
                  </a:extLst>
                </p14:cNvPr>
                <p14:cNvContentPartPr/>
                <p14:nvPr/>
              </p14:nvContentPartPr>
              <p14:xfrm>
                <a:off x="2630788" y="4918619"/>
                <a:ext cx="139320" cy="467280"/>
              </p14:xfrm>
            </p:contentPart>
          </mc:Choice>
          <mc:Fallback>
            <p:pic>
              <p:nvPicPr>
                <p:cNvPr id="67" name="Ink 66">
                  <a:extLst>
                    <a:ext uri="{FF2B5EF4-FFF2-40B4-BE49-F238E27FC236}">
                      <a16:creationId xmlns:a16="http://schemas.microsoft.com/office/drawing/2014/main" id="{2594AED4-30C2-ED01-B9A4-84D5BCAF7393}"/>
                    </a:ext>
                  </a:extLst>
                </p:cNvPr>
                <p:cNvPicPr/>
                <p:nvPr/>
              </p:nvPicPr>
              <p:blipFill>
                <a:blip r:embed="rId130"/>
                <a:stretch>
                  <a:fillRect/>
                </a:stretch>
              </p:blipFill>
              <p:spPr>
                <a:xfrm>
                  <a:off x="2626468" y="4914299"/>
                  <a:ext cx="147960" cy="475920"/>
                </a:xfrm>
                <a:prstGeom prst="rect">
                  <a:avLst/>
                </a:prstGeom>
              </p:spPr>
            </p:pic>
          </mc:Fallback>
        </mc:AlternateContent>
        <mc:AlternateContent xmlns:mc="http://schemas.openxmlformats.org/markup-compatibility/2006">
          <mc:Choice xmlns:p14="http://schemas.microsoft.com/office/powerpoint/2010/main" Requires="p14">
            <p:contentPart p14:bwMode="auto" r:id="rId131">
              <p14:nvContentPartPr>
                <p14:cNvPr id="68" name="Ink 67">
                  <a:extLst>
                    <a:ext uri="{FF2B5EF4-FFF2-40B4-BE49-F238E27FC236}">
                      <a16:creationId xmlns:a16="http://schemas.microsoft.com/office/drawing/2014/main" id="{A3FB4B9C-0BB8-EEFD-17DE-9E0AC7FFB52D}"/>
                    </a:ext>
                  </a:extLst>
                </p14:cNvPr>
                <p14:cNvContentPartPr/>
                <p14:nvPr/>
              </p14:nvContentPartPr>
              <p14:xfrm>
                <a:off x="2835628" y="4720979"/>
                <a:ext cx="411480" cy="410400"/>
              </p14:xfrm>
            </p:contentPart>
          </mc:Choice>
          <mc:Fallback>
            <p:pic>
              <p:nvPicPr>
                <p:cNvPr id="68" name="Ink 67">
                  <a:extLst>
                    <a:ext uri="{FF2B5EF4-FFF2-40B4-BE49-F238E27FC236}">
                      <a16:creationId xmlns:a16="http://schemas.microsoft.com/office/drawing/2014/main" id="{A3FB4B9C-0BB8-EEFD-17DE-9E0AC7FFB52D}"/>
                    </a:ext>
                  </a:extLst>
                </p:cNvPr>
                <p:cNvPicPr/>
                <p:nvPr/>
              </p:nvPicPr>
              <p:blipFill>
                <a:blip r:embed="rId132"/>
                <a:stretch>
                  <a:fillRect/>
                </a:stretch>
              </p:blipFill>
              <p:spPr>
                <a:xfrm>
                  <a:off x="2831308" y="4716659"/>
                  <a:ext cx="420120" cy="419040"/>
                </a:xfrm>
                <a:prstGeom prst="rect">
                  <a:avLst/>
                </a:prstGeom>
              </p:spPr>
            </p:pic>
          </mc:Fallback>
        </mc:AlternateContent>
        <mc:AlternateContent xmlns:mc="http://schemas.openxmlformats.org/markup-compatibility/2006">
          <mc:Choice xmlns:p14="http://schemas.microsoft.com/office/powerpoint/2010/main" Requires="p14">
            <p:contentPart p14:bwMode="auto" r:id="rId133">
              <p14:nvContentPartPr>
                <p14:cNvPr id="69" name="Ink 68">
                  <a:extLst>
                    <a:ext uri="{FF2B5EF4-FFF2-40B4-BE49-F238E27FC236}">
                      <a16:creationId xmlns:a16="http://schemas.microsoft.com/office/drawing/2014/main" id="{88A5399F-E3CD-962B-9B82-7D609950DD9F}"/>
                    </a:ext>
                  </a:extLst>
                </p14:cNvPr>
                <p14:cNvContentPartPr/>
                <p14:nvPr/>
              </p14:nvContentPartPr>
              <p14:xfrm>
                <a:off x="3154228" y="4909979"/>
                <a:ext cx="100440" cy="20880"/>
              </p14:xfrm>
            </p:contentPart>
          </mc:Choice>
          <mc:Fallback>
            <p:pic>
              <p:nvPicPr>
                <p:cNvPr id="69" name="Ink 68">
                  <a:extLst>
                    <a:ext uri="{FF2B5EF4-FFF2-40B4-BE49-F238E27FC236}">
                      <a16:creationId xmlns:a16="http://schemas.microsoft.com/office/drawing/2014/main" id="{88A5399F-E3CD-962B-9B82-7D609950DD9F}"/>
                    </a:ext>
                  </a:extLst>
                </p:cNvPr>
                <p:cNvPicPr/>
                <p:nvPr/>
              </p:nvPicPr>
              <p:blipFill>
                <a:blip r:embed="rId134"/>
                <a:stretch>
                  <a:fillRect/>
                </a:stretch>
              </p:blipFill>
              <p:spPr>
                <a:xfrm>
                  <a:off x="3149908" y="4905659"/>
                  <a:ext cx="109080" cy="29520"/>
                </a:xfrm>
                <a:prstGeom prst="rect">
                  <a:avLst/>
                </a:prstGeom>
              </p:spPr>
            </p:pic>
          </mc:Fallback>
        </mc:AlternateContent>
        <mc:AlternateContent xmlns:mc="http://schemas.openxmlformats.org/markup-compatibility/2006">
          <mc:Choice xmlns:p14="http://schemas.microsoft.com/office/powerpoint/2010/main" Requires="p14">
            <p:contentPart p14:bwMode="auto" r:id="rId135">
              <p14:nvContentPartPr>
                <p14:cNvPr id="70" name="Ink 69">
                  <a:extLst>
                    <a:ext uri="{FF2B5EF4-FFF2-40B4-BE49-F238E27FC236}">
                      <a16:creationId xmlns:a16="http://schemas.microsoft.com/office/drawing/2014/main" id="{DC4638E0-BF18-77F6-4EEB-181ACD99647F}"/>
                    </a:ext>
                  </a:extLst>
                </p14:cNvPr>
                <p14:cNvContentPartPr/>
                <p14:nvPr/>
              </p14:nvContentPartPr>
              <p14:xfrm>
                <a:off x="3371668" y="5064419"/>
                <a:ext cx="115920" cy="239400"/>
              </p14:xfrm>
            </p:contentPart>
          </mc:Choice>
          <mc:Fallback>
            <p:pic>
              <p:nvPicPr>
                <p:cNvPr id="70" name="Ink 69">
                  <a:extLst>
                    <a:ext uri="{FF2B5EF4-FFF2-40B4-BE49-F238E27FC236}">
                      <a16:creationId xmlns:a16="http://schemas.microsoft.com/office/drawing/2014/main" id="{DC4638E0-BF18-77F6-4EEB-181ACD99647F}"/>
                    </a:ext>
                  </a:extLst>
                </p:cNvPr>
                <p:cNvPicPr/>
                <p:nvPr/>
              </p:nvPicPr>
              <p:blipFill>
                <a:blip r:embed="rId136"/>
                <a:stretch>
                  <a:fillRect/>
                </a:stretch>
              </p:blipFill>
              <p:spPr>
                <a:xfrm>
                  <a:off x="3367348" y="5060099"/>
                  <a:ext cx="124560" cy="248040"/>
                </a:xfrm>
                <a:prstGeom prst="rect">
                  <a:avLst/>
                </a:prstGeom>
              </p:spPr>
            </p:pic>
          </mc:Fallback>
        </mc:AlternateContent>
        <mc:AlternateContent xmlns:mc="http://schemas.openxmlformats.org/markup-compatibility/2006">
          <mc:Choice xmlns:p14="http://schemas.microsoft.com/office/powerpoint/2010/main" Requires="p14">
            <p:contentPart p14:bwMode="auto" r:id="rId137">
              <p14:nvContentPartPr>
                <p14:cNvPr id="71" name="Ink 70">
                  <a:extLst>
                    <a:ext uri="{FF2B5EF4-FFF2-40B4-BE49-F238E27FC236}">
                      <a16:creationId xmlns:a16="http://schemas.microsoft.com/office/drawing/2014/main" id="{A452BD03-5D1B-BDAC-4171-3EC527D793C3}"/>
                    </a:ext>
                  </a:extLst>
                </p14:cNvPr>
                <p14:cNvContentPartPr/>
                <p14:nvPr/>
              </p14:nvContentPartPr>
              <p14:xfrm>
                <a:off x="3668308" y="4825739"/>
                <a:ext cx="124920" cy="259560"/>
              </p14:xfrm>
            </p:contentPart>
          </mc:Choice>
          <mc:Fallback>
            <p:pic>
              <p:nvPicPr>
                <p:cNvPr id="71" name="Ink 70">
                  <a:extLst>
                    <a:ext uri="{FF2B5EF4-FFF2-40B4-BE49-F238E27FC236}">
                      <a16:creationId xmlns:a16="http://schemas.microsoft.com/office/drawing/2014/main" id="{A452BD03-5D1B-BDAC-4171-3EC527D793C3}"/>
                    </a:ext>
                  </a:extLst>
                </p:cNvPr>
                <p:cNvPicPr/>
                <p:nvPr/>
              </p:nvPicPr>
              <p:blipFill>
                <a:blip r:embed="rId138"/>
                <a:stretch>
                  <a:fillRect/>
                </a:stretch>
              </p:blipFill>
              <p:spPr>
                <a:xfrm>
                  <a:off x="3663988" y="4821419"/>
                  <a:ext cx="133560" cy="268200"/>
                </a:xfrm>
                <a:prstGeom prst="rect">
                  <a:avLst/>
                </a:prstGeom>
              </p:spPr>
            </p:pic>
          </mc:Fallback>
        </mc:AlternateContent>
        <mc:AlternateContent xmlns:mc="http://schemas.openxmlformats.org/markup-compatibility/2006">
          <mc:Choice xmlns:p14="http://schemas.microsoft.com/office/powerpoint/2010/main" Requires="p14">
            <p:contentPart p14:bwMode="auto" r:id="rId139">
              <p14:nvContentPartPr>
                <p14:cNvPr id="72" name="Ink 71">
                  <a:extLst>
                    <a:ext uri="{FF2B5EF4-FFF2-40B4-BE49-F238E27FC236}">
                      <a16:creationId xmlns:a16="http://schemas.microsoft.com/office/drawing/2014/main" id="{F72585C0-2491-1FFE-E477-F35E0090EE42}"/>
                    </a:ext>
                  </a:extLst>
                </p14:cNvPr>
                <p14:cNvContentPartPr/>
                <p14:nvPr/>
              </p14:nvContentPartPr>
              <p14:xfrm>
                <a:off x="3923188" y="4943099"/>
                <a:ext cx="23760" cy="11160"/>
              </p14:xfrm>
            </p:contentPart>
          </mc:Choice>
          <mc:Fallback>
            <p:pic>
              <p:nvPicPr>
                <p:cNvPr id="72" name="Ink 71">
                  <a:extLst>
                    <a:ext uri="{FF2B5EF4-FFF2-40B4-BE49-F238E27FC236}">
                      <a16:creationId xmlns:a16="http://schemas.microsoft.com/office/drawing/2014/main" id="{F72585C0-2491-1FFE-E477-F35E0090EE42}"/>
                    </a:ext>
                  </a:extLst>
                </p:cNvPr>
                <p:cNvPicPr/>
                <p:nvPr/>
              </p:nvPicPr>
              <p:blipFill>
                <a:blip r:embed="rId140"/>
                <a:stretch>
                  <a:fillRect/>
                </a:stretch>
              </p:blipFill>
              <p:spPr>
                <a:xfrm>
                  <a:off x="3918868" y="4938779"/>
                  <a:ext cx="32400" cy="19800"/>
                </a:xfrm>
                <a:prstGeom prst="rect">
                  <a:avLst/>
                </a:prstGeom>
              </p:spPr>
            </p:pic>
          </mc:Fallback>
        </mc:AlternateContent>
        <mc:AlternateContent xmlns:mc="http://schemas.openxmlformats.org/markup-compatibility/2006">
          <mc:Choice xmlns:p14="http://schemas.microsoft.com/office/powerpoint/2010/main" Requires="p14">
            <p:contentPart p14:bwMode="auto" r:id="rId141">
              <p14:nvContentPartPr>
                <p14:cNvPr id="73" name="Ink 72">
                  <a:extLst>
                    <a:ext uri="{FF2B5EF4-FFF2-40B4-BE49-F238E27FC236}">
                      <a16:creationId xmlns:a16="http://schemas.microsoft.com/office/drawing/2014/main" id="{9AD98B74-6D65-FBDA-E797-9803A902F94A}"/>
                    </a:ext>
                  </a:extLst>
                </p14:cNvPr>
                <p14:cNvContentPartPr/>
                <p14:nvPr/>
              </p14:nvContentPartPr>
              <p14:xfrm>
                <a:off x="3882148" y="4892339"/>
                <a:ext cx="250920" cy="144720"/>
              </p14:xfrm>
            </p:contentPart>
          </mc:Choice>
          <mc:Fallback>
            <p:pic>
              <p:nvPicPr>
                <p:cNvPr id="73" name="Ink 72">
                  <a:extLst>
                    <a:ext uri="{FF2B5EF4-FFF2-40B4-BE49-F238E27FC236}">
                      <a16:creationId xmlns:a16="http://schemas.microsoft.com/office/drawing/2014/main" id="{9AD98B74-6D65-FBDA-E797-9803A902F94A}"/>
                    </a:ext>
                  </a:extLst>
                </p:cNvPr>
                <p:cNvPicPr/>
                <p:nvPr/>
              </p:nvPicPr>
              <p:blipFill>
                <a:blip r:embed="rId142"/>
                <a:stretch>
                  <a:fillRect/>
                </a:stretch>
              </p:blipFill>
              <p:spPr>
                <a:xfrm>
                  <a:off x="3877828" y="4888019"/>
                  <a:ext cx="259560" cy="153360"/>
                </a:xfrm>
                <a:prstGeom prst="rect">
                  <a:avLst/>
                </a:prstGeom>
              </p:spPr>
            </p:pic>
          </mc:Fallback>
        </mc:AlternateContent>
        <mc:AlternateContent xmlns:mc="http://schemas.openxmlformats.org/markup-compatibility/2006">
          <mc:Choice xmlns:p14="http://schemas.microsoft.com/office/powerpoint/2010/main" Requires="p14">
            <p:contentPart p14:bwMode="auto" r:id="rId143">
              <p14:nvContentPartPr>
                <p14:cNvPr id="74" name="Ink 73">
                  <a:extLst>
                    <a:ext uri="{FF2B5EF4-FFF2-40B4-BE49-F238E27FC236}">
                      <a16:creationId xmlns:a16="http://schemas.microsoft.com/office/drawing/2014/main" id="{5A7DD62E-AF40-2F47-8A7A-6CABFC002BDA}"/>
                    </a:ext>
                  </a:extLst>
                </p14:cNvPr>
                <p14:cNvContentPartPr/>
                <p14:nvPr/>
              </p14:nvContentPartPr>
              <p14:xfrm>
                <a:off x="4111468" y="4911059"/>
                <a:ext cx="151920" cy="85680"/>
              </p14:xfrm>
            </p:contentPart>
          </mc:Choice>
          <mc:Fallback>
            <p:pic>
              <p:nvPicPr>
                <p:cNvPr id="74" name="Ink 73">
                  <a:extLst>
                    <a:ext uri="{FF2B5EF4-FFF2-40B4-BE49-F238E27FC236}">
                      <a16:creationId xmlns:a16="http://schemas.microsoft.com/office/drawing/2014/main" id="{5A7DD62E-AF40-2F47-8A7A-6CABFC002BDA}"/>
                    </a:ext>
                  </a:extLst>
                </p:cNvPr>
                <p:cNvPicPr/>
                <p:nvPr/>
              </p:nvPicPr>
              <p:blipFill>
                <a:blip r:embed="rId144"/>
                <a:stretch>
                  <a:fillRect/>
                </a:stretch>
              </p:blipFill>
              <p:spPr>
                <a:xfrm>
                  <a:off x="4107148" y="4906739"/>
                  <a:ext cx="160560" cy="94320"/>
                </a:xfrm>
                <a:prstGeom prst="rect">
                  <a:avLst/>
                </a:prstGeom>
              </p:spPr>
            </p:pic>
          </mc:Fallback>
        </mc:AlternateContent>
        <mc:AlternateContent xmlns:mc="http://schemas.openxmlformats.org/markup-compatibility/2006">
          <mc:Choice xmlns:p14="http://schemas.microsoft.com/office/powerpoint/2010/main" Requires="p14">
            <p:contentPart p14:bwMode="auto" r:id="rId145">
              <p14:nvContentPartPr>
                <p14:cNvPr id="75" name="Ink 74">
                  <a:extLst>
                    <a:ext uri="{FF2B5EF4-FFF2-40B4-BE49-F238E27FC236}">
                      <a16:creationId xmlns:a16="http://schemas.microsoft.com/office/drawing/2014/main" id="{9E46D752-6025-9730-CA88-6E20FAD8B498}"/>
                    </a:ext>
                  </a:extLst>
                </p14:cNvPr>
                <p14:cNvContentPartPr/>
                <p14:nvPr/>
              </p14:nvContentPartPr>
              <p14:xfrm>
                <a:off x="4342588" y="4921859"/>
                <a:ext cx="115560" cy="76320"/>
              </p14:xfrm>
            </p:contentPart>
          </mc:Choice>
          <mc:Fallback>
            <p:pic>
              <p:nvPicPr>
                <p:cNvPr id="75" name="Ink 74">
                  <a:extLst>
                    <a:ext uri="{FF2B5EF4-FFF2-40B4-BE49-F238E27FC236}">
                      <a16:creationId xmlns:a16="http://schemas.microsoft.com/office/drawing/2014/main" id="{9E46D752-6025-9730-CA88-6E20FAD8B498}"/>
                    </a:ext>
                  </a:extLst>
                </p:cNvPr>
                <p:cNvPicPr/>
                <p:nvPr/>
              </p:nvPicPr>
              <p:blipFill>
                <a:blip r:embed="rId146"/>
                <a:stretch>
                  <a:fillRect/>
                </a:stretch>
              </p:blipFill>
              <p:spPr>
                <a:xfrm>
                  <a:off x="4338268" y="4917539"/>
                  <a:ext cx="124200" cy="84960"/>
                </a:xfrm>
                <a:prstGeom prst="rect">
                  <a:avLst/>
                </a:prstGeom>
              </p:spPr>
            </p:pic>
          </mc:Fallback>
        </mc:AlternateContent>
        <mc:AlternateContent xmlns:mc="http://schemas.openxmlformats.org/markup-compatibility/2006">
          <mc:Choice xmlns:p14="http://schemas.microsoft.com/office/powerpoint/2010/main" Requires="p14">
            <p:contentPart p14:bwMode="auto" r:id="rId147">
              <p14:nvContentPartPr>
                <p14:cNvPr id="76" name="Ink 75">
                  <a:extLst>
                    <a:ext uri="{FF2B5EF4-FFF2-40B4-BE49-F238E27FC236}">
                      <a16:creationId xmlns:a16="http://schemas.microsoft.com/office/drawing/2014/main" id="{FC33ACDC-3D1B-DABE-2BA3-A7B4C620C5BF}"/>
                    </a:ext>
                  </a:extLst>
                </p14:cNvPr>
                <p14:cNvContentPartPr/>
                <p14:nvPr/>
              </p14:nvContentPartPr>
              <p14:xfrm>
                <a:off x="4534108" y="4925099"/>
                <a:ext cx="255600" cy="41400"/>
              </p14:xfrm>
            </p:contentPart>
          </mc:Choice>
          <mc:Fallback>
            <p:pic>
              <p:nvPicPr>
                <p:cNvPr id="76" name="Ink 75">
                  <a:extLst>
                    <a:ext uri="{FF2B5EF4-FFF2-40B4-BE49-F238E27FC236}">
                      <a16:creationId xmlns:a16="http://schemas.microsoft.com/office/drawing/2014/main" id="{FC33ACDC-3D1B-DABE-2BA3-A7B4C620C5BF}"/>
                    </a:ext>
                  </a:extLst>
                </p:cNvPr>
                <p:cNvPicPr/>
                <p:nvPr/>
              </p:nvPicPr>
              <p:blipFill>
                <a:blip r:embed="rId148"/>
                <a:stretch>
                  <a:fillRect/>
                </a:stretch>
              </p:blipFill>
              <p:spPr>
                <a:xfrm>
                  <a:off x="4529788" y="4920779"/>
                  <a:ext cx="264240" cy="50040"/>
                </a:xfrm>
                <a:prstGeom prst="rect">
                  <a:avLst/>
                </a:prstGeom>
              </p:spPr>
            </p:pic>
          </mc:Fallback>
        </mc:AlternateContent>
        <mc:AlternateContent xmlns:mc="http://schemas.openxmlformats.org/markup-compatibility/2006">
          <mc:Choice xmlns:p14="http://schemas.microsoft.com/office/powerpoint/2010/main" Requires="p14">
            <p:contentPart p14:bwMode="auto" r:id="rId149">
              <p14:nvContentPartPr>
                <p14:cNvPr id="77" name="Ink 76">
                  <a:extLst>
                    <a:ext uri="{FF2B5EF4-FFF2-40B4-BE49-F238E27FC236}">
                      <a16:creationId xmlns:a16="http://schemas.microsoft.com/office/drawing/2014/main" id="{26F2A834-FFEE-B4C8-7269-A6E64D27C433}"/>
                    </a:ext>
                  </a:extLst>
                </p14:cNvPr>
                <p14:cNvContentPartPr/>
                <p14:nvPr/>
              </p14:nvContentPartPr>
              <p14:xfrm>
                <a:off x="4900228" y="4650779"/>
                <a:ext cx="226440" cy="313200"/>
              </p14:xfrm>
            </p:contentPart>
          </mc:Choice>
          <mc:Fallback>
            <p:pic>
              <p:nvPicPr>
                <p:cNvPr id="77" name="Ink 76">
                  <a:extLst>
                    <a:ext uri="{FF2B5EF4-FFF2-40B4-BE49-F238E27FC236}">
                      <a16:creationId xmlns:a16="http://schemas.microsoft.com/office/drawing/2014/main" id="{26F2A834-FFEE-B4C8-7269-A6E64D27C433}"/>
                    </a:ext>
                  </a:extLst>
                </p:cNvPr>
                <p:cNvPicPr/>
                <p:nvPr/>
              </p:nvPicPr>
              <p:blipFill>
                <a:blip r:embed="rId150"/>
                <a:stretch>
                  <a:fillRect/>
                </a:stretch>
              </p:blipFill>
              <p:spPr>
                <a:xfrm>
                  <a:off x="4895908" y="4646459"/>
                  <a:ext cx="235080" cy="321840"/>
                </a:xfrm>
                <a:prstGeom prst="rect">
                  <a:avLst/>
                </a:prstGeom>
              </p:spPr>
            </p:pic>
          </mc:Fallback>
        </mc:AlternateContent>
        <mc:AlternateContent xmlns:mc="http://schemas.openxmlformats.org/markup-compatibility/2006">
          <mc:Choice xmlns:p14="http://schemas.microsoft.com/office/powerpoint/2010/main" Requires="p14">
            <p:contentPart p14:bwMode="auto" r:id="rId151">
              <p14:nvContentPartPr>
                <p14:cNvPr id="79" name="Ink 78">
                  <a:extLst>
                    <a:ext uri="{FF2B5EF4-FFF2-40B4-BE49-F238E27FC236}">
                      <a16:creationId xmlns:a16="http://schemas.microsoft.com/office/drawing/2014/main" id="{E2CE6C32-36A0-55B4-11A4-D88C1F71833C}"/>
                    </a:ext>
                  </a:extLst>
                </p14:cNvPr>
                <p14:cNvContentPartPr/>
                <p14:nvPr/>
              </p14:nvContentPartPr>
              <p14:xfrm>
                <a:off x="5316748" y="4549979"/>
                <a:ext cx="52920" cy="380160"/>
              </p14:xfrm>
            </p:contentPart>
          </mc:Choice>
          <mc:Fallback>
            <p:pic>
              <p:nvPicPr>
                <p:cNvPr id="79" name="Ink 78">
                  <a:extLst>
                    <a:ext uri="{FF2B5EF4-FFF2-40B4-BE49-F238E27FC236}">
                      <a16:creationId xmlns:a16="http://schemas.microsoft.com/office/drawing/2014/main" id="{E2CE6C32-36A0-55B4-11A4-D88C1F71833C}"/>
                    </a:ext>
                  </a:extLst>
                </p:cNvPr>
                <p:cNvPicPr/>
                <p:nvPr/>
              </p:nvPicPr>
              <p:blipFill>
                <a:blip r:embed="rId152"/>
                <a:stretch>
                  <a:fillRect/>
                </a:stretch>
              </p:blipFill>
              <p:spPr>
                <a:xfrm>
                  <a:off x="5312428" y="4545659"/>
                  <a:ext cx="61560" cy="388800"/>
                </a:xfrm>
                <a:prstGeom prst="rect">
                  <a:avLst/>
                </a:prstGeom>
              </p:spPr>
            </p:pic>
          </mc:Fallback>
        </mc:AlternateContent>
        <mc:AlternateContent xmlns:mc="http://schemas.openxmlformats.org/markup-compatibility/2006">
          <mc:Choice xmlns:p14="http://schemas.microsoft.com/office/powerpoint/2010/main" Requires="p14">
            <p:contentPart p14:bwMode="auto" r:id="rId153">
              <p14:nvContentPartPr>
                <p14:cNvPr id="80" name="Ink 79">
                  <a:extLst>
                    <a:ext uri="{FF2B5EF4-FFF2-40B4-BE49-F238E27FC236}">
                      <a16:creationId xmlns:a16="http://schemas.microsoft.com/office/drawing/2014/main" id="{E97112D9-16C9-8E1A-8C28-55C585B010BE}"/>
                    </a:ext>
                  </a:extLst>
                </p14:cNvPr>
                <p14:cNvContentPartPr/>
                <p14:nvPr/>
              </p14:nvContentPartPr>
              <p14:xfrm>
                <a:off x="5427268" y="4733939"/>
                <a:ext cx="179280" cy="117000"/>
              </p14:xfrm>
            </p:contentPart>
          </mc:Choice>
          <mc:Fallback>
            <p:pic>
              <p:nvPicPr>
                <p:cNvPr id="80" name="Ink 79">
                  <a:extLst>
                    <a:ext uri="{FF2B5EF4-FFF2-40B4-BE49-F238E27FC236}">
                      <a16:creationId xmlns:a16="http://schemas.microsoft.com/office/drawing/2014/main" id="{E97112D9-16C9-8E1A-8C28-55C585B010BE}"/>
                    </a:ext>
                  </a:extLst>
                </p:cNvPr>
                <p:cNvPicPr/>
                <p:nvPr/>
              </p:nvPicPr>
              <p:blipFill>
                <a:blip r:embed="rId154"/>
                <a:stretch>
                  <a:fillRect/>
                </a:stretch>
              </p:blipFill>
              <p:spPr>
                <a:xfrm>
                  <a:off x="5422948" y="4729619"/>
                  <a:ext cx="187920" cy="125640"/>
                </a:xfrm>
                <a:prstGeom prst="rect">
                  <a:avLst/>
                </a:prstGeom>
              </p:spPr>
            </p:pic>
          </mc:Fallback>
        </mc:AlternateContent>
        <mc:AlternateContent xmlns:mc="http://schemas.openxmlformats.org/markup-compatibility/2006">
          <mc:Choice xmlns:p14="http://schemas.microsoft.com/office/powerpoint/2010/main" Requires="p14">
            <p:contentPart p14:bwMode="auto" r:id="rId155">
              <p14:nvContentPartPr>
                <p14:cNvPr id="81" name="Ink 80">
                  <a:extLst>
                    <a:ext uri="{FF2B5EF4-FFF2-40B4-BE49-F238E27FC236}">
                      <a16:creationId xmlns:a16="http://schemas.microsoft.com/office/drawing/2014/main" id="{F8BAC055-7DC8-49E0-B483-CD685FF83677}"/>
                    </a:ext>
                  </a:extLst>
                </p14:cNvPr>
                <p14:cNvContentPartPr/>
                <p14:nvPr/>
              </p14:nvContentPartPr>
              <p14:xfrm>
                <a:off x="5615188" y="4483019"/>
                <a:ext cx="133920" cy="424440"/>
              </p14:xfrm>
            </p:contentPart>
          </mc:Choice>
          <mc:Fallback>
            <p:pic>
              <p:nvPicPr>
                <p:cNvPr id="81" name="Ink 80">
                  <a:extLst>
                    <a:ext uri="{FF2B5EF4-FFF2-40B4-BE49-F238E27FC236}">
                      <a16:creationId xmlns:a16="http://schemas.microsoft.com/office/drawing/2014/main" id="{F8BAC055-7DC8-49E0-B483-CD685FF83677}"/>
                    </a:ext>
                  </a:extLst>
                </p:cNvPr>
                <p:cNvPicPr/>
                <p:nvPr/>
              </p:nvPicPr>
              <p:blipFill>
                <a:blip r:embed="rId156"/>
                <a:stretch>
                  <a:fillRect/>
                </a:stretch>
              </p:blipFill>
              <p:spPr>
                <a:xfrm>
                  <a:off x="5610868" y="4478699"/>
                  <a:ext cx="142560" cy="433080"/>
                </a:xfrm>
                <a:prstGeom prst="rect">
                  <a:avLst/>
                </a:prstGeom>
              </p:spPr>
            </p:pic>
          </mc:Fallback>
        </mc:AlternateContent>
        <mc:AlternateContent xmlns:mc="http://schemas.openxmlformats.org/markup-compatibility/2006">
          <mc:Choice xmlns:p14="http://schemas.microsoft.com/office/powerpoint/2010/main" Requires="p14">
            <p:contentPart p14:bwMode="auto" r:id="rId157">
              <p14:nvContentPartPr>
                <p14:cNvPr id="82" name="Ink 81">
                  <a:extLst>
                    <a:ext uri="{FF2B5EF4-FFF2-40B4-BE49-F238E27FC236}">
                      <a16:creationId xmlns:a16="http://schemas.microsoft.com/office/drawing/2014/main" id="{C91C7A55-56C3-D236-E016-D9C3F4E19A8F}"/>
                    </a:ext>
                  </a:extLst>
                </p14:cNvPr>
                <p14:cNvContentPartPr/>
                <p14:nvPr/>
              </p14:nvContentPartPr>
              <p14:xfrm>
                <a:off x="5617708" y="4730339"/>
                <a:ext cx="129600" cy="58680"/>
              </p14:xfrm>
            </p:contentPart>
          </mc:Choice>
          <mc:Fallback>
            <p:pic>
              <p:nvPicPr>
                <p:cNvPr id="82" name="Ink 81">
                  <a:extLst>
                    <a:ext uri="{FF2B5EF4-FFF2-40B4-BE49-F238E27FC236}">
                      <a16:creationId xmlns:a16="http://schemas.microsoft.com/office/drawing/2014/main" id="{C91C7A55-56C3-D236-E016-D9C3F4E19A8F}"/>
                    </a:ext>
                  </a:extLst>
                </p:cNvPr>
                <p:cNvPicPr/>
                <p:nvPr/>
              </p:nvPicPr>
              <p:blipFill>
                <a:blip r:embed="rId158"/>
                <a:stretch>
                  <a:fillRect/>
                </a:stretch>
              </p:blipFill>
              <p:spPr>
                <a:xfrm>
                  <a:off x="5613388" y="4726019"/>
                  <a:ext cx="138240" cy="67320"/>
                </a:xfrm>
                <a:prstGeom prst="rect">
                  <a:avLst/>
                </a:prstGeom>
              </p:spPr>
            </p:pic>
          </mc:Fallback>
        </mc:AlternateContent>
        <mc:AlternateContent xmlns:mc="http://schemas.openxmlformats.org/markup-compatibility/2006">
          <mc:Choice xmlns:p14="http://schemas.microsoft.com/office/powerpoint/2010/main" Requires="p14">
            <p:contentPart p14:bwMode="auto" r:id="rId159">
              <p14:nvContentPartPr>
                <p14:cNvPr id="83" name="Ink 82">
                  <a:extLst>
                    <a:ext uri="{FF2B5EF4-FFF2-40B4-BE49-F238E27FC236}">
                      <a16:creationId xmlns:a16="http://schemas.microsoft.com/office/drawing/2014/main" id="{9AF4EA19-B5A6-95A3-431F-E8ADF4E70DFF}"/>
                    </a:ext>
                  </a:extLst>
                </p14:cNvPr>
                <p14:cNvContentPartPr/>
                <p14:nvPr/>
              </p14:nvContentPartPr>
              <p14:xfrm>
                <a:off x="5788348" y="4570139"/>
                <a:ext cx="66960" cy="378000"/>
              </p14:xfrm>
            </p:contentPart>
          </mc:Choice>
          <mc:Fallback>
            <p:pic>
              <p:nvPicPr>
                <p:cNvPr id="83" name="Ink 82">
                  <a:extLst>
                    <a:ext uri="{FF2B5EF4-FFF2-40B4-BE49-F238E27FC236}">
                      <a16:creationId xmlns:a16="http://schemas.microsoft.com/office/drawing/2014/main" id="{9AF4EA19-B5A6-95A3-431F-E8ADF4E70DFF}"/>
                    </a:ext>
                  </a:extLst>
                </p:cNvPr>
                <p:cNvPicPr/>
                <p:nvPr/>
              </p:nvPicPr>
              <p:blipFill>
                <a:blip r:embed="rId160"/>
                <a:stretch>
                  <a:fillRect/>
                </a:stretch>
              </p:blipFill>
              <p:spPr>
                <a:xfrm>
                  <a:off x="5784028" y="4565819"/>
                  <a:ext cx="75600" cy="386640"/>
                </a:xfrm>
                <a:prstGeom prst="rect">
                  <a:avLst/>
                </a:prstGeom>
              </p:spPr>
            </p:pic>
          </mc:Fallback>
        </mc:AlternateContent>
        <mc:AlternateContent xmlns:mc="http://schemas.openxmlformats.org/markup-compatibility/2006">
          <mc:Choice xmlns:p14="http://schemas.microsoft.com/office/powerpoint/2010/main" Requires="p14">
            <p:contentPart p14:bwMode="auto" r:id="rId161">
              <p14:nvContentPartPr>
                <p14:cNvPr id="84" name="Ink 83">
                  <a:extLst>
                    <a:ext uri="{FF2B5EF4-FFF2-40B4-BE49-F238E27FC236}">
                      <a16:creationId xmlns:a16="http://schemas.microsoft.com/office/drawing/2014/main" id="{B9DCDA06-A2A7-A88B-FC7D-4506205C09A1}"/>
                    </a:ext>
                  </a:extLst>
                </p14:cNvPr>
                <p14:cNvContentPartPr/>
                <p14:nvPr/>
              </p14:nvContentPartPr>
              <p14:xfrm>
                <a:off x="5794468" y="4715939"/>
                <a:ext cx="111960" cy="36360"/>
              </p14:xfrm>
            </p:contentPart>
          </mc:Choice>
          <mc:Fallback>
            <p:pic>
              <p:nvPicPr>
                <p:cNvPr id="84" name="Ink 83">
                  <a:extLst>
                    <a:ext uri="{FF2B5EF4-FFF2-40B4-BE49-F238E27FC236}">
                      <a16:creationId xmlns:a16="http://schemas.microsoft.com/office/drawing/2014/main" id="{B9DCDA06-A2A7-A88B-FC7D-4506205C09A1}"/>
                    </a:ext>
                  </a:extLst>
                </p:cNvPr>
                <p:cNvPicPr/>
                <p:nvPr/>
              </p:nvPicPr>
              <p:blipFill>
                <a:blip r:embed="rId162"/>
                <a:stretch>
                  <a:fillRect/>
                </a:stretch>
              </p:blipFill>
              <p:spPr>
                <a:xfrm>
                  <a:off x="5790148" y="4711619"/>
                  <a:ext cx="120600" cy="45000"/>
                </a:xfrm>
                <a:prstGeom prst="rect">
                  <a:avLst/>
                </a:prstGeom>
              </p:spPr>
            </p:pic>
          </mc:Fallback>
        </mc:AlternateContent>
        <mc:AlternateContent xmlns:mc="http://schemas.openxmlformats.org/markup-compatibility/2006">
          <mc:Choice xmlns:p14="http://schemas.microsoft.com/office/powerpoint/2010/main" Requires="p14">
            <p:contentPart p14:bwMode="auto" r:id="rId163">
              <p14:nvContentPartPr>
                <p14:cNvPr id="85" name="Ink 84">
                  <a:extLst>
                    <a:ext uri="{FF2B5EF4-FFF2-40B4-BE49-F238E27FC236}">
                      <a16:creationId xmlns:a16="http://schemas.microsoft.com/office/drawing/2014/main" id="{2295925C-A930-B1CC-95AE-4BDD8AA94A0F}"/>
                    </a:ext>
                  </a:extLst>
                </p14:cNvPr>
                <p14:cNvContentPartPr/>
                <p14:nvPr/>
              </p14:nvContentPartPr>
              <p14:xfrm>
                <a:off x="5907148" y="4991699"/>
                <a:ext cx="106200" cy="227520"/>
              </p14:xfrm>
            </p:contentPart>
          </mc:Choice>
          <mc:Fallback>
            <p:pic>
              <p:nvPicPr>
                <p:cNvPr id="85" name="Ink 84">
                  <a:extLst>
                    <a:ext uri="{FF2B5EF4-FFF2-40B4-BE49-F238E27FC236}">
                      <a16:creationId xmlns:a16="http://schemas.microsoft.com/office/drawing/2014/main" id="{2295925C-A930-B1CC-95AE-4BDD8AA94A0F}"/>
                    </a:ext>
                  </a:extLst>
                </p:cNvPr>
                <p:cNvPicPr/>
                <p:nvPr/>
              </p:nvPicPr>
              <p:blipFill>
                <a:blip r:embed="rId164"/>
                <a:stretch>
                  <a:fillRect/>
                </a:stretch>
              </p:blipFill>
              <p:spPr>
                <a:xfrm>
                  <a:off x="5902828" y="4987379"/>
                  <a:ext cx="114840" cy="236160"/>
                </a:xfrm>
                <a:prstGeom prst="rect">
                  <a:avLst/>
                </a:prstGeom>
              </p:spPr>
            </p:pic>
          </mc:Fallback>
        </mc:AlternateContent>
        <mc:AlternateContent xmlns:mc="http://schemas.openxmlformats.org/markup-compatibility/2006">
          <mc:Choice xmlns:p14="http://schemas.microsoft.com/office/powerpoint/2010/main" Requires="p14">
            <p:contentPart p14:bwMode="auto" r:id="rId165">
              <p14:nvContentPartPr>
                <p14:cNvPr id="86" name="Ink 85">
                  <a:extLst>
                    <a:ext uri="{FF2B5EF4-FFF2-40B4-BE49-F238E27FC236}">
                      <a16:creationId xmlns:a16="http://schemas.microsoft.com/office/drawing/2014/main" id="{17F48E61-BC58-61B8-4D6F-A66B5E8E223A}"/>
                    </a:ext>
                  </a:extLst>
                </p14:cNvPr>
                <p14:cNvContentPartPr/>
                <p14:nvPr/>
              </p14:nvContentPartPr>
              <p14:xfrm>
                <a:off x="6177868" y="4614779"/>
                <a:ext cx="38160" cy="304200"/>
              </p14:xfrm>
            </p:contentPart>
          </mc:Choice>
          <mc:Fallback>
            <p:pic>
              <p:nvPicPr>
                <p:cNvPr id="86" name="Ink 85">
                  <a:extLst>
                    <a:ext uri="{FF2B5EF4-FFF2-40B4-BE49-F238E27FC236}">
                      <a16:creationId xmlns:a16="http://schemas.microsoft.com/office/drawing/2014/main" id="{17F48E61-BC58-61B8-4D6F-A66B5E8E223A}"/>
                    </a:ext>
                  </a:extLst>
                </p:cNvPr>
                <p:cNvPicPr/>
                <p:nvPr/>
              </p:nvPicPr>
              <p:blipFill>
                <a:blip r:embed="rId166"/>
                <a:stretch>
                  <a:fillRect/>
                </a:stretch>
              </p:blipFill>
              <p:spPr>
                <a:xfrm>
                  <a:off x="6173548" y="4610459"/>
                  <a:ext cx="46800" cy="312840"/>
                </a:xfrm>
                <a:prstGeom prst="rect">
                  <a:avLst/>
                </a:prstGeom>
              </p:spPr>
            </p:pic>
          </mc:Fallback>
        </mc:AlternateContent>
        <mc:AlternateContent xmlns:mc="http://schemas.openxmlformats.org/markup-compatibility/2006">
          <mc:Choice xmlns:p14="http://schemas.microsoft.com/office/powerpoint/2010/main" Requires="p14">
            <p:contentPart p14:bwMode="auto" r:id="rId167">
              <p14:nvContentPartPr>
                <p14:cNvPr id="87" name="Ink 86">
                  <a:extLst>
                    <a:ext uri="{FF2B5EF4-FFF2-40B4-BE49-F238E27FC236}">
                      <a16:creationId xmlns:a16="http://schemas.microsoft.com/office/drawing/2014/main" id="{0A07A005-EE06-EE96-9621-55FBE54ABEBE}"/>
                    </a:ext>
                  </a:extLst>
                </p14:cNvPr>
                <p14:cNvContentPartPr/>
                <p14:nvPr/>
              </p14:nvContentPartPr>
              <p14:xfrm>
                <a:off x="6161308" y="4655819"/>
                <a:ext cx="492480" cy="229320"/>
              </p14:xfrm>
            </p:contentPart>
          </mc:Choice>
          <mc:Fallback>
            <p:pic>
              <p:nvPicPr>
                <p:cNvPr id="87" name="Ink 86">
                  <a:extLst>
                    <a:ext uri="{FF2B5EF4-FFF2-40B4-BE49-F238E27FC236}">
                      <a16:creationId xmlns:a16="http://schemas.microsoft.com/office/drawing/2014/main" id="{0A07A005-EE06-EE96-9621-55FBE54ABEBE}"/>
                    </a:ext>
                  </a:extLst>
                </p:cNvPr>
                <p:cNvPicPr/>
                <p:nvPr/>
              </p:nvPicPr>
              <p:blipFill>
                <a:blip r:embed="rId168"/>
                <a:stretch>
                  <a:fillRect/>
                </a:stretch>
              </p:blipFill>
              <p:spPr>
                <a:xfrm>
                  <a:off x="6156988" y="4651499"/>
                  <a:ext cx="501120" cy="237960"/>
                </a:xfrm>
                <a:prstGeom prst="rect">
                  <a:avLst/>
                </a:prstGeom>
              </p:spPr>
            </p:pic>
          </mc:Fallback>
        </mc:AlternateContent>
        <mc:AlternateContent xmlns:mc="http://schemas.openxmlformats.org/markup-compatibility/2006">
          <mc:Choice xmlns:p14="http://schemas.microsoft.com/office/powerpoint/2010/main" Requires="p14">
            <p:contentPart p14:bwMode="auto" r:id="rId169">
              <p14:nvContentPartPr>
                <p14:cNvPr id="88" name="Ink 87">
                  <a:extLst>
                    <a:ext uri="{FF2B5EF4-FFF2-40B4-BE49-F238E27FC236}">
                      <a16:creationId xmlns:a16="http://schemas.microsoft.com/office/drawing/2014/main" id="{43C26E41-FABC-E18A-DDF6-1B2F4E3AC8A3}"/>
                    </a:ext>
                  </a:extLst>
                </p14:cNvPr>
                <p14:cNvContentPartPr/>
                <p14:nvPr/>
              </p14:nvContentPartPr>
              <p14:xfrm>
                <a:off x="6587548" y="4504979"/>
                <a:ext cx="94680" cy="23760"/>
              </p14:xfrm>
            </p:contentPart>
          </mc:Choice>
          <mc:Fallback>
            <p:pic>
              <p:nvPicPr>
                <p:cNvPr id="88" name="Ink 87">
                  <a:extLst>
                    <a:ext uri="{FF2B5EF4-FFF2-40B4-BE49-F238E27FC236}">
                      <a16:creationId xmlns:a16="http://schemas.microsoft.com/office/drawing/2014/main" id="{43C26E41-FABC-E18A-DDF6-1B2F4E3AC8A3}"/>
                    </a:ext>
                  </a:extLst>
                </p:cNvPr>
                <p:cNvPicPr/>
                <p:nvPr/>
              </p:nvPicPr>
              <p:blipFill>
                <a:blip r:embed="rId170"/>
                <a:stretch>
                  <a:fillRect/>
                </a:stretch>
              </p:blipFill>
              <p:spPr>
                <a:xfrm>
                  <a:off x="6583228" y="4500659"/>
                  <a:ext cx="103320" cy="32400"/>
                </a:xfrm>
                <a:prstGeom prst="rect">
                  <a:avLst/>
                </a:prstGeom>
              </p:spPr>
            </p:pic>
          </mc:Fallback>
        </mc:AlternateContent>
        <mc:AlternateContent xmlns:mc="http://schemas.openxmlformats.org/markup-compatibility/2006">
          <mc:Choice xmlns:p14="http://schemas.microsoft.com/office/powerpoint/2010/main" Requires="p14">
            <p:contentPart p14:bwMode="auto" r:id="rId171">
              <p14:nvContentPartPr>
                <p14:cNvPr id="89" name="Ink 88">
                  <a:extLst>
                    <a:ext uri="{FF2B5EF4-FFF2-40B4-BE49-F238E27FC236}">
                      <a16:creationId xmlns:a16="http://schemas.microsoft.com/office/drawing/2014/main" id="{8F10B38F-9F9A-2302-7925-9FDC4621D125}"/>
                    </a:ext>
                  </a:extLst>
                </p14:cNvPr>
                <p14:cNvContentPartPr/>
                <p14:nvPr/>
              </p14:nvContentPartPr>
              <p14:xfrm>
                <a:off x="6722548" y="4685699"/>
                <a:ext cx="198360" cy="137160"/>
              </p14:xfrm>
            </p:contentPart>
          </mc:Choice>
          <mc:Fallback>
            <p:pic>
              <p:nvPicPr>
                <p:cNvPr id="89" name="Ink 88">
                  <a:extLst>
                    <a:ext uri="{FF2B5EF4-FFF2-40B4-BE49-F238E27FC236}">
                      <a16:creationId xmlns:a16="http://schemas.microsoft.com/office/drawing/2014/main" id="{8F10B38F-9F9A-2302-7925-9FDC4621D125}"/>
                    </a:ext>
                  </a:extLst>
                </p:cNvPr>
                <p:cNvPicPr/>
                <p:nvPr/>
              </p:nvPicPr>
              <p:blipFill>
                <a:blip r:embed="rId172"/>
                <a:stretch>
                  <a:fillRect/>
                </a:stretch>
              </p:blipFill>
              <p:spPr>
                <a:xfrm>
                  <a:off x="6718228" y="4681379"/>
                  <a:ext cx="207000" cy="145800"/>
                </a:xfrm>
                <a:prstGeom prst="rect">
                  <a:avLst/>
                </a:prstGeom>
              </p:spPr>
            </p:pic>
          </mc:Fallback>
        </mc:AlternateContent>
        <mc:AlternateContent xmlns:mc="http://schemas.openxmlformats.org/markup-compatibility/2006">
          <mc:Choice xmlns:p14="http://schemas.microsoft.com/office/powerpoint/2010/main" Requires="p14">
            <p:contentPart p14:bwMode="auto" r:id="rId173">
              <p14:nvContentPartPr>
                <p14:cNvPr id="90" name="Ink 89">
                  <a:extLst>
                    <a:ext uri="{FF2B5EF4-FFF2-40B4-BE49-F238E27FC236}">
                      <a16:creationId xmlns:a16="http://schemas.microsoft.com/office/drawing/2014/main" id="{EECC0ABD-D65A-4E6E-A5D0-D9312201F7C4}"/>
                    </a:ext>
                  </a:extLst>
                </p14:cNvPr>
                <p14:cNvContentPartPr/>
                <p14:nvPr/>
              </p14:nvContentPartPr>
              <p14:xfrm>
                <a:off x="6923788" y="4539539"/>
                <a:ext cx="113040" cy="435960"/>
              </p14:xfrm>
            </p:contentPart>
          </mc:Choice>
          <mc:Fallback>
            <p:pic>
              <p:nvPicPr>
                <p:cNvPr id="90" name="Ink 89">
                  <a:extLst>
                    <a:ext uri="{FF2B5EF4-FFF2-40B4-BE49-F238E27FC236}">
                      <a16:creationId xmlns:a16="http://schemas.microsoft.com/office/drawing/2014/main" id="{EECC0ABD-D65A-4E6E-A5D0-D9312201F7C4}"/>
                    </a:ext>
                  </a:extLst>
                </p:cNvPr>
                <p:cNvPicPr/>
                <p:nvPr/>
              </p:nvPicPr>
              <p:blipFill>
                <a:blip r:embed="rId174"/>
                <a:stretch>
                  <a:fillRect/>
                </a:stretch>
              </p:blipFill>
              <p:spPr>
                <a:xfrm>
                  <a:off x="6919468" y="4535219"/>
                  <a:ext cx="121680" cy="444600"/>
                </a:xfrm>
                <a:prstGeom prst="rect">
                  <a:avLst/>
                </a:prstGeom>
              </p:spPr>
            </p:pic>
          </mc:Fallback>
        </mc:AlternateContent>
        <mc:AlternateContent xmlns:mc="http://schemas.openxmlformats.org/markup-compatibility/2006">
          <mc:Choice xmlns:p14="http://schemas.microsoft.com/office/powerpoint/2010/main" Requires="p14">
            <p:contentPart p14:bwMode="auto" r:id="rId175">
              <p14:nvContentPartPr>
                <p14:cNvPr id="91" name="Ink 90">
                  <a:extLst>
                    <a:ext uri="{FF2B5EF4-FFF2-40B4-BE49-F238E27FC236}">
                      <a16:creationId xmlns:a16="http://schemas.microsoft.com/office/drawing/2014/main" id="{FBFD9C3A-69DE-4EC7-8B66-6BC880BAD74F}"/>
                    </a:ext>
                  </a:extLst>
                </p14:cNvPr>
                <p14:cNvContentPartPr/>
                <p14:nvPr/>
              </p14:nvContentPartPr>
              <p14:xfrm>
                <a:off x="7181188" y="4657619"/>
                <a:ext cx="30600" cy="277920"/>
              </p14:xfrm>
            </p:contentPart>
          </mc:Choice>
          <mc:Fallback>
            <p:pic>
              <p:nvPicPr>
                <p:cNvPr id="91" name="Ink 90">
                  <a:extLst>
                    <a:ext uri="{FF2B5EF4-FFF2-40B4-BE49-F238E27FC236}">
                      <a16:creationId xmlns:a16="http://schemas.microsoft.com/office/drawing/2014/main" id="{FBFD9C3A-69DE-4EC7-8B66-6BC880BAD74F}"/>
                    </a:ext>
                  </a:extLst>
                </p:cNvPr>
                <p:cNvPicPr/>
                <p:nvPr/>
              </p:nvPicPr>
              <p:blipFill>
                <a:blip r:embed="rId176"/>
                <a:stretch>
                  <a:fillRect/>
                </a:stretch>
              </p:blipFill>
              <p:spPr>
                <a:xfrm>
                  <a:off x="7176868" y="4653299"/>
                  <a:ext cx="39240" cy="286560"/>
                </a:xfrm>
                <a:prstGeom prst="rect">
                  <a:avLst/>
                </a:prstGeom>
              </p:spPr>
            </p:pic>
          </mc:Fallback>
        </mc:AlternateContent>
        <mc:AlternateContent xmlns:mc="http://schemas.openxmlformats.org/markup-compatibility/2006">
          <mc:Choice xmlns:p14="http://schemas.microsoft.com/office/powerpoint/2010/main" Requires="p14">
            <p:contentPart p14:bwMode="auto" r:id="rId177">
              <p14:nvContentPartPr>
                <p14:cNvPr id="92" name="Ink 91">
                  <a:extLst>
                    <a:ext uri="{FF2B5EF4-FFF2-40B4-BE49-F238E27FC236}">
                      <a16:creationId xmlns:a16="http://schemas.microsoft.com/office/drawing/2014/main" id="{FC677D6B-8DB5-D601-C920-C945A2E5CE9C}"/>
                    </a:ext>
                  </a:extLst>
                </p14:cNvPr>
                <p14:cNvContentPartPr/>
                <p14:nvPr/>
              </p14:nvContentPartPr>
              <p14:xfrm>
                <a:off x="7266508" y="4793699"/>
                <a:ext cx="181800" cy="75960"/>
              </p14:xfrm>
            </p:contentPart>
          </mc:Choice>
          <mc:Fallback>
            <p:pic>
              <p:nvPicPr>
                <p:cNvPr id="92" name="Ink 91">
                  <a:extLst>
                    <a:ext uri="{FF2B5EF4-FFF2-40B4-BE49-F238E27FC236}">
                      <a16:creationId xmlns:a16="http://schemas.microsoft.com/office/drawing/2014/main" id="{FC677D6B-8DB5-D601-C920-C945A2E5CE9C}"/>
                    </a:ext>
                  </a:extLst>
                </p:cNvPr>
                <p:cNvPicPr/>
                <p:nvPr/>
              </p:nvPicPr>
              <p:blipFill>
                <a:blip r:embed="rId178"/>
                <a:stretch>
                  <a:fillRect/>
                </a:stretch>
              </p:blipFill>
              <p:spPr>
                <a:xfrm>
                  <a:off x="7262188" y="4789379"/>
                  <a:ext cx="190440" cy="84600"/>
                </a:xfrm>
                <a:prstGeom prst="rect">
                  <a:avLst/>
                </a:prstGeom>
              </p:spPr>
            </p:pic>
          </mc:Fallback>
        </mc:AlternateContent>
        <mc:AlternateContent xmlns:mc="http://schemas.openxmlformats.org/markup-compatibility/2006">
          <mc:Choice xmlns:p14="http://schemas.microsoft.com/office/powerpoint/2010/main" Requires="p14">
            <p:contentPart p14:bwMode="auto" r:id="rId179">
              <p14:nvContentPartPr>
                <p14:cNvPr id="93" name="Ink 92">
                  <a:extLst>
                    <a:ext uri="{FF2B5EF4-FFF2-40B4-BE49-F238E27FC236}">
                      <a16:creationId xmlns:a16="http://schemas.microsoft.com/office/drawing/2014/main" id="{071BCBCA-37DF-0906-BCE0-A40206026E6B}"/>
                    </a:ext>
                  </a:extLst>
                </p14:cNvPr>
                <p14:cNvContentPartPr/>
                <p14:nvPr/>
              </p14:nvContentPartPr>
              <p14:xfrm>
                <a:off x="7496908" y="4556459"/>
                <a:ext cx="109440" cy="338400"/>
              </p14:xfrm>
            </p:contentPart>
          </mc:Choice>
          <mc:Fallback>
            <p:pic>
              <p:nvPicPr>
                <p:cNvPr id="93" name="Ink 92">
                  <a:extLst>
                    <a:ext uri="{FF2B5EF4-FFF2-40B4-BE49-F238E27FC236}">
                      <a16:creationId xmlns:a16="http://schemas.microsoft.com/office/drawing/2014/main" id="{071BCBCA-37DF-0906-BCE0-A40206026E6B}"/>
                    </a:ext>
                  </a:extLst>
                </p:cNvPr>
                <p:cNvPicPr/>
                <p:nvPr/>
              </p:nvPicPr>
              <p:blipFill>
                <a:blip r:embed="rId180"/>
                <a:stretch>
                  <a:fillRect/>
                </a:stretch>
              </p:blipFill>
              <p:spPr>
                <a:xfrm>
                  <a:off x="7492588" y="4552139"/>
                  <a:ext cx="118080" cy="347040"/>
                </a:xfrm>
                <a:prstGeom prst="rect">
                  <a:avLst/>
                </a:prstGeom>
              </p:spPr>
            </p:pic>
          </mc:Fallback>
        </mc:AlternateContent>
        <mc:AlternateContent xmlns:mc="http://schemas.openxmlformats.org/markup-compatibility/2006">
          <mc:Choice xmlns:p14="http://schemas.microsoft.com/office/powerpoint/2010/main" Requires="p14">
            <p:contentPart p14:bwMode="auto" r:id="rId181">
              <p14:nvContentPartPr>
                <p14:cNvPr id="94" name="Ink 93">
                  <a:extLst>
                    <a:ext uri="{FF2B5EF4-FFF2-40B4-BE49-F238E27FC236}">
                      <a16:creationId xmlns:a16="http://schemas.microsoft.com/office/drawing/2014/main" id="{6639E2DF-3553-2CF1-3B84-84C0DD86217C}"/>
                    </a:ext>
                  </a:extLst>
                </p14:cNvPr>
                <p14:cNvContentPartPr/>
                <p14:nvPr/>
              </p14:nvContentPartPr>
              <p14:xfrm>
                <a:off x="7554868" y="4721699"/>
                <a:ext cx="111960" cy="30600"/>
              </p14:xfrm>
            </p:contentPart>
          </mc:Choice>
          <mc:Fallback>
            <p:pic>
              <p:nvPicPr>
                <p:cNvPr id="94" name="Ink 93">
                  <a:extLst>
                    <a:ext uri="{FF2B5EF4-FFF2-40B4-BE49-F238E27FC236}">
                      <a16:creationId xmlns:a16="http://schemas.microsoft.com/office/drawing/2014/main" id="{6639E2DF-3553-2CF1-3B84-84C0DD86217C}"/>
                    </a:ext>
                  </a:extLst>
                </p:cNvPr>
                <p:cNvPicPr/>
                <p:nvPr/>
              </p:nvPicPr>
              <p:blipFill>
                <a:blip r:embed="rId182"/>
                <a:stretch>
                  <a:fillRect/>
                </a:stretch>
              </p:blipFill>
              <p:spPr>
                <a:xfrm>
                  <a:off x="7550548" y="4717379"/>
                  <a:ext cx="120600" cy="39240"/>
                </a:xfrm>
                <a:prstGeom prst="rect">
                  <a:avLst/>
                </a:prstGeom>
              </p:spPr>
            </p:pic>
          </mc:Fallback>
        </mc:AlternateContent>
        <mc:AlternateContent xmlns:mc="http://schemas.openxmlformats.org/markup-compatibility/2006">
          <mc:Choice xmlns:p14="http://schemas.microsoft.com/office/powerpoint/2010/main" Requires="p14">
            <p:contentPart p14:bwMode="auto" r:id="rId183">
              <p14:nvContentPartPr>
                <p14:cNvPr id="95" name="Ink 94">
                  <a:extLst>
                    <a:ext uri="{FF2B5EF4-FFF2-40B4-BE49-F238E27FC236}">
                      <a16:creationId xmlns:a16="http://schemas.microsoft.com/office/drawing/2014/main" id="{2D6FF9DB-9B5C-7BCB-C631-A549579B18A2}"/>
                    </a:ext>
                  </a:extLst>
                </p14:cNvPr>
                <p14:cNvContentPartPr/>
                <p14:nvPr/>
              </p14:nvContentPartPr>
              <p14:xfrm>
                <a:off x="7681228" y="4552859"/>
                <a:ext cx="63360" cy="354960"/>
              </p14:xfrm>
            </p:contentPart>
          </mc:Choice>
          <mc:Fallback>
            <p:pic>
              <p:nvPicPr>
                <p:cNvPr id="95" name="Ink 94">
                  <a:extLst>
                    <a:ext uri="{FF2B5EF4-FFF2-40B4-BE49-F238E27FC236}">
                      <a16:creationId xmlns:a16="http://schemas.microsoft.com/office/drawing/2014/main" id="{2D6FF9DB-9B5C-7BCB-C631-A549579B18A2}"/>
                    </a:ext>
                  </a:extLst>
                </p:cNvPr>
                <p:cNvPicPr/>
                <p:nvPr/>
              </p:nvPicPr>
              <p:blipFill>
                <a:blip r:embed="rId184"/>
                <a:stretch>
                  <a:fillRect/>
                </a:stretch>
              </p:blipFill>
              <p:spPr>
                <a:xfrm>
                  <a:off x="7676908" y="4548539"/>
                  <a:ext cx="72000" cy="363600"/>
                </a:xfrm>
                <a:prstGeom prst="rect">
                  <a:avLst/>
                </a:prstGeom>
              </p:spPr>
            </p:pic>
          </mc:Fallback>
        </mc:AlternateContent>
        <mc:AlternateContent xmlns:mc="http://schemas.openxmlformats.org/markup-compatibility/2006">
          <mc:Choice xmlns:p14="http://schemas.microsoft.com/office/powerpoint/2010/main" Requires="p14">
            <p:contentPart p14:bwMode="auto" r:id="rId185">
              <p14:nvContentPartPr>
                <p14:cNvPr id="96" name="Ink 95">
                  <a:extLst>
                    <a:ext uri="{FF2B5EF4-FFF2-40B4-BE49-F238E27FC236}">
                      <a16:creationId xmlns:a16="http://schemas.microsoft.com/office/drawing/2014/main" id="{6FB0EC98-FB4B-59E2-969A-299CA7442BA3}"/>
                    </a:ext>
                  </a:extLst>
                </p14:cNvPr>
                <p14:cNvContentPartPr/>
                <p14:nvPr/>
              </p14:nvContentPartPr>
              <p14:xfrm>
                <a:off x="7721908" y="4651859"/>
                <a:ext cx="224640" cy="56520"/>
              </p14:xfrm>
            </p:contentPart>
          </mc:Choice>
          <mc:Fallback>
            <p:pic>
              <p:nvPicPr>
                <p:cNvPr id="96" name="Ink 95">
                  <a:extLst>
                    <a:ext uri="{FF2B5EF4-FFF2-40B4-BE49-F238E27FC236}">
                      <a16:creationId xmlns:a16="http://schemas.microsoft.com/office/drawing/2014/main" id="{6FB0EC98-FB4B-59E2-969A-299CA7442BA3}"/>
                    </a:ext>
                  </a:extLst>
                </p:cNvPr>
                <p:cNvPicPr/>
                <p:nvPr/>
              </p:nvPicPr>
              <p:blipFill>
                <a:blip r:embed="rId186"/>
                <a:stretch>
                  <a:fillRect/>
                </a:stretch>
              </p:blipFill>
              <p:spPr>
                <a:xfrm>
                  <a:off x="7717588" y="4647539"/>
                  <a:ext cx="233280" cy="65160"/>
                </a:xfrm>
                <a:prstGeom prst="rect">
                  <a:avLst/>
                </a:prstGeom>
              </p:spPr>
            </p:pic>
          </mc:Fallback>
        </mc:AlternateContent>
        <mc:AlternateContent xmlns:mc="http://schemas.openxmlformats.org/markup-compatibility/2006">
          <mc:Choice xmlns:p14="http://schemas.microsoft.com/office/powerpoint/2010/main" Requires="p14">
            <p:contentPart p14:bwMode="auto" r:id="rId187">
              <p14:nvContentPartPr>
                <p14:cNvPr id="106" name="Ink 105">
                  <a:extLst>
                    <a:ext uri="{FF2B5EF4-FFF2-40B4-BE49-F238E27FC236}">
                      <a16:creationId xmlns:a16="http://schemas.microsoft.com/office/drawing/2014/main" id="{5471B9C5-45B4-CF07-094F-7B95E0CFBE9F}"/>
                    </a:ext>
                  </a:extLst>
                </p14:cNvPr>
                <p14:cNvContentPartPr/>
                <p14:nvPr/>
              </p14:nvContentPartPr>
              <p14:xfrm>
                <a:off x="1649428" y="5717819"/>
                <a:ext cx="120240" cy="546120"/>
              </p14:xfrm>
            </p:contentPart>
          </mc:Choice>
          <mc:Fallback>
            <p:pic>
              <p:nvPicPr>
                <p:cNvPr id="106" name="Ink 105">
                  <a:extLst>
                    <a:ext uri="{FF2B5EF4-FFF2-40B4-BE49-F238E27FC236}">
                      <a16:creationId xmlns:a16="http://schemas.microsoft.com/office/drawing/2014/main" id="{5471B9C5-45B4-CF07-094F-7B95E0CFBE9F}"/>
                    </a:ext>
                  </a:extLst>
                </p:cNvPr>
                <p:cNvPicPr/>
                <p:nvPr/>
              </p:nvPicPr>
              <p:blipFill>
                <a:blip r:embed="rId188"/>
                <a:stretch>
                  <a:fillRect/>
                </a:stretch>
              </p:blipFill>
              <p:spPr>
                <a:xfrm>
                  <a:off x="1645108" y="5713499"/>
                  <a:ext cx="128880" cy="554760"/>
                </a:xfrm>
                <a:prstGeom prst="rect">
                  <a:avLst/>
                </a:prstGeom>
              </p:spPr>
            </p:pic>
          </mc:Fallback>
        </mc:AlternateContent>
        <mc:AlternateContent xmlns:mc="http://schemas.openxmlformats.org/markup-compatibility/2006">
          <mc:Choice xmlns:p14="http://schemas.microsoft.com/office/powerpoint/2010/main" Requires="p14">
            <p:contentPart p14:bwMode="auto" r:id="rId189">
              <p14:nvContentPartPr>
                <p14:cNvPr id="107" name="Ink 106">
                  <a:extLst>
                    <a:ext uri="{FF2B5EF4-FFF2-40B4-BE49-F238E27FC236}">
                      <a16:creationId xmlns:a16="http://schemas.microsoft.com/office/drawing/2014/main" id="{5676420F-28F9-AE53-BD01-C2452802DA6F}"/>
                    </a:ext>
                  </a:extLst>
                </p14:cNvPr>
                <p14:cNvContentPartPr/>
                <p14:nvPr/>
              </p14:nvContentPartPr>
              <p14:xfrm>
                <a:off x="1881628" y="5686139"/>
                <a:ext cx="346320" cy="403200"/>
              </p14:xfrm>
            </p:contentPart>
          </mc:Choice>
          <mc:Fallback>
            <p:pic>
              <p:nvPicPr>
                <p:cNvPr id="107" name="Ink 106">
                  <a:extLst>
                    <a:ext uri="{FF2B5EF4-FFF2-40B4-BE49-F238E27FC236}">
                      <a16:creationId xmlns:a16="http://schemas.microsoft.com/office/drawing/2014/main" id="{5676420F-28F9-AE53-BD01-C2452802DA6F}"/>
                    </a:ext>
                  </a:extLst>
                </p:cNvPr>
                <p:cNvPicPr/>
                <p:nvPr/>
              </p:nvPicPr>
              <p:blipFill>
                <a:blip r:embed="rId190"/>
                <a:stretch>
                  <a:fillRect/>
                </a:stretch>
              </p:blipFill>
              <p:spPr>
                <a:xfrm>
                  <a:off x="1877308" y="5681819"/>
                  <a:ext cx="354960" cy="411840"/>
                </a:xfrm>
                <a:prstGeom prst="rect">
                  <a:avLst/>
                </a:prstGeom>
              </p:spPr>
            </p:pic>
          </mc:Fallback>
        </mc:AlternateContent>
        <mc:AlternateContent xmlns:mc="http://schemas.openxmlformats.org/markup-compatibility/2006">
          <mc:Choice xmlns:p14="http://schemas.microsoft.com/office/powerpoint/2010/main" Requires="p14">
            <p:contentPart p14:bwMode="auto" r:id="rId191">
              <p14:nvContentPartPr>
                <p14:cNvPr id="108" name="Ink 107">
                  <a:extLst>
                    <a:ext uri="{FF2B5EF4-FFF2-40B4-BE49-F238E27FC236}">
                      <a16:creationId xmlns:a16="http://schemas.microsoft.com/office/drawing/2014/main" id="{92548488-6FF5-C628-20A5-1D1A15157C20}"/>
                    </a:ext>
                  </a:extLst>
                </p14:cNvPr>
                <p14:cNvContentPartPr/>
                <p14:nvPr/>
              </p14:nvContentPartPr>
              <p14:xfrm>
                <a:off x="2419828" y="5465459"/>
                <a:ext cx="82080" cy="344160"/>
              </p14:xfrm>
            </p:contentPart>
          </mc:Choice>
          <mc:Fallback>
            <p:pic>
              <p:nvPicPr>
                <p:cNvPr id="108" name="Ink 107">
                  <a:extLst>
                    <a:ext uri="{FF2B5EF4-FFF2-40B4-BE49-F238E27FC236}">
                      <a16:creationId xmlns:a16="http://schemas.microsoft.com/office/drawing/2014/main" id="{92548488-6FF5-C628-20A5-1D1A15157C20}"/>
                    </a:ext>
                  </a:extLst>
                </p:cNvPr>
                <p:cNvPicPr/>
                <p:nvPr/>
              </p:nvPicPr>
              <p:blipFill>
                <a:blip r:embed="rId192"/>
                <a:stretch>
                  <a:fillRect/>
                </a:stretch>
              </p:blipFill>
              <p:spPr>
                <a:xfrm>
                  <a:off x="2415508" y="5461139"/>
                  <a:ext cx="90720" cy="352800"/>
                </a:xfrm>
                <a:prstGeom prst="rect">
                  <a:avLst/>
                </a:prstGeom>
              </p:spPr>
            </p:pic>
          </mc:Fallback>
        </mc:AlternateContent>
        <mc:AlternateContent xmlns:mc="http://schemas.openxmlformats.org/markup-compatibility/2006">
          <mc:Choice xmlns:p14="http://schemas.microsoft.com/office/powerpoint/2010/main" Requires="p14">
            <p:contentPart p14:bwMode="auto" r:id="rId193">
              <p14:nvContentPartPr>
                <p14:cNvPr id="109" name="Ink 108">
                  <a:extLst>
                    <a:ext uri="{FF2B5EF4-FFF2-40B4-BE49-F238E27FC236}">
                      <a16:creationId xmlns:a16="http://schemas.microsoft.com/office/drawing/2014/main" id="{0F41935A-DDC1-F2EC-C854-93C40C96B653}"/>
                    </a:ext>
                  </a:extLst>
                </p14:cNvPr>
                <p14:cNvContentPartPr/>
                <p14:nvPr/>
              </p14:nvContentPartPr>
              <p14:xfrm>
                <a:off x="2550148" y="5671379"/>
                <a:ext cx="152640" cy="65160"/>
              </p14:xfrm>
            </p:contentPart>
          </mc:Choice>
          <mc:Fallback>
            <p:pic>
              <p:nvPicPr>
                <p:cNvPr id="109" name="Ink 108">
                  <a:extLst>
                    <a:ext uri="{FF2B5EF4-FFF2-40B4-BE49-F238E27FC236}">
                      <a16:creationId xmlns:a16="http://schemas.microsoft.com/office/drawing/2014/main" id="{0F41935A-DDC1-F2EC-C854-93C40C96B653}"/>
                    </a:ext>
                  </a:extLst>
                </p:cNvPr>
                <p:cNvPicPr/>
                <p:nvPr/>
              </p:nvPicPr>
              <p:blipFill>
                <a:blip r:embed="rId194"/>
                <a:stretch>
                  <a:fillRect/>
                </a:stretch>
              </p:blipFill>
              <p:spPr>
                <a:xfrm>
                  <a:off x="2545828" y="5667059"/>
                  <a:ext cx="161280" cy="73800"/>
                </a:xfrm>
                <a:prstGeom prst="rect">
                  <a:avLst/>
                </a:prstGeom>
              </p:spPr>
            </p:pic>
          </mc:Fallback>
        </mc:AlternateContent>
        <mc:AlternateContent xmlns:mc="http://schemas.openxmlformats.org/markup-compatibility/2006">
          <mc:Choice xmlns:p14="http://schemas.microsoft.com/office/powerpoint/2010/main" Requires="p14">
            <p:contentPart p14:bwMode="auto" r:id="rId195">
              <p14:nvContentPartPr>
                <p14:cNvPr id="110" name="Ink 109">
                  <a:extLst>
                    <a:ext uri="{FF2B5EF4-FFF2-40B4-BE49-F238E27FC236}">
                      <a16:creationId xmlns:a16="http://schemas.microsoft.com/office/drawing/2014/main" id="{A2D876AC-F8D5-EF8E-6DE8-0209F0A1571B}"/>
                    </a:ext>
                  </a:extLst>
                </p14:cNvPr>
                <p14:cNvContentPartPr/>
                <p14:nvPr/>
              </p14:nvContentPartPr>
              <p14:xfrm>
                <a:off x="2834548" y="5358899"/>
                <a:ext cx="59400" cy="341280"/>
              </p14:xfrm>
            </p:contentPart>
          </mc:Choice>
          <mc:Fallback>
            <p:pic>
              <p:nvPicPr>
                <p:cNvPr id="110" name="Ink 109">
                  <a:extLst>
                    <a:ext uri="{FF2B5EF4-FFF2-40B4-BE49-F238E27FC236}">
                      <a16:creationId xmlns:a16="http://schemas.microsoft.com/office/drawing/2014/main" id="{A2D876AC-F8D5-EF8E-6DE8-0209F0A1571B}"/>
                    </a:ext>
                  </a:extLst>
                </p:cNvPr>
                <p:cNvPicPr/>
                <p:nvPr/>
              </p:nvPicPr>
              <p:blipFill>
                <a:blip r:embed="rId196"/>
                <a:stretch>
                  <a:fillRect/>
                </a:stretch>
              </p:blipFill>
              <p:spPr>
                <a:xfrm>
                  <a:off x="2830228" y="5354579"/>
                  <a:ext cx="68040" cy="349920"/>
                </a:xfrm>
                <a:prstGeom prst="rect">
                  <a:avLst/>
                </a:prstGeom>
              </p:spPr>
            </p:pic>
          </mc:Fallback>
        </mc:AlternateContent>
        <mc:AlternateContent xmlns:mc="http://schemas.openxmlformats.org/markup-compatibility/2006">
          <mc:Choice xmlns:p14="http://schemas.microsoft.com/office/powerpoint/2010/main" Requires="p14">
            <p:contentPart p14:bwMode="auto" r:id="rId197">
              <p14:nvContentPartPr>
                <p14:cNvPr id="111" name="Ink 110">
                  <a:extLst>
                    <a:ext uri="{FF2B5EF4-FFF2-40B4-BE49-F238E27FC236}">
                      <a16:creationId xmlns:a16="http://schemas.microsoft.com/office/drawing/2014/main" id="{187060D7-6167-4471-E714-D4237D3A053B}"/>
                    </a:ext>
                  </a:extLst>
                </p14:cNvPr>
                <p14:cNvContentPartPr/>
                <p14:nvPr/>
              </p14:nvContentPartPr>
              <p14:xfrm>
                <a:off x="2832748" y="5525579"/>
                <a:ext cx="88560" cy="20880"/>
              </p14:xfrm>
            </p:contentPart>
          </mc:Choice>
          <mc:Fallback>
            <p:pic>
              <p:nvPicPr>
                <p:cNvPr id="111" name="Ink 110">
                  <a:extLst>
                    <a:ext uri="{FF2B5EF4-FFF2-40B4-BE49-F238E27FC236}">
                      <a16:creationId xmlns:a16="http://schemas.microsoft.com/office/drawing/2014/main" id="{187060D7-6167-4471-E714-D4237D3A053B}"/>
                    </a:ext>
                  </a:extLst>
                </p:cNvPr>
                <p:cNvPicPr/>
                <p:nvPr/>
              </p:nvPicPr>
              <p:blipFill>
                <a:blip r:embed="rId198"/>
                <a:stretch>
                  <a:fillRect/>
                </a:stretch>
              </p:blipFill>
              <p:spPr>
                <a:xfrm>
                  <a:off x="2828428" y="5521259"/>
                  <a:ext cx="97200" cy="29520"/>
                </a:xfrm>
                <a:prstGeom prst="rect">
                  <a:avLst/>
                </a:prstGeom>
              </p:spPr>
            </p:pic>
          </mc:Fallback>
        </mc:AlternateContent>
        <mc:AlternateContent xmlns:mc="http://schemas.openxmlformats.org/markup-compatibility/2006">
          <mc:Choice xmlns:p14="http://schemas.microsoft.com/office/powerpoint/2010/main" Requires="p14">
            <p:contentPart p14:bwMode="auto" r:id="rId199">
              <p14:nvContentPartPr>
                <p14:cNvPr id="112" name="Ink 111">
                  <a:extLst>
                    <a:ext uri="{FF2B5EF4-FFF2-40B4-BE49-F238E27FC236}">
                      <a16:creationId xmlns:a16="http://schemas.microsoft.com/office/drawing/2014/main" id="{0EA26085-93B0-6980-DFE6-8EF86365FB4C}"/>
                    </a:ext>
                  </a:extLst>
                </p14:cNvPr>
                <p14:cNvContentPartPr/>
                <p14:nvPr/>
              </p14:nvContentPartPr>
              <p14:xfrm>
                <a:off x="3019228" y="5374379"/>
                <a:ext cx="50760" cy="348840"/>
              </p14:xfrm>
            </p:contentPart>
          </mc:Choice>
          <mc:Fallback>
            <p:pic>
              <p:nvPicPr>
                <p:cNvPr id="112" name="Ink 111">
                  <a:extLst>
                    <a:ext uri="{FF2B5EF4-FFF2-40B4-BE49-F238E27FC236}">
                      <a16:creationId xmlns:a16="http://schemas.microsoft.com/office/drawing/2014/main" id="{0EA26085-93B0-6980-DFE6-8EF86365FB4C}"/>
                    </a:ext>
                  </a:extLst>
                </p:cNvPr>
                <p:cNvPicPr/>
                <p:nvPr/>
              </p:nvPicPr>
              <p:blipFill>
                <a:blip r:embed="rId200"/>
                <a:stretch>
                  <a:fillRect/>
                </a:stretch>
              </p:blipFill>
              <p:spPr>
                <a:xfrm>
                  <a:off x="3014908" y="5370059"/>
                  <a:ext cx="59400" cy="357480"/>
                </a:xfrm>
                <a:prstGeom prst="rect">
                  <a:avLst/>
                </a:prstGeom>
              </p:spPr>
            </p:pic>
          </mc:Fallback>
        </mc:AlternateContent>
        <mc:AlternateContent xmlns:mc="http://schemas.openxmlformats.org/markup-compatibility/2006">
          <mc:Choice xmlns:p14="http://schemas.microsoft.com/office/powerpoint/2010/main" Requires="p14">
            <p:contentPart p14:bwMode="auto" r:id="rId201">
              <p14:nvContentPartPr>
                <p14:cNvPr id="113" name="Ink 112">
                  <a:extLst>
                    <a:ext uri="{FF2B5EF4-FFF2-40B4-BE49-F238E27FC236}">
                      <a16:creationId xmlns:a16="http://schemas.microsoft.com/office/drawing/2014/main" id="{E69BEF0B-9F8D-5EA9-0F6A-B0DB7E46CDEC}"/>
                    </a:ext>
                  </a:extLst>
                </p14:cNvPr>
                <p14:cNvContentPartPr/>
                <p14:nvPr/>
              </p14:nvContentPartPr>
              <p14:xfrm>
                <a:off x="3026788" y="5515859"/>
                <a:ext cx="157680" cy="35280"/>
              </p14:xfrm>
            </p:contentPart>
          </mc:Choice>
          <mc:Fallback>
            <p:pic>
              <p:nvPicPr>
                <p:cNvPr id="113" name="Ink 112">
                  <a:extLst>
                    <a:ext uri="{FF2B5EF4-FFF2-40B4-BE49-F238E27FC236}">
                      <a16:creationId xmlns:a16="http://schemas.microsoft.com/office/drawing/2014/main" id="{E69BEF0B-9F8D-5EA9-0F6A-B0DB7E46CDEC}"/>
                    </a:ext>
                  </a:extLst>
                </p:cNvPr>
                <p:cNvPicPr/>
                <p:nvPr/>
              </p:nvPicPr>
              <p:blipFill>
                <a:blip r:embed="rId202"/>
                <a:stretch>
                  <a:fillRect/>
                </a:stretch>
              </p:blipFill>
              <p:spPr>
                <a:xfrm>
                  <a:off x="3022468" y="5511539"/>
                  <a:ext cx="166320" cy="43920"/>
                </a:xfrm>
                <a:prstGeom prst="rect">
                  <a:avLst/>
                </a:prstGeom>
              </p:spPr>
            </p:pic>
          </mc:Fallback>
        </mc:AlternateContent>
        <mc:AlternateContent xmlns:mc="http://schemas.openxmlformats.org/markup-compatibility/2006">
          <mc:Choice xmlns:p14="http://schemas.microsoft.com/office/powerpoint/2010/main" Requires="p14">
            <p:contentPart p14:bwMode="auto" r:id="rId203">
              <p14:nvContentPartPr>
                <p14:cNvPr id="114" name="Ink 113">
                  <a:extLst>
                    <a:ext uri="{FF2B5EF4-FFF2-40B4-BE49-F238E27FC236}">
                      <a16:creationId xmlns:a16="http://schemas.microsoft.com/office/drawing/2014/main" id="{E38C90BC-A3C6-2220-A363-0627A34B1279}"/>
                    </a:ext>
                  </a:extLst>
                </p14:cNvPr>
                <p14:cNvContentPartPr/>
                <p14:nvPr/>
              </p14:nvContentPartPr>
              <p14:xfrm>
                <a:off x="3240628" y="5745179"/>
                <a:ext cx="77040" cy="246240"/>
              </p14:xfrm>
            </p:contentPart>
          </mc:Choice>
          <mc:Fallback>
            <p:pic>
              <p:nvPicPr>
                <p:cNvPr id="114" name="Ink 113">
                  <a:extLst>
                    <a:ext uri="{FF2B5EF4-FFF2-40B4-BE49-F238E27FC236}">
                      <a16:creationId xmlns:a16="http://schemas.microsoft.com/office/drawing/2014/main" id="{E38C90BC-A3C6-2220-A363-0627A34B1279}"/>
                    </a:ext>
                  </a:extLst>
                </p:cNvPr>
                <p:cNvPicPr/>
                <p:nvPr/>
              </p:nvPicPr>
              <p:blipFill>
                <a:blip r:embed="rId204"/>
                <a:stretch>
                  <a:fillRect/>
                </a:stretch>
              </p:blipFill>
              <p:spPr>
                <a:xfrm>
                  <a:off x="3236308" y="5740859"/>
                  <a:ext cx="85680" cy="254880"/>
                </a:xfrm>
                <a:prstGeom prst="rect">
                  <a:avLst/>
                </a:prstGeom>
              </p:spPr>
            </p:pic>
          </mc:Fallback>
        </mc:AlternateContent>
        <mc:AlternateContent xmlns:mc="http://schemas.openxmlformats.org/markup-compatibility/2006">
          <mc:Choice xmlns:p14="http://schemas.microsoft.com/office/powerpoint/2010/main" Requires="p14">
            <p:contentPart p14:bwMode="auto" r:id="rId205">
              <p14:nvContentPartPr>
                <p14:cNvPr id="115" name="Ink 114">
                  <a:extLst>
                    <a:ext uri="{FF2B5EF4-FFF2-40B4-BE49-F238E27FC236}">
                      <a16:creationId xmlns:a16="http://schemas.microsoft.com/office/drawing/2014/main" id="{D70EFD10-478C-2781-35C0-3CC2F7CA00EC}"/>
                    </a:ext>
                  </a:extLst>
                </p14:cNvPr>
                <p14:cNvContentPartPr/>
                <p14:nvPr/>
              </p14:nvContentPartPr>
              <p14:xfrm>
                <a:off x="3637708" y="5427659"/>
                <a:ext cx="177120" cy="330480"/>
              </p14:xfrm>
            </p:contentPart>
          </mc:Choice>
          <mc:Fallback>
            <p:pic>
              <p:nvPicPr>
                <p:cNvPr id="115" name="Ink 114">
                  <a:extLst>
                    <a:ext uri="{FF2B5EF4-FFF2-40B4-BE49-F238E27FC236}">
                      <a16:creationId xmlns:a16="http://schemas.microsoft.com/office/drawing/2014/main" id="{D70EFD10-478C-2781-35C0-3CC2F7CA00EC}"/>
                    </a:ext>
                  </a:extLst>
                </p:cNvPr>
                <p:cNvPicPr/>
                <p:nvPr/>
              </p:nvPicPr>
              <p:blipFill>
                <a:blip r:embed="rId206"/>
                <a:stretch>
                  <a:fillRect/>
                </a:stretch>
              </p:blipFill>
              <p:spPr>
                <a:xfrm>
                  <a:off x="3633388" y="5423339"/>
                  <a:ext cx="185760" cy="339120"/>
                </a:xfrm>
                <a:prstGeom prst="rect">
                  <a:avLst/>
                </a:prstGeom>
              </p:spPr>
            </p:pic>
          </mc:Fallback>
        </mc:AlternateContent>
        <mc:AlternateContent xmlns:mc="http://schemas.openxmlformats.org/markup-compatibility/2006">
          <mc:Choice xmlns:p14="http://schemas.microsoft.com/office/powerpoint/2010/main" Requires="p14">
            <p:contentPart p14:bwMode="auto" r:id="rId207">
              <p14:nvContentPartPr>
                <p14:cNvPr id="116" name="Ink 115">
                  <a:extLst>
                    <a:ext uri="{FF2B5EF4-FFF2-40B4-BE49-F238E27FC236}">
                      <a16:creationId xmlns:a16="http://schemas.microsoft.com/office/drawing/2014/main" id="{B009B012-E6B4-2E05-BE5E-4DADB0E6935E}"/>
                    </a:ext>
                  </a:extLst>
                </p14:cNvPr>
                <p14:cNvContentPartPr/>
                <p14:nvPr/>
              </p14:nvContentPartPr>
              <p14:xfrm>
                <a:off x="3786748" y="5549339"/>
                <a:ext cx="241920" cy="166680"/>
              </p14:xfrm>
            </p:contentPart>
          </mc:Choice>
          <mc:Fallback>
            <p:pic>
              <p:nvPicPr>
                <p:cNvPr id="116" name="Ink 115">
                  <a:extLst>
                    <a:ext uri="{FF2B5EF4-FFF2-40B4-BE49-F238E27FC236}">
                      <a16:creationId xmlns:a16="http://schemas.microsoft.com/office/drawing/2014/main" id="{B009B012-E6B4-2E05-BE5E-4DADB0E6935E}"/>
                    </a:ext>
                  </a:extLst>
                </p:cNvPr>
                <p:cNvPicPr/>
                <p:nvPr/>
              </p:nvPicPr>
              <p:blipFill>
                <a:blip r:embed="rId208"/>
                <a:stretch>
                  <a:fillRect/>
                </a:stretch>
              </p:blipFill>
              <p:spPr>
                <a:xfrm>
                  <a:off x="3782428" y="5545019"/>
                  <a:ext cx="250560" cy="175320"/>
                </a:xfrm>
                <a:prstGeom prst="rect">
                  <a:avLst/>
                </a:prstGeom>
              </p:spPr>
            </p:pic>
          </mc:Fallback>
        </mc:AlternateContent>
        <mc:AlternateContent xmlns:mc="http://schemas.openxmlformats.org/markup-compatibility/2006">
          <mc:Choice xmlns:p14="http://schemas.microsoft.com/office/powerpoint/2010/main" Requires="p14">
            <p:contentPart p14:bwMode="auto" r:id="rId209">
              <p14:nvContentPartPr>
                <p14:cNvPr id="117" name="Ink 116">
                  <a:extLst>
                    <a:ext uri="{FF2B5EF4-FFF2-40B4-BE49-F238E27FC236}">
                      <a16:creationId xmlns:a16="http://schemas.microsoft.com/office/drawing/2014/main" id="{DBD06314-3F1F-0CDE-A424-F13BB43F215E}"/>
                    </a:ext>
                  </a:extLst>
                </p14:cNvPr>
                <p14:cNvContentPartPr/>
                <p14:nvPr/>
              </p14:nvContentPartPr>
              <p14:xfrm>
                <a:off x="4013188" y="5530619"/>
                <a:ext cx="140400" cy="178920"/>
              </p14:xfrm>
            </p:contentPart>
          </mc:Choice>
          <mc:Fallback>
            <p:pic>
              <p:nvPicPr>
                <p:cNvPr id="117" name="Ink 116">
                  <a:extLst>
                    <a:ext uri="{FF2B5EF4-FFF2-40B4-BE49-F238E27FC236}">
                      <a16:creationId xmlns:a16="http://schemas.microsoft.com/office/drawing/2014/main" id="{DBD06314-3F1F-0CDE-A424-F13BB43F215E}"/>
                    </a:ext>
                  </a:extLst>
                </p:cNvPr>
                <p:cNvPicPr/>
                <p:nvPr/>
              </p:nvPicPr>
              <p:blipFill>
                <a:blip r:embed="rId210"/>
                <a:stretch>
                  <a:fillRect/>
                </a:stretch>
              </p:blipFill>
              <p:spPr>
                <a:xfrm>
                  <a:off x="4008868" y="5526299"/>
                  <a:ext cx="149040" cy="187560"/>
                </a:xfrm>
                <a:prstGeom prst="rect">
                  <a:avLst/>
                </a:prstGeom>
              </p:spPr>
            </p:pic>
          </mc:Fallback>
        </mc:AlternateContent>
        <mc:AlternateContent xmlns:mc="http://schemas.openxmlformats.org/markup-compatibility/2006">
          <mc:Choice xmlns:p14="http://schemas.microsoft.com/office/powerpoint/2010/main" Requires="p14">
            <p:contentPart p14:bwMode="auto" r:id="rId211">
              <p14:nvContentPartPr>
                <p14:cNvPr id="118" name="Ink 117">
                  <a:extLst>
                    <a:ext uri="{FF2B5EF4-FFF2-40B4-BE49-F238E27FC236}">
                      <a16:creationId xmlns:a16="http://schemas.microsoft.com/office/drawing/2014/main" id="{25B3EAD5-9A8F-CB56-B10B-6508DA9B4DEC}"/>
                    </a:ext>
                  </a:extLst>
                </p14:cNvPr>
                <p14:cNvContentPartPr/>
                <p14:nvPr/>
              </p14:nvContentPartPr>
              <p14:xfrm>
                <a:off x="4200388" y="5529539"/>
                <a:ext cx="98280" cy="139320"/>
              </p14:xfrm>
            </p:contentPart>
          </mc:Choice>
          <mc:Fallback>
            <p:pic>
              <p:nvPicPr>
                <p:cNvPr id="118" name="Ink 117">
                  <a:extLst>
                    <a:ext uri="{FF2B5EF4-FFF2-40B4-BE49-F238E27FC236}">
                      <a16:creationId xmlns:a16="http://schemas.microsoft.com/office/drawing/2014/main" id="{25B3EAD5-9A8F-CB56-B10B-6508DA9B4DEC}"/>
                    </a:ext>
                  </a:extLst>
                </p:cNvPr>
                <p:cNvPicPr/>
                <p:nvPr/>
              </p:nvPicPr>
              <p:blipFill>
                <a:blip r:embed="rId212"/>
                <a:stretch>
                  <a:fillRect/>
                </a:stretch>
              </p:blipFill>
              <p:spPr>
                <a:xfrm>
                  <a:off x="4196068" y="5525219"/>
                  <a:ext cx="106920" cy="147960"/>
                </a:xfrm>
                <a:prstGeom prst="rect">
                  <a:avLst/>
                </a:prstGeom>
              </p:spPr>
            </p:pic>
          </mc:Fallback>
        </mc:AlternateContent>
        <mc:AlternateContent xmlns:mc="http://schemas.openxmlformats.org/markup-compatibility/2006">
          <mc:Choice xmlns:p14="http://schemas.microsoft.com/office/powerpoint/2010/main" Requires="p14">
            <p:contentPart p14:bwMode="auto" r:id="rId213">
              <p14:nvContentPartPr>
                <p14:cNvPr id="119" name="Ink 118">
                  <a:extLst>
                    <a:ext uri="{FF2B5EF4-FFF2-40B4-BE49-F238E27FC236}">
                      <a16:creationId xmlns:a16="http://schemas.microsoft.com/office/drawing/2014/main" id="{C3BB3BAF-EF4E-1878-4BBD-E3EE23CC326A}"/>
                    </a:ext>
                  </a:extLst>
                </p14:cNvPr>
                <p14:cNvContentPartPr/>
                <p14:nvPr/>
              </p14:nvContentPartPr>
              <p14:xfrm>
                <a:off x="4157188" y="5542859"/>
                <a:ext cx="380880" cy="142200"/>
              </p14:xfrm>
            </p:contentPart>
          </mc:Choice>
          <mc:Fallback>
            <p:pic>
              <p:nvPicPr>
                <p:cNvPr id="119" name="Ink 118">
                  <a:extLst>
                    <a:ext uri="{FF2B5EF4-FFF2-40B4-BE49-F238E27FC236}">
                      <a16:creationId xmlns:a16="http://schemas.microsoft.com/office/drawing/2014/main" id="{C3BB3BAF-EF4E-1878-4BBD-E3EE23CC326A}"/>
                    </a:ext>
                  </a:extLst>
                </p:cNvPr>
                <p:cNvPicPr/>
                <p:nvPr/>
              </p:nvPicPr>
              <p:blipFill>
                <a:blip r:embed="rId214"/>
                <a:stretch>
                  <a:fillRect/>
                </a:stretch>
              </p:blipFill>
              <p:spPr>
                <a:xfrm>
                  <a:off x="4152868" y="5538539"/>
                  <a:ext cx="389520" cy="150840"/>
                </a:xfrm>
                <a:prstGeom prst="rect">
                  <a:avLst/>
                </a:prstGeom>
              </p:spPr>
            </p:pic>
          </mc:Fallback>
        </mc:AlternateContent>
        <mc:AlternateContent xmlns:mc="http://schemas.openxmlformats.org/markup-compatibility/2006">
          <mc:Choice xmlns:p14="http://schemas.microsoft.com/office/powerpoint/2010/main" Requires="p14">
            <p:contentPart p14:bwMode="auto" r:id="rId215">
              <p14:nvContentPartPr>
                <p14:cNvPr id="120" name="Ink 119">
                  <a:extLst>
                    <a:ext uri="{FF2B5EF4-FFF2-40B4-BE49-F238E27FC236}">
                      <a16:creationId xmlns:a16="http://schemas.microsoft.com/office/drawing/2014/main" id="{A7D27205-D3F6-6D80-1CD0-3EEE66B38296}"/>
                    </a:ext>
                  </a:extLst>
                </p14:cNvPr>
                <p14:cNvContentPartPr/>
                <p14:nvPr/>
              </p14:nvContentPartPr>
              <p14:xfrm>
                <a:off x="4609348" y="5369699"/>
                <a:ext cx="177480" cy="320400"/>
              </p14:xfrm>
            </p:contentPart>
          </mc:Choice>
          <mc:Fallback>
            <p:pic>
              <p:nvPicPr>
                <p:cNvPr id="120" name="Ink 119">
                  <a:extLst>
                    <a:ext uri="{FF2B5EF4-FFF2-40B4-BE49-F238E27FC236}">
                      <a16:creationId xmlns:a16="http://schemas.microsoft.com/office/drawing/2014/main" id="{A7D27205-D3F6-6D80-1CD0-3EEE66B38296}"/>
                    </a:ext>
                  </a:extLst>
                </p:cNvPr>
                <p:cNvPicPr/>
                <p:nvPr/>
              </p:nvPicPr>
              <p:blipFill>
                <a:blip r:embed="rId216"/>
                <a:stretch>
                  <a:fillRect/>
                </a:stretch>
              </p:blipFill>
              <p:spPr>
                <a:xfrm>
                  <a:off x="4605028" y="5365379"/>
                  <a:ext cx="186120" cy="329040"/>
                </a:xfrm>
                <a:prstGeom prst="rect">
                  <a:avLst/>
                </a:prstGeom>
              </p:spPr>
            </p:pic>
          </mc:Fallback>
        </mc:AlternateContent>
        <mc:AlternateContent xmlns:mc="http://schemas.openxmlformats.org/markup-compatibility/2006">
          <mc:Choice xmlns:p14="http://schemas.microsoft.com/office/powerpoint/2010/main" Requires="p14">
            <p:contentPart p14:bwMode="auto" r:id="rId217">
              <p14:nvContentPartPr>
                <p14:cNvPr id="121" name="Ink 120">
                  <a:extLst>
                    <a:ext uri="{FF2B5EF4-FFF2-40B4-BE49-F238E27FC236}">
                      <a16:creationId xmlns:a16="http://schemas.microsoft.com/office/drawing/2014/main" id="{B1DB342F-DFB9-378D-AC66-F2E13D4F5042}"/>
                    </a:ext>
                  </a:extLst>
                </p14:cNvPr>
                <p14:cNvContentPartPr/>
                <p14:nvPr/>
              </p14:nvContentPartPr>
              <p14:xfrm>
                <a:off x="4952428" y="5443139"/>
                <a:ext cx="239760" cy="158400"/>
              </p14:xfrm>
            </p:contentPart>
          </mc:Choice>
          <mc:Fallback>
            <p:pic>
              <p:nvPicPr>
                <p:cNvPr id="121" name="Ink 120">
                  <a:extLst>
                    <a:ext uri="{FF2B5EF4-FFF2-40B4-BE49-F238E27FC236}">
                      <a16:creationId xmlns:a16="http://schemas.microsoft.com/office/drawing/2014/main" id="{B1DB342F-DFB9-378D-AC66-F2E13D4F5042}"/>
                    </a:ext>
                  </a:extLst>
                </p:cNvPr>
                <p:cNvPicPr/>
                <p:nvPr/>
              </p:nvPicPr>
              <p:blipFill>
                <a:blip r:embed="rId218"/>
                <a:stretch>
                  <a:fillRect/>
                </a:stretch>
              </p:blipFill>
              <p:spPr>
                <a:xfrm>
                  <a:off x="4948108" y="5438819"/>
                  <a:ext cx="248400" cy="167040"/>
                </a:xfrm>
                <a:prstGeom prst="rect">
                  <a:avLst/>
                </a:prstGeom>
              </p:spPr>
            </p:pic>
          </mc:Fallback>
        </mc:AlternateContent>
        <mc:AlternateContent xmlns:mc="http://schemas.openxmlformats.org/markup-compatibility/2006">
          <mc:Choice xmlns:p14="http://schemas.microsoft.com/office/powerpoint/2010/main" Requires="p14">
            <p:contentPart p14:bwMode="auto" r:id="rId219">
              <p14:nvContentPartPr>
                <p14:cNvPr id="122" name="Ink 121">
                  <a:extLst>
                    <a:ext uri="{FF2B5EF4-FFF2-40B4-BE49-F238E27FC236}">
                      <a16:creationId xmlns:a16="http://schemas.microsoft.com/office/drawing/2014/main" id="{78891F6A-5F7A-895F-E32D-5F63882A568B}"/>
                    </a:ext>
                  </a:extLst>
                </p14:cNvPr>
                <p14:cNvContentPartPr/>
                <p14:nvPr/>
              </p14:nvContentPartPr>
              <p14:xfrm>
                <a:off x="5194348" y="5262419"/>
                <a:ext cx="19800" cy="28440"/>
              </p14:xfrm>
            </p:contentPart>
          </mc:Choice>
          <mc:Fallback>
            <p:pic>
              <p:nvPicPr>
                <p:cNvPr id="122" name="Ink 121">
                  <a:extLst>
                    <a:ext uri="{FF2B5EF4-FFF2-40B4-BE49-F238E27FC236}">
                      <a16:creationId xmlns:a16="http://schemas.microsoft.com/office/drawing/2014/main" id="{78891F6A-5F7A-895F-E32D-5F63882A568B}"/>
                    </a:ext>
                  </a:extLst>
                </p:cNvPr>
                <p:cNvPicPr/>
                <p:nvPr/>
              </p:nvPicPr>
              <p:blipFill>
                <a:blip r:embed="rId220"/>
                <a:stretch>
                  <a:fillRect/>
                </a:stretch>
              </p:blipFill>
              <p:spPr>
                <a:xfrm>
                  <a:off x="5190028" y="5258099"/>
                  <a:ext cx="2844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221">
              <p14:nvContentPartPr>
                <p14:cNvPr id="123" name="Ink 122">
                  <a:extLst>
                    <a:ext uri="{FF2B5EF4-FFF2-40B4-BE49-F238E27FC236}">
                      <a16:creationId xmlns:a16="http://schemas.microsoft.com/office/drawing/2014/main" id="{66E746C4-02A0-375F-F1C2-C9A1DAC4683F}"/>
                    </a:ext>
                  </a:extLst>
                </p14:cNvPr>
                <p14:cNvContentPartPr/>
                <p14:nvPr/>
              </p14:nvContentPartPr>
              <p14:xfrm>
                <a:off x="5280028" y="5451419"/>
                <a:ext cx="138960" cy="422280"/>
              </p14:xfrm>
            </p:contentPart>
          </mc:Choice>
          <mc:Fallback>
            <p:pic>
              <p:nvPicPr>
                <p:cNvPr id="123" name="Ink 122">
                  <a:extLst>
                    <a:ext uri="{FF2B5EF4-FFF2-40B4-BE49-F238E27FC236}">
                      <a16:creationId xmlns:a16="http://schemas.microsoft.com/office/drawing/2014/main" id="{66E746C4-02A0-375F-F1C2-C9A1DAC4683F}"/>
                    </a:ext>
                  </a:extLst>
                </p:cNvPr>
                <p:cNvPicPr/>
                <p:nvPr/>
              </p:nvPicPr>
              <p:blipFill>
                <a:blip r:embed="rId222"/>
                <a:stretch>
                  <a:fillRect/>
                </a:stretch>
              </p:blipFill>
              <p:spPr>
                <a:xfrm>
                  <a:off x="5275708" y="5447099"/>
                  <a:ext cx="147600" cy="430920"/>
                </a:xfrm>
                <a:prstGeom prst="rect">
                  <a:avLst/>
                </a:prstGeom>
              </p:spPr>
            </p:pic>
          </mc:Fallback>
        </mc:AlternateContent>
        <mc:AlternateContent xmlns:mc="http://schemas.openxmlformats.org/markup-compatibility/2006">
          <mc:Choice xmlns:p14="http://schemas.microsoft.com/office/powerpoint/2010/main" Requires="p14">
            <p:contentPart p14:bwMode="auto" r:id="rId223">
              <p14:nvContentPartPr>
                <p14:cNvPr id="124" name="Ink 123">
                  <a:extLst>
                    <a:ext uri="{FF2B5EF4-FFF2-40B4-BE49-F238E27FC236}">
                      <a16:creationId xmlns:a16="http://schemas.microsoft.com/office/drawing/2014/main" id="{76FB7596-AF62-79E5-813C-397697E9672D}"/>
                    </a:ext>
                  </a:extLst>
                </p14:cNvPr>
                <p14:cNvContentPartPr/>
                <p14:nvPr/>
              </p14:nvContentPartPr>
              <p14:xfrm>
                <a:off x="5587468" y="5114819"/>
                <a:ext cx="401760" cy="439200"/>
              </p14:xfrm>
            </p:contentPart>
          </mc:Choice>
          <mc:Fallback>
            <p:pic>
              <p:nvPicPr>
                <p:cNvPr id="124" name="Ink 123">
                  <a:extLst>
                    <a:ext uri="{FF2B5EF4-FFF2-40B4-BE49-F238E27FC236}">
                      <a16:creationId xmlns:a16="http://schemas.microsoft.com/office/drawing/2014/main" id="{76FB7596-AF62-79E5-813C-397697E9672D}"/>
                    </a:ext>
                  </a:extLst>
                </p:cNvPr>
                <p:cNvPicPr/>
                <p:nvPr/>
              </p:nvPicPr>
              <p:blipFill>
                <a:blip r:embed="rId224"/>
                <a:stretch>
                  <a:fillRect/>
                </a:stretch>
              </p:blipFill>
              <p:spPr>
                <a:xfrm>
                  <a:off x="5583148" y="5110499"/>
                  <a:ext cx="410400" cy="447840"/>
                </a:xfrm>
                <a:prstGeom prst="rect">
                  <a:avLst/>
                </a:prstGeom>
              </p:spPr>
            </p:pic>
          </mc:Fallback>
        </mc:AlternateContent>
        <mc:AlternateContent xmlns:mc="http://schemas.openxmlformats.org/markup-compatibility/2006">
          <mc:Choice xmlns:p14="http://schemas.microsoft.com/office/powerpoint/2010/main" Requires="p14">
            <p:contentPart p14:bwMode="auto" r:id="rId225">
              <p14:nvContentPartPr>
                <p14:cNvPr id="125" name="Ink 124">
                  <a:extLst>
                    <a:ext uri="{FF2B5EF4-FFF2-40B4-BE49-F238E27FC236}">
                      <a16:creationId xmlns:a16="http://schemas.microsoft.com/office/drawing/2014/main" id="{142A1B5B-98EA-BDC8-1182-E4A7AB636AB2}"/>
                    </a:ext>
                  </a:extLst>
                </p14:cNvPr>
                <p14:cNvContentPartPr/>
                <p14:nvPr/>
              </p14:nvContentPartPr>
              <p14:xfrm>
                <a:off x="5971948" y="5308139"/>
                <a:ext cx="145080" cy="16920"/>
              </p14:xfrm>
            </p:contentPart>
          </mc:Choice>
          <mc:Fallback>
            <p:pic>
              <p:nvPicPr>
                <p:cNvPr id="125" name="Ink 124">
                  <a:extLst>
                    <a:ext uri="{FF2B5EF4-FFF2-40B4-BE49-F238E27FC236}">
                      <a16:creationId xmlns:a16="http://schemas.microsoft.com/office/drawing/2014/main" id="{142A1B5B-98EA-BDC8-1182-E4A7AB636AB2}"/>
                    </a:ext>
                  </a:extLst>
                </p:cNvPr>
                <p:cNvPicPr/>
                <p:nvPr/>
              </p:nvPicPr>
              <p:blipFill>
                <a:blip r:embed="rId226"/>
                <a:stretch>
                  <a:fillRect/>
                </a:stretch>
              </p:blipFill>
              <p:spPr>
                <a:xfrm>
                  <a:off x="5967628" y="5303819"/>
                  <a:ext cx="15372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227">
              <p14:nvContentPartPr>
                <p14:cNvPr id="126" name="Ink 125">
                  <a:extLst>
                    <a:ext uri="{FF2B5EF4-FFF2-40B4-BE49-F238E27FC236}">
                      <a16:creationId xmlns:a16="http://schemas.microsoft.com/office/drawing/2014/main" id="{D467FCCD-2335-8734-E919-7184A9FB6BC4}"/>
                    </a:ext>
                  </a:extLst>
                </p14:cNvPr>
                <p14:cNvContentPartPr/>
                <p14:nvPr/>
              </p14:nvContentPartPr>
              <p14:xfrm>
                <a:off x="6195508" y="5630699"/>
                <a:ext cx="37080" cy="117000"/>
              </p14:xfrm>
            </p:contentPart>
          </mc:Choice>
          <mc:Fallback>
            <p:pic>
              <p:nvPicPr>
                <p:cNvPr id="126" name="Ink 125">
                  <a:extLst>
                    <a:ext uri="{FF2B5EF4-FFF2-40B4-BE49-F238E27FC236}">
                      <a16:creationId xmlns:a16="http://schemas.microsoft.com/office/drawing/2014/main" id="{D467FCCD-2335-8734-E919-7184A9FB6BC4}"/>
                    </a:ext>
                  </a:extLst>
                </p:cNvPr>
                <p:cNvPicPr/>
                <p:nvPr/>
              </p:nvPicPr>
              <p:blipFill>
                <a:blip r:embed="rId228"/>
                <a:stretch>
                  <a:fillRect/>
                </a:stretch>
              </p:blipFill>
              <p:spPr>
                <a:xfrm>
                  <a:off x="6191188" y="5626379"/>
                  <a:ext cx="45720" cy="125640"/>
                </a:xfrm>
                <a:prstGeom prst="rect">
                  <a:avLst/>
                </a:prstGeom>
              </p:spPr>
            </p:pic>
          </mc:Fallback>
        </mc:AlternateContent>
        <mc:AlternateContent xmlns:mc="http://schemas.openxmlformats.org/markup-compatibility/2006">
          <mc:Choice xmlns:p14="http://schemas.microsoft.com/office/powerpoint/2010/main" Requires="p14">
            <p:contentPart p14:bwMode="auto" r:id="rId229">
              <p14:nvContentPartPr>
                <p14:cNvPr id="127" name="Ink 126">
                  <a:extLst>
                    <a:ext uri="{FF2B5EF4-FFF2-40B4-BE49-F238E27FC236}">
                      <a16:creationId xmlns:a16="http://schemas.microsoft.com/office/drawing/2014/main" id="{0786B4A0-8FD4-2338-96A3-BF6AD50D3470}"/>
                    </a:ext>
                  </a:extLst>
                </p14:cNvPr>
                <p14:cNvContentPartPr/>
                <p14:nvPr/>
              </p14:nvContentPartPr>
              <p14:xfrm>
                <a:off x="6488908" y="5200139"/>
                <a:ext cx="40680" cy="426960"/>
              </p14:xfrm>
            </p:contentPart>
          </mc:Choice>
          <mc:Fallback>
            <p:pic>
              <p:nvPicPr>
                <p:cNvPr id="127" name="Ink 126">
                  <a:extLst>
                    <a:ext uri="{FF2B5EF4-FFF2-40B4-BE49-F238E27FC236}">
                      <a16:creationId xmlns:a16="http://schemas.microsoft.com/office/drawing/2014/main" id="{0786B4A0-8FD4-2338-96A3-BF6AD50D3470}"/>
                    </a:ext>
                  </a:extLst>
                </p:cNvPr>
                <p:cNvPicPr/>
                <p:nvPr/>
              </p:nvPicPr>
              <p:blipFill>
                <a:blip r:embed="rId230"/>
                <a:stretch>
                  <a:fillRect/>
                </a:stretch>
              </p:blipFill>
              <p:spPr>
                <a:xfrm>
                  <a:off x="6484588" y="5195819"/>
                  <a:ext cx="49320" cy="435600"/>
                </a:xfrm>
                <a:prstGeom prst="rect">
                  <a:avLst/>
                </a:prstGeom>
              </p:spPr>
            </p:pic>
          </mc:Fallback>
        </mc:AlternateContent>
        <mc:AlternateContent xmlns:mc="http://schemas.openxmlformats.org/markup-compatibility/2006">
          <mc:Choice xmlns:p14="http://schemas.microsoft.com/office/powerpoint/2010/main" Requires="p14">
            <p:contentPart p14:bwMode="auto" r:id="rId231">
              <p14:nvContentPartPr>
                <p14:cNvPr id="128" name="Ink 127">
                  <a:extLst>
                    <a:ext uri="{FF2B5EF4-FFF2-40B4-BE49-F238E27FC236}">
                      <a16:creationId xmlns:a16="http://schemas.microsoft.com/office/drawing/2014/main" id="{01377CE0-001B-5077-35E5-D2CCEC7940E3}"/>
                    </a:ext>
                  </a:extLst>
                </p14:cNvPr>
                <p14:cNvContentPartPr/>
                <p14:nvPr/>
              </p14:nvContentPartPr>
              <p14:xfrm>
                <a:off x="6518788" y="5348819"/>
                <a:ext cx="124560" cy="18000"/>
              </p14:xfrm>
            </p:contentPart>
          </mc:Choice>
          <mc:Fallback>
            <p:pic>
              <p:nvPicPr>
                <p:cNvPr id="128" name="Ink 127">
                  <a:extLst>
                    <a:ext uri="{FF2B5EF4-FFF2-40B4-BE49-F238E27FC236}">
                      <a16:creationId xmlns:a16="http://schemas.microsoft.com/office/drawing/2014/main" id="{01377CE0-001B-5077-35E5-D2CCEC7940E3}"/>
                    </a:ext>
                  </a:extLst>
                </p:cNvPr>
                <p:cNvPicPr/>
                <p:nvPr/>
              </p:nvPicPr>
              <p:blipFill>
                <a:blip r:embed="rId232"/>
                <a:stretch>
                  <a:fillRect/>
                </a:stretch>
              </p:blipFill>
              <p:spPr>
                <a:xfrm>
                  <a:off x="6514468" y="5344499"/>
                  <a:ext cx="13320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233">
              <p14:nvContentPartPr>
                <p14:cNvPr id="129" name="Ink 128">
                  <a:extLst>
                    <a:ext uri="{FF2B5EF4-FFF2-40B4-BE49-F238E27FC236}">
                      <a16:creationId xmlns:a16="http://schemas.microsoft.com/office/drawing/2014/main" id="{0C4716AF-46D6-925A-0053-8FA2196D3D0F}"/>
                    </a:ext>
                  </a:extLst>
                </p14:cNvPr>
                <p14:cNvContentPartPr/>
                <p14:nvPr/>
              </p14:nvContentPartPr>
              <p14:xfrm>
                <a:off x="6670348" y="5226779"/>
                <a:ext cx="329400" cy="338400"/>
              </p14:xfrm>
            </p:contentPart>
          </mc:Choice>
          <mc:Fallback>
            <p:pic>
              <p:nvPicPr>
                <p:cNvPr id="129" name="Ink 128">
                  <a:extLst>
                    <a:ext uri="{FF2B5EF4-FFF2-40B4-BE49-F238E27FC236}">
                      <a16:creationId xmlns:a16="http://schemas.microsoft.com/office/drawing/2014/main" id="{0C4716AF-46D6-925A-0053-8FA2196D3D0F}"/>
                    </a:ext>
                  </a:extLst>
                </p:cNvPr>
                <p:cNvPicPr/>
                <p:nvPr/>
              </p:nvPicPr>
              <p:blipFill>
                <a:blip r:embed="rId234"/>
                <a:stretch>
                  <a:fillRect/>
                </a:stretch>
              </p:blipFill>
              <p:spPr>
                <a:xfrm>
                  <a:off x="6666028" y="5222459"/>
                  <a:ext cx="338040" cy="347040"/>
                </a:xfrm>
                <a:prstGeom prst="rect">
                  <a:avLst/>
                </a:prstGeom>
              </p:spPr>
            </p:pic>
          </mc:Fallback>
        </mc:AlternateContent>
        <mc:AlternateContent xmlns:mc="http://schemas.openxmlformats.org/markup-compatibility/2006">
          <mc:Choice xmlns:p14="http://schemas.microsoft.com/office/powerpoint/2010/main" Requires="p14">
            <p:contentPart p14:bwMode="auto" r:id="rId235">
              <p14:nvContentPartPr>
                <p14:cNvPr id="130" name="Ink 129">
                  <a:extLst>
                    <a:ext uri="{FF2B5EF4-FFF2-40B4-BE49-F238E27FC236}">
                      <a16:creationId xmlns:a16="http://schemas.microsoft.com/office/drawing/2014/main" id="{C2852C02-801E-A123-41B2-4DC1E7B785B0}"/>
                    </a:ext>
                  </a:extLst>
                </p14:cNvPr>
                <p14:cNvContentPartPr/>
                <p14:nvPr/>
              </p14:nvContentPartPr>
              <p14:xfrm>
                <a:off x="6930628" y="5278259"/>
                <a:ext cx="20880" cy="9000"/>
              </p14:xfrm>
            </p:contentPart>
          </mc:Choice>
          <mc:Fallback>
            <p:pic>
              <p:nvPicPr>
                <p:cNvPr id="130" name="Ink 129">
                  <a:extLst>
                    <a:ext uri="{FF2B5EF4-FFF2-40B4-BE49-F238E27FC236}">
                      <a16:creationId xmlns:a16="http://schemas.microsoft.com/office/drawing/2014/main" id="{C2852C02-801E-A123-41B2-4DC1E7B785B0}"/>
                    </a:ext>
                  </a:extLst>
                </p:cNvPr>
                <p:cNvPicPr/>
                <p:nvPr/>
              </p:nvPicPr>
              <p:blipFill>
                <a:blip r:embed="rId236"/>
                <a:stretch>
                  <a:fillRect/>
                </a:stretch>
              </p:blipFill>
              <p:spPr>
                <a:xfrm>
                  <a:off x="6926308" y="5273939"/>
                  <a:ext cx="29520" cy="17640"/>
                </a:xfrm>
                <a:prstGeom prst="rect">
                  <a:avLst/>
                </a:prstGeom>
              </p:spPr>
            </p:pic>
          </mc:Fallback>
        </mc:AlternateContent>
        <mc:AlternateContent xmlns:mc="http://schemas.openxmlformats.org/markup-compatibility/2006">
          <mc:Choice xmlns:p14="http://schemas.microsoft.com/office/powerpoint/2010/main" Requires="p14">
            <p:contentPart p14:bwMode="auto" r:id="rId237">
              <p14:nvContentPartPr>
                <p14:cNvPr id="131" name="Ink 130">
                  <a:extLst>
                    <a:ext uri="{FF2B5EF4-FFF2-40B4-BE49-F238E27FC236}">
                      <a16:creationId xmlns:a16="http://schemas.microsoft.com/office/drawing/2014/main" id="{A0832203-7C7B-9668-23C9-50B1715FEE87}"/>
                    </a:ext>
                  </a:extLst>
                </p14:cNvPr>
                <p14:cNvContentPartPr/>
                <p14:nvPr/>
              </p14:nvContentPartPr>
              <p14:xfrm>
                <a:off x="7059508" y="5349899"/>
                <a:ext cx="156600" cy="185040"/>
              </p14:xfrm>
            </p:contentPart>
          </mc:Choice>
          <mc:Fallback>
            <p:pic>
              <p:nvPicPr>
                <p:cNvPr id="131" name="Ink 130">
                  <a:extLst>
                    <a:ext uri="{FF2B5EF4-FFF2-40B4-BE49-F238E27FC236}">
                      <a16:creationId xmlns:a16="http://schemas.microsoft.com/office/drawing/2014/main" id="{A0832203-7C7B-9668-23C9-50B1715FEE87}"/>
                    </a:ext>
                  </a:extLst>
                </p:cNvPr>
                <p:cNvPicPr/>
                <p:nvPr/>
              </p:nvPicPr>
              <p:blipFill>
                <a:blip r:embed="rId238"/>
                <a:stretch>
                  <a:fillRect/>
                </a:stretch>
              </p:blipFill>
              <p:spPr>
                <a:xfrm>
                  <a:off x="7055188" y="5345579"/>
                  <a:ext cx="165240" cy="193680"/>
                </a:xfrm>
                <a:prstGeom prst="rect">
                  <a:avLst/>
                </a:prstGeom>
              </p:spPr>
            </p:pic>
          </mc:Fallback>
        </mc:AlternateContent>
        <mc:AlternateContent xmlns:mc="http://schemas.openxmlformats.org/markup-compatibility/2006">
          <mc:Choice xmlns:p14="http://schemas.microsoft.com/office/powerpoint/2010/main" Requires="p14">
            <p:contentPart p14:bwMode="auto" r:id="rId239">
              <p14:nvContentPartPr>
                <p14:cNvPr id="132" name="Ink 131">
                  <a:extLst>
                    <a:ext uri="{FF2B5EF4-FFF2-40B4-BE49-F238E27FC236}">
                      <a16:creationId xmlns:a16="http://schemas.microsoft.com/office/drawing/2014/main" id="{89EE0AB3-A763-46BA-D020-CDB88C03FEAC}"/>
                    </a:ext>
                  </a:extLst>
                </p14:cNvPr>
                <p14:cNvContentPartPr/>
                <p14:nvPr/>
              </p14:nvContentPartPr>
              <p14:xfrm>
                <a:off x="7213228" y="5203739"/>
                <a:ext cx="153720" cy="377640"/>
              </p14:xfrm>
            </p:contentPart>
          </mc:Choice>
          <mc:Fallback>
            <p:pic>
              <p:nvPicPr>
                <p:cNvPr id="132" name="Ink 131">
                  <a:extLst>
                    <a:ext uri="{FF2B5EF4-FFF2-40B4-BE49-F238E27FC236}">
                      <a16:creationId xmlns:a16="http://schemas.microsoft.com/office/drawing/2014/main" id="{89EE0AB3-A763-46BA-D020-CDB88C03FEAC}"/>
                    </a:ext>
                  </a:extLst>
                </p:cNvPr>
                <p:cNvPicPr/>
                <p:nvPr/>
              </p:nvPicPr>
              <p:blipFill>
                <a:blip r:embed="rId240"/>
                <a:stretch>
                  <a:fillRect/>
                </a:stretch>
              </p:blipFill>
              <p:spPr>
                <a:xfrm>
                  <a:off x="7208908" y="5199419"/>
                  <a:ext cx="162360" cy="386280"/>
                </a:xfrm>
                <a:prstGeom prst="rect">
                  <a:avLst/>
                </a:prstGeom>
              </p:spPr>
            </p:pic>
          </mc:Fallback>
        </mc:AlternateContent>
        <mc:AlternateContent xmlns:mc="http://schemas.openxmlformats.org/markup-compatibility/2006">
          <mc:Choice xmlns:p14="http://schemas.microsoft.com/office/powerpoint/2010/main" Requires="p14">
            <p:contentPart p14:bwMode="auto" r:id="rId241">
              <p14:nvContentPartPr>
                <p14:cNvPr id="133" name="Ink 132">
                  <a:extLst>
                    <a:ext uri="{FF2B5EF4-FFF2-40B4-BE49-F238E27FC236}">
                      <a16:creationId xmlns:a16="http://schemas.microsoft.com/office/drawing/2014/main" id="{1485745F-F905-F990-BD8C-C3D7A4FC0026}"/>
                    </a:ext>
                  </a:extLst>
                </p14:cNvPr>
                <p14:cNvContentPartPr/>
                <p14:nvPr/>
              </p14:nvContentPartPr>
              <p14:xfrm>
                <a:off x="7560628" y="5171339"/>
                <a:ext cx="81000" cy="355680"/>
              </p14:xfrm>
            </p:contentPart>
          </mc:Choice>
          <mc:Fallback>
            <p:pic>
              <p:nvPicPr>
                <p:cNvPr id="133" name="Ink 132">
                  <a:extLst>
                    <a:ext uri="{FF2B5EF4-FFF2-40B4-BE49-F238E27FC236}">
                      <a16:creationId xmlns:a16="http://schemas.microsoft.com/office/drawing/2014/main" id="{1485745F-F905-F990-BD8C-C3D7A4FC0026}"/>
                    </a:ext>
                  </a:extLst>
                </p:cNvPr>
                <p:cNvPicPr/>
                <p:nvPr/>
              </p:nvPicPr>
              <p:blipFill>
                <a:blip r:embed="rId242"/>
                <a:stretch>
                  <a:fillRect/>
                </a:stretch>
              </p:blipFill>
              <p:spPr>
                <a:xfrm>
                  <a:off x="7556308" y="5167019"/>
                  <a:ext cx="89640" cy="364320"/>
                </a:xfrm>
                <a:prstGeom prst="rect">
                  <a:avLst/>
                </a:prstGeom>
              </p:spPr>
            </p:pic>
          </mc:Fallback>
        </mc:AlternateContent>
        <mc:AlternateContent xmlns:mc="http://schemas.openxmlformats.org/markup-compatibility/2006">
          <mc:Choice xmlns:p14="http://schemas.microsoft.com/office/powerpoint/2010/main" Requires="p14">
            <p:contentPart p14:bwMode="auto" r:id="rId243">
              <p14:nvContentPartPr>
                <p14:cNvPr id="134" name="Ink 133">
                  <a:extLst>
                    <a:ext uri="{FF2B5EF4-FFF2-40B4-BE49-F238E27FC236}">
                      <a16:creationId xmlns:a16="http://schemas.microsoft.com/office/drawing/2014/main" id="{6FB9E67C-9101-F244-9D31-5128C670BB7C}"/>
                    </a:ext>
                  </a:extLst>
                </p14:cNvPr>
                <p14:cNvContentPartPr/>
                <p14:nvPr/>
              </p14:nvContentPartPr>
              <p14:xfrm>
                <a:off x="7679428" y="5349539"/>
                <a:ext cx="164160" cy="118080"/>
              </p14:xfrm>
            </p:contentPart>
          </mc:Choice>
          <mc:Fallback>
            <p:pic>
              <p:nvPicPr>
                <p:cNvPr id="134" name="Ink 133">
                  <a:extLst>
                    <a:ext uri="{FF2B5EF4-FFF2-40B4-BE49-F238E27FC236}">
                      <a16:creationId xmlns:a16="http://schemas.microsoft.com/office/drawing/2014/main" id="{6FB9E67C-9101-F244-9D31-5128C670BB7C}"/>
                    </a:ext>
                  </a:extLst>
                </p:cNvPr>
                <p:cNvPicPr/>
                <p:nvPr/>
              </p:nvPicPr>
              <p:blipFill>
                <a:blip r:embed="rId244"/>
                <a:stretch>
                  <a:fillRect/>
                </a:stretch>
              </p:blipFill>
              <p:spPr>
                <a:xfrm>
                  <a:off x="7675108" y="5345219"/>
                  <a:ext cx="172800" cy="126720"/>
                </a:xfrm>
                <a:prstGeom prst="rect">
                  <a:avLst/>
                </a:prstGeom>
              </p:spPr>
            </p:pic>
          </mc:Fallback>
        </mc:AlternateContent>
        <mc:AlternateContent xmlns:mc="http://schemas.openxmlformats.org/markup-compatibility/2006">
          <mc:Choice xmlns:p14="http://schemas.microsoft.com/office/powerpoint/2010/main" Requires="p14">
            <p:contentPart p14:bwMode="auto" r:id="rId245">
              <p14:nvContentPartPr>
                <p14:cNvPr id="135" name="Ink 134">
                  <a:extLst>
                    <a:ext uri="{FF2B5EF4-FFF2-40B4-BE49-F238E27FC236}">
                      <a16:creationId xmlns:a16="http://schemas.microsoft.com/office/drawing/2014/main" id="{A80E6224-FF74-CEDE-392A-5AF75E085AD7}"/>
                    </a:ext>
                  </a:extLst>
                </p14:cNvPr>
                <p14:cNvContentPartPr/>
                <p14:nvPr/>
              </p14:nvContentPartPr>
              <p14:xfrm>
                <a:off x="7945828" y="5149379"/>
                <a:ext cx="105840" cy="366120"/>
              </p14:xfrm>
            </p:contentPart>
          </mc:Choice>
          <mc:Fallback>
            <p:pic>
              <p:nvPicPr>
                <p:cNvPr id="135" name="Ink 134">
                  <a:extLst>
                    <a:ext uri="{FF2B5EF4-FFF2-40B4-BE49-F238E27FC236}">
                      <a16:creationId xmlns:a16="http://schemas.microsoft.com/office/drawing/2014/main" id="{A80E6224-FF74-CEDE-392A-5AF75E085AD7}"/>
                    </a:ext>
                  </a:extLst>
                </p:cNvPr>
                <p:cNvPicPr/>
                <p:nvPr/>
              </p:nvPicPr>
              <p:blipFill>
                <a:blip r:embed="rId246"/>
                <a:stretch>
                  <a:fillRect/>
                </a:stretch>
              </p:blipFill>
              <p:spPr>
                <a:xfrm>
                  <a:off x="7941508" y="5145059"/>
                  <a:ext cx="114480" cy="374760"/>
                </a:xfrm>
                <a:prstGeom prst="rect">
                  <a:avLst/>
                </a:prstGeom>
              </p:spPr>
            </p:pic>
          </mc:Fallback>
        </mc:AlternateContent>
        <mc:AlternateContent xmlns:mc="http://schemas.openxmlformats.org/markup-compatibility/2006">
          <mc:Choice xmlns:p14="http://schemas.microsoft.com/office/powerpoint/2010/main" Requires="p14">
            <p:contentPart p14:bwMode="auto" r:id="rId247">
              <p14:nvContentPartPr>
                <p14:cNvPr id="136" name="Ink 135">
                  <a:extLst>
                    <a:ext uri="{FF2B5EF4-FFF2-40B4-BE49-F238E27FC236}">
                      <a16:creationId xmlns:a16="http://schemas.microsoft.com/office/drawing/2014/main" id="{7D635E72-72F1-601F-6351-7B91F69298AB}"/>
                    </a:ext>
                  </a:extLst>
                </p14:cNvPr>
                <p14:cNvContentPartPr/>
                <p14:nvPr/>
              </p14:nvContentPartPr>
              <p14:xfrm>
                <a:off x="7949068" y="5303459"/>
                <a:ext cx="110160" cy="43920"/>
              </p14:xfrm>
            </p:contentPart>
          </mc:Choice>
          <mc:Fallback>
            <p:pic>
              <p:nvPicPr>
                <p:cNvPr id="136" name="Ink 135">
                  <a:extLst>
                    <a:ext uri="{FF2B5EF4-FFF2-40B4-BE49-F238E27FC236}">
                      <a16:creationId xmlns:a16="http://schemas.microsoft.com/office/drawing/2014/main" id="{7D635E72-72F1-601F-6351-7B91F69298AB}"/>
                    </a:ext>
                  </a:extLst>
                </p:cNvPr>
                <p:cNvPicPr/>
                <p:nvPr/>
              </p:nvPicPr>
              <p:blipFill>
                <a:blip r:embed="rId248"/>
                <a:stretch>
                  <a:fillRect/>
                </a:stretch>
              </p:blipFill>
              <p:spPr>
                <a:xfrm>
                  <a:off x="7944748" y="5299139"/>
                  <a:ext cx="118800" cy="52560"/>
                </a:xfrm>
                <a:prstGeom prst="rect">
                  <a:avLst/>
                </a:prstGeom>
              </p:spPr>
            </p:pic>
          </mc:Fallback>
        </mc:AlternateContent>
        <mc:AlternateContent xmlns:mc="http://schemas.openxmlformats.org/markup-compatibility/2006">
          <mc:Choice xmlns:p14="http://schemas.microsoft.com/office/powerpoint/2010/main" Requires="p14">
            <p:contentPart p14:bwMode="auto" r:id="rId249">
              <p14:nvContentPartPr>
                <p14:cNvPr id="137" name="Ink 136">
                  <a:extLst>
                    <a:ext uri="{FF2B5EF4-FFF2-40B4-BE49-F238E27FC236}">
                      <a16:creationId xmlns:a16="http://schemas.microsoft.com/office/drawing/2014/main" id="{88596A9E-A318-FB80-DF7A-D6D4FC8F7477}"/>
                    </a:ext>
                  </a:extLst>
                </p14:cNvPr>
                <p14:cNvContentPartPr/>
                <p14:nvPr/>
              </p14:nvContentPartPr>
              <p14:xfrm>
                <a:off x="8164348" y="5082059"/>
                <a:ext cx="116280" cy="398160"/>
              </p14:xfrm>
            </p:contentPart>
          </mc:Choice>
          <mc:Fallback>
            <p:pic>
              <p:nvPicPr>
                <p:cNvPr id="137" name="Ink 136">
                  <a:extLst>
                    <a:ext uri="{FF2B5EF4-FFF2-40B4-BE49-F238E27FC236}">
                      <a16:creationId xmlns:a16="http://schemas.microsoft.com/office/drawing/2014/main" id="{88596A9E-A318-FB80-DF7A-D6D4FC8F7477}"/>
                    </a:ext>
                  </a:extLst>
                </p:cNvPr>
                <p:cNvPicPr/>
                <p:nvPr/>
              </p:nvPicPr>
              <p:blipFill>
                <a:blip r:embed="rId250"/>
                <a:stretch>
                  <a:fillRect/>
                </a:stretch>
              </p:blipFill>
              <p:spPr>
                <a:xfrm>
                  <a:off x="8160028" y="5077739"/>
                  <a:ext cx="124920" cy="406800"/>
                </a:xfrm>
                <a:prstGeom prst="rect">
                  <a:avLst/>
                </a:prstGeom>
              </p:spPr>
            </p:pic>
          </mc:Fallback>
        </mc:AlternateContent>
        <mc:AlternateContent xmlns:mc="http://schemas.openxmlformats.org/markup-compatibility/2006">
          <mc:Choice xmlns:p14="http://schemas.microsoft.com/office/powerpoint/2010/main" Requires="p14">
            <p:contentPart p14:bwMode="auto" r:id="rId251">
              <p14:nvContentPartPr>
                <p14:cNvPr id="138" name="Ink 137">
                  <a:extLst>
                    <a:ext uri="{FF2B5EF4-FFF2-40B4-BE49-F238E27FC236}">
                      <a16:creationId xmlns:a16="http://schemas.microsoft.com/office/drawing/2014/main" id="{8AC4558E-4A7B-2B30-1C0D-C08D8AE43EEC}"/>
                    </a:ext>
                  </a:extLst>
                </p14:cNvPr>
                <p14:cNvContentPartPr/>
                <p14:nvPr/>
              </p14:nvContentPartPr>
              <p14:xfrm>
                <a:off x="8114308" y="5240099"/>
                <a:ext cx="149040" cy="30600"/>
              </p14:xfrm>
            </p:contentPart>
          </mc:Choice>
          <mc:Fallback>
            <p:pic>
              <p:nvPicPr>
                <p:cNvPr id="138" name="Ink 137">
                  <a:extLst>
                    <a:ext uri="{FF2B5EF4-FFF2-40B4-BE49-F238E27FC236}">
                      <a16:creationId xmlns:a16="http://schemas.microsoft.com/office/drawing/2014/main" id="{8AC4558E-4A7B-2B30-1C0D-C08D8AE43EEC}"/>
                    </a:ext>
                  </a:extLst>
                </p:cNvPr>
                <p:cNvPicPr/>
                <p:nvPr/>
              </p:nvPicPr>
              <p:blipFill>
                <a:blip r:embed="rId252"/>
                <a:stretch>
                  <a:fillRect/>
                </a:stretch>
              </p:blipFill>
              <p:spPr>
                <a:xfrm>
                  <a:off x="8109988" y="5235779"/>
                  <a:ext cx="157680" cy="39240"/>
                </a:xfrm>
                <a:prstGeom prst="rect">
                  <a:avLst/>
                </a:prstGeom>
              </p:spPr>
            </p:pic>
          </mc:Fallback>
        </mc:AlternateContent>
        <mc:AlternateContent xmlns:mc="http://schemas.openxmlformats.org/markup-compatibility/2006">
          <mc:Choice xmlns:p14="http://schemas.microsoft.com/office/powerpoint/2010/main" Requires="p14">
            <p:contentPart p14:bwMode="auto" r:id="rId253">
              <p14:nvContentPartPr>
                <p14:cNvPr id="142" name="Ink 141">
                  <a:extLst>
                    <a:ext uri="{FF2B5EF4-FFF2-40B4-BE49-F238E27FC236}">
                      <a16:creationId xmlns:a16="http://schemas.microsoft.com/office/drawing/2014/main" id="{AA750D67-C53D-E77F-C52F-50AC66C0FAB0}"/>
                    </a:ext>
                  </a:extLst>
                </p14:cNvPr>
                <p14:cNvContentPartPr/>
                <p14:nvPr/>
              </p14:nvContentPartPr>
              <p14:xfrm>
                <a:off x="830428" y="5003219"/>
                <a:ext cx="7314120" cy="455760"/>
              </p14:xfrm>
            </p:contentPart>
          </mc:Choice>
          <mc:Fallback>
            <p:pic>
              <p:nvPicPr>
                <p:cNvPr id="142" name="Ink 141">
                  <a:extLst>
                    <a:ext uri="{FF2B5EF4-FFF2-40B4-BE49-F238E27FC236}">
                      <a16:creationId xmlns:a16="http://schemas.microsoft.com/office/drawing/2014/main" id="{AA750D67-C53D-E77F-C52F-50AC66C0FAB0}"/>
                    </a:ext>
                  </a:extLst>
                </p:cNvPr>
                <p:cNvPicPr/>
                <p:nvPr/>
              </p:nvPicPr>
              <p:blipFill>
                <a:blip r:embed="rId254"/>
                <a:stretch>
                  <a:fillRect/>
                </a:stretch>
              </p:blipFill>
              <p:spPr>
                <a:xfrm>
                  <a:off x="826108" y="4998899"/>
                  <a:ext cx="7322760" cy="464400"/>
                </a:xfrm>
                <a:prstGeom prst="rect">
                  <a:avLst/>
                </a:prstGeom>
              </p:spPr>
            </p:pic>
          </mc:Fallback>
        </mc:AlternateContent>
        <mc:AlternateContent xmlns:mc="http://schemas.openxmlformats.org/markup-compatibility/2006">
          <mc:Choice xmlns:p14="http://schemas.microsoft.com/office/powerpoint/2010/main" Requires="p14">
            <p:contentPart p14:bwMode="auto" r:id="rId255">
              <p14:nvContentPartPr>
                <p14:cNvPr id="144" name="Ink 143">
                  <a:extLst>
                    <a:ext uri="{FF2B5EF4-FFF2-40B4-BE49-F238E27FC236}">
                      <a16:creationId xmlns:a16="http://schemas.microsoft.com/office/drawing/2014/main" id="{90E5CAF0-7BEF-3BE2-83B6-AD9418F98276}"/>
                    </a:ext>
                  </a:extLst>
                </p14:cNvPr>
                <p14:cNvContentPartPr/>
                <p14:nvPr/>
              </p14:nvContentPartPr>
              <p14:xfrm>
                <a:off x="714868" y="5786939"/>
                <a:ext cx="7605720" cy="394560"/>
              </p14:xfrm>
            </p:contentPart>
          </mc:Choice>
          <mc:Fallback>
            <p:pic>
              <p:nvPicPr>
                <p:cNvPr id="144" name="Ink 143">
                  <a:extLst>
                    <a:ext uri="{FF2B5EF4-FFF2-40B4-BE49-F238E27FC236}">
                      <a16:creationId xmlns:a16="http://schemas.microsoft.com/office/drawing/2014/main" id="{90E5CAF0-7BEF-3BE2-83B6-AD9418F98276}"/>
                    </a:ext>
                  </a:extLst>
                </p:cNvPr>
                <p:cNvPicPr/>
                <p:nvPr/>
              </p:nvPicPr>
              <p:blipFill>
                <a:blip r:embed="rId256"/>
                <a:stretch>
                  <a:fillRect/>
                </a:stretch>
              </p:blipFill>
              <p:spPr>
                <a:xfrm>
                  <a:off x="710548" y="5782619"/>
                  <a:ext cx="7614360" cy="403200"/>
                </a:xfrm>
                <a:prstGeom prst="rect">
                  <a:avLst/>
                </a:prstGeom>
              </p:spPr>
            </p:pic>
          </mc:Fallback>
        </mc:AlternateContent>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60569"/>
            <a:ext cx="7620000" cy="764364"/>
          </a:xfrm>
        </p:spPr>
        <p:txBody>
          <a:bodyPr>
            <a:normAutofit/>
          </a:bodyPr>
          <a:lstStyle/>
          <a:p>
            <a:pPr algn="l"/>
            <a:r>
              <a:rPr lang="en-US" sz="3200" dirty="0"/>
              <a:t>Example- 6</a:t>
            </a:r>
            <a:endParaRPr lang="en-IN" sz="3200" dirty="0"/>
          </a:p>
        </p:txBody>
      </p:sp>
      <p:sp>
        <p:nvSpPr>
          <p:cNvPr id="2" name="Content Placeholder 1"/>
          <p:cNvSpPr>
            <a:spLocks noGrp="1"/>
          </p:cNvSpPr>
          <p:nvPr>
            <p:ph idx="4294967295"/>
          </p:nvPr>
        </p:nvSpPr>
        <p:spPr>
          <a:xfrm>
            <a:off x="457200" y="1109525"/>
            <a:ext cx="8264106" cy="4949825"/>
          </a:xfrm>
        </p:spPr>
        <p:txBody>
          <a:bodyPr rtlCol="0">
            <a:normAutofit/>
          </a:bodyPr>
          <a:lstStyle/>
          <a:p>
            <a:pPr marL="0" indent="0" algn="just">
              <a:spcBef>
                <a:spcPts val="0"/>
              </a:spcBef>
              <a:buNone/>
              <a:defRPr/>
            </a:pPr>
            <a:r>
              <a:rPr lang="en-US" sz="2000" dirty="0">
                <a:cs typeface="Times New Roman" panose="02020603050405020304" pitchFamily="18" charset="0"/>
              </a:rPr>
              <a:t>A data science team is working on a model to predict whether an  email is spam or not. They are using two independent features: The presence of the word "offer“ (Feature A) and the presence of  a suspicious link (Feature B).</a:t>
            </a:r>
          </a:p>
          <a:p>
            <a:pPr marL="0" indent="0" algn="just">
              <a:spcBef>
                <a:spcPts val="0"/>
              </a:spcBef>
              <a:buNone/>
              <a:defRPr/>
            </a:pPr>
            <a:endParaRPr lang="en-US" sz="2000" dirty="0">
              <a:cs typeface="Times New Roman" panose="02020603050405020304" pitchFamily="18" charset="0"/>
            </a:endParaRPr>
          </a:p>
          <a:p>
            <a:pPr marL="0" indent="0" algn="just">
              <a:spcBef>
                <a:spcPts val="0"/>
              </a:spcBef>
              <a:buNone/>
              <a:defRPr/>
            </a:pPr>
            <a:r>
              <a:rPr lang="en-US" sz="2000" dirty="0">
                <a:cs typeface="Times New Roman" panose="02020603050405020304" pitchFamily="18" charset="0"/>
              </a:rPr>
              <a:t>The probability that an email contains the word "offer“ (Feature A) is 0.6.</a:t>
            </a:r>
          </a:p>
          <a:p>
            <a:pPr marL="0" indent="0" algn="just">
              <a:spcBef>
                <a:spcPts val="0"/>
              </a:spcBef>
              <a:buNone/>
              <a:defRPr/>
            </a:pPr>
            <a:r>
              <a:rPr lang="en-US" sz="2000" dirty="0">
                <a:cs typeface="Times New Roman" panose="02020603050405020304" pitchFamily="18" charset="0"/>
              </a:rPr>
              <a:t>The probability that an email contains a suspicious link (Feature  B) is 0.4.</a:t>
            </a:r>
          </a:p>
          <a:p>
            <a:pPr marL="0" indent="0" algn="just">
              <a:spcBef>
                <a:spcPts val="0"/>
              </a:spcBef>
              <a:buNone/>
              <a:defRPr/>
            </a:pPr>
            <a:endParaRPr lang="en-US" sz="2000" dirty="0">
              <a:cs typeface="Times New Roman" panose="02020603050405020304" pitchFamily="18" charset="0"/>
            </a:endParaRPr>
          </a:p>
          <a:p>
            <a:pPr marL="457200" indent="-457200" algn="just">
              <a:spcBef>
                <a:spcPts val="0"/>
              </a:spcBef>
              <a:buFont typeface="Arial" pitchFamily="34" charset="0"/>
              <a:buAutoNum type="alphaLcParenR"/>
              <a:defRPr/>
            </a:pPr>
            <a:r>
              <a:rPr lang="en-US" sz="2000" dirty="0">
                <a:cs typeface="Times New Roman" panose="02020603050405020304" pitchFamily="18" charset="0"/>
              </a:rPr>
              <a:t>What is the probability that an email contains both the word "offer" and a suspicious link?</a:t>
            </a:r>
          </a:p>
          <a:p>
            <a:pPr marL="457200" indent="-457200" algn="just">
              <a:spcBef>
                <a:spcPts val="0"/>
              </a:spcBef>
              <a:buFont typeface="Arial" pitchFamily="34" charset="0"/>
              <a:buAutoNum type="alphaLcParenR"/>
              <a:defRPr/>
            </a:pPr>
            <a:r>
              <a:rPr lang="en-US" sz="2000" dirty="0">
                <a:cs typeface="Times New Roman" panose="02020603050405020304" pitchFamily="18" charset="0"/>
              </a:rPr>
              <a:t>What is the probability that an email contains either the word "offer" or a suspicious link or both?</a:t>
            </a:r>
          </a:p>
          <a:p>
            <a:pPr marL="457200" indent="-457200" algn="just">
              <a:spcBef>
                <a:spcPts val="0"/>
              </a:spcBef>
              <a:buFont typeface="Arial" pitchFamily="34" charset="0"/>
              <a:buAutoNum type="alphaLcParenR"/>
              <a:defRPr/>
            </a:pPr>
            <a:r>
              <a:rPr lang="en-US" sz="2000" dirty="0">
                <a:cs typeface="Times New Roman" panose="02020603050405020304" pitchFamily="18" charset="0"/>
              </a:rPr>
              <a:t>What is the probability that an email contains neither the word "offer" nor a suspicious link?</a:t>
            </a:r>
          </a:p>
          <a:p>
            <a:pPr>
              <a:defRPr/>
            </a:pPr>
            <a:endParaRPr lang="en-IN" dirty="0"/>
          </a:p>
        </p:txBody>
      </p:sp>
      <p:grpSp>
        <p:nvGrpSpPr>
          <p:cNvPr id="10" name="Group 9">
            <a:extLst>
              <a:ext uri="{FF2B5EF4-FFF2-40B4-BE49-F238E27FC236}">
                <a16:creationId xmlns:a16="http://schemas.microsoft.com/office/drawing/2014/main" id="{06A8C7A0-5570-8909-C39D-3BE862A07D73}"/>
              </a:ext>
            </a:extLst>
          </p:cNvPr>
          <p:cNvGrpSpPr/>
          <p:nvPr/>
        </p:nvGrpSpPr>
        <p:grpSpPr>
          <a:xfrm>
            <a:off x="3127948" y="3611819"/>
            <a:ext cx="137880" cy="347040"/>
            <a:chOff x="3127948" y="3611819"/>
            <a:chExt cx="137880" cy="347040"/>
          </a:xfrm>
        </p:grpSpPr>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16388981-08EC-0802-61B4-88EE51CD3DE4}"/>
                    </a:ext>
                  </a:extLst>
                </p14:cNvPr>
                <p14:cNvContentPartPr/>
                <p14:nvPr/>
              </p14:nvContentPartPr>
              <p14:xfrm>
                <a:off x="3132628" y="3611819"/>
                <a:ext cx="133200" cy="347040"/>
              </p14:xfrm>
            </p:contentPart>
          </mc:Choice>
          <mc:Fallback>
            <p:pic>
              <p:nvPicPr>
                <p:cNvPr id="3" name="Ink 2">
                  <a:extLst>
                    <a:ext uri="{FF2B5EF4-FFF2-40B4-BE49-F238E27FC236}">
                      <a16:creationId xmlns:a16="http://schemas.microsoft.com/office/drawing/2014/main" id="{16388981-08EC-0802-61B4-88EE51CD3DE4}"/>
                    </a:ext>
                  </a:extLst>
                </p:cNvPr>
                <p:cNvPicPr/>
                <p:nvPr/>
              </p:nvPicPr>
              <p:blipFill>
                <a:blip r:embed="rId3"/>
                <a:stretch>
                  <a:fillRect/>
                </a:stretch>
              </p:blipFill>
              <p:spPr>
                <a:xfrm>
                  <a:off x="3128308" y="3607499"/>
                  <a:ext cx="141840" cy="3556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5D2F3B1D-4C3A-8DAF-4D60-0088238A8D5B}"/>
                    </a:ext>
                  </a:extLst>
                </p14:cNvPr>
                <p14:cNvContentPartPr/>
                <p14:nvPr/>
              </p14:nvContentPartPr>
              <p14:xfrm>
                <a:off x="3127948" y="3763379"/>
                <a:ext cx="111960" cy="20880"/>
              </p14:xfrm>
            </p:contentPart>
          </mc:Choice>
          <mc:Fallback>
            <p:pic>
              <p:nvPicPr>
                <p:cNvPr id="5" name="Ink 4">
                  <a:extLst>
                    <a:ext uri="{FF2B5EF4-FFF2-40B4-BE49-F238E27FC236}">
                      <a16:creationId xmlns:a16="http://schemas.microsoft.com/office/drawing/2014/main" id="{5D2F3B1D-4C3A-8DAF-4D60-0088238A8D5B}"/>
                    </a:ext>
                  </a:extLst>
                </p:cNvPr>
                <p:cNvPicPr/>
                <p:nvPr/>
              </p:nvPicPr>
              <p:blipFill>
                <a:blip r:embed="rId5"/>
                <a:stretch>
                  <a:fillRect/>
                </a:stretch>
              </p:blipFill>
              <p:spPr>
                <a:xfrm>
                  <a:off x="3123628" y="3759059"/>
                  <a:ext cx="120600" cy="29520"/>
                </a:xfrm>
                <a:prstGeom prst="rect">
                  <a:avLst/>
                </a:prstGeom>
              </p:spPr>
            </p:pic>
          </mc:Fallback>
        </mc:AlternateContent>
      </p:grpSp>
      <p:grpSp>
        <p:nvGrpSpPr>
          <p:cNvPr id="9" name="Group 8">
            <a:extLst>
              <a:ext uri="{FF2B5EF4-FFF2-40B4-BE49-F238E27FC236}">
                <a16:creationId xmlns:a16="http://schemas.microsoft.com/office/drawing/2014/main" id="{8EB658AE-BC71-3C91-743A-CA94043F514C}"/>
              </a:ext>
            </a:extLst>
          </p:cNvPr>
          <p:cNvGrpSpPr/>
          <p:nvPr/>
        </p:nvGrpSpPr>
        <p:grpSpPr>
          <a:xfrm>
            <a:off x="3419548" y="3602459"/>
            <a:ext cx="378720" cy="280080"/>
            <a:chOff x="3419548" y="3602459"/>
            <a:chExt cx="378720" cy="280080"/>
          </a:xfrm>
        </p:grpSpPr>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B77AD383-D2F3-1F3F-A9B5-3A15A1AB481B}"/>
                    </a:ext>
                  </a:extLst>
                </p14:cNvPr>
                <p14:cNvContentPartPr/>
                <p14:nvPr/>
              </p14:nvContentPartPr>
              <p14:xfrm>
                <a:off x="3419548" y="3701099"/>
                <a:ext cx="99720" cy="181440"/>
              </p14:xfrm>
            </p:contentPart>
          </mc:Choice>
          <mc:Fallback>
            <p:pic>
              <p:nvPicPr>
                <p:cNvPr id="6" name="Ink 5">
                  <a:extLst>
                    <a:ext uri="{FF2B5EF4-FFF2-40B4-BE49-F238E27FC236}">
                      <a16:creationId xmlns:a16="http://schemas.microsoft.com/office/drawing/2014/main" id="{B77AD383-D2F3-1F3F-A9B5-3A15A1AB481B}"/>
                    </a:ext>
                  </a:extLst>
                </p:cNvPr>
                <p:cNvPicPr/>
                <p:nvPr/>
              </p:nvPicPr>
              <p:blipFill>
                <a:blip r:embed="rId7"/>
                <a:stretch>
                  <a:fillRect/>
                </a:stretch>
              </p:blipFill>
              <p:spPr>
                <a:xfrm>
                  <a:off x="3415228" y="3696779"/>
                  <a:ext cx="108360" cy="1900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6B159681-2578-CA29-49C5-D044AD7E0048}"/>
                    </a:ext>
                  </a:extLst>
                </p14:cNvPr>
                <p14:cNvContentPartPr/>
                <p14:nvPr/>
              </p14:nvContentPartPr>
              <p14:xfrm>
                <a:off x="3662188" y="3635219"/>
                <a:ext cx="38160" cy="210240"/>
              </p14:xfrm>
            </p:contentPart>
          </mc:Choice>
          <mc:Fallback>
            <p:pic>
              <p:nvPicPr>
                <p:cNvPr id="7" name="Ink 6">
                  <a:extLst>
                    <a:ext uri="{FF2B5EF4-FFF2-40B4-BE49-F238E27FC236}">
                      <a16:creationId xmlns:a16="http://schemas.microsoft.com/office/drawing/2014/main" id="{6B159681-2578-CA29-49C5-D044AD7E0048}"/>
                    </a:ext>
                  </a:extLst>
                </p:cNvPr>
                <p:cNvPicPr/>
                <p:nvPr/>
              </p:nvPicPr>
              <p:blipFill>
                <a:blip r:embed="rId9"/>
                <a:stretch>
                  <a:fillRect/>
                </a:stretch>
              </p:blipFill>
              <p:spPr>
                <a:xfrm>
                  <a:off x="3657868" y="3630899"/>
                  <a:ext cx="46800" cy="2188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9D5FAED2-EB7C-E457-E380-98C96E7D263A}"/>
                    </a:ext>
                  </a:extLst>
                </p14:cNvPr>
                <p14:cNvContentPartPr/>
                <p14:nvPr/>
              </p14:nvContentPartPr>
              <p14:xfrm>
                <a:off x="3641668" y="3602459"/>
                <a:ext cx="156600" cy="240480"/>
              </p14:xfrm>
            </p:contentPart>
          </mc:Choice>
          <mc:Fallback>
            <p:pic>
              <p:nvPicPr>
                <p:cNvPr id="8" name="Ink 7">
                  <a:extLst>
                    <a:ext uri="{FF2B5EF4-FFF2-40B4-BE49-F238E27FC236}">
                      <a16:creationId xmlns:a16="http://schemas.microsoft.com/office/drawing/2014/main" id="{9D5FAED2-EB7C-E457-E380-98C96E7D263A}"/>
                    </a:ext>
                  </a:extLst>
                </p:cNvPr>
                <p:cNvPicPr/>
                <p:nvPr/>
              </p:nvPicPr>
              <p:blipFill>
                <a:blip r:embed="rId11"/>
                <a:stretch>
                  <a:fillRect/>
                </a:stretch>
              </p:blipFill>
              <p:spPr>
                <a:xfrm>
                  <a:off x="3637348" y="3598139"/>
                  <a:ext cx="165240" cy="2491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2">
            <p14:nvContentPartPr>
              <p14:cNvPr id="19" name="Ink 18">
                <a:extLst>
                  <a:ext uri="{FF2B5EF4-FFF2-40B4-BE49-F238E27FC236}">
                    <a16:creationId xmlns:a16="http://schemas.microsoft.com/office/drawing/2014/main" id="{E2F331C0-2A53-F9C7-703C-0ED322023AED}"/>
                  </a:ext>
                </a:extLst>
              </p14:cNvPr>
              <p14:cNvContentPartPr/>
              <p14:nvPr/>
            </p14:nvContentPartPr>
            <p14:xfrm>
              <a:off x="5795188" y="4238219"/>
              <a:ext cx="2214720" cy="720"/>
            </p14:xfrm>
          </p:contentPart>
        </mc:Choice>
        <mc:Fallback>
          <p:pic>
            <p:nvPicPr>
              <p:cNvPr id="19" name="Ink 18">
                <a:extLst>
                  <a:ext uri="{FF2B5EF4-FFF2-40B4-BE49-F238E27FC236}">
                    <a16:creationId xmlns:a16="http://schemas.microsoft.com/office/drawing/2014/main" id="{E2F331C0-2A53-F9C7-703C-0ED322023AED}"/>
                  </a:ext>
                </a:extLst>
              </p:cNvPr>
              <p:cNvPicPr/>
              <p:nvPr/>
            </p:nvPicPr>
            <p:blipFill>
              <a:blip r:embed="rId13"/>
              <a:stretch>
                <a:fillRect/>
              </a:stretch>
            </p:blipFill>
            <p:spPr>
              <a:xfrm>
                <a:off x="5790868" y="4228859"/>
                <a:ext cx="222336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0" name="Ink 19">
                <a:extLst>
                  <a:ext uri="{FF2B5EF4-FFF2-40B4-BE49-F238E27FC236}">
                    <a16:creationId xmlns:a16="http://schemas.microsoft.com/office/drawing/2014/main" id="{99CEC17A-E5A7-7172-05F0-D3D46A2DAB23}"/>
                  </a:ext>
                </a:extLst>
              </p14:cNvPr>
              <p14:cNvContentPartPr/>
              <p14:nvPr/>
            </p14:nvContentPartPr>
            <p14:xfrm>
              <a:off x="7845388" y="4179899"/>
              <a:ext cx="804600" cy="53640"/>
            </p14:xfrm>
          </p:contentPart>
        </mc:Choice>
        <mc:Fallback>
          <p:pic>
            <p:nvPicPr>
              <p:cNvPr id="20" name="Ink 19">
                <a:extLst>
                  <a:ext uri="{FF2B5EF4-FFF2-40B4-BE49-F238E27FC236}">
                    <a16:creationId xmlns:a16="http://schemas.microsoft.com/office/drawing/2014/main" id="{99CEC17A-E5A7-7172-05F0-D3D46A2DAB23}"/>
                  </a:ext>
                </a:extLst>
              </p:cNvPr>
              <p:cNvPicPr/>
              <p:nvPr/>
            </p:nvPicPr>
            <p:blipFill>
              <a:blip r:embed="rId15"/>
              <a:stretch>
                <a:fillRect/>
              </a:stretch>
            </p:blipFill>
            <p:spPr>
              <a:xfrm>
                <a:off x="7841068" y="4175579"/>
                <a:ext cx="813240" cy="62280"/>
              </a:xfrm>
              <a:prstGeom prst="rect">
                <a:avLst/>
              </a:prstGeom>
            </p:spPr>
          </p:pic>
        </mc:Fallback>
      </mc:AlternateContent>
      <p:grpSp>
        <p:nvGrpSpPr>
          <p:cNvPr id="22" name="Group 21">
            <a:extLst>
              <a:ext uri="{FF2B5EF4-FFF2-40B4-BE49-F238E27FC236}">
                <a16:creationId xmlns:a16="http://schemas.microsoft.com/office/drawing/2014/main" id="{8C08CEA4-D20C-60D9-4B29-8BFF224D56A3}"/>
              </a:ext>
            </a:extLst>
          </p:cNvPr>
          <p:cNvGrpSpPr/>
          <p:nvPr/>
        </p:nvGrpSpPr>
        <p:grpSpPr>
          <a:xfrm>
            <a:off x="982708" y="4263419"/>
            <a:ext cx="3499920" cy="303120"/>
            <a:chOff x="982708" y="4263419"/>
            <a:chExt cx="3499920" cy="303120"/>
          </a:xfrm>
        </p:grpSpPr>
        <mc:AlternateContent xmlns:mc="http://schemas.openxmlformats.org/markup-compatibility/2006">
          <mc:Choice xmlns:p14="http://schemas.microsoft.com/office/powerpoint/2010/main" Requires="p14">
            <p:contentPart p14:bwMode="auto" r:id="rId16">
              <p14:nvContentPartPr>
                <p14:cNvPr id="11" name="Ink 10">
                  <a:extLst>
                    <a:ext uri="{FF2B5EF4-FFF2-40B4-BE49-F238E27FC236}">
                      <a16:creationId xmlns:a16="http://schemas.microsoft.com/office/drawing/2014/main" id="{F11FA264-A1C7-B1BB-2282-64F7779878C9}"/>
                    </a:ext>
                  </a:extLst>
                </p14:cNvPr>
                <p14:cNvContentPartPr/>
                <p14:nvPr/>
              </p14:nvContentPartPr>
              <p14:xfrm>
                <a:off x="3698908" y="4263419"/>
                <a:ext cx="146160" cy="275400"/>
              </p14:xfrm>
            </p:contentPart>
          </mc:Choice>
          <mc:Fallback>
            <p:pic>
              <p:nvPicPr>
                <p:cNvPr id="11" name="Ink 10">
                  <a:extLst>
                    <a:ext uri="{FF2B5EF4-FFF2-40B4-BE49-F238E27FC236}">
                      <a16:creationId xmlns:a16="http://schemas.microsoft.com/office/drawing/2014/main" id="{F11FA264-A1C7-B1BB-2282-64F7779878C9}"/>
                    </a:ext>
                  </a:extLst>
                </p:cNvPr>
                <p:cNvPicPr/>
                <p:nvPr/>
              </p:nvPicPr>
              <p:blipFill>
                <a:blip r:embed="rId17"/>
                <a:stretch>
                  <a:fillRect/>
                </a:stretch>
              </p:blipFill>
              <p:spPr>
                <a:xfrm>
                  <a:off x="3694588" y="4259099"/>
                  <a:ext cx="154800" cy="2840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2" name="Ink 11">
                  <a:extLst>
                    <a:ext uri="{FF2B5EF4-FFF2-40B4-BE49-F238E27FC236}">
                      <a16:creationId xmlns:a16="http://schemas.microsoft.com/office/drawing/2014/main" id="{242D9494-EAD2-B5D1-E919-746FFC4462E5}"/>
                    </a:ext>
                  </a:extLst>
                </p14:cNvPr>
                <p14:cNvContentPartPr/>
                <p14:nvPr/>
              </p14:nvContentPartPr>
              <p14:xfrm>
                <a:off x="3712588" y="4399139"/>
                <a:ext cx="117720" cy="4320"/>
              </p14:xfrm>
            </p:contentPart>
          </mc:Choice>
          <mc:Fallback>
            <p:pic>
              <p:nvPicPr>
                <p:cNvPr id="12" name="Ink 11">
                  <a:extLst>
                    <a:ext uri="{FF2B5EF4-FFF2-40B4-BE49-F238E27FC236}">
                      <a16:creationId xmlns:a16="http://schemas.microsoft.com/office/drawing/2014/main" id="{242D9494-EAD2-B5D1-E919-746FFC4462E5}"/>
                    </a:ext>
                  </a:extLst>
                </p:cNvPr>
                <p:cNvPicPr/>
                <p:nvPr/>
              </p:nvPicPr>
              <p:blipFill>
                <a:blip r:embed="rId19"/>
                <a:stretch>
                  <a:fillRect/>
                </a:stretch>
              </p:blipFill>
              <p:spPr>
                <a:xfrm>
                  <a:off x="3708268" y="4394819"/>
                  <a:ext cx="126360" cy="129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3" name="Ink 12">
                  <a:extLst>
                    <a:ext uri="{FF2B5EF4-FFF2-40B4-BE49-F238E27FC236}">
                      <a16:creationId xmlns:a16="http://schemas.microsoft.com/office/drawing/2014/main" id="{E8E90AF6-4F59-E98B-D223-D9F204058BFC}"/>
                    </a:ext>
                  </a:extLst>
                </p14:cNvPr>
                <p14:cNvContentPartPr/>
                <p14:nvPr/>
              </p14:nvContentPartPr>
              <p14:xfrm>
                <a:off x="4010308" y="4299419"/>
                <a:ext cx="158040" cy="162000"/>
              </p14:xfrm>
            </p:contentPart>
          </mc:Choice>
          <mc:Fallback>
            <p:pic>
              <p:nvPicPr>
                <p:cNvPr id="13" name="Ink 12">
                  <a:extLst>
                    <a:ext uri="{FF2B5EF4-FFF2-40B4-BE49-F238E27FC236}">
                      <a16:creationId xmlns:a16="http://schemas.microsoft.com/office/drawing/2014/main" id="{E8E90AF6-4F59-E98B-D223-D9F204058BFC}"/>
                    </a:ext>
                  </a:extLst>
                </p:cNvPr>
                <p:cNvPicPr/>
                <p:nvPr/>
              </p:nvPicPr>
              <p:blipFill>
                <a:blip r:embed="rId21"/>
                <a:stretch>
                  <a:fillRect/>
                </a:stretch>
              </p:blipFill>
              <p:spPr>
                <a:xfrm>
                  <a:off x="4005988" y="4295099"/>
                  <a:ext cx="166680" cy="1706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4" name="Ink 13">
                  <a:extLst>
                    <a:ext uri="{FF2B5EF4-FFF2-40B4-BE49-F238E27FC236}">
                      <a16:creationId xmlns:a16="http://schemas.microsoft.com/office/drawing/2014/main" id="{F706DF5E-DB7A-7AC4-44C6-8E76BDA27F07}"/>
                    </a:ext>
                  </a:extLst>
                </p14:cNvPr>
                <p14:cNvContentPartPr/>
                <p14:nvPr/>
              </p14:nvContentPartPr>
              <p14:xfrm>
                <a:off x="4305868" y="4344419"/>
                <a:ext cx="20520" cy="157320"/>
              </p14:xfrm>
            </p:contentPart>
          </mc:Choice>
          <mc:Fallback>
            <p:pic>
              <p:nvPicPr>
                <p:cNvPr id="14" name="Ink 13">
                  <a:extLst>
                    <a:ext uri="{FF2B5EF4-FFF2-40B4-BE49-F238E27FC236}">
                      <a16:creationId xmlns:a16="http://schemas.microsoft.com/office/drawing/2014/main" id="{F706DF5E-DB7A-7AC4-44C6-8E76BDA27F07}"/>
                    </a:ext>
                  </a:extLst>
                </p:cNvPr>
                <p:cNvPicPr/>
                <p:nvPr/>
              </p:nvPicPr>
              <p:blipFill>
                <a:blip r:embed="rId23"/>
                <a:stretch>
                  <a:fillRect/>
                </a:stretch>
              </p:blipFill>
              <p:spPr>
                <a:xfrm>
                  <a:off x="4301548" y="4340099"/>
                  <a:ext cx="2916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5" name="Ink 14">
                  <a:extLst>
                    <a:ext uri="{FF2B5EF4-FFF2-40B4-BE49-F238E27FC236}">
                      <a16:creationId xmlns:a16="http://schemas.microsoft.com/office/drawing/2014/main" id="{00DA9FF5-9DD4-66CE-FBE3-F7E69D9BF2D7}"/>
                    </a:ext>
                  </a:extLst>
                </p14:cNvPr>
                <p14:cNvContentPartPr/>
                <p14:nvPr/>
              </p14:nvContentPartPr>
              <p14:xfrm>
                <a:off x="4323148" y="4297259"/>
                <a:ext cx="159480" cy="220680"/>
              </p14:xfrm>
            </p:contentPart>
          </mc:Choice>
          <mc:Fallback>
            <p:pic>
              <p:nvPicPr>
                <p:cNvPr id="15" name="Ink 14">
                  <a:extLst>
                    <a:ext uri="{FF2B5EF4-FFF2-40B4-BE49-F238E27FC236}">
                      <a16:creationId xmlns:a16="http://schemas.microsoft.com/office/drawing/2014/main" id="{00DA9FF5-9DD4-66CE-FBE3-F7E69D9BF2D7}"/>
                    </a:ext>
                  </a:extLst>
                </p:cNvPr>
                <p:cNvPicPr/>
                <p:nvPr/>
              </p:nvPicPr>
              <p:blipFill>
                <a:blip r:embed="rId25"/>
                <a:stretch>
                  <a:fillRect/>
                </a:stretch>
              </p:blipFill>
              <p:spPr>
                <a:xfrm>
                  <a:off x="4318828" y="4292939"/>
                  <a:ext cx="168120" cy="2293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1" name="Ink 20">
                  <a:extLst>
                    <a:ext uri="{FF2B5EF4-FFF2-40B4-BE49-F238E27FC236}">
                      <a16:creationId xmlns:a16="http://schemas.microsoft.com/office/drawing/2014/main" id="{D23818E9-BF54-6EB1-EDDF-D20107156D5D}"/>
                    </a:ext>
                  </a:extLst>
                </p14:cNvPr>
                <p14:cNvContentPartPr/>
                <p14:nvPr/>
              </p14:nvContentPartPr>
              <p14:xfrm>
                <a:off x="982708" y="4499579"/>
                <a:ext cx="2440440" cy="66960"/>
              </p14:xfrm>
            </p:contentPart>
          </mc:Choice>
          <mc:Fallback>
            <p:pic>
              <p:nvPicPr>
                <p:cNvPr id="21" name="Ink 20">
                  <a:extLst>
                    <a:ext uri="{FF2B5EF4-FFF2-40B4-BE49-F238E27FC236}">
                      <a16:creationId xmlns:a16="http://schemas.microsoft.com/office/drawing/2014/main" id="{D23818E9-BF54-6EB1-EDDF-D20107156D5D}"/>
                    </a:ext>
                  </a:extLst>
                </p:cNvPr>
                <p:cNvPicPr/>
                <p:nvPr/>
              </p:nvPicPr>
              <p:blipFill>
                <a:blip r:embed="rId27"/>
                <a:stretch>
                  <a:fillRect/>
                </a:stretch>
              </p:blipFill>
              <p:spPr>
                <a:xfrm>
                  <a:off x="978388" y="4495259"/>
                  <a:ext cx="2449080" cy="75600"/>
                </a:xfrm>
                <a:prstGeom prst="rect">
                  <a:avLst/>
                </a:prstGeom>
              </p:spPr>
            </p:pic>
          </mc:Fallback>
        </mc:AlternateContent>
      </p:grpSp>
      <p:grpSp>
        <p:nvGrpSpPr>
          <p:cNvPr id="41" name="Group 40">
            <a:extLst>
              <a:ext uri="{FF2B5EF4-FFF2-40B4-BE49-F238E27FC236}">
                <a16:creationId xmlns:a16="http://schemas.microsoft.com/office/drawing/2014/main" id="{ECC8EF45-1FD9-388D-802E-A29131399C79}"/>
              </a:ext>
            </a:extLst>
          </p:cNvPr>
          <p:cNvGrpSpPr/>
          <p:nvPr/>
        </p:nvGrpSpPr>
        <p:grpSpPr>
          <a:xfrm>
            <a:off x="4812748" y="4773179"/>
            <a:ext cx="1064520" cy="724680"/>
            <a:chOff x="4812748" y="4773179"/>
            <a:chExt cx="1064520" cy="724680"/>
          </a:xfrm>
        </p:grpSpPr>
        <mc:AlternateContent xmlns:mc="http://schemas.openxmlformats.org/markup-compatibility/2006">
          <mc:Choice xmlns:p14="http://schemas.microsoft.com/office/powerpoint/2010/main" Requires="p14">
            <p:contentPart p14:bwMode="auto" r:id="rId28">
              <p14:nvContentPartPr>
                <p14:cNvPr id="23" name="Ink 22">
                  <a:extLst>
                    <a:ext uri="{FF2B5EF4-FFF2-40B4-BE49-F238E27FC236}">
                      <a16:creationId xmlns:a16="http://schemas.microsoft.com/office/drawing/2014/main" id="{EC544A6E-85A0-8B4E-8AE3-72D860367B5A}"/>
                    </a:ext>
                  </a:extLst>
                </p14:cNvPr>
                <p14:cNvContentPartPr/>
                <p14:nvPr/>
              </p14:nvContentPartPr>
              <p14:xfrm>
                <a:off x="4968988" y="4943099"/>
                <a:ext cx="115920" cy="278280"/>
              </p14:xfrm>
            </p:contentPart>
          </mc:Choice>
          <mc:Fallback>
            <p:pic>
              <p:nvPicPr>
                <p:cNvPr id="23" name="Ink 22">
                  <a:extLst>
                    <a:ext uri="{FF2B5EF4-FFF2-40B4-BE49-F238E27FC236}">
                      <a16:creationId xmlns:a16="http://schemas.microsoft.com/office/drawing/2014/main" id="{EC544A6E-85A0-8B4E-8AE3-72D860367B5A}"/>
                    </a:ext>
                  </a:extLst>
                </p:cNvPr>
                <p:cNvPicPr/>
                <p:nvPr/>
              </p:nvPicPr>
              <p:blipFill>
                <a:blip r:embed="rId29"/>
                <a:stretch>
                  <a:fillRect/>
                </a:stretch>
              </p:blipFill>
              <p:spPr>
                <a:xfrm>
                  <a:off x="4964668" y="4938779"/>
                  <a:ext cx="124560" cy="28692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4" name="Ink 23">
                  <a:extLst>
                    <a:ext uri="{FF2B5EF4-FFF2-40B4-BE49-F238E27FC236}">
                      <a16:creationId xmlns:a16="http://schemas.microsoft.com/office/drawing/2014/main" id="{CF1E4001-289C-86D8-DA9E-582F5CC0011B}"/>
                    </a:ext>
                  </a:extLst>
                </p14:cNvPr>
                <p14:cNvContentPartPr/>
                <p14:nvPr/>
              </p14:nvContentPartPr>
              <p14:xfrm>
                <a:off x="4960348" y="5064419"/>
                <a:ext cx="151920" cy="50760"/>
              </p14:xfrm>
            </p:contentPart>
          </mc:Choice>
          <mc:Fallback>
            <p:pic>
              <p:nvPicPr>
                <p:cNvPr id="24" name="Ink 23">
                  <a:extLst>
                    <a:ext uri="{FF2B5EF4-FFF2-40B4-BE49-F238E27FC236}">
                      <a16:creationId xmlns:a16="http://schemas.microsoft.com/office/drawing/2014/main" id="{CF1E4001-289C-86D8-DA9E-582F5CC0011B}"/>
                    </a:ext>
                  </a:extLst>
                </p:cNvPr>
                <p:cNvPicPr/>
                <p:nvPr/>
              </p:nvPicPr>
              <p:blipFill>
                <a:blip r:embed="rId31"/>
                <a:stretch>
                  <a:fillRect/>
                </a:stretch>
              </p:blipFill>
              <p:spPr>
                <a:xfrm>
                  <a:off x="4956028" y="5060099"/>
                  <a:ext cx="160560" cy="594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5" name="Ink 24">
                  <a:extLst>
                    <a:ext uri="{FF2B5EF4-FFF2-40B4-BE49-F238E27FC236}">
                      <a16:creationId xmlns:a16="http://schemas.microsoft.com/office/drawing/2014/main" id="{15FAE596-4C04-335C-7AAD-059771B76E32}"/>
                    </a:ext>
                  </a:extLst>
                </p14:cNvPr>
                <p14:cNvContentPartPr/>
                <p14:nvPr/>
              </p14:nvContentPartPr>
              <p14:xfrm>
                <a:off x="5259148" y="4989539"/>
                <a:ext cx="148680" cy="172800"/>
              </p14:xfrm>
            </p:contentPart>
          </mc:Choice>
          <mc:Fallback>
            <p:pic>
              <p:nvPicPr>
                <p:cNvPr id="25" name="Ink 24">
                  <a:extLst>
                    <a:ext uri="{FF2B5EF4-FFF2-40B4-BE49-F238E27FC236}">
                      <a16:creationId xmlns:a16="http://schemas.microsoft.com/office/drawing/2014/main" id="{15FAE596-4C04-335C-7AAD-059771B76E32}"/>
                    </a:ext>
                  </a:extLst>
                </p:cNvPr>
                <p:cNvPicPr/>
                <p:nvPr/>
              </p:nvPicPr>
              <p:blipFill>
                <a:blip r:embed="rId33"/>
                <a:stretch>
                  <a:fillRect/>
                </a:stretch>
              </p:blipFill>
              <p:spPr>
                <a:xfrm>
                  <a:off x="5254828" y="4985219"/>
                  <a:ext cx="157320" cy="1814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6" name="Ink 25">
                  <a:extLst>
                    <a:ext uri="{FF2B5EF4-FFF2-40B4-BE49-F238E27FC236}">
                      <a16:creationId xmlns:a16="http://schemas.microsoft.com/office/drawing/2014/main" id="{F04C2C48-A238-1712-E9B0-B1D351F51536}"/>
                    </a:ext>
                  </a:extLst>
                </p14:cNvPr>
                <p14:cNvContentPartPr/>
                <p14:nvPr/>
              </p14:nvContentPartPr>
              <p14:xfrm>
                <a:off x="5519428" y="5008979"/>
                <a:ext cx="32400" cy="154800"/>
              </p14:xfrm>
            </p:contentPart>
          </mc:Choice>
          <mc:Fallback>
            <p:pic>
              <p:nvPicPr>
                <p:cNvPr id="26" name="Ink 25">
                  <a:extLst>
                    <a:ext uri="{FF2B5EF4-FFF2-40B4-BE49-F238E27FC236}">
                      <a16:creationId xmlns:a16="http://schemas.microsoft.com/office/drawing/2014/main" id="{F04C2C48-A238-1712-E9B0-B1D351F51536}"/>
                    </a:ext>
                  </a:extLst>
                </p:cNvPr>
                <p:cNvPicPr/>
                <p:nvPr/>
              </p:nvPicPr>
              <p:blipFill>
                <a:blip r:embed="rId35"/>
                <a:stretch>
                  <a:fillRect/>
                </a:stretch>
              </p:blipFill>
              <p:spPr>
                <a:xfrm>
                  <a:off x="5515108" y="5004659"/>
                  <a:ext cx="41040" cy="1634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7" name="Ink 26">
                  <a:extLst>
                    <a:ext uri="{FF2B5EF4-FFF2-40B4-BE49-F238E27FC236}">
                      <a16:creationId xmlns:a16="http://schemas.microsoft.com/office/drawing/2014/main" id="{08CF303E-AF18-94FA-EF38-38131ABF0886}"/>
                    </a:ext>
                  </a:extLst>
                </p14:cNvPr>
                <p14:cNvContentPartPr/>
                <p14:nvPr/>
              </p14:nvContentPartPr>
              <p14:xfrm>
                <a:off x="5521588" y="4954979"/>
                <a:ext cx="126720" cy="240840"/>
              </p14:xfrm>
            </p:contentPart>
          </mc:Choice>
          <mc:Fallback>
            <p:pic>
              <p:nvPicPr>
                <p:cNvPr id="27" name="Ink 26">
                  <a:extLst>
                    <a:ext uri="{FF2B5EF4-FFF2-40B4-BE49-F238E27FC236}">
                      <a16:creationId xmlns:a16="http://schemas.microsoft.com/office/drawing/2014/main" id="{08CF303E-AF18-94FA-EF38-38131ABF0886}"/>
                    </a:ext>
                  </a:extLst>
                </p:cNvPr>
                <p:cNvPicPr/>
                <p:nvPr/>
              </p:nvPicPr>
              <p:blipFill>
                <a:blip r:embed="rId37"/>
                <a:stretch>
                  <a:fillRect/>
                </a:stretch>
              </p:blipFill>
              <p:spPr>
                <a:xfrm>
                  <a:off x="5517268" y="4950659"/>
                  <a:ext cx="135360" cy="2494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8" name="Ink 27">
                  <a:extLst>
                    <a:ext uri="{FF2B5EF4-FFF2-40B4-BE49-F238E27FC236}">
                      <a16:creationId xmlns:a16="http://schemas.microsoft.com/office/drawing/2014/main" id="{349DA7B8-19C9-E7C3-5616-6877E080722B}"/>
                    </a:ext>
                  </a:extLst>
                </p14:cNvPr>
                <p14:cNvContentPartPr/>
                <p14:nvPr/>
              </p14:nvContentPartPr>
              <p14:xfrm>
                <a:off x="5577748" y="4792619"/>
                <a:ext cx="79560" cy="673200"/>
              </p14:xfrm>
            </p:contentPart>
          </mc:Choice>
          <mc:Fallback>
            <p:pic>
              <p:nvPicPr>
                <p:cNvPr id="28" name="Ink 27">
                  <a:extLst>
                    <a:ext uri="{FF2B5EF4-FFF2-40B4-BE49-F238E27FC236}">
                      <a16:creationId xmlns:a16="http://schemas.microsoft.com/office/drawing/2014/main" id="{349DA7B8-19C9-E7C3-5616-6877E080722B}"/>
                    </a:ext>
                  </a:extLst>
                </p:cNvPr>
                <p:cNvPicPr/>
                <p:nvPr/>
              </p:nvPicPr>
              <p:blipFill>
                <a:blip r:embed="rId39"/>
                <a:stretch>
                  <a:fillRect/>
                </a:stretch>
              </p:blipFill>
              <p:spPr>
                <a:xfrm>
                  <a:off x="5573428" y="4788299"/>
                  <a:ext cx="88200" cy="6818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9" name="Ink 28">
                  <a:extLst>
                    <a:ext uri="{FF2B5EF4-FFF2-40B4-BE49-F238E27FC236}">
                      <a16:creationId xmlns:a16="http://schemas.microsoft.com/office/drawing/2014/main" id="{6AE2899F-A553-D66C-2D56-3971BFAE2A9E}"/>
                    </a:ext>
                  </a:extLst>
                </p14:cNvPr>
                <p14:cNvContentPartPr/>
                <p14:nvPr/>
              </p14:nvContentPartPr>
              <p14:xfrm>
                <a:off x="4812748" y="4833299"/>
                <a:ext cx="335160" cy="664560"/>
              </p14:xfrm>
            </p:contentPart>
          </mc:Choice>
          <mc:Fallback>
            <p:pic>
              <p:nvPicPr>
                <p:cNvPr id="29" name="Ink 28">
                  <a:extLst>
                    <a:ext uri="{FF2B5EF4-FFF2-40B4-BE49-F238E27FC236}">
                      <a16:creationId xmlns:a16="http://schemas.microsoft.com/office/drawing/2014/main" id="{6AE2899F-A553-D66C-2D56-3971BFAE2A9E}"/>
                    </a:ext>
                  </a:extLst>
                </p:cNvPr>
                <p:cNvPicPr/>
                <p:nvPr/>
              </p:nvPicPr>
              <p:blipFill>
                <a:blip r:embed="rId41"/>
                <a:stretch>
                  <a:fillRect/>
                </a:stretch>
              </p:blipFill>
              <p:spPr>
                <a:xfrm>
                  <a:off x="4808428" y="4828979"/>
                  <a:ext cx="343800" cy="6732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30" name="Ink 29">
                  <a:extLst>
                    <a:ext uri="{FF2B5EF4-FFF2-40B4-BE49-F238E27FC236}">
                      <a16:creationId xmlns:a16="http://schemas.microsoft.com/office/drawing/2014/main" id="{B8773968-A36F-EB9B-ACB8-49484FA61571}"/>
                    </a:ext>
                  </a:extLst>
                </p14:cNvPr>
                <p14:cNvContentPartPr/>
                <p14:nvPr/>
              </p14:nvContentPartPr>
              <p14:xfrm>
                <a:off x="5686108" y="4773179"/>
                <a:ext cx="191160" cy="137880"/>
              </p14:xfrm>
            </p:contentPart>
          </mc:Choice>
          <mc:Fallback>
            <p:pic>
              <p:nvPicPr>
                <p:cNvPr id="30" name="Ink 29">
                  <a:extLst>
                    <a:ext uri="{FF2B5EF4-FFF2-40B4-BE49-F238E27FC236}">
                      <a16:creationId xmlns:a16="http://schemas.microsoft.com/office/drawing/2014/main" id="{B8773968-A36F-EB9B-ACB8-49484FA61571}"/>
                    </a:ext>
                  </a:extLst>
                </p:cNvPr>
                <p:cNvPicPr/>
                <p:nvPr/>
              </p:nvPicPr>
              <p:blipFill>
                <a:blip r:embed="rId43"/>
                <a:stretch>
                  <a:fillRect/>
                </a:stretch>
              </p:blipFill>
              <p:spPr>
                <a:xfrm>
                  <a:off x="5681788" y="4768859"/>
                  <a:ext cx="199800" cy="146520"/>
                </a:xfrm>
                <a:prstGeom prst="rect">
                  <a:avLst/>
                </a:prstGeom>
              </p:spPr>
            </p:pic>
          </mc:Fallback>
        </mc:AlternateContent>
      </p:grpSp>
      <p:grpSp>
        <p:nvGrpSpPr>
          <p:cNvPr id="44" name="Group 43">
            <a:extLst>
              <a:ext uri="{FF2B5EF4-FFF2-40B4-BE49-F238E27FC236}">
                <a16:creationId xmlns:a16="http://schemas.microsoft.com/office/drawing/2014/main" id="{1F30AB0A-7C39-5292-7BE3-2166203BACF4}"/>
              </a:ext>
            </a:extLst>
          </p:cNvPr>
          <p:cNvGrpSpPr/>
          <p:nvPr/>
        </p:nvGrpSpPr>
        <p:grpSpPr>
          <a:xfrm>
            <a:off x="6180748" y="4755539"/>
            <a:ext cx="1474560" cy="655560"/>
            <a:chOff x="6180748" y="4755539"/>
            <a:chExt cx="1474560" cy="655560"/>
          </a:xfrm>
        </p:grpSpPr>
        <mc:AlternateContent xmlns:mc="http://schemas.openxmlformats.org/markup-compatibility/2006">
          <mc:Choice xmlns:p14="http://schemas.microsoft.com/office/powerpoint/2010/main" Requires="p14">
            <p:contentPart p14:bwMode="auto" r:id="rId44">
              <p14:nvContentPartPr>
                <p14:cNvPr id="31" name="Ink 30">
                  <a:extLst>
                    <a:ext uri="{FF2B5EF4-FFF2-40B4-BE49-F238E27FC236}">
                      <a16:creationId xmlns:a16="http://schemas.microsoft.com/office/drawing/2014/main" id="{A0A48BCE-1E3C-8507-9081-19BECC36FD87}"/>
                    </a:ext>
                  </a:extLst>
                </p14:cNvPr>
                <p14:cNvContentPartPr/>
                <p14:nvPr/>
              </p14:nvContentPartPr>
              <p14:xfrm>
                <a:off x="6180748" y="5046059"/>
                <a:ext cx="107280" cy="17640"/>
              </p14:xfrm>
            </p:contentPart>
          </mc:Choice>
          <mc:Fallback>
            <p:pic>
              <p:nvPicPr>
                <p:cNvPr id="31" name="Ink 30">
                  <a:extLst>
                    <a:ext uri="{FF2B5EF4-FFF2-40B4-BE49-F238E27FC236}">
                      <a16:creationId xmlns:a16="http://schemas.microsoft.com/office/drawing/2014/main" id="{A0A48BCE-1E3C-8507-9081-19BECC36FD87}"/>
                    </a:ext>
                  </a:extLst>
                </p:cNvPr>
                <p:cNvPicPr/>
                <p:nvPr/>
              </p:nvPicPr>
              <p:blipFill>
                <a:blip r:embed="rId45"/>
                <a:stretch>
                  <a:fillRect/>
                </a:stretch>
              </p:blipFill>
              <p:spPr>
                <a:xfrm>
                  <a:off x="6176428" y="5041739"/>
                  <a:ext cx="115920" cy="2628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2" name="Ink 31">
                  <a:extLst>
                    <a:ext uri="{FF2B5EF4-FFF2-40B4-BE49-F238E27FC236}">
                      <a16:creationId xmlns:a16="http://schemas.microsoft.com/office/drawing/2014/main" id="{5F254D7D-C357-DA14-D1A2-CE7B55FC2C99}"/>
                    </a:ext>
                  </a:extLst>
                </p14:cNvPr>
                <p14:cNvContentPartPr/>
                <p14:nvPr/>
              </p14:nvContentPartPr>
              <p14:xfrm>
                <a:off x="6208828" y="5096459"/>
                <a:ext cx="118800" cy="40320"/>
              </p14:xfrm>
            </p:contentPart>
          </mc:Choice>
          <mc:Fallback>
            <p:pic>
              <p:nvPicPr>
                <p:cNvPr id="32" name="Ink 31">
                  <a:extLst>
                    <a:ext uri="{FF2B5EF4-FFF2-40B4-BE49-F238E27FC236}">
                      <a16:creationId xmlns:a16="http://schemas.microsoft.com/office/drawing/2014/main" id="{5F254D7D-C357-DA14-D1A2-CE7B55FC2C99}"/>
                    </a:ext>
                  </a:extLst>
                </p:cNvPr>
                <p:cNvPicPr/>
                <p:nvPr/>
              </p:nvPicPr>
              <p:blipFill>
                <a:blip r:embed="rId47"/>
                <a:stretch>
                  <a:fillRect/>
                </a:stretch>
              </p:blipFill>
              <p:spPr>
                <a:xfrm>
                  <a:off x="6204508" y="5092139"/>
                  <a:ext cx="127440" cy="4896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3" name="Ink 32">
                  <a:extLst>
                    <a:ext uri="{FF2B5EF4-FFF2-40B4-BE49-F238E27FC236}">
                      <a16:creationId xmlns:a16="http://schemas.microsoft.com/office/drawing/2014/main" id="{F5A0167E-ABE8-54EE-5D8B-49EDA1F54D6B}"/>
                    </a:ext>
                  </a:extLst>
                </p14:cNvPr>
                <p14:cNvContentPartPr/>
                <p14:nvPr/>
              </p14:nvContentPartPr>
              <p14:xfrm>
                <a:off x="6642268" y="4906739"/>
                <a:ext cx="202320" cy="309600"/>
              </p14:xfrm>
            </p:contentPart>
          </mc:Choice>
          <mc:Fallback>
            <p:pic>
              <p:nvPicPr>
                <p:cNvPr id="33" name="Ink 32">
                  <a:extLst>
                    <a:ext uri="{FF2B5EF4-FFF2-40B4-BE49-F238E27FC236}">
                      <a16:creationId xmlns:a16="http://schemas.microsoft.com/office/drawing/2014/main" id="{F5A0167E-ABE8-54EE-5D8B-49EDA1F54D6B}"/>
                    </a:ext>
                  </a:extLst>
                </p:cNvPr>
                <p:cNvPicPr/>
                <p:nvPr/>
              </p:nvPicPr>
              <p:blipFill>
                <a:blip r:embed="rId49"/>
                <a:stretch>
                  <a:fillRect/>
                </a:stretch>
              </p:blipFill>
              <p:spPr>
                <a:xfrm>
                  <a:off x="6637588" y="4902419"/>
                  <a:ext cx="210960" cy="31824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4" name="Ink 33">
                  <a:extLst>
                    <a:ext uri="{FF2B5EF4-FFF2-40B4-BE49-F238E27FC236}">
                      <a16:creationId xmlns:a16="http://schemas.microsoft.com/office/drawing/2014/main" id="{E176E716-0336-97A1-2FD6-B42493EFD5FE}"/>
                    </a:ext>
                  </a:extLst>
                </p14:cNvPr>
                <p14:cNvContentPartPr/>
                <p14:nvPr/>
              </p14:nvContentPartPr>
              <p14:xfrm>
                <a:off x="6741268" y="5037419"/>
                <a:ext cx="130320" cy="21600"/>
              </p14:xfrm>
            </p:contentPart>
          </mc:Choice>
          <mc:Fallback>
            <p:pic>
              <p:nvPicPr>
                <p:cNvPr id="34" name="Ink 33">
                  <a:extLst>
                    <a:ext uri="{FF2B5EF4-FFF2-40B4-BE49-F238E27FC236}">
                      <a16:creationId xmlns:a16="http://schemas.microsoft.com/office/drawing/2014/main" id="{E176E716-0336-97A1-2FD6-B42493EFD5FE}"/>
                    </a:ext>
                  </a:extLst>
                </p:cNvPr>
                <p:cNvPicPr/>
                <p:nvPr/>
              </p:nvPicPr>
              <p:blipFill>
                <a:blip r:embed="rId51"/>
                <a:stretch>
                  <a:fillRect/>
                </a:stretch>
              </p:blipFill>
              <p:spPr>
                <a:xfrm>
                  <a:off x="6736948" y="5033099"/>
                  <a:ext cx="13896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5" name="Ink 34">
                  <a:extLst>
                    <a:ext uri="{FF2B5EF4-FFF2-40B4-BE49-F238E27FC236}">
                      <a16:creationId xmlns:a16="http://schemas.microsoft.com/office/drawing/2014/main" id="{F589A467-AC4F-08FA-C5BB-1D08223A9A0D}"/>
                    </a:ext>
                  </a:extLst>
                </p14:cNvPr>
                <p14:cNvContentPartPr/>
                <p14:nvPr/>
              </p14:nvContentPartPr>
              <p14:xfrm>
                <a:off x="7017028" y="4885859"/>
                <a:ext cx="204480" cy="212400"/>
              </p14:xfrm>
            </p:contentPart>
          </mc:Choice>
          <mc:Fallback>
            <p:pic>
              <p:nvPicPr>
                <p:cNvPr id="35" name="Ink 34">
                  <a:extLst>
                    <a:ext uri="{FF2B5EF4-FFF2-40B4-BE49-F238E27FC236}">
                      <a16:creationId xmlns:a16="http://schemas.microsoft.com/office/drawing/2014/main" id="{F589A467-AC4F-08FA-C5BB-1D08223A9A0D}"/>
                    </a:ext>
                  </a:extLst>
                </p:cNvPr>
                <p:cNvPicPr/>
                <p:nvPr/>
              </p:nvPicPr>
              <p:blipFill>
                <a:blip r:embed="rId53"/>
                <a:stretch>
                  <a:fillRect/>
                </a:stretch>
              </p:blipFill>
              <p:spPr>
                <a:xfrm>
                  <a:off x="7012708" y="4881539"/>
                  <a:ext cx="213120" cy="2210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6" name="Ink 35">
                  <a:extLst>
                    <a:ext uri="{FF2B5EF4-FFF2-40B4-BE49-F238E27FC236}">
                      <a16:creationId xmlns:a16="http://schemas.microsoft.com/office/drawing/2014/main" id="{58E94EFA-1EAF-89BD-EFB8-9D6D137803C3}"/>
                    </a:ext>
                  </a:extLst>
                </p14:cNvPr>
                <p14:cNvContentPartPr/>
                <p14:nvPr/>
              </p14:nvContentPartPr>
              <p14:xfrm>
                <a:off x="7360108" y="4917899"/>
                <a:ext cx="13320" cy="264600"/>
              </p14:xfrm>
            </p:contentPart>
          </mc:Choice>
          <mc:Fallback>
            <p:pic>
              <p:nvPicPr>
                <p:cNvPr id="36" name="Ink 35">
                  <a:extLst>
                    <a:ext uri="{FF2B5EF4-FFF2-40B4-BE49-F238E27FC236}">
                      <a16:creationId xmlns:a16="http://schemas.microsoft.com/office/drawing/2014/main" id="{58E94EFA-1EAF-89BD-EFB8-9D6D137803C3}"/>
                    </a:ext>
                  </a:extLst>
                </p:cNvPr>
                <p:cNvPicPr/>
                <p:nvPr/>
              </p:nvPicPr>
              <p:blipFill>
                <a:blip r:embed="rId55"/>
                <a:stretch>
                  <a:fillRect/>
                </a:stretch>
              </p:blipFill>
              <p:spPr>
                <a:xfrm>
                  <a:off x="7355788" y="4913579"/>
                  <a:ext cx="21960" cy="27324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7" name="Ink 36">
                  <a:extLst>
                    <a:ext uri="{FF2B5EF4-FFF2-40B4-BE49-F238E27FC236}">
                      <a16:creationId xmlns:a16="http://schemas.microsoft.com/office/drawing/2014/main" id="{9806FC1B-705C-B57B-7F5A-CB3E51CCAD87}"/>
                    </a:ext>
                  </a:extLst>
                </p14:cNvPr>
                <p14:cNvContentPartPr/>
                <p14:nvPr/>
              </p14:nvContentPartPr>
              <p14:xfrm>
                <a:off x="7336708" y="4854539"/>
                <a:ext cx="171360" cy="282240"/>
              </p14:xfrm>
            </p:contentPart>
          </mc:Choice>
          <mc:Fallback>
            <p:pic>
              <p:nvPicPr>
                <p:cNvPr id="37" name="Ink 36">
                  <a:extLst>
                    <a:ext uri="{FF2B5EF4-FFF2-40B4-BE49-F238E27FC236}">
                      <a16:creationId xmlns:a16="http://schemas.microsoft.com/office/drawing/2014/main" id="{9806FC1B-705C-B57B-7F5A-CB3E51CCAD87}"/>
                    </a:ext>
                  </a:extLst>
                </p:cNvPr>
                <p:cNvPicPr/>
                <p:nvPr/>
              </p:nvPicPr>
              <p:blipFill>
                <a:blip r:embed="rId57"/>
                <a:stretch>
                  <a:fillRect/>
                </a:stretch>
              </p:blipFill>
              <p:spPr>
                <a:xfrm>
                  <a:off x="7332388" y="4850219"/>
                  <a:ext cx="180000" cy="29088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8" name="Ink 37">
                  <a:extLst>
                    <a:ext uri="{FF2B5EF4-FFF2-40B4-BE49-F238E27FC236}">
                      <a16:creationId xmlns:a16="http://schemas.microsoft.com/office/drawing/2014/main" id="{ECD9CC6A-13E5-62E1-6FF3-4673E8C95975}"/>
                    </a:ext>
                  </a:extLst>
                </p14:cNvPr>
                <p14:cNvContentPartPr/>
                <p14:nvPr/>
              </p14:nvContentPartPr>
              <p14:xfrm>
                <a:off x="7442188" y="4770299"/>
                <a:ext cx="120960" cy="562680"/>
              </p14:xfrm>
            </p:contentPart>
          </mc:Choice>
          <mc:Fallback>
            <p:pic>
              <p:nvPicPr>
                <p:cNvPr id="38" name="Ink 37">
                  <a:extLst>
                    <a:ext uri="{FF2B5EF4-FFF2-40B4-BE49-F238E27FC236}">
                      <a16:creationId xmlns:a16="http://schemas.microsoft.com/office/drawing/2014/main" id="{ECD9CC6A-13E5-62E1-6FF3-4673E8C95975}"/>
                    </a:ext>
                  </a:extLst>
                </p:cNvPr>
                <p:cNvPicPr/>
                <p:nvPr/>
              </p:nvPicPr>
              <p:blipFill>
                <a:blip r:embed="rId59"/>
                <a:stretch>
                  <a:fillRect/>
                </a:stretch>
              </p:blipFill>
              <p:spPr>
                <a:xfrm>
                  <a:off x="7437868" y="4765979"/>
                  <a:ext cx="129600" cy="57132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42" name="Ink 41">
                  <a:extLst>
                    <a:ext uri="{FF2B5EF4-FFF2-40B4-BE49-F238E27FC236}">
                      <a16:creationId xmlns:a16="http://schemas.microsoft.com/office/drawing/2014/main" id="{929A93E2-266E-AEE7-99FC-E6308A5F2B55}"/>
                    </a:ext>
                  </a:extLst>
                </p14:cNvPr>
                <p14:cNvContentPartPr/>
                <p14:nvPr/>
              </p14:nvContentPartPr>
              <p14:xfrm>
                <a:off x="6483868" y="4803419"/>
                <a:ext cx="383040" cy="607680"/>
              </p14:xfrm>
            </p:contentPart>
          </mc:Choice>
          <mc:Fallback>
            <p:pic>
              <p:nvPicPr>
                <p:cNvPr id="42" name="Ink 41">
                  <a:extLst>
                    <a:ext uri="{FF2B5EF4-FFF2-40B4-BE49-F238E27FC236}">
                      <a16:creationId xmlns:a16="http://schemas.microsoft.com/office/drawing/2014/main" id="{929A93E2-266E-AEE7-99FC-E6308A5F2B55}"/>
                    </a:ext>
                  </a:extLst>
                </p:cNvPr>
                <p:cNvPicPr/>
                <p:nvPr/>
              </p:nvPicPr>
              <p:blipFill>
                <a:blip r:embed="rId61"/>
                <a:stretch>
                  <a:fillRect/>
                </a:stretch>
              </p:blipFill>
              <p:spPr>
                <a:xfrm>
                  <a:off x="6479548" y="4799099"/>
                  <a:ext cx="391680" cy="61632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43" name="Ink 42">
                  <a:extLst>
                    <a:ext uri="{FF2B5EF4-FFF2-40B4-BE49-F238E27FC236}">
                      <a16:creationId xmlns:a16="http://schemas.microsoft.com/office/drawing/2014/main" id="{5CCE73EF-E9F2-4B77-1580-A39A1D82E86B}"/>
                    </a:ext>
                  </a:extLst>
                </p14:cNvPr>
                <p14:cNvContentPartPr/>
                <p14:nvPr/>
              </p14:nvContentPartPr>
              <p14:xfrm>
                <a:off x="7617148" y="4755539"/>
                <a:ext cx="38160" cy="131760"/>
              </p14:xfrm>
            </p:contentPart>
          </mc:Choice>
          <mc:Fallback>
            <p:pic>
              <p:nvPicPr>
                <p:cNvPr id="43" name="Ink 42">
                  <a:extLst>
                    <a:ext uri="{FF2B5EF4-FFF2-40B4-BE49-F238E27FC236}">
                      <a16:creationId xmlns:a16="http://schemas.microsoft.com/office/drawing/2014/main" id="{5CCE73EF-E9F2-4B77-1580-A39A1D82E86B}"/>
                    </a:ext>
                  </a:extLst>
                </p:cNvPr>
                <p:cNvPicPr/>
                <p:nvPr/>
              </p:nvPicPr>
              <p:blipFill>
                <a:blip r:embed="rId63"/>
                <a:stretch>
                  <a:fillRect/>
                </a:stretch>
              </p:blipFill>
              <p:spPr>
                <a:xfrm>
                  <a:off x="7612828" y="4751219"/>
                  <a:ext cx="46800" cy="1404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4">
            <p14:nvContentPartPr>
              <p14:cNvPr id="45" name="Ink 44">
                <a:extLst>
                  <a:ext uri="{FF2B5EF4-FFF2-40B4-BE49-F238E27FC236}">
                    <a16:creationId xmlns:a16="http://schemas.microsoft.com/office/drawing/2014/main" id="{91285707-B5A6-29EA-5727-72874D0DBB12}"/>
                  </a:ext>
                </a:extLst>
              </p14:cNvPr>
              <p14:cNvContentPartPr/>
              <p14:nvPr/>
            </p14:nvContentPartPr>
            <p14:xfrm>
              <a:off x="2018788" y="1747379"/>
              <a:ext cx="4384080" cy="56520"/>
            </p14:xfrm>
          </p:contentPart>
        </mc:Choice>
        <mc:Fallback>
          <p:pic>
            <p:nvPicPr>
              <p:cNvPr id="45" name="Ink 44">
                <a:extLst>
                  <a:ext uri="{FF2B5EF4-FFF2-40B4-BE49-F238E27FC236}">
                    <a16:creationId xmlns:a16="http://schemas.microsoft.com/office/drawing/2014/main" id="{91285707-B5A6-29EA-5727-72874D0DBB12}"/>
                  </a:ext>
                </a:extLst>
              </p:cNvPr>
              <p:cNvPicPr/>
              <p:nvPr/>
            </p:nvPicPr>
            <p:blipFill>
              <a:blip r:embed="rId65"/>
              <a:stretch>
                <a:fillRect/>
              </a:stretch>
            </p:blipFill>
            <p:spPr>
              <a:xfrm>
                <a:off x="2014468" y="1743059"/>
                <a:ext cx="4392720" cy="65160"/>
              </a:xfrm>
              <a:prstGeom prst="rect">
                <a:avLst/>
              </a:prstGeom>
            </p:spPr>
          </p:pic>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60569"/>
            <a:ext cx="7620000" cy="764364"/>
          </a:xfrm>
        </p:spPr>
        <p:txBody>
          <a:bodyPr/>
          <a:lstStyle/>
          <a:p>
            <a:pPr algn="l"/>
            <a:r>
              <a:rPr lang="en-US" dirty="0"/>
              <a:t>Solution</a:t>
            </a:r>
            <a:endParaRPr lang="en-IN" dirty="0"/>
          </a:p>
        </p:txBody>
      </p:sp>
      <p:sp>
        <p:nvSpPr>
          <p:cNvPr id="7" name="Content Placeholder 1">
            <a:extLst>
              <a:ext uri="{FF2B5EF4-FFF2-40B4-BE49-F238E27FC236}">
                <a16:creationId xmlns:a16="http://schemas.microsoft.com/office/drawing/2014/main" id="{7D8B7C89-9446-45D1-9208-CDC9B2AA296A}"/>
              </a:ext>
            </a:extLst>
          </p:cNvPr>
          <p:cNvSpPr>
            <a:spLocks noGrp="1" noRot="1" noChangeAspect="1" noMove="1" noResize="1" noEditPoints="1" noAdjustHandles="1" noChangeArrowheads="1" noChangeShapeType="1" noTextEdit="1"/>
          </p:cNvSpPr>
          <p:nvPr>
            <p:ph type="body" sz="quarter" idx="13"/>
          </p:nvPr>
        </p:nvSpPr>
        <p:spPr>
          <a:xfrm>
            <a:off x="198438" y="1033463"/>
            <a:ext cx="8813800" cy="5664200"/>
          </a:xfrm>
          <a:blipFill>
            <a:blip r:embed="rId2"/>
            <a:stretch>
              <a:fillRect l="-1111" t="-1077"/>
            </a:stretch>
          </a:blipFill>
        </p:spPr>
        <p:txBody>
          <a:bodyPr/>
          <a:lstStyle/>
          <a:p>
            <a:pPr>
              <a:defRPr/>
            </a:pPr>
            <a:r>
              <a:rPr lang="en-IN">
                <a:noFill/>
              </a:rPr>
              <a:t> </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C930CB20-1759-6EBC-8AA3-7BC01C23E73A}"/>
                  </a:ext>
                </a:extLst>
              </p14:cNvPr>
              <p14:cNvContentPartPr/>
              <p14:nvPr/>
            </p14:nvContentPartPr>
            <p14:xfrm>
              <a:off x="6105508" y="2544779"/>
              <a:ext cx="774720" cy="57960"/>
            </p14:xfrm>
          </p:contentPart>
        </mc:Choice>
        <mc:Fallback>
          <p:pic>
            <p:nvPicPr>
              <p:cNvPr id="2" name="Ink 1">
                <a:extLst>
                  <a:ext uri="{FF2B5EF4-FFF2-40B4-BE49-F238E27FC236}">
                    <a16:creationId xmlns:a16="http://schemas.microsoft.com/office/drawing/2014/main" id="{C930CB20-1759-6EBC-8AA3-7BC01C23E73A}"/>
                  </a:ext>
                </a:extLst>
              </p:cNvPr>
              <p:cNvPicPr/>
              <p:nvPr/>
            </p:nvPicPr>
            <p:blipFill>
              <a:blip r:embed="rId4"/>
              <a:stretch>
                <a:fillRect/>
              </a:stretch>
            </p:blipFill>
            <p:spPr>
              <a:xfrm>
                <a:off x="6101188" y="2540459"/>
                <a:ext cx="783360" cy="66600"/>
              </a:xfrm>
              <a:prstGeom prst="rect">
                <a:avLst/>
              </a:prstGeom>
            </p:spPr>
          </p:pic>
        </mc:Fallback>
      </mc:AlternateContent>
      <p:grpSp>
        <p:nvGrpSpPr>
          <p:cNvPr id="8" name="Group 7">
            <a:extLst>
              <a:ext uri="{FF2B5EF4-FFF2-40B4-BE49-F238E27FC236}">
                <a16:creationId xmlns:a16="http://schemas.microsoft.com/office/drawing/2014/main" id="{AF697A2B-9D1A-A9B6-6D11-640BA09CC67B}"/>
              </a:ext>
            </a:extLst>
          </p:cNvPr>
          <p:cNvGrpSpPr/>
          <p:nvPr/>
        </p:nvGrpSpPr>
        <p:grpSpPr>
          <a:xfrm>
            <a:off x="2112028" y="3453779"/>
            <a:ext cx="3376800" cy="703440"/>
            <a:chOff x="2112028" y="3453779"/>
            <a:chExt cx="3376800" cy="703440"/>
          </a:xfrm>
        </p:grpSpPr>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F7D6CD96-6ECC-DBA7-EA23-A1D255849A22}"/>
                    </a:ext>
                  </a:extLst>
                </p14:cNvPr>
                <p14:cNvContentPartPr/>
                <p14:nvPr/>
              </p14:nvContentPartPr>
              <p14:xfrm>
                <a:off x="2112028" y="4003139"/>
                <a:ext cx="1141920" cy="57600"/>
              </p14:xfrm>
            </p:contentPart>
          </mc:Choice>
          <mc:Fallback>
            <p:pic>
              <p:nvPicPr>
                <p:cNvPr id="3" name="Ink 2">
                  <a:extLst>
                    <a:ext uri="{FF2B5EF4-FFF2-40B4-BE49-F238E27FC236}">
                      <a16:creationId xmlns:a16="http://schemas.microsoft.com/office/drawing/2014/main" id="{F7D6CD96-6ECC-DBA7-EA23-A1D255849A22}"/>
                    </a:ext>
                  </a:extLst>
                </p:cNvPr>
                <p:cNvPicPr/>
                <p:nvPr/>
              </p:nvPicPr>
              <p:blipFill>
                <a:blip r:embed="rId6"/>
                <a:stretch>
                  <a:fillRect/>
                </a:stretch>
              </p:blipFill>
              <p:spPr>
                <a:xfrm>
                  <a:off x="2107708" y="3998819"/>
                  <a:ext cx="1150560" cy="662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D3B330FF-31E6-2A40-63AC-C47EB3B94097}"/>
                    </a:ext>
                  </a:extLst>
                </p14:cNvPr>
                <p14:cNvContentPartPr/>
                <p14:nvPr/>
              </p14:nvContentPartPr>
              <p14:xfrm>
                <a:off x="3633028" y="3453779"/>
                <a:ext cx="744840" cy="657720"/>
              </p14:xfrm>
            </p:contentPart>
          </mc:Choice>
          <mc:Fallback>
            <p:pic>
              <p:nvPicPr>
                <p:cNvPr id="5" name="Ink 4">
                  <a:extLst>
                    <a:ext uri="{FF2B5EF4-FFF2-40B4-BE49-F238E27FC236}">
                      <a16:creationId xmlns:a16="http://schemas.microsoft.com/office/drawing/2014/main" id="{D3B330FF-31E6-2A40-63AC-C47EB3B94097}"/>
                    </a:ext>
                  </a:extLst>
                </p:cNvPr>
                <p:cNvPicPr/>
                <p:nvPr/>
              </p:nvPicPr>
              <p:blipFill>
                <a:blip r:embed="rId8"/>
                <a:stretch>
                  <a:fillRect/>
                </a:stretch>
              </p:blipFill>
              <p:spPr>
                <a:xfrm>
                  <a:off x="3628708" y="3449459"/>
                  <a:ext cx="753480" cy="6663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6" name="Ink 5">
                  <a:extLst>
                    <a:ext uri="{FF2B5EF4-FFF2-40B4-BE49-F238E27FC236}">
                      <a16:creationId xmlns:a16="http://schemas.microsoft.com/office/drawing/2014/main" id="{9EF257EE-709D-5E37-2A99-E3DE1DA74365}"/>
                    </a:ext>
                  </a:extLst>
                </p14:cNvPr>
                <p14:cNvContentPartPr/>
                <p14:nvPr/>
              </p14:nvContentPartPr>
              <p14:xfrm>
                <a:off x="4631668" y="3459179"/>
                <a:ext cx="857160" cy="698040"/>
              </p14:xfrm>
            </p:contentPart>
          </mc:Choice>
          <mc:Fallback>
            <p:pic>
              <p:nvPicPr>
                <p:cNvPr id="6" name="Ink 5">
                  <a:extLst>
                    <a:ext uri="{FF2B5EF4-FFF2-40B4-BE49-F238E27FC236}">
                      <a16:creationId xmlns:a16="http://schemas.microsoft.com/office/drawing/2014/main" id="{9EF257EE-709D-5E37-2A99-E3DE1DA74365}"/>
                    </a:ext>
                  </a:extLst>
                </p:cNvPr>
                <p:cNvPicPr/>
                <p:nvPr/>
              </p:nvPicPr>
              <p:blipFill>
                <a:blip r:embed="rId10"/>
                <a:stretch>
                  <a:fillRect/>
                </a:stretch>
              </p:blipFill>
              <p:spPr>
                <a:xfrm>
                  <a:off x="4627348" y="3454859"/>
                  <a:ext cx="865800" cy="7066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1">
            <p14:nvContentPartPr>
              <p14:cNvPr id="9" name="Ink 8">
                <a:extLst>
                  <a:ext uri="{FF2B5EF4-FFF2-40B4-BE49-F238E27FC236}">
                    <a16:creationId xmlns:a16="http://schemas.microsoft.com/office/drawing/2014/main" id="{3E67404E-EDE1-DF32-0433-97AB5B2EF746}"/>
                  </a:ext>
                </a:extLst>
              </p14:cNvPr>
              <p14:cNvContentPartPr/>
              <p14:nvPr/>
            </p14:nvContentPartPr>
            <p14:xfrm>
              <a:off x="2597668" y="2605979"/>
              <a:ext cx="1490400" cy="70920"/>
            </p14:xfrm>
          </p:contentPart>
        </mc:Choice>
        <mc:Fallback>
          <p:pic>
            <p:nvPicPr>
              <p:cNvPr id="9" name="Ink 8">
                <a:extLst>
                  <a:ext uri="{FF2B5EF4-FFF2-40B4-BE49-F238E27FC236}">
                    <a16:creationId xmlns:a16="http://schemas.microsoft.com/office/drawing/2014/main" id="{3E67404E-EDE1-DF32-0433-97AB5B2EF746}"/>
                  </a:ext>
                </a:extLst>
              </p:cNvPr>
              <p:cNvPicPr/>
              <p:nvPr/>
            </p:nvPicPr>
            <p:blipFill>
              <a:blip r:embed="rId12"/>
              <a:stretch>
                <a:fillRect/>
              </a:stretch>
            </p:blipFill>
            <p:spPr>
              <a:xfrm>
                <a:off x="2593348" y="2601659"/>
                <a:ext cx="1499040" cy="7956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0" name="Ink 9">
                <a:extLst>
                  <a:ext uri="{FF2B5EF4-FFF2-40B4-BE49-F238E27FC236}">
                    <a16:creationId xmlns:a16="http://schemas.microsoft.com/office/drawing/2014/main" id="{485B33D0-12F8-F382-524F-55310B67CB4A}"/>
                  </a:ext>
                </a:extLst>
              </p14:cNvPr>
              <p14:cNvContentPartPr/>
              <p14:nvPr/>
            </p14:nvContentPartPr>
            <p14:xfrm>
              <a:off x="3773788" y="4381859"/>
              <a:ext cx="3259800" cy="74160"/>
            </p14:xfrm>
          </p:contentPart>
        </mc:Choice>
        <mc:Fallback>
          <p:pic>
            <p:nvPicPr>
              <p:cNvPr id="10" name="Ink 9">
                <a:extLst>
                  <a:ext uri="{FF2B5EF4-FFF2-40B4-BE49-F238E27FC236}">
                    <a16:creationId xmlns:a16="http://schemas.microsoft.com/office/drawing/2014/main" id="{485B33D0-12F8-F382-524F-55310B67CB4A}"/>
                  </a:ext>
                </a:extLst>
              </p:cNvPr>
              <p:cNvPicPr/>
              <p:nvPr/>
            </p:nvPicPr>
            <p:blipFill>
              <a:blip r:embed="rId14"/>
              <a:stretch>
                <a:fillRect/>
              </a:stretch>
            </p:blipFill>
            <p:spPr>
              <a:xfrm>
                <a:off x="3769468" y="4377539"/>
                <a:ext cx="3268440" cy="828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2" name="Ink 11">
                <a:extLst>
                  <a:ext uri="{FF2B5EF4-FFF2-40B4-BE49-F238E27FC236}">
                    <a16:creationId xmlns:a16="http://schemas.microsoft.com/office/drawing/2014/main" id="{13B0A291-F061-E75F-9174-DA85F7DF871E}"/>
                  </a:ext>
                </a:extLst>
              </p14:cNvPr>
              <p14:cNvContentPartPr/>
              <p14:nvPr/>
            </p14:nvContentPartPr>
            <p14:xfrm>
              <a:off x="6566308" y="5022659"/>
              <a:ext cx="1938600" cy="720"/>
            </p14:xfrm>
          </p:contentPart>
        </mc:Choice>
        <mc:Fallback>
          <p:pic>
            <p:nvPicPr>
              <p:cNvPr id="12" name="Ink 11">
                <a:extLst>
                  <a:ext uri="{FF2B5EF4-FFF2-40B4-BE49-F238E27FC236}">
                    <a16:creationId xmlns:a16="http://schemas.microsoft.com/office/drawing/2014/main" id="{13B0A291-F061-E75F-9174-DA85F7DF871E}"/>
                  </a:ext>
                </a:extLst>
              </p:cNvPr>
              <p:cNvPicPr/>
              <p:nvPr/>
            </p:nvPicPr>
            <p:blipFill>
              <a:blip r:embed="rId16"/>
              <a:stretch>
                <a:fillRect/>
              </a:stretch>
            </p:blipFill>
            <p:spPr>
              <a:xfrm>
                <a:off x="6561988" y="5014019"/>
                <a:ext cx="194724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3" name="Ink 12">
                <a:extLst>
                  <a:ext uri="{FF2B5EF4-FFF2-40B4-BE49-F238E27FC236}">
                    <a16:creationId xmlns:a16="http://schemas.microsoft.com/office/drawing/2014/main" id="{21801347-CED0-041E-9360-E5872F7F3EF4}"/>
                  </a:ext>
                </a:extLst>
              </p14:cNvPr>
              <p14:cNvContentPartPr/>
              <p14:nvPr/>
            </p14:nvContentPartPr>
            <p14:xfrm>
              <a:off x="237148" y="4971899"/>
              <a:ext cx="1631520" cy="326160"/>
            </p14:xfrm>
          </p:contentPart>
        </mc:Choice>
        <mc:Fallback>
          <p:pic>
            <p:nvPicPr>
              <p:cNvPr id="13" name="Ink 12">
                <a:extLst>
                  <a:ext uri="{FF2B5EF4-FFF2-40B4-BE49-F238E27FC236}">
                    <a16:creationId xmlns:a16="http://schemas.microsoft.com/office/drawing/2014/main" id="{21801347-CED0-041E-9360-E5872F7F3EF4}"/>
                  </a:ext>
                </a:extLst>
              </p:cNvPr>
              <p:cNvPicPr/>
              <p:nvPr/>
            </p:nvPicPr>
            <p:blipFill>
              <a:blip r:embed="rId18"/>
              <a:stretch>
                <a:fillRect/>
              </a:stretch>
            </p:blipFill>
            <p:spPr>
              <a:xfrm>
                <a:off x="232828" y="4967579"/>
                <a:ext cx="1640160" cy="334800"/>
              </a:xfrm>
              <a:prstGeom prst="rect">
                <a:avLst/>
              </a:prstGeom>
            </p:spPr>
          </p:pic>
        </mc:Fallback>
      </mc:AlternateContent>
      <p:grpSp>
        <p:nvGrpSpPr>
          <p:cNvPr id="36" name="Group 35">
            <a:extLst>
              <a:ext uri="{FF2B5EF4-FFF2-40B4-BE49-F238E27FC236}">
                <a16:creationId xmlns:a16="http://schemas.microsoft.com/office/drawing/2014/main" id="{958E9968-0F46-F86F-FC54-CC3B1F837520}"/>
              </a:ext>
            </a:extLst>
          </p:cNvPr>
          <p:cNvGrpSpPr/>
          <p:nvPr/>
        </p:nvGrpSpPr>
        <p:grpSpPr>
          <a:xfrm>
            <a:off x="456388" y="5721059"/>
            <a:ext cx="4463640" cy="906480"/>
            <a:chOff x="456388" y="5721059"/>
            <a:chExt cx="4463640" cy="906480"/>
          </a:xfrm>
        </p:grpSpPr>
        <mc:AlternateContent xmlns:mc="http://schemas.openxmlformats.org/markup-compatibility/2006">
          <mc:Choice xmlns:p14="http://schemas.microsoft.com/office/powerpoint/2010/main" Requires="p14">
            <p:contentPart p14:bwMode="auto" r:id="rId19">
              <p14:nvContentPartPr>
                <p14:cNvPr id="14" name="Ink 13">
                  <a:extLst>
                    <a:ext uri="{FF2B5EF4-FFF2-40B4-BE49-F238E27FC236}">
                      <a16:creationId xmlns:a16="http://schemas.microsoft.com/office/drawing/2014/main" id="{495D2C65-520E-63EC-DD1E-77B6AF67CB6E}"/>
                    </a:ext>
                  </a:extLst>
                </p14:cNvPr>
                <p14:cNvContentPartPr/>
                <p14:nvPr/>
              </p14:nvContentPartPr>
              <p14:xfrm>
                <a:off x="456388" y="5995739"/>
                <a:ext cx="137880" cy="443160"/>
              </p14:xfrm>
            </p:contentPart>
          </mc:Choice>
          <mc:Fallback>
            <p:pic>
              <p:nvPicPr>
                <p:cNvPr id="14" name="Ink 13">
                  <a:extLst>
                    <a:ext uri="{FF2B5EF4-FFF2-40B4-BE49-F238E27FC236}">
                      <a16:creationId xmlns:a16="http://schemas.microsoft.com/office/drawing/2014/main" id="{495D2C65-520E-63EC-DD1E-77B6AF67CB6E}"/>
                    </a:ext>
                  </a:extLst>
                </p:cNvPr>
                <p:cNvPicPr/>
                <p:nvPr/>
              </p:nvPicPr>
              <p:blipFill>
                <a:blip r:embed="rId20"/>
                <a:stretch>
                  <a:fillRect/>
                </a:stretch>
              </p:blipFill>
              <p:spPr>
                <a:xfrm>
                  <a:off x="452068" y="5991419"/>
                  <a:ext cx="146520" cy="4518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5" name="Ink 14">
                  <a:extLst>
                    <a:ext uri="{FF2B5EF4-FFF2-40B4-BE49-F238E27FC236}">
                      <a16:creationId xmlns:a16="http://schemas.microsoft.com/office/drawing/2014/main" id="{4F0B3D16-E53C-1560-7584-BC941E570129}"/>
                    </a:ext>
                  </a:extLst>
                </p14:cNvPr>
                <p14:cNvContentPartPr/>
                <p14:nvPr/>
              </p14:nvContentPartPr>
              <p14:xfrm>
                <a:off x="706588" y="5866499"/>
                <a:ext cx="234720" cy="654120"/>
              </p14:xfrm>
            </p:contentPart>
          </mc:Choice>
          <mc:Fallback>
            <p:pic>
              <p:nvPicPr>
                <p:cNvPr id="15" name="Ink 14">
                  <a:extLst>
                    <a:ext uri="{FF2B5EF4-FFF2-40B4-BE49-F238E27FC236}">
                      <a16:creationId xmlns:a16="http://schemas.microsoft.com/office/drawing/2014/main" id="{4F0B3D16-E53C-1560-7584-BC941E570129}"/>
                    </a:ext>
                  </a:extLst>
                </p:cNvPr>
                <p:cNvPicPr/>
                <p:nvPr/>
              </p:nvPicPr>
              <p:blipFill>
                <a:blip r:embed="rId22"/>
                <a:stretch>
                  <a:fillRect/>
                </a:stretch>
              </p:blipFill>
              <p:spPr>
                <a:xfrm>
                  <a:off x="702268" y="5862179"/>
                  <a:ext cx="243360" cy="66276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6" name="Ink 15">
                  <a:extLst>
                    <a:ext uri="{FF2B5EF4-FFF2-40B4-BE49-F238E27FC236}">
                      <a16:creationId xmlns:a16="http://schemas.microsoft.com/office/drawing/2014/main" id="{DFB465DA-5011-C2AB-61EC-7C1D650AEC65}"/>
                    </a:ext>
                  </a:extLst>
                </p14:cNvPr>
                <p14:cNvContentPartPr/>
                <p14:nvPr/>
              </p14:nvContentPartPr>
              <p14:xfrm>
                <a:off x="921508" y="6107339"/>
                <a:ext cx="122760" cy="298440"/>
              </p14:xfrm>
            </p:contentPart>
          </mc:Choice>
          <mc:Fallback>
            <p:pic>
              <p:nvPicPr>
                <p:cNvPr id="16" name="Ink 15">
                  <a:extLst>
                    <a:ext uri="{FF2B5EF4-FFF2-40B4-BE49-F238E27FC236}">
                      <a16:creationId xmlns:a16="http://schemas.microsoft.com/office/drawing/2014/main" id="{DFB465DA-5011-C2AB-61EC-7C1D650AEC65}"/>
                    </a:ext>
                  </a:extLst>
                </p:cNvPr>
                <p:cNvPicPr/>
                <p:nvPr/>
              </p:nvPicPr>
              <p:blipFill>
                <a:blip r:embed="rId24"/>
                <a:stretch>
                  <a:fillRect/>
                </a:stretch>
              </p:blipFill>
              <p:spPr>
                <a:xfrm>
                  <a:off x="917188" y="6103019"/>
                  <a:ext cx="131400" cy="30708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7" name="Ink 16">
                  <a:extLst>
                    <a:ext uri="{FF2B5EF4-FFF2-40B4-BE49-F238E27FC236}">
                      <a16:creationId xmlns:a16="http://schemas.microsoft.com/office/drawing/2014/main" id="{F71D3184-FC1B-9F18-07D9-94DF5326399C}"/>
                    </a:ext>
                  </a:extLst>
                </p14:cNvPr>
                <p14:cNvContentPartPr/>
                <p14:nvPr/>
              </p14:nvContentPartPr>
              <p14:xfrm>
                <a:off x="948868" y="6271499"/>
                <a:ext cx="103320" cy="15840"/>
              </p14:xfrm>
            </p:contentPart>
          </mc:Choice>
          <mc:Fallback>
            <p:pic>
              <p:nvPicPr>
                <p:cNvPr id="17" name="Ink 16">
                  <a:extLst>
                    <a:ext uri="{FF2B5EF4-FFF2-40B4-BE49-F238E27FC236}">
                      <a16:creationId xmlns:a16="http://schemas.microsoft.com/office/drawing/2014/main" id="{F71D3184-FC1B-9F18-07D9-94DF5326399C}"/>
                    </a:ext>
                  </a:extLst>
                </p:cNvPr>
                <p:cNvPicPr/>
                <p:nvPr/>
              </p:nvPicPr>
              <p:blipFill>
                <a:blip r:embed="rId26"/>
                <a:stretch>
                  <a:fillRect/>
                </a:stretch>
              </p:blipFill>
              <p:spPr>
                <a:xfrm>
                  <a:off x="944548" y="6267179"/>
                  <a:ext cx="11196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8" name="Ink 17">
                  <a:extLst>
                    <a:ext uri="{FF2B5EF4-FFF2-40B4-BE49-F238E27FC236}">
                      <a16:creationId xmlns:a16="http://schemas.microsoft.com/office/drawing/2014/main" id="{1CF98B6F-7FA0-1B4E-CBE9-62659124E47B}"/>
                    </a:ext>
                  </a:extLst>
                </p14:cNvPr>
                <p14:cNvContentPartPr/>
                <p14:nvPr/>
              </p14:nvContentPartPr>
              <p14:xfrm>
                <a:off x="1200508" y="6134699"/>
                <a:ext cx="183240" cy="168480"/>
              </p14:xfrm>
            </p:contentPart>
          </mc:Choice>
          <mc:Fallback>
            <p:pic>
              <p:nvPicPr>
                <p:cNvPr id="18" name="Ink 17">
                  <a:extLst>
                    <a:ext uri="{FF2B5EF4-FFF2-40B4-BE49-F238E27FC236}">
                      <a16:creationId xmlns:a16="http://schemas.microsoft.com/office/drawing/2014/main" id="{1CF98B6F-7FA0-1B4E-CBE9-62659124E47B}"/>
                    </a:ext>
                  </a:extLst>
                </p:cNvPr>
                <p:cNvPicPr/>
                <p:nvPr/>
              </p:nvPicPr>
              <p:blipFill>
                <a:blip r:embed="rId28"/>
                <a:stretch>
                  <a:fillRect/>
                </a:stretch>
              </p:blipFill>
              <p:spPr>
                <a:xfrm>
                  <a:off x="1196188" y="6130379"/>
                  <a:ext cx="191880" cy="17712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9" name="Ink 18">
                  <a:extLst>
                    <a:ext uri="{FF2B5EF4-FFF2-40B4-BE49-F238E27FC236}">
                      <a16:creationId xmlns:a16="http://schemas.microsoft.com/office/drawing/2014/main" id="{F0CBCCF2-FFE8-5D00-8A28-D6BB76E03D21}"/>
                    </a:ext>
                  </a:extLst>
                </p14:cNvPr>
                <p14:cNvContentPartPr/>
                <p14:nvPr/>
              </p14:nvContentPartPr>
              <p14:xfrm>
                <a:off x="1568428" y="6135419"/>
                <a:ext cx="32040" cy="209160"/>
              </p14:xfrm>
            </p:contentPart>
          </mc:Choice>
          <mc:Fallback>
            <p:pic>
              <p:nvPicPr>
                <p:cNvPr id="19" name="Ink 18">
                  <a:extLst>
                    <a:ext uri="{FF2B5EF4-FFF2-40B4-BE49-F238E27FC236}">
                      <a16:creationId xmlns:a16="http://schemas.microsoft.com/office/drawing/2014/main" id="{F0CBCCF2-FFE8-5D00-8A28-D6BB76E03D21}"/>
                    </a:ext>
                  </a:extLst>
                </p:cNvPr>
                <p:cNvPicPr/>
                <p:nvPr/>
              </p:nvPicPr>
              <p:blipFill>
                <a:blip r:embed="rId30"/>
                <a:stretch>
                  <a:fillRect/>
                </a:stretch>
              </p:blipFill>
              <p:spPr>
                <a:xfrm>
                  <a:off x="1564108" y="6131099"/>
                  <a:ext cx="40680" cy="21780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0" name="Ink 19">
                  <a:extLst>
                    <a:ext uri="{FF2B5EF4-FFF2-40B4-BE49-F238E27FC236}">
                      <a16:creationId xmlns:a16="http://schemas.microsoft.com/office/drawing/2014/main" id="{6F2196B4-C8AC-AA46-FFF8-C1BACD2AE01F}"/>
                    </a:ext>
                  </a:extLst>
                </p14:cNvPr>
                <p14:cNvContentPartPr/>
                <p14:nvPr/>
              </p14:nvContentPartPr>
              <p14:xfrm>
                <a:off x="1545028" y="6043979"/>
                <a:ext cx="170280" cy="331200"/>
              </p14:xfrm>
            </p:contentPart>
          </mc:Choice>
          <mc:Fallback>
            <p:pic>
              <p:nvPicPr>
                <p:cNvPr id="20" name="Ink 19">
                  <a:extLst>
                    <a:ext uri="{FF2B5EF4-FFF2-40B4-BE49-F238E27FC236}">
                      <a16:creationId xmlns:a16="http://schemas.microsoft.com/office/drawing/2014/main" id="{6F2196B4-C8AC-AA46-FFF8-C1BACD2AE01F}"/>
                    </a:ext>
                  </a:extLst>
                </p:cNvPr>
                <p:cNvPicPr/>
                <p:nvPr/>
              </p:nvPicPr>
              <p:blipFill>
                <a:blip r:embed="rId32"/>
                <a:stretch>
                  <a:fillRect/>
                </a:stretch>
              </p:blipFill>
              <p:spPr>
                <a:xfrm>
                  <a:off x="1540708" y="6039659"/>
                  <a:ext cx="178920" cy="33984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1" name="Ink 20">
                  <a:extLst>
                    <a:ext uri="{FF2B5EF4-FFF2-40B4-BE49-F238E27FC236}">
                      <a16:creationId xmlns:a16="http://schemas.microsoft.com/office/drawing/2014/main" id="{DA821720-C915-206D-84C0-F495725DE2F7}"/>
                    </a:ext>
                  </a:extLst>
                </p14:cNvPr>
                <p14:cNvContentPartPr/>
                <p14:nvPr/>
              </p14:nvContentPartPr>
              <p14:xfrm>
                <a:off x="891268" y="5851019"/>
                <a:ext cx="751680" cy="158760"/>
              </p14:xfrm>
            </p:contentPart>
          </mc:Choice>
          <mc:Fallback>
            <p:pic>
              <p:nvPicPr>
                <p:cNvPr id="21" name="Ink 20">
                  <a:extLst>
                    <a:ext uri="{FF2B5EF4-FFF2-40B4-BE49-F238E27FC236}">
                      <a16:creationId xmlns:a16="http://schemas.microsoft.com/office/drawing/2014/main" id="{DA821720-C915-206D-84C0-F495725DE2F7}"/>
                    </a:ext>
                  </a:extLst>
                </p:cNvPr>
                <p:cNvPicPr/>
                <p:nvPr/>
              </p:nvPicPr>
              <p:blipFill>
                <a:blip r:embed="rId34"/>
                <a:stretch>
                  <a:fillRect/>
                </a:stretch>
              </p:blipFill>
              <p:spPr>
                <a:xfrm>
                  <a:off x="886948" y="5846699"/>
                  <a:ext cx="760320" cy="16740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2" name="Ink 21">
                  <a:extLst>
                    <a:ext uri="{FF2B5EF4-FFF2-40B4-BE49-F238E27FC236}">
                      <a16:creationId xmlns:a16="http://schemas.microsoft.com/office/drawing/2014/main" id="{A00371F2-6E9D-DFCE-06F3-BA0E6AE36D7F}"/>
                    </a:ext>
                  </a:extLst>
                </p14:cNvPr>
                <p14:cNvContentPartPr/>
                <p14:nvPr/>
              </p14:nvContentPartPr>
              <p14:xfrm>
                <a:off x="1632508" y="5721059"/>
                <a:ext cx="170640" cy="906480"/>
              </p14:xfrm>
            </p:contentPart>
          </mc:Choice>
          <mc:Fallback>
            <p:pic>
              <p:nvPicPr>
                <p:cNvPr id="22" name="Ink 21">
                  <a:extLst>
                    <a:ext uri="{FF2B5EF4-FFF2-40B4-BE49-F238E27FC236}">
                      <a16:creationId xmlns:a16="http://schemas.microsoft.com/office/drawing/2014/main" id="{A00371F2-6E9D-DFCE-06F3-BA0E6AE36D7F}"/>
                    </a:ext>
                  </a:extLst>
                </p:cNvPr>
                <p:cNvPicPr/>
                <p:nvPr/>
              </p:nvPicPr>
              <p:blipFill>
                <a:blip r:embed="rId36"/>
                <a:stretch>
                  <a:fillRect/>
                </a:stretch>
              </p:blipFill>
              <p:spPr>
                <a:xfrm>
                  <a:off x="1628188" y="5716739"/>
                  <a:ext cx="179280" cy="91512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3" name="Ink 22">
                  <a:extLst>
                    <a:ext uri="{FF2B5EF4-FFF2-40B4-BE49-F238E27FC236}">
                      <a16:creationId xmlns:a16="http://schemas.microsoft.com/office/drawing/2014/main" id="{6C6C4F8E-1469-43A8-9150-863A413A05A8}"/>
                    </a:ext>
                  </a:extLst>
                </p14:cNvPr>
                <p14:cNvContentPartPr/>
                <p14:nvPr/>
              </p14:nvContentPartPr>
              <p14:xfrm>
                <a:off x="2172508" y="6156299"/>
                <a:ext cx="127800" cy="34920"/>
              </p14:xfrm>
            </p:contentPart>
          </mc:Choice>
          <mc:Fallback>
            <p:pic>
              <p:nvPicPr>
                <p:cNvPr id="23" name="Ink 22">
                  <a:extLst>
                    <a:ext uri="{FF2B5EF4-FFF2-40B4-BE49-F238E27FC236}">
                      <a16:creationId xmlns:a16="http://schemas.microsoft.com/office/drawing/2014/main" id="{6C6C4F8E-1469-43A8-9150-863A413A05A8}"/>
                    </a:ext>
                  </a:extLst>
                </p:cNvPr>
                <p:cNvPicPr/>
                <p:nvPr/>
              </p:nvPicPr>
              <p:blipFill>
                <a:blip r:embed="rId38"/>
                <a:stretch>
                  <a:fillRect/>
                </a:stretch>
              </p:blipFill>
              <p:spPr>
                <a:xfrm>
                  <a:off x="2168188" y="6151979"/>
                  <a:ext cx="136440" cy="4356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4" name="Ink 23">
                  <a:extLst>
                    <a:ext uri="{FF2B5EF4-FFF2-40B4-BE49-F238E27FC236}">
                      <a16:creationId xmlns:a16="http://schemas.microsoft.com/office/drawing/2014/main" id="{A91FBA80-8769-133B-3DB0-E434EBDA266E}"/>
                    </a:ext>
                  </a:extLst>
                </p14:cNvPr>
                <p14:cNvContentPartPr/>
                <p14:nvPr/>
              </p14:nvContentPartPr>
              <p14:xfrm>
                <a:off x="2124628" y="6223979"/>
                <a:ext cx="220680" cy="52920"/>
              </p14:xfrm>
            </p:contentPart>
          </mc:Choice>
          <mc:Fallback>
            <p:pic>
              <p:nvPicPr>
                <p:cNvPr id="24" name="Ink 23">
                  <a:extLst>
                    <a:ext uri="{FF2B5EF4-FFF2-40B4-BE49-F238E27FC236}">
                      <a16:creationId xmlns:a16="http://schemas.microsoft.com/office/drawing/2014/main" id="{A91FBA80-8769-133B-3DB0-E434EBDA266E}"/>
                    </a:ext>
                  </a:extLst>
                </p:cNvPr>
                <p:cNvPicPr/>
                <p:nvPr/>
              </p:nvPicPr>
              <p:blipFill>
                <a:blip r:embed="rId40"/>
                <a:stretch>
                  <a:fillRect/>
                </a:stretch>
              </p:blipFill>
              <p:spPr>
                <a:xfrm>
                  <a:off x="2120308" y="6219659"/>
                  <a:ext cx="229320" cy="6156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5" name="Ink 24">
                  <a:extLst>
                    <a:ext uri="{FF2B5EF4-FFF2-40B4-BE49-F238E27FC236}">
                      <a16:creationId xmlns:a16="http://schemas.microsoft.com/office/drawing/2014/main" id="{0594AD3A-D832-21AE-E6A4-E21215BC2834}"/>
                    </a:ext>
                  </a:extLst>
                </p14:cNvPr>
                <p14:cNvContentPartPr/>
                <p14:nvPr/>
              </p14:nvContentPartPr>
              <p14:xfrm>
                <a:off x="2541148" y="5955779"/>
                <a:ext cx="50040" cy="346680"/>
              </p14:xfrm>
            </p:contentPart>
          </mc:Choice>
          <mc:Fallback>
            <p:pic>
              <p:nvPicPr>
                <p:cNvPr id="25" name="Ink 24">
                  <a:extLst>
                    <a:ext uri="{FF2B5EF4-FFF2-40B4-BE49-F238E27FC236}">
                      <a16:creationId xmlns:a16="http://schemas.microsoft.com/office/drawing/2014/main" id="{0594AD3A-D832-21AE-E6A4-E21215BC2834}"/>
                    </a:ext>
                  </a:extLst>
                </p:cNvPr>
                <p:cNvPicPr/>
                <p:nvPr/>
              </p:nvPicPr>
              <p:blipFill>
                <a:blip r:embed="rId42"/>
                <a:stretch>
                  <a:fillRect/>
                </a:stretch>
              </p:blipFill>
              <p:spPr>
                <a:xfrm>
                  <a:off x="2536828" y="5951459"/>
                  <a:ext cx="58680" cy="35532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6" name="Ink 25">
                  <a:extLst>
                    <a:ext uri="{FF2B5EF4-FFF2-40B4-BE49-F238E27FC236}">
                      <a16:creationId xmlns:a16="http://schemas.microsoft.com/office/drawing/2014/main" id="{2BC0F974-63FF-9EF1-388C-EB6ACD076B93}"/>
                    </a:ext>
                  </a:extLst>
                </p14:cNvPr>
                <p14:cNvContentPartPr/>
                <p14:nvPr/>
              </p14:nvContentPartPr>
              <p14:xfrm>
                <a:off x="2952988" y="6071339"/>
                <a:ext cx="251640" cy="50040"/>
              </p14:xfrm>
            </p:contentPart>
          </mc:Choice>
          <mc:Fallback>
            <p:pic>
              <p:nvPicPr>
                <p:cNvPr id="26" name="Ink 25">
                  <a:extLst>
                    <a:ext uri="{FF2B5EF4-FFF2-40B4-BE49-F238E27FC236}">
                      <a16:creationId xmlns:a16="http://schemas.microsoft.com/office/drawing/2014/main" id="{2BC0F974-63FF-9EF1-388C-EB6ACD076B93}"/>
                    </a:ext>
                  </a:extLst>
                </p:cNvPr>
                <p:cNvPicPr/>
                <p:nvPr/>
              </p:nvPicPr>
              <p:blipFill>
                <a:blip r:embed="rId44"/>
                <a:stretch>
                  <a:fillRect/>
                </a:stretch>
              </p:blipFill>
              <p:spPr>
                <a:xfrm>
                  <a:off x="2948668" y="6067019"/>
                  <a:ext cx="260280" cy="5868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8" name="Ink 27">
                  <a:extLst>
                    <a:ext uri="{FF2B5EF4-FFF2-40B4-BE49-F238E27FC236}">
                      <a16:creationId xmlns:a16="http://schemas.microsoft.com/office/drawing/2014/main" id="{C2301EAD-DC33-775A-8312-07C7371056B2}"/>
                    </a:ext>
                  </a:extLst>
                </p14:cNvPr>
                <p14:cNvContentPartPr/>
                <p14:nvPr/>
              </p14:nvContentPartPr>
              <p14:xfrm>
                <a:off x="3497308" y="5861459"/>
                <a:ext cx="139680" cy="457200"/>
              </p14:xfrm>
            </p:contentPart>
          </mc:Choice>
          <mc:Fallback>
            <p:pic>
              <p:nvPicPr>
                <p:cNvPr id="28" name="Ink 27">
                  <a:extLst>
                    <a:ext uri="{FF2B5EF4-FFF2-40B4-BE49-F238E27FC236}">
                      <a16:creationId xmlns:a16="http://schemas.microsoft.com/office/drawing/2014/main" id="{C2301EAD-DC33-775A-8312-07C7371056B2}"/>
                    </a:ext>
                  </a:extLst>
                </p:cNvPr>
                <p:cNvPicPr/>
                <p:nvPr/>
              </p:nvPicPr>
              <p:blipFill>
                <a:blip r:embed="rId46"/>
                <a:stretch>
                  <a:fillRect/>
                </a:stretch>
              </p:blipFill>
              <p:spPr>
                <a:xfrm>
                  <a:off x="3492988" y="5857139"/>
                  <a:ext cx="148320" cy="46584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29" name="Ink 28">
                  <a:extLst>
                    <a:ext uri="{FF2B5EF4-FFF2-40B4-BE49-F238E27FC236}">
                      <a16:creationId xmlns:a16="http://schemas.microsoft.com/office/drawing/2014/main" id="{9EC01AAE-3E9A-3341-3174-2520AE7E9876}"/>
                    </a:ext>
                  </a:extLst>
                </p14:cNvPr>
                <p14:cNvContentPartPr/>
                <p14:nvPr/>
              </p14:nvContentPartPr>
              <p14:xfrm>
                <a:off x="3719068" y="5794859"/>
                <a:ext cx="211320" cy="642240"/>
              </p14:xfrm>
            </p:contentPart>
          </mc:Choice>
          <mc:Fallback>
            <p:pic>
              <p:nvPicPr>
                <p:cNvPr id="29" name="Ink 28">
                  <a:extLst>
                    <a:ext uri="{FF2B5EF4-FFF2-40B4-BE49-F238E27FC236}">
                      <a16:creationId xmlns:a16="http://schemas.microsoft.com/office/drawing/2014/main" id="{9EC01AAE-3E9A-3341-3174-2520AE7E9876}"/>
                    </a:ext>
                  </a:extLst>
                </p:cNvPr>
                <p:cNvPicPr/>
                <p:nvPr/>
              </p:nvPicPr>
              <p:blipFill>
                <a:blip r:embed="rId48"/>
                <a:stretch>
                  <a:fillRect/>
                </a:stretch>
              </p:blipFill>
              <p:spPr>
                <a:xfrm>
                  <a:off x="3714748" y="5790539"/>
                  <a:ext cx="219960" cy="65088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0" name="Ink 29">
                  <a:extLst>
                    <a:ext uri="{FF2B5EF4-FFF2-40B4-BE49-F238E27FC236}">
                      <a16:creationId xmlns:a16="http://schemas.microsoft.com/office/drawing/2014/main" id="{7C8082F3-BF25-E77C-7AD6-764FF78BA2C1}"/>
                    </a:ext>
                  </a:extLst>
                </p14:cNvPr>
                <p14:cNvContentPartPr/>
                <p14:nvPr/>
              </p14:nvContentPartPr>
              <p14:xfrm>
                <a:off x="3906628" y="5932379"/>
                <a:ext cx="142560" cy="351360"/>
              </p14:xfrm>
            </p:contentPart>
          </mc:Choice>
          <mc:Fallback>
            <p:pic>
              <p:nvPicPr>
                <p:cNvPr id="30" name="Ink 29">
                  <a:extLst>
                    <a:ext uri="{FF2B5EF4-FFF2-40B4-BE49-F238E27FC236}">
                      <a16:creationId xmlns:a16="http://schemas.microsoft.com/office/drawing/2014/main" id="{7C8082F3-BF25-E77C-7AD6-764FF78BA2C1}"/>
                    </a:ext>
                  </a:extLst>
                </p:cNvPr>
                <p:cNvPicPr/>
                <p:nvPr/>
              </p:nvPicPr>
              <p:blipFill>
                <a:blip r:embed="rId50"/>
                <a:stretch>
                  <a:fillRect/>
                </a:stretch>
              </p:blipFill>
              <p:spPr>
                <a:xfrm>
                  <a:off x="3902308" y="5928059"/>
                  <a:ext cx="15120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1" name="Ink 30">
                  <a:extLst>
                    <a:ext uri="{FF2B5EF4-FFF2-40B4-BE49-F238E27FC236}">
                      <a16:creationId xmlns:a16="http://schemas.microsoft.com/office/drawing/2014/main" id="{E147ABC8-74A1-2E25-FD30-ABADF5CBCC1E}"/>
                    </a:ext>
                  </a:extLst>
                </p14:cNvPr>
                <p14:cNvContentPartPr/>
                <p14:nvPr/>
              </p14:nvContentPartPr>
              <p14:xfrm>
                <a:off x="3941548" y="6091859"/>
                <a:ext cx="149040" cy="23760"/>
              </p14:xfrm>
            </p:contentPart>
          </mc:Choice>
          <mc:Fallback>
            <p:pic>
              <p:nvPicPr>
                <p:cNvPr id="31" name="Ink 30">
                  <a:extLst>
                    <a:ext uri="{FF2B5EF4-FFF2-40B4-BE49-F238E27FC236}">
                      <a16:creationId xmlns:a16="http://schemas.microsoft.com/office/drawing/2014/main" id="{E147ABC8-74A1-2E25-FD30-ABADF5CBCC1E}"/>
                    </a:ext>
                  </a:extLst>
                </p:cNvPr>
                <p:cNvPicPr/>
                <p:nvPr/>
              </p:nvPicPr>
              <p:blipFill>
                <a:blip r:embed="rId52"/>
                <a:stretch>
                  <a:fillRect/>
                </a:stretch>
              </p:blipFill>
              <p:spPr>
                <a:xfrm>
                  <a:off x="3937228" y="6087539"/>
                  <a:ext cx="157680" cy="3240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2" name="Ink 31">
                  <a:extLst>
                    <a:ext uri="{FF2B5EF4-FFF2-40B4-BE49-F238E27FC236}">
                      <a16:creationId xmlns:a16="http://schemas.microsoft.com/office/drawing/2014/main" id="{D237A75D-41C7-36A1-7FC8-CE024DB92CAE}"/>
                    </a:ext>
                  </a:extLst>
                </p14:cNvPr>
                <p14:cNvContentPartPr/>
                <p14:nvPr/>
              </p14:nvContentPartPr>
              <p14:xfrm>
                <a:off x="4198948" y="5943539"/>
                <a:ext cx="220680" cy="251280"/>
              </p14:xfrm>
            </p:contentPart>
          </mc:Choice>
          <mc:Fallback>
            <p:pic>
              <p:nvPicPr>
                <p:cNvPr id="32" name="Ink 31">
                  <a:extLst>
                    <a:ext uri="{FF2B5EF4-FFF2-40B4-BE49-F238E27FC236}">
                      <a16:creationId xmlns:a16="http://schemas.microsoft.com/office/drawing/2014/main" id="{D237A75D-41C7-36A1-7FC8-CE024DB92CAE}"/>
                    </a:ext>
                  </a:extLst>
                </p:cNvPr>
                <p:cNvPicPr/>
                <p:nvPr/>
              </p:nvPicPr>
              <p:blipFill>
                <a:blip r:embed="rId54"/>
                <a:stretch>
                  <a:fillRect/>
                </a:stretch>
              </p:blipFill>
              <p:spPr>
                <a:xfrm>
                  <a:off x="4194628" y="5939219"/>
                  <a:ext cx="229320" cy="25992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3" name="Ink 32">
                  <a:extLst>
                    <a:ext uri="{FF2B5EF4-FFF2-40B4-BE49-F238E27FC236}">
                      <a16:creationId xmlns:a16="http://schemas.microsoft.com/office/drawing/2014/main" id="{DAF9E3AE-BC2F-4635-739F-570603F5ECAC}"/>
                    </a:ext>
                  </a:extLst>
                </p14:cNvPr>
                <p14:cNvContentPartPr/>
                <p14:nvPr/>
              </p14:nvContentPartPr>
              <p14:xfrm>
                <a:off x="4617268" y="5972339"/>
                <a:ext cx="48960" cy="281160"/>
              </p14:xfrm>
            </p:contentPart>
          </mc:Choice>
          <mc:Fallback>
            <p:pic>
              <p:nvPicPr>
                <p:cNvPr id="33" name="Ink 32">
                  <a:extLst>
                    <a:ext uri="{FF2B5EF4-FFF2-40B4-BE49-F238E27FC236}">
                      <a16:creationId xmlns:a16="http://schemas.microsoft.com/office/drawing/2014/main" id="{DAF9E3AE-BC2F-4635-739F-570603F5ECAC}"/>
                    </a:ext>
                  </a:extLst>
                </p:cNvPr>
                <p:cNvPicPr/>
                <p:nvPr/>
              </p:nvPicPr>
              <p:blipFill>
                <a:blip r:embed="rId56"/>
                <a:stretch>
                  <a:fillRect/>
                </a:stretch>
              </p:blipFill>
              <p:spPr>
                <a:xfrm>
                  <a:off x="4612948" y="5968019"/>
                  <a:ext cx="57600" cy="28980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4" name="Ink 33">
                  <a:extLst>
                    <a:ext uri="{FF2B5EF4-FFF2-40B4-BE49-F238E27FC236}">
                      <a16:creationId xmlns:a16="http://schemas.microsoft.com/office/drawing/2014/main" id="{1C89F15D-D7A7-C869-063E-63A3E8A8CEB9}"/>
                    </a:ext>
                  </a:extLst>
                </p14:cNvPr>
                <p14:cNvContentPartPr/>
                <p14:nvPr/>
              </p14:nvContentPartPr>
              <p14:xfrm>
                <a:off x="4614388" y="5942099"/>
                <a:ext cx="226800" cy="304560"/>
              </p14:xfrm>
            </p:contentPart>
          </mc:Choice>
          <mc:Fallback>
            <p:pic>
              <p:nvPicPr>
                <p:cNvPr id="34" name="Ink 33">
                  <a:extLst>
                    <a:ext uri="{FF2B5EF4-FFF2-40B4-BE49-F238E27FC236}">
                      <a16:creationId xmlns:a16="http://schemas.microsoft.com/office/drawing/2014/main" id="{1C89F15D-D7A7-C869-063E-63A3E8A8CEB9}"/>
                    </a:ext>
                  </a:extLst>
                </p:cNvPr>
                <p:cNvPicPr/>
                <p:nvPr/>
              </p:nvPicPr>
              <p:blipFill>
                <a:blip r:embed="rId58"/>
                <a:stretch>
                  <a:fillRect/>
                </a:stretch>
              </p:blipFill>
              <p:spPr>
                <a:xfrm>
                  <a:off x="4610068" y="5937779"/>
                  <a:ext cx="235440" cy="31320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35" name="Ink 34">
                  <a:extLst>
                    <a:ext uri="{FF2B5EF4-FFF2-40B4-BE49-F238E27FC236}">
                      <a16:creationId xmlns:a16="http://schemas.microsoft.com/office/drawing/2014/main" id="{9218E3A6-A2ED-3315-D279-036294C0BD3B}"/>
                    </a:ext>
                  </a:extLst>
                </p14:cNvPr>
                <p14:cNvContentPartPr/>
                <p14:nvPr/>
              </p14:nvContentPartPr>
              <p14:xfrm>
                <a:off x="4747588" y="5755979"/>
                <a:ext cx="172440" cy="858600"/>
              </p14:xfrm>
            </p:contentPart>
          </mc:Choice>
          <mc:Fallback>
            <p:pic>
              <p:nvPicPr>
                <p:cNvPr id="35" name="Ink 34">
                  <a:extLst>
                    <a:ext uri="{FF2B5EF4-FFF2-40B4-BE49-F238E27FC236}">
                      <a16:creationId xmlns:a16="http://schemas.microsoft.com/office/drawing/2014/main" id="{9218E3A6-A2ED-3315-D279-036294C0BD3B}"/>
                    </a:ext>
                  </a:extLst>
                </p:cNvPr>
                <p:cNvPicPr/>
                <p:nvPr/>
              </p:nvPicPr>
              <p:blipFill>
                <a:blip r:embed="rId60"/>
                <a:stretch>
                  <a:fillRect/>
                </a:stretch>
              </p:blipFill>
              <p:spPr>
                <a:xfrm>
                  <a:off x="4743268" y="5751659"/>
                  <a:ext cx="181080" cy="8672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1">
            <p14:nvContentPartPr>
              <p14:cNvPr id="37" name="Ink 36">
                <a:extLst>
                  <a:ext uri="{FF2B5EF4-FFF2-40B4-BE49-F238E27FC236}">
                    <a16:creationId xmlns:a16="http://schemas.microsoft.com/office/drawing/2014/main" id="{41DDC2D8-AC59-A355-CE93-7AEEF07A61D4}"/>
                  </a:ext>
                </a:extLst>
              </p14:cNvPr>
              <p14:cNvContentPartPr/>
              <p14:nvPr/>
            </p14:nvContentPartPr>
            <p14:xfrm>
              <a:off x="5803108" y="5571299"/>
              <a:ext cx="965880" cy="106200"/>
            </p14:xfrm>
          </p:contentPart>
        </mc:Choice>
        <mc:Fallback>
          <p:pic>
            <p:nvPicPr>
              <p:cNvPr id="37" name="Ink 36">
                <a:extLst>
                  <a:ext uri="{FF2B5EF4-FFF2-40B4-BE49-F238E27FC236}">
                    <a16:creationId xmlns:a16="http://schemas.microsoft.com/office/drawing/2014/main" id="{41DDC2D8-AC59-A355-CE93-7AEEF07A61D4}"/>
                  </a:ext>
                </a:extLst>
              </p:cNvPr>
              <p:cNvPicPr/>
              <p:nvPr/>
            </p:nvPicPr>
            <p:blipFill>
              <a:blip r:embed="rId62"/>
              <a:stretch>
                <a:fillRect/>
              </a:stretch>
            </p:blipFill>
            <p:spPr>
              <a:xfrm>
                <a:off x="5798788" y="5566979"/>
                <a:ext cx="974520" cy="114840"/>
              </a:xfrm>
              <a:prstGeom prst="rect">
                <a:avLst/>
              </a:prstGeom>
            </p:spPr>
          </p:pic>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Miscellaneous Examples</a:t>
            </a:r>
            <a:endParaRPr lang="en-IN" dirty="0"/>
          </a:p>
        </p:txBody>
      </p:sp>
      <p:sp>
        <p:nvSpPr>
          <p:cNvPr id="4" name="Rectangle 5"/>
          <p:cNvSpPr>
            <a:spLocks noGrp="1" noChangeArrowheads="1"/>
          </p:cNvSpPr>
          <p:nvPr>
            <p:ph idx="4294967295"/>
          </p:nvPr>
        </p:nvSpPr>
        <p:spPr>
          <a:xfrm>
            <a:off x="526211" y="1068387"/>
            <a:ext cx="8335214" cy="5767733"/>
          </a:xfrm>
          <a:ln>
            <a:miter lim="800000"/>
            <a:headEnd/>
            <a:tailEnd/>
          </a:ln>
        </p:spPr>
        <p:txBody>
          <a:bodyPr wrap="square" rtlCol="0">
            <a:spAutoFit/>
          </a:bodyPr>
          <a:lstStyle/>
          <a:p>
            <a:pPr marL="0" indent="0" algn="just">
              <a:buNone/>
              <a:defRPr/>
            </a:pPr>
            <a:r>
              <a:rPr lang="en-US" sz="2000" dirty="0">
                <a:ea typeface="Tahoma" panose="020B0604030504040204" pitchFamily="34" charset="0"/>
                <a:cs typeface="Tahoma" panose="020B0604030504040204" pitchFamily="34" charset="0"/>
              </a:rPr>
              <a:t>1</a:t>
            </a:r>
            <a:r>
              <a:rPr lang="en-US" sz="2000" dirty="0"/>
              <a:t>. </a:t>
            </a:r>
            <a:r>
              <a:rPr lang="en-US" sz="2000" dirty="0">
                <a:ea typeface="Tahoma" panose="020B0604030504040204" pitchFamily="34" charset="0"/>
                <a:cs typeface="Times New Roman" panose="02020603050405020304" pitchFamily="18" charset="0"/>
              </a:rPr>
              <a:t>In a jar with 5 red, 6 blue and 2 white marbles. Two marbles are selected, find the probability that both are red if:</a:t>
            </a:r>
          </a:p>
          <a:p>
            <a:pPr marL="0" indent="0" algn="just">
              <a:buNone/>
              <a:defRPr/>
            </a:pPr>
            <a:r>
              <a:rPr lang="en-US" sz="2000" dirty="0">
                <a:ea typeface="Tahoma" panose="020B0604030504040204" pitchFamily="34" charset="0"/>
                <a:cs typeface="Times New Roman" panose="02020603050405020304" pitchFamily="18" charset="0"/>
              </a:rPr>
              <a:t>a) If two marbles are selected with replacement.</a:t>
            </a:r>
          </a:p>
          <a:p>
            <a:pPr marL="0" indent="0" algn="just">
              <a:buNone/>
              <a:defRPr/>
            </a:pPr>
            <a:r>
              <a:rPr lang="en-US" sz="2000" dirty="0">
                <a:ea typeface="Tahoma" panose="020B0604030504040204" pitchFamily="34" charset="0"/>
                <a:cs typeface="Times New Roman" panose="02020603050405020304" pitchFamily="18" charset="0"/>
              </a:rPr>
              <a:t>b) If two marbles are selected without replacement.</a:t>
            </a:r>
          </a:p>
          <a:p>
            <a:pPr marL="0" indent="0" algn="just">
              <a:buNone/>
              <a:defRPr/>
            </a:pPr>
            <a:endParaRPr lang="en-US" sz="2000" dirty="0">
              <a:solidFill>
                <a:prstClr val="black"/>
              </a:solidFill>
              <a:cs typeface="Times New Roman" pitchFamily="18" charset="0"/>
              <a:sym typeface="Symbol" pitchFamily="18" charset="2"/>
            </a:endParaRPr>
          </a:p>
          <a:p>
            <a:pPr marL="0" indent="0" algn="just">
              <a:buNone/>
              <a:defRPr/>
            </a:pPr>
            <a:r>
              <a:rPr lang="en-US" sz="2000" dirty="0">
                <a:solidFill>
                  <a:prstClr val="black"/>
                </a:solidFill>
                <a:cs typeface="Times New Roman" pitchFamily="18" charset="0"/>
                <a:sym typeface="Symbol" pitchFamily="18" charset="2"/>
              </a:rPr>
              <a:t>2. </a:t>
            </a:r>
            <a:r>
              <a:rPr lang="en-US" sz="2000" dirty="0">
                <a:ea typeface="Tahoma" panose="020B0604030504040204" pitchFamily="34" charset="0"/>
                <a:cs typeface="Times New Roman" panose="02020603050405020304" pitchFamily="18" charset="0"/>
              </a:rPr>
              <a:t>In batch of 6400 light bulbs, 80 are defective. If 12 light bulbs are selected from the batch without replacements, find probability that all are good.</a:t>
            </a:r>
          </a:p>
          <a:p>
            <a:pPr marL="0" indent="0" algn="just">
              <a:buNone/>
              <a:defRPr/>
            </a:pPr>
            <a:endParaRPr lang="en-US" sz="2000" dirty="0">
              <a:ea typeface="Tahoma" panose="020B0604030504040204" pitchFamily="34" charset="0"/>
              <a:cs typeface="Times New Roman" panose="02020603050405020304" pitchFamily="18" charset="0"/>
            </a:endParaRPr>
          </a:p>
          <a:p>
            <a:pPr marL="0" indent="0" algn="just">
              <a:buNone/>
              <a:defRPr/>
            </a:pPr>
            <a:r>
              <a:rPr lang="en-US" sz="2000" dirty="0">
                <a:ea typeface="Tahoma" panose="020B0604030504040204" pitchFamily="34" charset="0"/>
                <a:cs typeface="Times New Roman" panose="02020603050405020304" pitchFamily="18" charset="0"/>
              </a:rPr>
              <a:t>3. In a city with two airports, 100 flights were surveyed. 20 of those flights departed late. 45 flights in the survey departed from airport A; 9 of those flights departed late.55 flights in the survey departed from airport B; 11 flights departed </a:t>
            </a:r>
            <a:r>
              <a:rPr lang="en-US" sz="2000" dirty="0" err="1">
                <a:ea typeface="Tahoma" panose="020B0604030504040204" pitchFamily="34" charset="0"/>
                <a:cs typeface="Times New Roman" panose="02020603050405020304" pitchFamily="18" charset="0"/>
              </a:rPr>
              <a:t>late.Are</a:t>
            </a:r>
            <a:r>
              <a:rPr lang="en-US" sz="2000" dirty="0">
                <a:ea typeface="Tahoma" panose="020B0604030504040204" pitchFamily="34" charset="0"/>
                <a:cs typeface="Times New Roman" panose="02020603050405020304" pitchFamily="18" charset="0"/>
              </a:rPr>
              <a:t> the events "depart from airport A" and "departed late" independent?</a:t>
            </a:r>
          </a:p>
          <a:p>
            <a:pPr marL="0" indent="0">
              <a:defRPr/>
            </a:pPr>
            <a:endParaRPr lang="en-US" sz="2200" dirty="0">
              <a:latin typeface="Times New Roman" panose="02020603050405020304" pitchFamily="18" charset="0"/>
              <a:ea typeface="Tahoma" panose="020B0604030504040204" pitchFamily="34" charset="0"/>
              <a:cs typeface="Times New Roman" panose="02020603050405020304" pitchFamily="18" charset="0"/>
            </a:endParaRPr>
          </a:p>
          <a:p>
            <a:pPr marL="0" indent="0">
              <a:defRPr/>
            </a:pPr>
            <a:endParaRPr lang="en-US" sz="2200" dirty="0">
              <a:latin typeface="Times New Roman" panose="02020603050405020304" pitchFamily="18" charset="0"/>
              <a:ea typeface="Tahoma" panose="020B0604030504040204" pitchFamily="34" charset="0"/>
              <a:cs typeface="Times New Roman" panose="02020603050405020304" pitchFamily="18" charset="0"/>
            </a:endParaRPr>
          </a:p>
          <a:p>
            <a:pPr>
              <a:defRPr/>
            </a:pPr>
            <a:endParaRPr lang="en-US" sz="2000" dirty="0">
              <a:solidFill>
                <a:prstClr val="black"/>
              </a:solidFill>
              <a:latin typeface="Times New Roman" pitchFamily="18" charset="0"/>
              <a:cs typeface="Times New Roman" pitchFamily="18" charset="0"/>
              <a:sym typeface="Symbol" pitchFamily="18" charset="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160569"/>
            <a:ext cx="7620000" cy="764364"/>
          </a:xfrm>
        </p:spPr>
        <p:txBody>
          <a:bodyPr>
            <a:normAutofit/>
          </a:bodyPr>
          <a:lstStyle/>
          <a:p>
            <a:pPr algn="l"/>
            <a:r>
              <a:rPr lang="en-US" sz="3200" dirty="0" err="1"/>
              <a:t>Contd</a:t>
            </a:r>
            <a:r>
              <a:rPr lang="en-US" sz="3200" dirty="0"/>
              <a:t>….</a:t>
            </a:r>
            <a:endParaRPr lang="en-IN" sz="3200" dirty="0"/>
          </a:p>
        </p:txBody>
      </p:sp>
      <p:graphicFrame>
        <p:nvGraphicFramePr>
          <p:cNvPr id="4" name="Object 3"/>
          <p:cNvGraphicFramePr>
            <a:graphicFrameLocks noChangeAspect="1"/>
          </p:cNvGraphicFramePr>
          <p:nvPr/>
        </p:nvGraphicFramePr>
        <p:xfrm>
          <a:off x="1268413" y="3044825"/>
          <a:ext cx="3429000" cy="711200"/>
        </p:xfrm>
        <a:graphic>
          <a:graphicData uri="http://schemas.openxmlformats.org/presentationml/2006/ole">
            <mc:AlternateContent xmlns:mc="http://schemas.openxmlformats.org/markup-compatibility/2006">
              <mc:Choice xmlns:v="urn:schemas-microsoft-com:vml" Requires="v">
                <p:oleObj name="Equation" r:id="rId2" imgW="3429000" imgH="711200" progId="Equation.3">
                  <p:embed/>
                </p:oleObj>
              </mc:Choice>
              <mc:Fallback>
                <p:oleObj name="Equation" r:id="rId2" imgW="3429000" imgH="711200" progId="Equation.3">
                  <p:embed/>
                  <p:pic>
                    <p:nvPicPr>
                      <p:cNvPr id="4"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8413" y="3044825"/>
                        <a:ext cx="3429000"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4"/>
          <p:cNvGraphicFramePr>
            <a:graphicFrameLocks noChangeAspect="1"/>
          </p:cNvGraphicFramePr>
          <p:nvPr/>
        </p:nvGraphicFramePr>
        <p:xfrm>
          <a:off x="6403975" y="2111375"/>
          <a:ext cx="1612900" cy="304800"/>
        </p:xfrm>
        <a:graphic>
          <a:graphicData uri="http://schemas.openxmlformats.org/presentationml/2006/ole">
            <mc:AlternateContent xmlns:mc="http://schemas.openxmlformats.org/markup-compatibility/2006">
              <mc:Choice xmlns:v="urn:schemas-microsoft-com:vml" Requires="v">
                <p:oleObj name="Equation" r:id="rId4" imgW="1612900" imgH="304800" progId="Equation.3">
                  <p:embed/>
                </p:oleObj>
              </mc:Choice>
              <mc:Fallback>
                <p:oleObj name="Equation" r:id="rId4" imgW="1612900" imgH="304800" progId="Equation.3">
                  <p:embed/>
                  <p:pic>
                    <p:nvPicPr>
                      <p:cNvPr id="5"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03975" y="2111375"/>
                        <a:ext cx="16129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Content Placeholder 1">
            <a:extLst>
              <a:ext uri="{FF2B5EF4-FFF2-40B4-BE49-F238E27FC236}">
                <a16:creationId xmlns:a16="http://schemas.microsoft.com/office/drawing/2014/main" id="{1691C168-7745-40D5-814F-96E18AF0C7DB}"/>
              </a:ext>
            </a:extLst>
          </p:cNvPr>
          <p:cNvSpPr txBox="1">
            <a:spLocks noRot="1" noChangeAspect="1" noMove="1" noResize="1" noEditPoints="1" noAdjustHandles="1" noChangeArrowheads="1" noChangeShapeType="1" noTextEdit="1"/>
          </p:cNvSpPr>
          <p:nvPr/>
        </p:nvSpPr>
        <p:spPr>
          <a:xfrm>
            <a:off x="0" y="1493838"/>
            <a:ext cx="8443913" cy="4525962"/>
          </a:xfrm>
          <a:prstGeom prst="rect">
            <a:avLst/>
          </a:prstGeom>
          <a:blipFill>
            <a:blip r:embed="rId6"/>
            <a:stretch>
              <a:fillRect l="-722"/>
            </a:stretch>
          </a:blipFill>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defRPr/>
            </a:pPr>
            <a:r>
              <a:rPr lang="en-IN">
                <a:noFill/>
              </a:rPr>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lstStyle/>
          <a:p>
            <a:pPr algn="l"/>
            <a:r>
              <a:rPr lang="en-US" dirty="0"/>
              <a:t>Total Probability</a:t>
            </a:r>
            <a:endParaRPr lang="en-IN" dirty="0"/>
          </a:p>
        </p:txBody>
      </p:sp>
      <p:sp>
        <p:nvSpPr>
          <p:cNvPr id="9" name="Content Placeholder 4">
            <a:extLst>
              <a:ext uri="{FF2B5EF4-FFF2-40B4-BE49-F238E27FC236}">
                <a16:creationId xmlns:a16="http://schemas.microsoft.com/office/drawing/2014/main" id="{E1F54BEF-5739-4F50-85E4-C8B7709ACF1A}"/>
              </a:ext>
            </a:extLst>
          </p:cNvPr>
          <p:cNvSpPr>
            <a:spLocks noGrp="1" noRot="1" noChangeAspect="1" noMove="1" noResize="1" noEditPoints="1" noAdjustHandles="1" noChangeArrowheads="1" noChangeShapeType="1" noTextEdit="1"/>
          </p:cNvSpPr>
          <p:nvPr>
            <p:ph type="body" sz="quarter" idx="13"/>
          </p:nvPr>
        </p:nvSpPr>
        <p:spPr>
          <a:xfrm>
            <a:off x="152400" y="1030288"/>
            <a:ext cx="8156575" cy="3978275"/>
          </a:xfrm>
          <a:blipFill>
            <a:blip r:embed="rId2"/>
            <a:stretch>
              <a:fillRect l="-2222" t="-2153"/>
            </a:stretch>
          </a:blipFill>
        </p:spPr>
        <p:txBody>
          <a:bodyPr/>
          <a:lstStyle/>
          <a:p>
            <a:pPr>
              <a:defRPr/>
            </a:pPr>
            <a:r>
              <a:rPr lang="en-IN">
                <a:noFill/>
              </a:rPr>
              <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986" name="object 3"/>
          <p:cNvGrpSpPr>
            <a:grpSpLocks/>
          </p:cNvGrpSpPr>
          <p:nvPr/>
        </p:nvGrpSpPr>
        <p:grpSpPr bwMode="auto">
          <a:xfrm>
            <a:off x="2005013" y="2270125"/>
            <a:ext cx="5238750" cy="3087688"/>
            <a:chOff x="2673095" y="1883664"/>
            <a:chExt cx="6985000" cy="4116704"/>
          </a:xfrm>
        </p:grpSpPr>
        <p:sp>
          <p:nvSpPr>
            <p:cNvPr id="4" name="object 4"/>
            <p:cNvSpPr/>
            <p:nvPr/>
          </p:nvSpPr>
          <p:spPr>
            <a:xfrm>
              <a:off x="2723895" y="1919646"/>
              <a:ext cx="6879167" cy="4004526"/>
            </a:xfrm>
            <a:custGeom>
              <a:avLst/>
              <a:gdLst/>
              <a:ahLst/>
              <a:cxnLst/>
              <a:rect l="l" t="t" r="r" b="b"/>
              <a:pathLst>
                <a:path w="6878320" h="4005579">
                  <a:moveTo>
                    <a:pt x="0" y="4005072"/>
                  </a:moveTo>
                  <a:lnTo>
                    <a:pt x="6877811" y="4005072"/>
                  </a:lnTo>
                  <a:lnTo>
                    <a:pt x="6877811" y="0"/>
                  </a:lnTo>
                  <a:lnTo>
                    <a:pt x="0" y="0"/>
                  </a:lnTo>
                  <a:lnTo>
                    <a:pt x="0" y="4005072"/>
                  </a:lnTo>
                  <a:close/>
                </a:path>
              </a:pathLst>
            </a:custGeom>
            <a:ln w="25907">
              <a:solidFill>
                <a:srgbClr val="000000"/>
              </a:solidFill>
            </a:ln>
          </p:spPr>
          <p:txBody>
            <a:bodyPr lIns="0" tIns="0" rIns="0" bIns="0"/>
            <a:lstStyle/>
            <a:p>
              <a:pPr eaLnBrk="1" fontAlgn="auto" hangingPunct="1">
                <a:spcBef>
                  <a:spcPts val="0"/>
                </a:spcBef>
                <a:spcAft>
                  <a:spcPts val="0"/>
                </a:spcAft>
                <a:defRPr/>
              </a:pPr>
              <a:endParaRPr sz="1350">
                <a:latin typeface="+mn-lt"/>
              </a:endParaRPr>
            </a:p>
          </p:txBody>
        </p:sp>
        <p:pic>
          <p:nvPicPr>
            <p:cNvPr id="42002"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3095" y="1883664"/>
              <a:ext cx="2218944" cy="2110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object 6"/>
            <p:cNvSpPr/>
            <p:nvPr/>
          </p:nvSpPr>
          <p:spPr>
            <a:xfrm>
              <a:off x="2723895" y="1919646"/>
              <a:ext cx="2112433" cy="2002263"/>
            </a:xfrm>
            <a:custGeom>
              <a:avLst/>
              <a:gdLst/>
              <a:ahLst/>
              <a:cxnLst/>
              <a:rect l="l" t="t" r="r" b="b"/>
              <a:pathLst>
                <a:path w="2112645" h="2002789">
                  <a:moveTo>
                    <a:pt x="0" y="2002663"/>
                  </a:moveTo>
                  <a:lnTo>
                    <a:pt x="2112137" y="0"/>
                  </a:lnTo>
                </a:path>
              </a:pathLst>
            </a:custGeom>
            <a:ln w="25908">
              <a:solidFill>
                <a:srgbClr val="000000"/>
              </a:solidFill>
            </a:ln>
          </p:spPr>
          <p:txBody>
            <a:bodyPr lIns="0" tIns="0" rIns="0" bIns="0"/>
            <a:lstStyle/>
            <a:p>
              <a:pPr eaLnBrk="1" fontAlgn="auto" hangingPunct="1">
                <a:spcBef>
                  <a:spcPts val="0"/>
                </a:spcBef>
                <a:spcAft>
                  <a:spcPts val="0"/>
                </a:spcAft>
                <a:defRPr/>
              </a:pPr>
              <a:endParaRPr sz="1350">
                <a:latin typeface="+mn-lt"/>
              </a:endParaRPr>
            </a:p>
          </p:txBody>
        </p:sp>
        <p:pic>
          <p:nvPicPr>
            <p:cNvPr id="42004"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2311" y="1889760"/>
              <a:ext cx="2479547" cy="4110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object 8"/>
            <p:cNvSpPr/>
            <p:nvPr/>
          </p:nvSpPr>
          <p:spPr>
            <a:xfrm>
              <a:off x="4836328" y="1919646"/>
              <a:ext cx="2370667" cy="4004526"/>
            </a:xfrm>
            <a:custGeom>
              <a:avLst/>
              <a:gdLst/>
              <a:ahLst/>
              <a:cxnLst/>
              <a:rect l="l" t="t" r="r" b="b"/>
              <a:pathLst>
                <a:path w="2369820" h="4005579">
                  <a:moveTo>
                    <a:pt x="0" y="0"/>
                  </a:moveTo>
                  <a:lnTo>
                    <a:pt x="2369692" y="4005326"/>
                  </a:lnTo>
                </a:path>
              </a:pathLst>
            </a:custGeom>
            <a:ln w="25908">
              <a:solidFill>
                <a:srgbClr val="000000"/>
              </a:solidFill>
            </a:ln>
          </p:spPr>
          <p:txBody>
            <a:bodyPr lIns="0" tIns="0" rIns="0" bIns="0"/>
            <a:lstStyle/>
            <a:p>
              <a:pPr eaLnBrk="1" fontAlgn="auto" hangingPunct="1">
                <a:spcBef>
                  <a:spcPts val="0"/>
                </a:spcBef>
                <a:spcAft>
                  <a:spcPts val="0"/>
                </a:spcAft>
                <a:defRPr/>
              </a:pPr>
              <a:endParaRPr sz="1350">
                <a:latin typeface="+mn-lt"/>
              </a:endParaRPr>
            </a:p>
          </p:txBody>
        </p:sp>
        <p:pic>
          <p:nvPicPr>
            <p:cNvPr id="42006"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4944" y="3886200"/>
              <a:ext cx="5152644" cy="211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object 10"/>
            <p:cNvSpPr/>
            <p:nvPr/>
          </p:nvSpPr>
          <p:spPr>
            <a:xfrm>
              <a:off x="4552695" y="3921909"/>
              <a:ext cx="5048249" cy="2002263"/>
            </a:xfrm>
            <a:custGeom>
              <a:avLst/>
              <a:gdLst/>
              <a:ahLst/>
              <a:cxnLst/>
              <a:rect l="l" t="t" r="r" b="b"/>
              <a:pathLst>
                <a:path w="5048884" h="2002789">
                  <a:moveTo>
                    <a:pt x="0" y="2002663"/>
                  </a:moveTo>
                  <a:lnTo>
                    <a:pt x="5048504" y="0"/>
                  </a:lnTo>
                </a:path>
              </a:pathLst>
            </a:custGeom>
            <a:ln w="25908">
              <a:solidFill>
                <a:srgbClr val="000000"/>
              </a:solidFill>
            </a:ln>
          </p:spPr>
          <p:txBody>
            <a:bodyPr lIns="0" tIns="0" rIns="0" bIns="0"/>
            <a:lstStyle/>
            <a:p>
              <a:pPr eaLnBrk="1" fontAlgn="auto" hangingPunct="1">
                <a:spcBef>
                  <a:spcPts val="0"/>
                </a:spcBef>
                <a:spcAft>
                  <a:spcPts val="0"/>
                </a:spcAft>
                <a:defRPr/>
              </a:pPr>
              <a:endParaRPr sz="1350">
                <a:latin typeface="+mn-lt"/>
              </a:endParaRPr>
            </a:p>
          </p:txBody>
        </p:sp>
        <p:pic>
          <p:nvPicPr>
            <p:cNvPr id="42008"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7323" y="1891283"/>
              <a:ext cx="1938527" cy="4108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bject 12"/>
            <p:cNvSpPr/>
            <p:nvPr/>
          </p:nvSpPr>
          <p:spPr>
            <a:xfrm>
              <a:off x="4552695" y="1919646"/>
              <a:ext cx="1828800" cy="4004526"/>
            </a:xfrm>
            <a:custGeom>
              <a:avLst/>
              <a:gdLst/>
              <a:ahLst/>
              <a:cxnLst/>
              <a:rect l="l" t="t" r="r" b="b"/>
              <a:pathLst>
                <a:path w="1828800" h="4005579">
                  <a:moveTo>
                    <a:pt x="1828800" y="0"/>
                  </a:moveTo>
                  <a:lnTo>
                    <a:pt x="0" y="4005326"/>
                  </a:lnTo>
                </a:path>
              </a:pathLst>
            </a:custGeom>
            <a:ln w="25908">
              <a:solidFill>
                <a:srgbClr val="000000"/>
              </a:solidFill>
            </a:ln>
          </p:spPr>
          <p:txBody>
            <a:bodyPr lIns="0" tIns="0" rIns="0" bIns="0"/>
            <a:lstStyle/>
            <a:p>
              <a:pPr eaLnBrk="1" fontAlgn="auto" hangingPunct="1">
                <a:spcBef>
                  <a:spcPts val="0"/>
                </a:spcBef>
                <a:spcAft>
                  <a:spcPts val="0"/>
                </a:spcAft>
                <a:defRPr/>
              </a:pPr>
              <a:endParaRPr sz="1350">
                <a:latin typeface="+mn-lt"/>
              </a:endParaRPr>
            </a:p>
          </p:txBody>
        </p:sp>
        <p:pic>
          <p:nvPicPr>
            <p:cNvPr id="4201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76143" y="3887724"/>
              <a:ext cx="4585715" cy="2112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object 14"/>
            <p:cNvSpPr/>
            <p:nvPr/>
          </p:nvSpPr>
          <p:spPr>
            <a:xfrm>
              <a:off x="2723895" y="3921909"/>
              <a:ext cx="4483100" cy="2002263"/>
            </a:xfrm>
            <a:custGeom>
              <a:avLst/>
              <a:gdLst/>
              <a:ahLst/>
              <a:cxnLst/>
              <a:rect l="l" t="t" r="r" b="b"/>
              <a:pathLst>
                <a:path w="4481830" h="2002789">
                  <a:moveTo>
                    <a:pt x="0" y="0"/>
                  </a:moveTo>
                  <a:lnTo>
                    <a:pt x="4481830" y="2002663"/>
                  </a:lnTo>
                </a:path>
              </a:pathLst>
            </a:custGeom>
            <a:ln w="25908">
              <a:solidFill>
                <a:srgbClr val="000000"/>
              </a:solidFill>
            </a:ln>
          </p:spPr>
          <p:txBody>
            <a:bodyPr lIns="0" tIns="0" rIns="0" bIns="0"/>
            <a:lstStyle/>
            <a:p>
              <a:pPr eaLnBrk="1" fontAlgn="auto" hangingPunct="1">
                <a:spcBef>
                  <a:spcPts val="0"/>
                </a:spcBef>
                <a:spcAft>
                  <a:spcPts val="0"/>
                </a:spcAft>
                <a:defRPr/>
              </a:pPr>
              <a:endParaRPr sz="1350">
                <a:latin typeface="+mn-lt"/>
              </a:endParaRPr>
            </a:p>
          </p:txBody>
        </p:sp>
        <p:pic>
          <p:nvPicPr>
            <p:cNvPr id="42012"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27648" y="1889760"/>
              <a:ext cx="2427731" cy="4110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object 16"/>
            <p:cNvSpPr/>
            <p:nvPr/>
          </p:nvSpPr>
          <p:spPr>
            <a:xfrm>
              <a:off x="6381495" y="1919646"/>
              <a:ext cx="2319867" cy="4004526"/>
            </a:xfrm>
            <a:custGeom>
              <a:avLst/>
              <a:gdLst/>
              <a:ahLst/>
              <a:cxnLst/>
              <a:rect l="l" t="t" r="r" b="b"/>
              <a:pathLst>
                <a:path w="2319020" h="4005579">
                  <a:moveTo>
                    <a:pt x="0" y="0"/>
                  </a:moveTo>
                  <a:lnTo>
                    <a:pt x="2318766" y="4005326"/>
                  </a:lnTo>
                </a:path>
              </a:pathLst>
            </a:custGeom>
            <a:ln w="25908">
              <a:solidFill>
                <a:srgbClr val="000000"/>
              </a:solidFill>
            </a:ln>
          </p:spPr>
          <p:txBody>
            <a:bodyPr lIns="0" tIns="0" rIns="0" bIns="0"/>
            <a:lstStyle/>
            <a:p>
              <a:pPr eaLnBrk="1" fontAlgn="auto" hangingPunct="1">
                <a:spcBef>
                  <a:spcPts val="0"/>
                </a:spcBef>
                <a:spcAft>
                  <a:spcPts val="0"/>
                </a:spcAft>
                <a:defRPr/>
              </a:pPr>
              <a:endParaRPr sz="1350">
                <a:latin typeface="+mn-lt"/>
              </a:endParaRPr>
            </a:p>
          </p:txBody>
        </p:sp>
        <p:pic>
          <p:nvPicPr>
            <p:cNvPr id="42014"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73095" y="1883664"/>
              <a:ext cx="5475732"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object 18"/>
            <p:cNvSpPr/>
            <p:nvPr/>
          </p:nvSpPr>
          <p:spPr>
            <a:xfrm>
              <a:off x="2723895" y="1919646"/>
              <a:ext cx="5367867" cy="4004526"/>
            </a:xfrm>
            <a:custGeom>
              <a:avLst/>
              <a:gdLst/>
              <a:ahLst/>
              <a:cxnLst/>
              <a:rect l="l" t="t" r="r" b="b"/>
              <a:pathLst>
                <a:path w="5368290" h="4005579">
                  <a:moveTo>
                    <a:pt x="0" y="4005326"/>
                  </a:moveTo>
                  <a:lnTo>
                    <a:pt x="5368290" y="0"/>
                  </a:lnTo>
                </a:path>
              </a:pathLst>
            </a:custGeom>
            <a:ln w="25908">
              <a:solidFill>
                <a:srgbClr val="000000"/>
              </a:solidFill>
            </a:ln>
          </p:spPr>
          <p:txBody>
            <a:bodyPr lIns="0" tIns="0" rIns="0" bIns="0"/>
            <a:lstStyle/>
            <a:p>
              <a:pPr eaLnBrk="1" fontAlgn="auto" hangingPunct="1">
                <a:spcBef>
                  <a:spcPts val="0"/>
                </a:spcBef>
                <a:spcAft>
                  <a:spcPts val="0"/>
                </a:spcAft>
                <a:defRPr/>
              </a:pPr>
              <a:endParaRPr sz="1350">
                <a:latin typeface="+mn-lt"/>
              </a:endParaRPr>
            </a:p>
          </p:txBody>
        </p:sp>
        <p:pic>
          <p:nvPicPr>
            <p:cNvPr id="42016" name="object 1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37575" y="1894331"/>
              <a:ext cx="719327" cy="4105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object 20"/>
            <p:cNvSpPr/>
            <p:nvPr/>
          </p:nvSpPr>
          <p:spPr>
            <a:xfrm>
              <a:off x="8093878" y="1919646"/>
              <a:ext cx="607484" cy="4004526"/>
            </a:xfrm>
            <a:custGeom>
              <a:avLst/>
              <a:gdLst/>
              <a:ahLst/>
              <a:cxnLst/>
              <a:rect l="l" t="t" r="r" b="b"/>
              <a:pathLst>
                <a:path w="608329" h="4005579">
                  <a:moveTo>
                    <a:pt x="0" y="0"/>
                  </a:moveTo>
                  <a:lnTo>
                    <a:pt x="608076" y="4005326"/>
                  </a:lnTo>
                </a:path>
              </a:pathLst>
            </a:custGeom>
            <a:ln w="25908">
              <a:solidFill>
                <a:srgbClr val="000000"/>
              </a:solidFill>
            </a:ln>
          </p:spPr>
          <p:txBody>
            <a:bodyPr lIns="0" tIns="0" rIns="0" bIns="0"/>
            <a:lstStyle/>
            <a:p>
              <a:pPr eaLnBrk="1" fontAlgn="auto" hangingPunct="1">
                <a:spcBef>
                  <a:spcPts val="0"/>
                </a:spcBef>
                <a:spcAft>
                  <a:spcPts val="0"/>
                </a:spcAft>
                <a:defRPr/>
              </a:pPr>
              <a:endParaRPr sz="1350">
                <a:latin typeface="+mn-lt"/>
              </a:endParaRPr>
            </a:p>
          </p:txBody>
        </p:sp>
      </p:grpSp>
      <p:sp>
        <p:nvSpPr>
          <p:cNvPr id="21" name="object 21"/>
          <p:cNvSpPr txBox="1"/>
          <p:nvPr/>
        </p:nvSpPr>
        <p:spPr>
          <a:xfrm>
            <a:off x="2349500" y="2524125"/>
            <a:ext cx="128588" cy="217488"/>
          </a:xfrm>
          <a:prstGeom prst="rect">
            <a:avLst/>
          </a:prstGeom>
        </p:spPr>
        <p:txBody>
          <a:bodyPr lIns="0" tIns="9525" rIns="0" bIns="0">
            <a:spAutoFit/>
          </a:bodyPr>
          <a:lstStyle/>
          <a:p>
            <a:pPr marL="9525" eaLnBrk="1" fontAlgn="auto" hangingPunct="1">
              <a:spcBef>
                <a:spcPts val="75"/>
              </a:spcBef>
              <a:spcAft>
                <a:spcPts val="0"/>
              </a:spcAft>
              <a:defRPr/>
            </a:pPr>
            <a:r>
              <a:rPr sz="1350" dirty="0">
                <a:latin typeface="Cambria Math"/>
                <a:cs typeface="Cambria Math"/>
              </a:rPr>
              <a:t>𝐴</a:t>
            </a:r>
            <a:endParaRPr sz="1350">
              <a:latin typeface="Cambria Math"/>
              <a:cs typeface="Cambria Math"/>
            </a:endParaRPr>
          </a:p>
        </p:txBody>
      </p:sp>
      <p:sp>
        <p:nvSpPr>
          <p:cNvPr id="22" name="object 22"/>
          <p:cNvSpPr txBox="1"/>
          <p:nvPr/>
        </p:nvSpPr>
        <p:spPr>
          <a:xfrm>
            <a:off x="2455863" y="2605088"/>
            <a:ext cx="92075" cy="161925"/>
          </a:xfrm>
          <a:prstGeom prst="rect">
            <a:avLst/>
          </a:prstGeom>
        </p:spPr>
        <p:txBody>
          <a:bodyPr lIns="0" tIns="11430" rIns="0" bIns="0">
            <a:spAutoFit/>
          </a:bodyPr>
          <a:lstStyle/>
          <a:p>
            <a:pPr marL="9525" eaLnBrk="1" fontAlgn="auto" hangingPunct="1">
              <a:spcBef>
                <a:spcPts val="90"/>
              </a:spcBef>
              <a:spcAft>
                <a:spcPts val="0"/>
              </a:spcAft>
              <a:defRPr/>
            </a:pPr>
            <a:r>
              <a:rPr sz="975" spc="30" dirty="0">
                <a:latin typeface="Cambria Math"/>
                <a:cs typeface="Cambria Math"/>
              </a:rPr>
              <a:t>1</a:t>
            </a:r>
            <a:endParaRPr sz="975">
              <a:latin typeface="Cambria Math"/>
              <a:cs typeface="Cambria Math"/>
            </a:endParaRPr>
          </a:p>
        </p:txBody>
      </p:sp>
      <p:sp>
        <p:nvSpPr>
          <p:cNvPr id="23" name="object 23"/>
          <p:cNvSpPr txBox="1"/>
          <p:nvPr/>
        </p:nvSpPr>
        <p:spPr>
          <a:xfrm>
            <a:off x="3248025" y="3113088"/>
            <a:ext cx="238125" cy="217487"/>
          </a:xfrm>
          <a:prstGeom prst="rect">
            <a:avLst/>
          </a:prstGeom>
        </p:spPr>
        <p:txBody>
          <a:bodyPr lIns="0" tIns="9525" rIns="0" bIns="0">
            <a:spAutoFit/>
          </a:bodyPr>
          <a:lstStyle/>
          <a:p>
            <a:pPr marL="28575" eaLnBrk="1" fontAlgn="auto" hangingPunct="1">
              <a:spcBef>
                <a:spcPts val="75"/>
              </a:spcBef>
              <a:spcAft>
                <a:spcPts val="0"/>
              </a:spcAft>
              <a:defRPr/>
            </a:pPr>
            <a:r>
              <a:rPr sz="1350" spc="15" dirty="0">
                <a:latin typeface="Cambria Math"/>
                <a:cs typeface="Cambria Math"/>
              </a:rPr>
              <a:t>𝐴</a:t>
            </a:r>
            <a:r>
              <a:rPr sz="1463" spc="23" baseline="-14957" dirty="0">
                <a:latin typeface="Cambria Math"/>
                <a:cs typeface="Cambria Math"/>
              </a:rPr>
              <a:t>2</a:t>
            </a:r>
            <a:endParaRPr sz="1463" baseline="-14957">
              <a:latin typeface="Cambria Math"/>
              <a:cs typeface="Cambria Math"/>
            </a:endParaRPr>
          </a:p>
        </p:txBody>
      </p:sp>
      <p:sp>
        <p:nvSpPr>
          <p:cNvPr id="24" name="object 24"/>
          <p:cNvSpPr txBox="1"/>
          <p:nvPr/>
        </p:nvSpPr>
        <p:spPr>
          <a:xfrm>
            <a:off x="4087813" y="2649538"/>
            <a:ext cx="238125" cy="217487"/>
          </a:xfrm>
          <a:prstGeom prst="rect">
            <a:avLst/>
          </a:prstGeom>
        </p:spPr>
        <p:txBody>
          <a:bodyPr lIns="0" tIns="9525" rIns="0" bIns="0">
            <a:spAutoFit/>
          </a:bodyPr>
          <a:lstStyle/>
          <a:p>
            <a:pPr marL="28575" eaLnBrk="1" fontAlgn="auto" hangingPunct="1">
              <a:spcBef>
                <a:spcPts val="75"/>
              </a:spcBef>
              <a:spcAft>
                <a:spcPts val="0"/>
              </a:spcAft>
              <a:defRPr/>
            </a:pPr>
            <a:r>
              <a:rPr sz="1350" spc="15" dirty="0">
                <a:latin typeface="Cambria Math"/>
                <a:cs typeface="Cambria Math"/>
              </a:rPr>
              <a:t>𝐴</a:t>
            </a:r>
            <a:r>
              <a:rPr sz="1463" spc="23" baseline="-14957" dirty="0">
                <a:latin typeface="Cambria Math"/>
                <a:cs typeface="Cambria Math"/>
              </a:rPr>
              <a:t>3</a:t>
            </a:r>
            <a:endParaRPr sz="1463" baseline="-14957">
              <a:latin typeface="Cambria Math"/>
              <a:cs typeface="Cambria Math"/>
            </a:endParaRPr>
          </a:p>
        </p:txBody>
      </p:sp>
      <p:sp>
        <p:nvSpPr>
          <p:cNvPr id="25" name="object 25"/>
          <p:cNvSpPr txBox="1"/>
          <p:nvPr/>
        </p:nvSpPr>
        <p:spPr>
          <a:xfrm>
            <a:off x="4622800" y="2774950"/>
            <a:ext cx="239713" cy="217488"/>
          </a:xfrm>
          <a:prstGeom prst="rect">
            <a:avLst/>
          </a:prstGeom>
        </p:spPr>
        <p:txBody>
          <a:bodyPr lIns="0" tIns="9525" rIns="0" bIns="0">
            <a:spAutoFit/>
          </a:bodyPr>
          <a:lstStyle/>
          <a:p>
            <a:pPr marL="28575" eaLnBrk="1" fontAlgn="auto" hangingPunct="1">
              <a:spcBef>
                <a:spcPts val="75"/>
              </a:spcBef>
              <a:spcAft>
                <a:spcPts val="0"/>
              </a:spcAft>
              <a:defRPr/>
            </a:pPr>
            <a:r>
              <a:rPr sz="1350" spc="15" dirty="0">
                <a:latin typeface="Cambria Math"/>
                <a:cs typeface="Cambria Math"/>
              </a:rPr>
              <a:t>𝐴</a:t>
            </a:r>
            <a:r>
              <a:rPr sz="1463" spc="23" baseline="-14957" dirty="0">
                <a:latin typeface="Cambria Math"/>
                <a:cs typeface="Cambria Math"/>
              </a:rPr>
              <a:t>4</a:t>
            </a:r>
            <a:endParaRPr sz="1463" baseline="-14957">
              <a:latin typeface="Cambria Math"/>
              <a:cs typeface="Cambria Math"/>
            </a:endParaRPr>
          </a:p>
        </p:txBody>
      </p:sp>
      <p:sp>
        <p:nvSpPr>
          <p:cNvPr id="26" name="object 26"/>
          <p:cNvSpPr txBox="1"/>
          <p:nvPr/>
        </p:nvSpPr>
        <p:spPr>
          <a:xfrm>
            <a:off x="5149850" y="2398713"/>
            <a:ext cx="239713" cy="217487"/>
          </a:xfrm>
          <a:prstGeom prst="rect">
            <a:avLst/>
          </a:prstGeom>
        </p:spPr>
        <p:txBody>
          <a:bodyPr lIns="0" tIns="9525" rIns="0" bIns="0">
            <a:spAutoFit/>
          </a:bodyPr>
          <a:lstStyle/>
          <a:p>
            <a:pPr marL="28575" eaLnBrk="1" fontAlgn="auto" hangingPunct="1">
              <a:spcBef>
                <a:spcPts val="75"/>
              </a:spcBef>
              <a:spcAft>
                <a:spcPts val="0"/>
              </a:spcAft>
              <a:defRPr/>
            </a:pPr>
            <a:r>
              <a:rPr sz="1350" spc="15" dirty="0">
                <a:latin typeface="Cambria Math"/>
                <a:cs typeface="Cambria Math"/>
              </a:rPr>
              <a:t>𝐴</a:t>
            </a:r>
            <a:r>
              <a:rPr sz="1463" spc="23" baseline="-14957" dirty="0">
                <a:latin typeface="Cambria Math"/>
                <a:cs typeface="Cambria Math"/>
              </a:rPr>
              <a:t>5</a:t>
            </a:r>
            <a:endParaRPr sz="1463" baseline="-14957">
              <a:latin typeface="Cambria Math"/>
              <a:cs typeface="Cambria Math"/>
            </a:endParaRPr>
          </a:p>
        </p:txBody>
      </p:sp>
      <p:sp>
        <p:nvSpPr>
          <p:cNvPr id="27" name="object 27"/>
          <p:cNvSpPr txBox="1"/>
          <p:nvPr/>
        </p:nvSpPr>
        <p:spPr>
          <a:xfrm>
            <a:off x="5583238" y="2986088"/>
            <a:ext cx="239712" cy="217487"/>
          </a:xfrm>
          <a:prstGeom prst="rect">
            <a:avLst/>
          </a:prstGeom>
        </p:spPr>
        <p:txBody>
          <a:bodyPr lIns="0" tIns="9525" rIns="0" bIns="0">
            <a:spAutoFit/>
          </a:bodyPr>
          <a:lstStyle/>
          <a:p>
            <a:pPr marL="28575" eaLnBrk="1" fontAlgn="auto" hangingPunct="1">
              <a:spcBef>
                <a:spcPts val="75"/>
              </a:spcBef>
              <a:spcAft>
                <a:spcPts val="0"/>
              </a:spcAft>
              <a:defRPr/>
            </a:pPr>
            <a:r>
              <a:rPr sz="1350" spc="15" dirty="0">
                <a:latin typeface="Cambria Math"/>
                <a:cs typeface="Cambria Math"/>
              </a:rPr>
              <a:t>𝐴</a:t>
            </a:r>
            <a:r>
              <a:rPr sz="1463" spc="23" baseline="-14957" dirty="0">
                <a:latin typeface="Cambria Math"/>
                <a:cs typeface="Cambria Math"/>
              </a:rPr>
              <a:t>6</a:t>
            </a:r>
            <a:endParaRPr sz="1463" baseline="-14957">
              <a:latin typeface="Cambria Math"/>
              <a:cs typeface="Cambria Math"/>
            </a:endParaRPr>
          </a:p>
        </p:txBody>
      </p:sp>
      <p:sp>
        <p:nvSpPr>
          <p:cNvPr id="28" name="object 28"/>
          <p:cNvSpPr txBox="1"/>
          <p:nvPr/>
        </p:nvSpPr>
        <p:spPr>
          <a:xfrm>
            <a:off x="6602413" y="4579938"/>
            <a:ext cx="242887" cy="217487"/>
          </a:xfrm>
          <a:prstGeom prst="rect">
            <a:avLst/>
          </a:prstGeom>
        </p:spPr>
        <p:txBody>
          <a:bodyPr lIns="0" tIns="9525" rIns="0" bIns="0">
            <a:spAutoFit/>
          </a:bodyPr>
          <a:lstStyle/>
          <a:p>
            <a:pPr marL="28575" eaLnBrk="1" fontAlgn="auto" hangingPunct="1">
              <a:spcBef>
                <a:spcPts val="75"/>
              </a:spcBef>
              <a:spcAft>
                <a:spcPts val="0"/>
              </a:spcAft>
              <a:defRPr/>
            </a:pPr>
            <a:r>
              <a:rPr sz="1350" spc="30" dirty="0">
                <a:latin typeface="Cambria Math"/>
                <a:cs typeface="Cambria Math"/>
              </a:rPr>
              <a:t>𝐴</a:t>
            </a:r>
            <a:r>
              <a:rPr sz="1463" spc="45" baseline="-14957" dirty="0">
                <a:latin typeface="Cambria Math"/>
                <a:cs typeface="Cambria Math"/>
              </a:rPr>
              <a:t>𝑘</a:t>
            </a:r>
            <a:endParaRPr sz="1463" baseline="-14957">
              <a:latin typeface="Cambria Math"/>
              <a:cs typeface="Cambria Math"/>
            </a:endParaRPr>
          </a:p>
        </p:txBody>
      </p:sp>
      <p:sp>
        <p:nvSpPr>
          <p:cNvPr id="29" name="object 29"/>
          <p:cNvSpPr/>
          <p:nvPr/>
        </p:nvSpPr>
        <p:spPr>
          <a:xfrm>
            <a:off x="2208213" y="2524125"/>
            <a:ext cx="4394200" cy="2589213"/>
          </a:xfrm>
          <a:custGeom>
            <a:avLst/>
            <a:gdLst/>
            <a:ahLst/>
            <a:cxnLst/>
            <a:rect l="l" t="t" r="r" b="b"/>
            <a:pathLst>
              <a:path w="3708400" h="3321050">
                <a:moveTo>
                  <a:pt x="0" y="1660398"/>
                </a:moveTo>
                <a:lnTo>
                  <a:pt x="688" y="1614692"/>
                </a:lnTo>
                <a:lnTo>
                  <a:pt x="2743" y="1569291"/>
                </a:lnTo>
                <a:lnTo>
                  <a:pt x="6146" y="1524212"/>
                </a:lnTo>
                <a:lnTo>
                  <a:pt x="10879" y="1479469"/>
                </a:lnTo>
                <a:lnTo>
                  <a:pt x="16924" y="1435080"/>
                </a:lnTo>
                <a:lnTo>
                  <a:pt x="24265" y="1391059"/>
                </a:lnTo>
                <a:lnTo>
                  <a:pt x="32884" y="1347423"/>
                </a:lnTo>
                <a:lnTo>
                  <a:pt x="42762" y="1304187"/>
                </a:lnTo>
                <a:lnTo>
                  <a:pt x="53882" y="1261367"/>
                </a:lnTo>
                <a:lnTo>
                  <a:pt x="66226" y="1218979"/>
                </a:lnTo>
                <a:lnTo>
                  <a:pt x="79778" y="1177039"/>
                </a:lnTo>
                <a:lnTo>
                  <a:pt x="94518" y="1135562"/>
                </a:lnTo>
                <a:lnTo>
                  <a:pt x="110430" y="1094565"/>
                </a:lnTo>
                <a:lnTo>
                  <a:pt x="127495" y="1054063"/>
                </a:lnTo>
                <a:lnTo>
                  <a:pt x="145696" y="1014073"/>
                </a:lnTo>
                <a:lnTo>
                  <a:pt x="165016" y="974609"/>
                </a:lnTo>
                <a:lnTo>
                  <a:pt x="185436" y="935688"/>
                </a:lnTo>
                <a:lnTo>
                  <a:pt x="206940" y="897325"/>
                </a:lnTo>
                <a:lnTo>
                  <a:pt x="229508" y="859537"/>
                </a:lnTo>
                <a:lnTo>
                  <a:pt x="253125" y="822339"/>
                </a:lnTo>
                <a:lnTo>
                  <a:pt x="277771" y="785747"/>
                </a:lnTo>
                <a:lnTo>
                  <a:pt x="303429" y="749776"/>
                </a:lnTo>
                <a:lnTo>
                  <a:pt x="330083" y="714444"/>
                </a:lnTo>
                <a:lnTo>
                  <a:pt x="357713" y="679764"/>
                </a:lnTo>
                <a:lnTo>
                  <a:pt x="386302" y="645755"/>
                </a:lnTo>
                <a:lnTo>
                  <a:pt x="415833" y="612430"/>
                </a:lnTo>
                <a:lnTo>
                  <a:pt x="446288" y="579806"/>
                </a:lnTo>
                <a:lnTo>
                  <a:pt x="477649" y="547899"/>
                </a:lnTo>
                <a:lnTo>
                  <a:pt x="509899" y="516724"/>
                </a:lnTo>
                <a:lnTo>
                  <a:pt x="543020" y="486298"/>
                </a:lnTo>
                <a:lnTo>
                  <a:pt x="576994" y="456637"/>
                </a:lnTo>
                <a:lnTo>
                  <a:pt x="611803" y="427755"/>
                </a:lnTo>
                <a:lnTo>
                  <a:pt x="647430" y="399669"/>
                </a:lnTo>
                <a:lnTo>
                  <a:pt x="683858" y="372394"/>
                </a:lnTo>
                <a:lnTo>
                  <a:pt x="721068" y="345948"/>
                </a:lnTo>
                <a:lnTo>
                  <a:pt x="759043" y="320344"/>
                </a:lnTo>
                <a:lnTo>
                  <a:pt x="797765" y="295600"/>
                </a:lnTo>
                <a:lnTo>
                  <a:pt x="837217" y="271731"/>
                </a:lnTo>
                <a:lnTo>
                  <a:pt x="877380" y="248752"/>
                </a:lnTo>
                <a:lnTo>
                  <a:pt x="918238" y="226680"/>
                </a:lnTo>
                <a:lnTo>
                  <a:pt x="959772" y="205531"/>
                </a:lnTo>
                <a:lnTo>
                  <a:pt x="1001965" y="185320"/>
                </a:lnTo>
                <a:lnTo>
                  <a:pt x="1044799" y="166063"/>
                </a:lnTo>
                <a:lnTo>
                  <a:pt x="1088256" y="147776"/>
                </a:lnTo>
                <a:lnTo>
                  <a:pt x="1132320" y="130474"/>
                </a:lnTo>
                <a:lnTo>
                  <a:pt x="1176971" y="114174"/>
                </a:lnTo>
                <a:lnTo>
                  <a:pt x="1222193" y="98892"/>
                </a:lnTo>
                <a:lnTo>
                  <a:pt x="1267967" y="84642"/>
                </a:lnTo>
                <a:lnTo>
                  <a:pt x="1314277" y="71442"/>
                </a:lnTo>
                <a:lnTo>
                  <a:pt x="1361104" y="59307"/>
                </a:lnTo>
                <a:lnTo>
                  <a:pt x="1408431" y="48252"/>
                </a:lnTo>
                <a:lnTo>
                  <a:pt x="1456240" y="38294"/>
                </a:lnTo>
                <a:lnTo>
                  <a:pt x="1504514" y="29448"/>
                </a:lnTo>
                <a:lnTo>
                  <a:pt x="1553234" y="21730"/>
                </a:lnTo>
                <a:lnTo>
                  <a:pt x="1602383" y="15156"/>
                </a:lnTo>
                <a:lnTo>
                  <a:pt x="1651943" y="9742"/>
                </a:lnTo>
                <a:lnTo>
                  <a:pt x="1701897" y="5503"/>
                </a:lnTo>
                <a:lnTo>
                  <a:pt x="1752228" y="2456"/>
                </a:lnTo>
                <a:lnTo>
                  <a:pt x="1802916" y="616"/>
                </a:lnTo>
                <a:lnTo>
                  <a:pt x="1853945" y="0"/>
                </a:lnTo>
                <a:lnTo>
                  <a:pt x="1904975" y="616"/>
                </a:lnTo>
                <a:lnTo>
                  <a:pt x="1955663" y="2456"/>
                </a:lnTo>
                <a:lnTo>
                  <a:pt x="2005994" y="5503"/>
                </a:lnTo>
                <a:lnTo>
                  <a:pt x="2055948" y="9742"/>
                </a:lnTo>
                <a:lnTo>
                  <a:pt x="2105508" y="15156"/>
                </a:lnTo>
                <a:lnTo>
                  <a:pt x="2154657" y="21730"/>
                </a:lnTo>
                <a:lnTo>
                  <a:pt x="2203377" y="29448"/>
                </a:lnTo>
                <a:lnTo>
                  <a:pt x="2251651" y="38294"/>
                </a:lnTo>
                <a:lnTo>
                  <a:pt x="2299460" y="48252"/>
                </a:lnTo>
                <a:lnTo>
                  <a:pt x="2346787" y="59307"/>
                </a:lnTo>
                <a:lnTo>
                  <a:pt x="2393614" y="71442"/>
                </a:lnTo>
                <a:lnTo>
                  <a:pt x="2439923" y="84642"/>
                </a:lnTo>
                <a:lnTo>
                  <a:pt x="2485698" y="98892"/>
                </a:lnTo>
                <a:lnTo>
                  <a:pt x="2530920" y="114174"/>
                </a:lnTo>
                <a:lnTo>
                  <a:pt x="2575571" y="130474"/>
                </a:lnTo>
                <a:lnTo>
                  <a:pt x="2619635" y="147776"/>
                </a:lnTo>
                <a:lnTo>
                  <a:pt x="2663092" y="166063"/>
                </a:lnTo>
                <a:lnTo>
                  <a:pt x="2705926" y="185320"/>
                </a:lnTo>
                <a:lnTo>
                  <a:pt x="2748119" y="205531"/>
                </a:lnTo>
                <a:lnTo>
                  <a:pt x="2789653" y="226680"/>
                </a:lnTo>
                <a:lnTo>
                  <a:pt x="2830511" y="248752"/>
                </a:lnTo>
                <a:lnTo>
                  <a:pt x="2870674" y="271731"/>
                </a:lnTo>
                <a:lnTo>
                  <a:pt x="2910126" y="295600"/>
                </a:lnTo>
                <a:lnTo>
                  <a:pt x="2948848" y="320344"/>
                </a:lnTo>
                <a:lnTo>
                  <a:pt x="2986823" y="345948"/>
                </a:lnTo>
                <a:lnTo>
                  <a:pt x="3024033" y="372394"/>
                </a:lnTo>
                <a:lnTo>
                  <a:pt x="3060461" y="399669"/>
                </a:lnTo>
                <a:lnTo>
                  <a:pt x="3096088" y="427755"/>
                </a:lnTo>
                <a:lnTo>
                  <a:pt x="3130897" y="456637"/>
                </a:lnTo>
                <a:lnTo>
                  <a:pt x="3164871" y="486298"/>
                </a:lnTo>
                <a:lnTo>
                  <a:pt x="3197992" y="516724"/>
                </a:lnTo>
                <a:lnTo>
                  <a:pt x="3230242" y="547899"/>
                </a:lnTo>
                <a:lnTo>
                  <a:pt x="3261603" y="579806"/>
                </a:lnTo>
                <a:lnTo>
                  <a:pt x="3292058" y="612430"/>
                </a:lnTo>
                <a:lnTo>
                  <a:pt x="3321589" y="645755"/>
                </a:lnTo>
                <a:lnTo>
                  <a:pt x="3350178" y="679764"/>
                </a:lnTo>
                <a:lnTo>
                  <a:pt x="3377808" y="714444"/>
                </a:lnTo>
                <a:lnTo>
                  <a:pt x="3404462" y="749776"/>
                </a:lnTo>
                <a:lnTo>
                  <a:pt x="3430120" y="785747"/>
                </a:lnTo>
                <a:lnTo>
                  <a:pt x="3454766" y="822339"/>
                </a:lnTo>
                <a:lnTo>
                  <a:pt x="3478383" y="859537"/>
                </a:lnTo>
                <a:lnTo>
                  <a:pt x="3500951" y="897325"/>
                </a:lnTo>
                <a:lnTo>
                  <a:pt x="3522455" y="935688"/>
                </a:lnTo>
                <a:lnTo>
                  <a:pt x="3542875" y="974609"/>
                </a:lnTo>
                <a:lnTo>
                  <a:pt x="3562195" y="1014073"/>
                </a:lnTo>
                <a:lnTo>
                  <a:pt x="3580396" y="1054063"/>
                </a:lnTo>
                <a:lnTo>
                  <a:pt x="3597461" y="1094565"/>
                </a:lnTo>
                <a:lnTo>
                  <a:pt x="3613373" y="1135562"/>
                </a:lnTo>
                <a:lnTo>
                  <a:pt x="3628113" y="1177039"/>
                </a:lnTo>
                <a:lnTo>
                  <a:pt x="3641665" y="1218979"/>
                </a:lnTo>
                <a:lnTo>
                  <a:pt x="3654009" y="1261367"/>
                </a:lnTo>
                <a:lnTo>
                  <a:pt x="3665129" y="1304187"/>
                </a:lnTo>
                <a:lnTo>
                  <a:pt x="3675007" y="1347423"/>
                </a:lnTo>
                <a:lnTo>
                  <a:pt x="3683626" y="1391059"/>
                </a:lnTo>
                <a:lnTo>
                  <a:pt x="3690967" y="1435080"/>
                </a:lnTo>
                <a:lnTo>
                  <a:pt x="3697012" y="1479469"/>
                </a:lnTo>
                <a:lnTo>
                  <a:pt x="3701745" y="1524212"/>
                </a:lnTo>
                <a:lnTo>
                  <a:pt x="3705148" y="1569291"/>
                </a:lnTo>
                <a:lnTo>
                  <a:pt x="3707203" y="1614692"/>
                </a:lnTo>
                <a:lnTo>
                  <a:pt x="3707891" y="1660398"/>
                </a:lnTo>
                <a:lnTo>
                  <a:pt x="3707203" y="1706103"/>
                </a:lnTo>
                <a:lnTo>
                  <a:pt x="3705148" y="1751504"/>
                </a:lnTo>
                <a:lnTo>
                  <a:pt x="3701745" y="1796583"/>
                </a:lnTo>
                <a:lnTo>
                  <a:pt x="3697012" y="1841326"/>
                </a:lnTo>
                <a:lnTo>
                  <a:pt x="3690967" y="1885715"/>
                </a:lnTo>
                <a:lnTo>
                  <a:pt x="3683626" y="1929736"/>
                </a:lnTo>
                <a:lnTo>
                  <a:pt x="3675007" y="1973372"/>
                </a:lnTo>
                <a:lnTo>
                  <a:pt x="3665129" y="2016608"/>
                </a:lnTo>
                <a:lnTo>
                  <a:pt x="3654009" y="2059428"/>
                </a:lnTo>
                <a:lnTo>
                  <a:pt x="3641665" y="2101816"/>
                </a:lnTo>
                <a:lnTo>
                  <a:pt x="3628113" y="2143756"/>
                </a:lnTo>
                <a:lnTo>
                  <a:pt x="3613373" y="2185233"/>
                </a:lnTo>
                <a:lnTo>
                  <a:pt x="3597461" y="2226230"/>
                </a:lnTo>
                <a:lnTo>
                  <a:pt x="3580396" y="2266732"/>
                </a:lnTo>
                <a:lnTo>
                  <a:pt x="3562195" y="2306722"/>
                </a:lnTo>
                <a:lnTo>
                  <a:pt x="3542875" y="2346186"/>
                </a:lnTo>
                <a:lnTo>
                  <a:pt x="3522455" y="2385107"/>
                </a:lnTo>
                <a:lnTo>
                  <a:pt x="3500951" y="2423470"/>
                </a:lnTo>
                <a:lnTo>
                  <a:pt x="3478383" y="2461258"/>
                </a:lnTo>
                <a:lnTo>
                  <a:pt x="3454766" y="2498456"/>
                </a:lnTo>
                <a:lnTo>
                  <a:pt x="3430120" y="2535048"/>
                </a:lnTo>
                <a:lnTo>
                  <a:pt x="3404462" y="2571019"/>
                </a:lnTo>
                <a:lnTo>
                  <a:pt x="3377808" y="2606351"/>
                </a:lnTo>
                <a:lnTo>
                  <a:pt x="3350178" y="2641031"/>
                </a:lnTo>
                <a:lnTo>
                  <a:pt x="3321589" y="2675040"/>
                </a:lnTo>
                <a:lnTo>
                  <a:pt x="3292058" y="2708365"/>
                </a:lnTo>
                <a:lnTo>
                  <a:pt x="3261603" y="2740989"/>
                </a:lnTo>
                <a:lnTo>
                  <a:pt x="3230242" y="2772896"/>
                </a:lnTo>
                <a:lnTo>
                  <a:pt x="3197992" y="2804071"/>
                </a:lnTo>
                <a:lnTo>
                  <a:pt x="3164871" y="2834497"/>
                </a:lnTo>
                <a:lnTo>
                  <a:pt x="3130897" y="2864158"/>
                </a:lnTo>
                <a:lnTo>
                  <a:pt x="3096088" y="2893040"/>
                </a:lnTo>
                <a:lnTo>
                  <a:pt x="3060461" y="2921126"/>
                </a:lnTo>
                <a:lnTo>
                  <a:pt x="3024033" y="2948401"/>
                </a:lnTo>
                <a:lnTo>
                  <a:pt x="2986823" y="2974847"/>
                </a:lnTo>
                <a:lnTo>
                  <a:pt x="2948848" y="3000451"/>
                </a:lnTo>
                <a:lnTo>
                  <a:pt x="2910126" y="3025195"/>
                </a:lnTo>
                <a:lnTo>
                  <a:pt x="2870674" y="3049064"/>
                </a:lnTo>
                <a:lnTo>
                  <a:pt x="2830511" y="3072043"/>
                </a:lnTo>
                <a:lnTo>
                  <a:pt x="2789653" y="3094115"/>
                </a:lnTo>
                <a:lnTo>
                  <a:pt x="2748119" y="3115264"/>
                </a:lnTo>
                <a:lnTo>
                  <a:pt x="2705926" y="3135475"/>
                </a:lnTo>
                <a:lnTo>
                  <a:pt x="2663092" y="3154732"/>
                </a:lnTo>
                <a:lnTo>
                  <a:pt x="2619635" y="3173019"/>
                </a:lnTo>
                <a:lnTo>
                  <a:pt x="2575571" y="3190321"/>
                </a:lnTo>
                <a:lnTo>
                  <a:pt x="2530920" y="3206621"/>
                </a:lnTo>
                <a:lnTo>
                  <a:pt x="2485698" y="3221903"/>
                </a:lnTo>
                <a:lnTo>
                  <a:pt x="2439923" y="3236153"/>
                </a:lnTo>
                <a:lnTo>
                  <a:pt x="2393614" y="3249353"/>
                </a:lnTo>
                <a:lnTo>
                  <a:pt x="2346787" y="3261488"/>
                </a:lnTo>
                <a:lnTo>
                  <a:pt x="2299460" y="3272543"/>
                </a:lnTo>
                <a:lnTo>
                  <a:pt x="2251651" y="3282501"/>
                </a:lnTo>
                <a:lnTo>
                  <a:pt x="2203377" y="3291347"/>
                </a:lnTo>
                <a:lnTo>
                  <a:pt x="2154657" y="3299065"/>
                </a:lnTo>
                <a:lnTo>
                  <a:pt x="2105508" y="3305639"/>
                </a:lnTo>
                <a:lnTo>
                  <a:pt x="2055948" y="3311053"/>
                </a:lnTo>
                <a:lnTo>
                  <a:pt x="2005994" y="3315292"/>
                </a:lnTo>
                <a:lnTo>
                  <a:pt x="1955663" y="3318339"/>
                </a:lnTo>
                <a:lnTo>
                  <a:pt x="1904975" y="3320179"/>
                </a:lnTo>
                <a:lnTo>
                  <a:pt x="1853945" y="3320796"/>
                </a:lnTo>
                <a:lnTo>
                  <a:pt x="1802916" y="3320179"/>
                </a:lnTo>
                <a:lnTo>
                  <a:pt x="1752228" y="3318339"/>
                </a:lnTo>
                <a:lnTo>
                  <a:pt x="1701897" y="3315292"/>
                </a:lnTo>
                <a:lnTo>
                  <a:pt x="1651943" y="3311053"/>
                </a:lnTo>
                <a:lnTo>
                  <a:pt x="1602383" y="3305639"/>
                </a:lnTo>
                <a:lnTo>
                  <a:pt x="1553234" y="3299065"/>
                </a:lnTo>
                <a:lnTo>
                  <a:pt x="1504514" y="3291347"/>
                </a:lnTo>
                <a:lnTo>
                  <a:pt x="1456240" y="3282501"/>
                </a:lnTo>
                <a:lnTo>
                  <a:pt x="1408431" y="3272543"/>
                </a:lnTo>
                <a:lnTo>
                  <a:pt x="1361104" y="3261488"/>
                </a:lnTo>
                <a:lnTo>
                  <a:pt x="1314277" y="3249353"/>
                </a:lnTo>
                <a:lnTo>
                  <a:pt x="1267967" y="3236153"/>
                </a:lnTo>
                <a:lnTo>
                  <a:pt x="1222193" y="3221903"/>
                </a:lnTo>
                <a:lnTo>
                  <a:pt x="1176971" y="3206621"/>
                </a:lnTo>
                <a:lnTo>
                  <a:pt x="1132320" y="3190321"/>
                </a:lnTo>
                <a:lnTo>
                  <a:pt x="1088256" y="3173019"/>
                </a:lnTo>
                <a:lnTo>
                  <a:pt x="1044799" y="3154732"/>
                </a:lnTo>
                <a:lnTo>
                  <a:pt x="1001965" y="3135475"/>
                </a:lnTo>
                <a:lnTo>
                  <a:pt x="959772" y="3115264"/>
                </a:lnTo>
                <a:lnTo>
                  <a:pt x="918238" y="3094115"/>
                </a:lnTo>
                <a:lnTo>
                  <a:pt x="877380" y="3072043"/>
                </a:lnTo>
                <a:lnTo>
                  <a:pt x="837217" y="3049064"/>
                </a:lnTo>
                <a:lnTo>
                  <a:pt x="797765" y="3025195"/>
                </a:lnTo>
                <a:lnTo>
                  <a:pt x="759043" y="3000451"/>
                </a:lnTo>
                <a:lnTo>
                  <a:pt x="721068" y="2974847"/>
                </a:lnTo>
                <a:lnTo>
                  <a:pt x="683858" y="2948401"/>
                </a:lnTo>
                <a:lnTo>
                  <a:pt x="647430" y="2921126"/>
                </a:lnTo>
                <a:lnTo>
                  <a:pt x="611803" y="2893040"/>
                </a:lnTo>
                <a:lnTo>
                  <a:pt x="576994" y="2864158"/>
                </a:lnTo>
                <a:lnTo>
                  <a:pt x="543020" y="2834497"/>
                </a:lnTo>
                <a:lnTo>
                  <a:pt x="509899" y="2804071"/>
                </a:lnTo>
                <a:lnTo>
                  <a:pt x="477649" y="2772896"/>
                </a:lnTo>
                <a:lnTo>
                  <a:pt x="446288" y="2740989"/>
                </a:lnTo>
                <a:lnTo>
                  <a:pt x="415833" y="2708365"/>
                </a:lnTo>
                <a:lnTo>
                  <a:pt x="386302" y="2675040"/>
                </a:lnTo>
                <a:lnTo>
                  <a:pt x="357713" y="2641031"/>
                </a:lnTo>
                <a:lnTo>
                  <a:pt x="330083" y="2606351"/>
                </a:lnTo>
                <a:lnTo>
                  <a:pt x="303429" y="2571019"/>
                </a:lnTo>
                <a:lnTo>
                  <a:pt x="277771" y="2535048"/>
                </a:lnTo>
                <a:lnTo>
                  <a:pt x="253125" y="2498456"/>
                </a:lnTo>
                <a:lnTo>
                  <a:pt x="229508" y="2461258"/>
                </a:lnTo>
                <a:lnTo>
                  <a:pt x="206940" y="2423470"/>
                </a:lnTo>
                <a:lnTo>
                  <a:pt x="185436" y="2385107"/>
                </a:lnTo>
                <a:lnTo>
                  <a:pt x="165016" y="2346186"/>
                </a:lnTo>
                <a:lnTo>
                  <a:pt x="145696" y="2306722"/>
                </a:lnTo>
                <a:lnTo>
                  <a:pt x="127495" y="2266732"/>
                </a:lnTo>
                <a:lnTo>
                  <a:pt x="110430" y="2226230"/>
                </a:lnTo>
                <a:lnTo>
                  <a:pt x="94518" y="2185233"/>
                </a:lnTo>
                <a:lnTo>
                  <a:pt x="79778" y="2143756"/>
                </a:lnTo>
                <a:lnTo>
                  <a:pt x="66226" y="2101816"/>
                </a:lnTo>
                <a:lnTo>
                  <a:pt x="53882" y="2059428"/>
                </a:lnTo>
                <a:lnTo>
                  <a:pt x="42762" y="2016608"/>
                </a:lnTo>
                <a:lnTo>
                  <a:pt x="32884" y="1973372"/>
                </a:lnTo>
                <a:lnTo>
                  <a:pt x="24265" y="1929736"/>
                </a:lnTo>
                <a:lnTo>
                  <a:pt x="16924" y="1885715"/>
                </a:lnTo>
                <a:lnTo>
                  <a:pt x="10879" y="1841326"/>
                </a:lnTo>
                <a:lnTo>
                  <a:pt x="6146" y="1796583"/>
                </a:lnTo>
                <a:lnTo>
                  <a:pt x="2743" y="1751504"/>
                </a:lnTo>
                <a:lnTo>
                  <a:pt x="688" y="1706103"/>
                </a:lnTo>
                <a:lnTo>
                  <a:pt x="0" y="1660398"/>
                </a:lnTo>
                <a:close/>
              </a:path>
            </a:pathLst>
          </a:custGeom>
          <a:ln w="57912">
            <a:solidFill>
              <a:srgbClr val="C0504D"/>
            </a:solidFill>
          </a:ln>
        </p:spPr>
        <p:txBody>
          <a:bodyPr lIns="0" tIns="0" rIns="0" bIns="0"/>
          <a:lstStyle/>
          <a:p>
            <a:pPr eaLnBrk="1" fontAlgn="auto" hangingPunct="1">
              <a:spcBef>
                <a:spcPts val="0"/>
              </a:spcBef>
              <a:spcAft>
                <a:spcPts val="0"/>
              </a:spcAft>
              <a:defRPr/>
            </a:pPr>
            <a:endParaRPr sz="1350">
              <a:latin typeface="+mn-lt"/>
            </a:endParaRPr>
          </a:p>
        </p:txBody>
      </p:sp>
      <p:sp>
        <p:nvSpPr>
          <p:cNvPr id="30" name="object 30"/>
          <p:cNvSpPr txBox="1"/>
          <p:nvPr/>
        </p:nvSpPr>
        <p:spPr>
          <a:xfrm>
            <a:off x="3975100" y="2316163"/>
            <a:ext cx="112713" cy="217487"/>
          </a:xfrm>
          <a:prstGeom prst="rect">
            <a:avLst/>
          </a:prstGeom>
        </p:spPr>
        <p:txBody>
          <a:bodyPr lIns="0" tIns="9525" rIns="0" bIns="0">
            <a:spAutoFit/>
          </a:bodyPr>
          <a:lstStyle/>
          <a:p>
            <a:pPr marL="9525" eaLnBrk="1" fontAlgn="auto" hangingPunct="1">
              <a:spcBef>
                <a:spcPts val="75"/>
              </a:spcBef>
              <a:spcAft>
                <a:spcPts val="0"/>
              </a:spcAft>
              <a:defRPr/>
            </a:pPr>
            <a:r>
              <a:rPr sz="1350" dirty="0">
                <a:solidFill>
                  <a:srgbClr val="FF0000"/>
                </a:solidFill>
                <a:latin typeface="Calibri"/>
                <a:cs typeface="Calibri"/>
              </a:rPr>
              <a:t>B</a:t>
            </a:r>
            <a:endParaRPr sz="1350" dirty="0">
              <a:latin typeface="Calibri"/>
              <a:cs typeface="Calibri"/>
            </a:endParaRPr>
          </a:p>
        </p:txBody>
      </p:sp>
      <p:sp>
        <p:nvSpPr>
          <p:cNvPr id="31" name="object 31"/>
          <p:cNvSpPr txBox="1"/>
          <p:nvPr/>
        </p:nvSpPr>
        <p:spPr>
          <a:xfrm>
            <a:off x="2047875" y="5264150"/>
            <a:ext cx="4846638" cy="407988"/>
          </a:xfrm>
          <a:prstGeom prst="rect">
            <a:avLst/>
          </a:prstGeom>
        </p:spPr>
        <p:txBody>
          <a:bodyPr lIns="0" tIns="9525" rIns="0" bIns="0">
            <a:spAutoFit/>
          </a:bodyPr>
          <a:lstStyle/>
          <a:p>
            <a:pPr marL="38100" eaLnBrk="1" fontAlgn="auto" hangingPunct="1">
              <a:spcBef>
                <a:spcPts val="75"/>
              </a:spcBef>
              <a:spcAft>
                <a:spcPts val="0"/>
              </a:spcAft>
              <a:tabLst>
                <a:tab pos="3847148" algn="l"/>
                <a:tab pos="4099084" algn="l"/>
              </a:tabLst>
              <a:defRPr/>
            </a:pPr>
            <a:r>
              <a:rPr sz="1950" spc="19" dirty="0">
                <a:latin typeface="Symbol"/>
                <a:cs typeface="Symbol"/>
              </a:rPr>
              <a:t></a:t>
            </a:r>
            <a:r>
              <a:rPr sz="1950" spc="-266" dirty="0">
                <a:latin typeface="Times New Roman"/>
                <a:cs typeface="Times New Roman"/>
              </a:rPr>
              <a:t> </a:t>
            </a:r>
            <a:r>
              <a:rPr sz="1950" b="1" i="1" spc="15" dirty="0">
                <a:latin typeface="Times New Roman"/>
                <a:cs typeface="Times New Roman"/>
              </a:rPr>
              <a:t>B</a:t>
            </a:r>
            <a:r>
              <a:rPr sz="1950" b="1" i="1" spc="-4" dirty="0">
                <a:latin typeface="Times New Roman"/>
                <a:cs typeface="Times New Roman"/>
              </a:rPr>
              <a:t> </a:t>
            </a:r>
            <a:r>
              <a:rPr sz="1950" spc="11" dirty="0">
                <a:latin typeface="Symbol"/>
                <a:cs typeface="Symbol"/>
              </a:rPr>
              <a:t></a:t>
            </a:r>
            <a:r>
              <a:rPr sz="1950" spc="11" dirty="0">
                <a:latin typeface="Times New Roman"/>
                <a:cs typeface="Times New Roman"/>
              </a:rPr>
              <a:t> </a:t>
            </a:r>
            <a:r>
              <a:rPr sz="1950" b="1" i="1" spc="15" dirty="0">
                <a:latin typeface="Times New Roman"/>
                <a:cs typeface="Times New Roman"/>
              </a:rPr>
              <a:t>B</a:t>
            </a:r>
            <a:r>
              <a:rPr sz="1950" b="1" i="1" spc="-127" dirty="0">
                <a:latin typeface="Times New Roman"/>
                <a:cs typeface="Times New Roman"/>
              </a:rPr>
              <a:t> </a:t>
            </a:r>
            <a:r>
              <a:rPr sz="1950" spc="19" dirty="0">
                <a:latin typeface="Symbol"/>
                <a:cs typeface="Symbol"/>
              </a:rPr>
              <a:t></a:t>
            </a:r>
            <a:r>
              <a:rPr sz="1950" spc="-79" dirty="0">
                <a:latin typeface="Times New Roman"/>
                <a:cs typeface="Times New Roman"/>
              </a:rPr>
              <a:t> </a:t>
            </a:r>
            <a:r>
              <a:rPr sz="1950" b="1" i="1" spc="11" dirty="0">
                <a:latin typeface="Times New Roman"/>
                <a:cs typeface="Times New Roman"/>
              </a:rPr>
              <a:t>S</a:t>
            </a:r>
            <a:r>
              <a:rPr sz="1950" b="1" i="1" spc="94" dirty="0">
                <a:latin typeface="Times New Roman"/>
                <a:cs typeface="Times New Roman"/>
              </a:rPr>
              <a:t> </a:t>
            </a:r>
            <a:r>
              <a:rPr sz="1950" spc="11" dirty="0">
                <a:latin typeface="Symbol"/>
                <a:cs typeface="Symbol"/>
              </a:rPr>
              <a:t></a:t>
            </a:r>
            <a:r>
              <a:rPr sz="1950" spc="11" dirty="0">
                <a:latin typeface="Times New Roman"/>
                <a:cs typeface="Times New Roman"/>
              </a:rPr>
              <a:t> </a:t>
            </a:r>
            <a:r>
              <a:rPr sz="1950" b="1" i="1" spc="15" dirty="0">
                <a:latin typeface="Times New Roman"/>
                <a:cs typeface="Times New Roman"/>
              </a:rPr>
              <a:t>B</a:t>
            </a:r>
            <a:r>
              <a:rPr sz="1950" b="1" i="1" spc="-127" dirty="0">
                <a:latin typeface="Times New Roman"/>
                <a:cs typeface="Times New Roman"/>
              </a:rPr>
              <a:t> </a:t>
            </a:r>
            <a:r>
              <a:rPr sz="1950" spc="188" dirty="0">
                <a:latin typeface="Symbol"/>
                <a:cs typeface="Symbol"/>
              </a:rPr>
              <a:t></a:t>
            </a:r>
            <a:r>
              <a:rPr sz="3881" spc="-236" baseline="-3220" dirty="0">
                <a:latin typeface="Symbol"/>
                <a:cs typeface="Symbol"/>
              </a:rPr>
              <a:t></a:t>
            </a:r>
            <a:r>
              <a:rPr sz="1950" b="1" i="1" spc="-233" dirty="0">
                <a:latin typeface="Times New Roman"/>
                <a:cs typeface="Times New Roman"/>
              </a:rPr>
              <a:t>A</a:t>
            </a:r>
            <a:r>
              <a:rPr sz="1688" spc="11" baseline="-25925" dirty="0">
                <a:latin typeface="Times New Roman"/>
                <a:cs typeface="Times New Roman"/>
              </a:rPr>
              <a:t>1</a:t>
            </a:r>
            <a:r>
              <a:rPr sz="1688" spc="163" baseline="-25925" dirty="0">
                <a:latin typeface="Times New Roman"/>
                <a:cs typeface="Times New Roman"/>
              </a:rPr>
              <a:t> </a:t>
            </a:r>
            <a:r>
              <a:rPr sz="1950" spc="19" dirty="0">
                <a:latin typeface="Symbol"/>
                <a:cs typeface="Symbol"/>
              </a:rPr>
              <a:t></a:t>
            </a:r>
            <a:r>
              <a:rPr sz="1950" spc="-15" dirty="0">
                <a:latin typeface="Times New Roman"/>
                <a:cs typeface="Times New Roman"/>
              </a:rPr>
              <a:t> </a:t>
            </a:r>
            <a:r>
              <a:rPr sz="1950" b="1" i="1" spc="-105" dirty="0">
                <a:latin typeface="Times New Roman"/>
                <a:cs typeface="Times New Roman"/>
              </a:rPr>
              <a:t>A</a:t>
            </a:r>
            <a:r>
              <a:rPr sz="1688" spc="11" baseline="-25925" dirty="0">
                <a:latin typeface="Times New Roman"/>
                <a:cs typeface="Times New Roman"/>
              </a:rPr>
              <a:t>2</a:t>
            </a:r>
            <a:r>
              <a:rPr sz="1688" baseline="-25925" dirty="0">
                <a:latin typeface="Times New Roman"/>
                <a:cs typeface="Times New Roman"/>
              </a:rPr>
              <a:t> </a:t>
            </a:r>
            <a:r>
              <a:rPr sz="1688" spc="-129" baseline="-25925" dirty="0">
                <a:latin typeface="Times New Roman"/>
                <a:cs typeface="Times New Roman"/>
              </a:rPr>
              <a:t> </a:t>
            </a:r>
            <a:r>
              <a:rPr sz="1950" spc="19" dirty="0">
                <a:latin typeface="Symbol"/>
                <a:cs typeface="Symbol"/>
              </a:rPr>
              <a:t></a:t>
            </a:r>
            <a:r>
              <a:rPr sz="1950" spc="-15" dirty="0">
                <a:latin typeface="Times New Roman"/>
                <a:cs typeface="Times New Roman"/>
              </a:rPr>
              <a:t> </a:t>
            </a:r>
            <a:r>
              <a:rPr sz="1950" b="1" i="1" spc="-139" dirty="0">
                <a:latin typeface="Times New Roman"/>
                <a:cs typeface="Times New Roman"/>
              </a:rPr>
              <a:t>A</a:t>
            </a:r>
            <a:r>
              <a:rPr sz="1688" spc="11" baseline="-25925" dirty="0">
                <a:latin typeface="Times New Roman"/>
                <a:cs typeface="Times New Roman"/>
              </a:rPr>
              <a:t>3</a:t>
            </a:r>
            <a:r>
              <a:rPr sz="1688" spc="-213" baseline="-25925" dirty="0">
                <a:latin typeface="Times New Roman"/>
                <a:cs typeface="Times New Roman"/>
              </a:rPr>
              <a:t> </a:t>
            </a:r>
            <a:r>
              <a:rPr sz="1950" spc="4" dirty="0">
                <a:latin typeface="Times New Roman"/>
                <a:cs typeface="Times New Roman"/>
              </a:rPr>
              <a:t>,</a:t>
            </a:r>
            <a:r>
              <a:rPr sz="1950" spc="236" dirty="0">
                <a:latin typeface="Times New Roman"/>
                <a:cs typeface="Times New Roman"/>
              </a:rPr>
              <a:t> </a:t>
            </a:r>
            <a:r>
              <a:rPr sz="1950" spc="4" dirty="0">
                <a:latin typeface="Times New Roman"/>
                <a:cs typeface="Times New Roman"/>
              </a:rPr>
              <a:t>.</a:t>
            </a:r>
            <a:r>
              <a:rPr sz="1950" dirty="0">
                <a:latin typeface="Times New Roman"/>
                <a:cs typeface="Times New Roman"/>
              </a:rPr>
              <a:t>	</a:t>
            </a:r>
            <a:r>
              <a:rPr sz="1950" spc="4" dirty="0">
                <a:latin typeface="Times New Roman"/>
                <a:cs typeface="Times New Roman"/>
              </a:rPr>
              <a:t>.</a:t>
            </a:r>
            <a:r>
              <a:rPr sz="1950" dirty="0">
                <a:latin typeface="Times New Roman"/>
                <a:cs typeface="Times New Roman"/>
              </a:rPr>
              <a:t>	</a:t>
            </a:r>
            <a:r>
              <a:rPr sz="1950" spc="4" dirty="0">
                <a:latin typeface="Times New Roman"/>
                <a:cs typeface="Times New Roman"/>
              </a:rPr>
              <a:t>.</a:t>
            </a:r>
            <a:r>
              <a:rPr sz="1950" spc="-300" dirty="0">
                <a:latin typeface="Times New Roman"/>
                <a:cs typeface="Times New Roman"/>
              </a:rPr>
              <a:t> </a:t>
            </a:r>
            <a:r>
              <a:rPr sz="1950" spc="19" dirty="0">
                <a:latin typeface="Symbol"/>
                <a:cs typeface="Symbol"/>
              </a:rPr>
              <a:t></a:t>
            </a:r>
            <a:r>
              <a:rPr sz="1950" spc="-15" dirty="0">
                <a:latin typeface="Times New Roman"/>
                <a:cs typeface="Times New Roman"/>
              </a:rPr>
              <a:t> </a:t>
            </a:r>
            <a:r>
              <a:rPr sz="1950" b="1" i="1" spc="-101" dirty="0">
                <a:latin typeface="Times New Roman"/>
                <a:cs typeface="Times New Roman"/>
              </a:rPr>
              <a:t>A</a:t>
            </a:r>
            <a:r>
              <a:rPr lang="en-US" sz="1688" b="1" i="1" spc="11" baseline="-25925" dirty="0">
                <a:latin typeface="Times New Roman"/>
                <a:cs typeface="Times New Roman"/>
              </a:rPr>
              <a:t>k</a:t>
            </a:r>
            <a:r>
              <a:rPr sz="1688" b="1" i="1" spc="-230" baseline="-25925" dirty="0">
                <a:latin typeface="Times New Roman"/>
                <a:cs typeface="Times New Roman"/>
              </a:rPr>
              <a:t> </a:t>
            </a:r>
            <a:r>
              <a:rPr sz="3881" spc="-461" baseline="-3220" dirty="0">
                <a:latin typeface="Symbol"/>
                <a:cs typeface="Symbol"/>
              </a:rPr>
              <a:t></a:t>
            </a:r>
            <a:endParaRPr sz="3881" baseline="-3220" dirty="0">
              <a:latin typeface="Symbol"/>
              <a:cs typeface="Symbol"/>
            </a:endParaRPr>
          </a:p>
        </p:txBody>
      </p:sp>
      <p:sp>
        <p:nvSpPr>
          <p:cNvPr id="32" name="object 32"/>
          <p:cNvSpPr txBox="1"/>
          <p:nvPr/>
        </p:nvSpPr>
        <p:spPr>
          <a:xfrm>
            <a:off x="6697663" y="2376488"/>
            <a:ext cx="141287" cy="331787"/>
          </a:xfrm>
          <a:prstGeom prst="rect">
            <a:avLst/>
          </a:prstGeom>
        </p:spPr>
        <p:txBody>
          <a:bodyPr lIns="0" tIns="9049" rIns="0" bIns="0">
            <a:spAutoFit/>
          </a:bodyPr>
          <a:lstStyle/>
          <a:p>
            <a:pPr marL="9525" eaLnBrk="1" fontAlgn="auto" hangingPunct="1">
              <a:spcBef>
                <a:spcPts val="71"/>
              </a:spcBef>
              <a:spcAft>
                <a:spcPts val="0"/>
              </a:spcAft>
              <a:defRPr/>
            </a:pPr>
            <a:r>
              <a:rPr sz="2100" spc="-4" dirty="0">
                <a:solidFill>
                  <a:srgbClr val="6F2F9F"/>
                </a:solidFill>
                <a:latin typeface="Calibri"/>
                <a:cs typeface="Calibri"/>
              </a:rPr>
              <a:t>S</a:t>
            </a:r>
            <a:endParaRPr sz="2100">
              <a:latin typeface="Calibri"/>
              <a:cs typeface="Calibri"/>
            </a:endParaRPr>
          </a:p>
        </p:txBody>
      </p:sp>
      <p:sp>
        <p:nvSpPr>
          <p:cNvPr id="35" name="object 35"/>
          <p:cNvSpPr txBox="1">
            <a:spLocks noGrp="1"/>
          </p:cNvSpPr>
          <p:nvPr>
            <p:ph type="title"/>
          </p:nvPr>
        </p:nvSpPr>
        <p:spPr>
          <a:xfrm>
            <a:off x="0" y="353035"/>
            <a:ext cx="7620000" cy="379431"/>
          </a:xfrm>
        </p:spPr>
        <p:txBody>
          <a:bodyPr wrap="square" lIns="0" tIns="10001" rIns="0" bIns="0" rtlCol="0">
            <a:spAutoFit/>
          </a:bodyPr>
          <a:lstStyle/>
          <a:p>
            <a:pPr marL="28575" eaLnBrk="1" fontAlgn="auto" hangingPunct="1">
              <a:spcBef>
                <a:spcPts val="79"/>
              </a:spcBef>
              <a:spcAft>
                <a:spcPts val="0"/>
              </a:spcAft>
              <a:defRPr/>
            </a:pPr>
            <a:r>
              <a:rPr sz="2400" spc="-4" dirty="0">
                <a:cs typeface="Calibri"/>
              </a:rPr>
              <a:t>S= </a:t>
            </a:r>
            <a:r>
              <a:rPr sz="2400" spc="8" dirty="0">
                <a:cs typeface="Calibri"/>
              </a:rPr>
              <a:t>A</a:t>
            </a:r>
            <a:r>
              <a:rPr sz="2363" spc="11" baseline="-21164" dirty="0">
                <a:cs typeface="Calibri"/>
              </a:rPr>
              <a:t>1</a:t>
            </a:r>
            <a:r>
              <a:rPr sz="2363" spc="269" baseline="-21164" dirty="0">
                <a:cs typeface="Calibri"/>
              </a:rPr>
              <a:t> </a:t>
            </a:r>
            <a:r>
              <a:rPr sz="2400" dirty="0">
                <a:cs typeface="Calibri"/>
              </a:rPr>
              <a:t>U</a:t>
            </a:r>
            <a:r>
              <a:rPr sz="2400" spc="-15" dirty="0">
                <a:cs typeface="Calibri"/>
              </a:rPr>
              <a:t> </a:t>
            </a:r>
            <a:r>
              <a:rPr sz="2400" spc="4" dirty="0">
                <a:cs typeface="Calibri"/>
              </a:rPr>
              <a:t>A</a:t>
            </a:r>
            <a:r>
              <a:rPr sz="2363" spc="5" baseline="-21164" dirty="0">
                <a:cs typeface="Calibri"/>
              </a:rPr>
              <a:t>2</a:t>
            </a:r>
            <a:r>
              <a:rPr sz="2363" spc="275" baseline="-21164" dirty="0">
                <a:cs typeface="Calibri"/>
              </a:rPr>
              <a:t> </a:t>
            </a:r>
            <a:r>
              <a:rPr sz="2400" dirty="0">
                <a:cs typeface="Calibri"/>
              </a:rPr>
              <a:t>U</a:t>
            </a:r>
            <a:r>
              <a:rPr sz="2400" spc="-8" dirty="0">
                <a:cs typeface="Calibri"/>
              </a:rPr>
              <a:t> </a:t>
            </a:r>
            <a:r>
              <a:rPr sz="2400" dirty="0">
                <a:cs typeface="Calibri"/>
              </a:rPr>
              <a:t>…</a:t>
            </a:r>
            <a:r>
              <a:rPr sz="2400" spc="-15" dirty="0">
                <a:cs typeface="Calibri"/>
              </a:rPr>
              <a:t> </a:t>
            </a:r>
            <a:r>
              <a:rPr sz="2400" dirty="0">
                <a:cs typeface="Calibri"/>
              </a:rPr>
              <a:t>U</a:t>
            </a:r>
            <a:r>
              <a:rPr sz="2400" spc="-8" dirty="0">
                <a:cs typeface="Calibri"/>
              </a:rPr>
              <a:t> </a:t>
            </a:r>
            <a:r>
              <a:rPr sz="2400" spc="4" dirty="0">
                <a:cs typeface="Calibri"/>
              </a:rPr>
              <a:t>A</a:t>
            </a:r>
            <a:r>
              <a:rPr lang="en-US" sz="2363" spc="5" baseline="-21164" dirty="0">
                <a:cs typeface="Calibri"/>
              </a:rPr>
              <a:t>k</a:t>
            </a:r>
            <a:endParaRPr sz="2363" baseline="-21164" dirty="0">
              <a:cs typeface="Calibri"/>
            </a:endParaRPr>
          </a:p>
        </p:txBody>
      </p:sp>
      <p:sp>
        <p:nvSpPr>
          <p:cNvPr id="42000" name="object 36"/>
          <p:cNvSpPr txBox="1">
            <a:spLocks noChangeArrowheads="1"/>
          </p:cNvSpPr>
          <p:nvPr/>
        </p:nvSpPr>
        <p:spPr bwMode="auto">
          <a:xfrm>
            <a:off x="2719388" y="1639403"/>
            <a:ext cx="3314700"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0001" rIns="0" bIns="0">
            <a:spAutoFit/>
          </a:bodyPr>
          <a:lstStyle>
            <a:lvl1pPr marL="38100">
              <a:spcBef>
                <a:spcPct val="20000"/>
              </a:spcBef>
              <a:buFont typeface="Arial" panose="020B0604020202020204" pitchFamily="34" charset="0"/>
              <a:buChar char="•"/>
              <a:tabLst>
                <a:tab pos="642938" algn="l"/>
                <a:tab pos="294005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642938" algn="l"/>
                <a:tab pos="294005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642938" algn="l"/>
                <a:tab pos="294005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642938" algn="l"/>
                <a:tab pos="294005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642938" algn="l"/>
                <a:tab pos="2940050" algn="l"/>
              </a:tabLst>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tabLst>
                <a:tab pos="642938" algn="l"/>
                <a:tab pos="2940050" algn="l"/>
              </a:tabLst>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tabLst>
                <a:tab pos="642938" algn="l"/>
                <a:tab pos="2940050" algn="l"/>
              </a:tabLst>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tabLst>
                <a:tab pos="642938" algn="l"/>
                <a:tab pos="2940050" algn="l"/>
              </a:tabLst>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tabLst>
                <a:tab pos="642938" algn="l"/>
                <a:tab pos="2940050" algn="l"/>
              </a:tabLst>
              <a:defRPr sz="2000">
                <a:solidFill>
                  <a:schemeClr val="tx1"/>
                </a:solidFill>
                <a:latin typeface="Calibri" panose="020F0502020204030204" pitchFamily="34" charset="0"/>
              </a:defRPr>
            </a:lvl9pPr>
          </a:lstStyle>
          <a:p>
            <a:pPr eaLnBrk="1" hangingPunct="1">
              <a:spcBef>
                <a:spcPts val="75"/>
              </a:spcBef>
              <a:buFontTx/>
              <a:buNone/>
            </a:pPr>
            <a:r>
              <a:rPr lang="en-US" altLang="en-US" sz="2400" dirty="0">
                <a:cs typeface="Calibri" panose="020F0502020204030204" pitchFamily="34" charset="0"/>
              </a:rPr>
              <a:t>and	A</a:t>
            </a:r>
            <a:r>
              <a:rPr lang="en-US" altLang="en-US" sz="2300" baseline="-21000" dirty="0">
                <a:cs typeface="Calibri" panose="020F0502020204030204" pitchFamily="34" charset="0"/>
              </a:rPr>
              <a:t>1 </a:t>
            </a:r>
            <a:r>
              <a:rPr lang="en-US" altLang="en-US" sz="2400" dirty="0">
                <a:latin typeface="Cambria Math" panose="02040503050406030204" pitchFamily="18" charset="0"/>
                <a:ea typeface="Cambria Math" panose="02040503050406030204" pitchFamily="18" charset="0"/>
                <a:cs typeface="Cambria Math" panose="02040503050406030204" pitchFamily="18" charset="0"/>
              </a:rPr>
              <a:t>∩ </a:t>
            </a:r>
            <a:r>
              <a:rPr lang="en-US" altLang="en-US" sz="2400" dirty="0">
                <a:cs typeface="Calibri" panose="020F0502020204030204" pitchFamily="34" charset="0"/>
              </a:rPr>
              <a:t>A</a:t>
            </a:r>
            <a:r>
              <a:rPr lang="en-US" altLang="en-US" sz="2300" baseline="-21000" dirty="0">
                <a:cs typeface="Calibri" panose="020F0502020204030204" pitchFamily="34" charset="0"/>
              </a:rPr>
              <a:t>2 </a:t>
            </a:r>
            <a:r>
              <a:rPr lang="en-US" altLang="en-US" sz="2400" dirty="0">
                <a:latin typeface="Cambria Math" panose="02040503050406030204" pitchFamily="18" charset="0"/>
                <a:ea typeface="Cambria Math" panose="02040503050406030204" pitchFamily="18" charset="0"/>
                <a:cs typeface="Cambria Math" panose="02040503050406030204" pitchFamily="18" charset="0"/>
              </a:rPr>
              <a:t>∩ </a:t>
            </a:r>
            <a:r>
              <a:rPr lang="en-US" altLang="en-US" sz="2400" dirty="0">
                <a:cs typeface="Calibri" panose="020F0502020204030204" pitchFamily="34" charset="0"/>
              </a:rPr>
              <a:t>… </a:t>
            </a:r>
            <a:r>
              <a:rPr lang="en-US" altLang="en-US" sz="2400" dirty="0">
                <a:latin typeface="Cambria Math" panose="02040503050406030204" pitchFamily="18" charset="0"/>
                <a:ea typeface="Cambria Math" panose="02040503050406030204" pitchFamily="18" charset="0"/>
                <a:cs typeface="Cambria Math" panose="02040503050406030204" pitchFamily="18" charset="0"/>
              </a:rPr>
              <a:t>∩ </a:t>
            </a:r>
            <a:r>
              <a:rPr lang="en-US" altLang="en-US" sz="2400" dirty="0">
                <a:cs typeface="Calibri" panose="020F0502020204030204" pitchFamily="34" charset="0"/>
              </a:rPr>
              <a:t>A</a:t>
            </a:r>
            <a:r>
              <a:rPr lang="en-US" altLang="en-US" sz="2300" baseline="-21000" dirty="0">
                <a:cs typeface="Calibri" panose="020F0502020204030204" pitchFamily="34" charset="0"/>
              </a:rPr>
              <a:t>k	</a:t>
            </a:r>
            <a:r>
              <a:rPr lang="en-US" altLang="en-US" sz="2400" dirty="0">
                <a:cs typeface="Calibri" panose="020F0502020204030204" pitchFamily="34" charset="0"/>
              </a:rPr>
              <a:t>=</a:t>
            </a:r>
            <a:r>
              <a:rPr lang="en-US" altLang="en-US" sz="2400" dirty="0">
                <a:latin typeface="Cambria Math" panose="02040503050406030204" pitchFamily="18" charset="0"/>
                <a:ea typeface="Cambria Math" panose="02040503050406030204" pitchFamily="18" charset="0"/>
                <a:cs typeface="Cambria Math" panose="02040503050406030204" pitchFamily="18" charset="0"/>
              </a:rPr>
              <a:t>∅</a:t>
            </a:r>
          </a:p>
        </p:txBody>
      </p:sp>
      <p:grpSp>
        <p:nvGrpSpPr>
          <p:cNvPr id="40" name="Group 39">
            <a:extLst>
              <a:ext uri="{FF2B5EF4-FFF2-40B4-BE49-F238E27FC236}">
                <a16:creationId xmlns:a16="http://schemas.microsoft.com/office/drawing/2014/main" id="{014F6F7C-745C-2907-3E11-103F18628E4E}"/>
              </a:ext>
            </a:extLst>
          </p:cNvPr>
          <p:cNvGrpSpPr/>
          <p:nvPr/>
        </p:nvGrpSpPr>
        <p:grpSpPr>
          <a:xfrm>
            <a:off x="690748" y="1177499"/>
            <a:ext cx="1911240" cy="384840"/>
            <a:chOff x="690748" y="1177499"/>
            <a:chExt cx="1911240" cy="384840"/>
          </a:xfrm>
        </p:grpSpPr>
        <mc:AlternateContent xmlns:mc="http://schemas.openxmlformats.org/markup-compatibility/2006">
          <mc:Choice xmlns:p14="http://schemas.microsoft.com/office/powerpoint/2010/main" Requires="p14">
            <p:contentPart p14:bwMode="auto" r:id="rId10">
              <p14:nvContentPartPr>
                <p14:cNvPr id="2" name="Ink 1">
                  <a:extLst>
                    <a:ext uri="{FF2B5EF4-FFF2-40B4-BE49-F238E27FC236}">
                      <a16:creationId xmlns:a16="http://schemas.microsoft.com/office/drawing/2014/main" id="{B3525733-203C-88C1-E6A3-53CAF9D17769}"/>
                    </a:ext>
                  </a:extLst>
                </p14:cNvPr>
                <p14:cNvContentPartPr/>
                <p14:nvPr/>
              </p14:nvContentPartPr>
              <p14:xfrm>
                <a:off x="690748" y="1375499"/>
                <a:ext cx="188640" cy="182880"/>
              </p14:xfrm>
            </p:contentPart>
          </mc:Choice>
          <mc:Fallback>
            <p:pic>
              <p:nvPicPr>
                <p:cNvPr id="2" name="Ink 1">
                  <a:extLst>
                    <a:ext uri="{FF2B5EF4-FFF2-40B4-BE49-F238E27FC236}">
                      <a16:creationId xmlns:a16="http://schemas.microsoft.com/office/drawing/2014/main" id="{B3525733-203C-88C1-E6A3-53CAF9D17769}"/>
                    </a:ext>
                  </a:extLst>
                </p:cNvPr>
                <p:cNvPicPr/>
                <p:nvPr/>
              </p:nvPicPr>
              <p:blipFill>
                <a:blip r:embed="rId11"/>
                <a:stretch>
                  <a:fillRect/>
                </a:stretch>
              </p:blipFill>
              <p:spPr>
                <a:xfrm>
                  <a:off x="686428" y="1371179"/>
                  <a:ext cx="19728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3" name="Ink 2">
                  <a:extLst>
                    <a:ext uri="{FF2B5EF4-FFF2-40B4-BE49-F238E27FC236}">
                      <a16:creationId xmlns:a16="http://schemas.microsoft.com/office/drawing/2014/main" id="{D8AD69D6-F4D6-5FEB-CED0-6156C03ADF9F}"/>
                    </a:ext>
                  </a:extLst>
                </p14:cNvPr>
                <p14:cNvContentPartPr/>
                <p14:nvPr/>
              </p14:nvContentPartPr>
              <p14:xfrm>
                <a:off x="979828" y="1361819"/>
                <a:ext cx="103320" cy="200520"/>
              </p14:xfrm>
            </p:contentPart>
          </mc:Choice>
          <mc:Fallback>
            <p:pic>
              <p:nvPicPr>
                <p:cNvPr id="3" name="Ink 2">
                  <a:extLst>
                    <a:ext uri="{FF2B5EF4-FFF2-40B4-BE49-F238E27FC236}">
                      <a16:creationId xmlns:a16="http://schemas.microsoft.com/office/drawing/2014/main" id="{D8AD69D6-F4D6-5FEB-CED0-6156C03ADF9F}"/>
                    </a:ext>
                  </a:extLst>
                </p:cNvPr>
                <p:cNvPicPr/>
                <p:nvPr/>
              </p:nvPicPr>
              <p:blipFill>
                <a:blip r:embed="rId13"/>
                <a:stretch>
                  <a:fillRect/>
                </a:stretch>
              </p:blipFill>
              <p:spPr>
                <a:xfrm>
                  <a:off x="975508" y="1357499"/>
                  <a:ext cx="111960" cy="2091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5" name="Ink 4">
                  <a:extLst>
                    <a:ext uri="{FF2B5EF4-FFF2-40B4-BE49-F238E27FC236}">
                      <a16:creationId xmlns:a16="http://schemas.microsoft.com/office/drawing/2014/main" id="{3D5A7D4C-B6CB-EF6E-AEBC-561624BEE96E}"/>
                    </a:ext>
                  </a:extLst>
                </p14:cNvPr>
                <p14:cNvContentPartPr/>
                <p14:nvPr/>
              </p14:nvContentPartPr>
              <p14:xfrm>
                <a:off x="1003228" y="1322219"/>
                <a:ext cx="82800" cy="213840"/>
              </p14:xfrm>
            </p:contentPart>
          </mc:Choice>
          <mc:Fallback>
            <p:pic>
              <p:nvPicPr>
                <p:cNvPr id="5" name="Ink 4">
                  <a:extLst>
                    <a:ext uri="{FF2B5EF4-FFF2-40B4-BE49-F238E27FC236}">
                      <a16:creationId xmlns:a16="http://schemas.microsoft.com/office/drawing/2014/main" id="{3D5A7D4C-B6CB-EF6E-AEBC-561624BEE96E}"/>
                    </a:ext>
                  </a:extLst>
                </p:cNvPr>
                <p:cNvPicPr/>
                <p:nvPr/>
              </p:nvPicPr>
              <p:blipFill>
                <a:blip r:embed="rId15"/>
                <a:stretch>
                  <a:fillRect/>
                </a:stretch>
              </p:blipFill>
              <p:spPr>
                <a:xfrm>
                  <a:off x="998908" y="1317899"/>
                  <a:ext cx="91440" cy="2224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7" name="Ink 6">
                  <a:extLst>
                    <a:ext uri="{FF2B5EF4-FFF2-40B4-BE49-F238E27FC236}">
                      <a16:creationId xmlns:a16="http://schemas.microsoft.com/office/drawing/2014/main" id="{119C22FD-3B99-9D30-DC71-2A73FDD855EB}"/>
                    </a:ext>
                  </a:extLst>
                </p14:cNvPr>
                <p14:cNvContentPartPr/>
                <p14:nvPr/>
              </p14:nvContentPartPr>
              <p14:xfrm>
                <a:off x="1208068" y="1177499"/>
                <a:ext cx="175680" cy="369360"/>
              </p14:xfrm>
            </p:contentPart>
          </mc:Choice>
          <mc:Fallback>
            <p:pic>
              <p:nvPicPr>
                <p:cNvPr id="7" name="Ink 6">
                  <a:extLst>
                    <a:ext uri="{FF2B5EF4-FFF2-40B4-BE49-F238E27FC236}">
                      <a16:creationId xmlns:a16="http://schemas.microsoft.com/office/drawing/2014/main" id="{119C22FD-3B99-9D30-DC71-2A73FDD855EB}"/>
                    </a:ext>
                  </a:extLst>
                </p:cNvPr>
                <p:cNvPicPr/>
                <p:nvPr/>
              </p:nvPicPr>
              <p:blipFill>
                <a:blip r:embed="rId17"/>
                <a:stretch>
                  <a:fillRect/>
                </a:stretch>
              </p:blipFill>
              <p:spPr>
                <a:xfrm>
                  <a:off x="1203748" y="1173179"/>
                  <a:ext cx="184320" cy="3780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9" name="Ink 8">
                  <a:extLst>
                    <a:ext uri="{FF2B5EF4-FFF2-40B4-BE49-F238E27FC236}">
                      <a16:creationId xmlns:a16="http://schemas.microsoft.com/office/drawing/2014/main" id="{4E01E264-18FE-AB90-4DE5-E465F2D08102}"/>
                    </a:ext>
                  </a:extLst>
                </p14:cNvPr>
                <p14:cNvContentPartPr/>
                <p14:nvPr/>
              </p14:nvContentPartPr>
              <p14:xfrm>
                <a:off x="1501468" y="1403579"/>
                <a:ext cx="197280" cy="133560"/>
              </p14:xfrm>
            </p:contentPart>
          </mc:Choice>
          <mc:Fallback>
            <p:pic>
              <p:nvPicPr>
                <p:cNvPr id="9" name="Ink 8">
                  <a:extLst>
                    <a:ext uri="{FF2B5EF4-FFF2-40B4-BE49-F238E27FC236}">
                      <a16:creationId xmlns:a16="http://schemas.microsoft.com/office/drawing/2014/main" id="{4E01E264-18FE-AB90-4DE5-E465F2D08102}"/>
                    </a:ext>
                  </a:extLst>
                </p:cNvPr>
                <p:cNvPicPr/>
                <p:nvPr/>
              </p:nvPicPr>
              <p:blipFill>
                <a:blip r:embed="rId19"/>
                <a:stretch>
                  <a:fillRect/>
                </a:stretch>
              </p:blipFill>
              <p:spPr>
                <a:xfrm>
                  <a:off x="1497148" y="1399259"/>
                  <a:ext cx="205920" cy="1422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1" name="Ink 10">
                  <a:extLst>
                    <a:ext uri="{FF2B5EF4-FFF2-40B4-BE49-F238E27FC236}">
                      <a16:creationId xmlns:a16="http://schemas.microsoft.com/office/drawing/2014/main" id="{7B9B3D58-78D3-341A-23E8-D6C15BBCEDBA}"/>
                    </a:ext>
                  </a:extLst>
                </p14:cNvPr>
                <p14:cNvContentPartPr/>
                <p14:nvPr/>
              </p14:nvContentPartPr>
              <p14:xfrm>
                <a:off x="1719268" y="1387019"/>
                <a:ext cx="154440" cy="139680"/>
              </p14:xfrm>
            </p:contentPart>
          </mc:Choice>
          <mc:Fallback>
            <p:pic>
              <p:nvPicPr>
                <p:cNvPr id="11" name="Ink 10">
                  <a:extLst>
                    <a:ext uri="{FF2B5EF4-FFF2-40B4-BE49-F238E27FC236}">
                      <a16:creationId xmlns:a16="http://schemas.microsoft.com/office/drawing/2014/main" id="{7B9B3D58-78D3-341A-23E8-D6C15BBCEDBA}"/>
                    </a:ext>
                  </a:extLst>
                </p:cNvPr>
                <p:cNvPicPr/>
                <p:nvPr/>
              </p:nvPicPr>
              <p:blipFill>
                <a:blip r:embed="rId21"/>
                <a:stretch>
                  <a:fillRect/>
                </a:stretch>
              </p:blipFill>
              <p:spPr>
                <a:xfrm>
                  <a:off x="1714948" y="1382699"/>
                  <a:ext cx="163080" cy="1483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3" name="Ink 12">
                  <a:extLst>
                    <a:ext uri="{FF2B5EF4-FFF2-40B4-BE49-F238E27FC236}">
                      <a16:creationId xmlns:a16="http://schemas.microsoft.com/office/drawing/2014/main" id="{2AD89E27-765F-20A2-0CD5-BEFC04B352AB}"/>
                    </a:ext>
                  </a:extLst>
                </p14:cNvPr>
                <p14:cNvContentPartPr/>
                <p14:nvPr/>
              </p14:nvContentPartPr>
              <p14:xfrm>
                <a:off x="1909348" y="1376579"/>
                <a:ext cx="101520" cy="166320"/>
              </p14:xfrm>
            </p:contentPart>
          </mc:Choice>
          <mc:Fallback>
            <p:pic>
              <p:nvPicPr>
                <p:cNvPr id="13" name="Ink 12">
                  <a:extLst>
                    <a:ext uri="{FF2B5EF4-FFF2-40B4-BE49-F238E27FC236}">
                      <a16:creationId xmlns:a16="http://schemas.microsoft.com/office/drawing/2014/main" id="{2AD89E27-765F-20A2-0CD5-BEFC04B352AB}"/>
                    </a:ext>
                  </a:extLst>
                </p:cNvPr>
                <p:cNvPicPr/>
                <p:nvPr/>
              </p:nvPicPr>
              <p:blipFill>
                <a:blip r:embed="rId23"/>
                <a:stretch>
                  <a:fillRect/>
                </a:stretch>
              </p:blipFill>
              <p:spPr>
                <a:xfrm>
                  <a:off x="1905028" y="1372259"/>
                  <a:ext cx="110160" cy="1749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5" name="Ink 14">
                  <a:extLst>
                    <a:ext uri="{FF2B5EF4-FFF2-40B4-BE49-F238E27FC236}">
                      <a16:creationId xmlns:a16="http://schemas.microsoft.com/office/drawing/2014/main" id="{5A0C86AB-F345-CA20-C395-7DE56271D5EB}"/>
                    </a:ext>
                  </a:extLst>
                </p14:cNvPr>
                <p14:cNvContentPartPr/>
                <p14:nvPr/>
              </p14:nvContentPartPr>
              <p14:xfrm>
                <a:off x="2086828" y="1227179"/>
                <a:ext cx="36720" cy="294480"/>
              </p14:xfrm>
            </p:contentPart>
          </mc:Choice>
          <mc:Fallback>
            <p:pic>
              <p:nvPicPr>
                <p:cNvPr id="15" name="Ink 14">
                  <a:extLst>
                    <a:ext uri="{FF2B5EF4-FFF2-40B4-BE49-F238E27FC236}">
                      <a16:creationId xmlns:a16="http://schemas.microsoft.com/office/drawing/2014/main" id="{5A0C86AB-F345-CA20-C395-7DE56271D5EB}"/>
                    </a:ext>
                  </a:extLst>
                </p:cNvPr>
                <p:cNvPicPr/>
                <p:nvPr/>
              </p:nvPicPr>
              <p:blipFill>
                <a:blip r:embed="rId25"/>
                <a:stretch>
                  <a:fillRect/>
                </a:stretch>
              </p:blipFill>
              <p:spPr>
                <a:xfrm>
                  <a:off x="2082508" y="1222859"/>
                  <a:ext cx="45360" cy="3031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7" name="Ink 16">
                  <a:extLst>
                    <a:ext uri="{FF2B5EF4-FFF2-40B4-BE49-F238E27FC236}">
                      <a16:creationId xmlns:a16="http://schemas.microsoft.com/office/drawing/2014/main" id="{0AEC2D0C-2D04-949D-4097-16911115EBDE}"/>
                    </a:ext>
                  </a:extLst>
                </p14:cNvPr>
                <p14:cNvContentPartPr/>
                <p14:nvPr/>
              </p14:nvContentPartPr>
              <p14:xfrm>
                <a:off x="2050828" y="1359299"/>
                <a:ext cx="140040" cy="138960"/>
              </p14:xfrm>
            </p:contentPart>
          </mc:Choice>
          <mc:Fallback>
            <p:pic>
              <p:nvPicPr>
                <p:cNvPr id="17" name="Ink 16">
                  <a:extLst>
                    <a:ext uri="{FF2B5EF4-FFF2-40B4-BE49-F238E27FC236}">
                      <a16:creationId xmlns:a16="http://schemas.microsoft.com/office/drawing/2014/main" id="{0AEC2D0C-2D04-949D-4097-16911115EBDE}"/>
                    </a:ext>
                  </a:extLst>
                </p:cNvPr>
                <p:cNvPicPr/>
                <p:nvPr/>
              </p:nvPicPr>
              <p:blipFill>
                <a:blip r:embed="rId27"/>
                <a:stretch>
                  <a:fillRect/>
                </a:stretch>
              </p:blipFill>
              <p:spPr>
                <a:xfrm>
                  <a:off x="2046508" y="1354979"/>
                  <a:ext cx="148680" cy="1476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9" name="Ink 18">
                  <a:extLst>
                    <a:ext uri="{FF2B5EF4-FFF2-40B4-BE49-F238E27FC236}">
                      <a16:creationId xmlns:a16="http://schemas.microsoft.com/office/drawing/2014/main" id="{85914626-8CE2-AAA1-9B07-84769A5A7B65}"/>
                    </a:ext>
                  </a:extLst>
                </p14:cNvPr>
                <p14:cNvContentPartPr/>
                <p14:nvPr/>
              </p14:nvContentPartPr>
              <p14:xfrm>
                <a:off x="2189788" y="1265699"/>
                <a:ext cx="55800" cy="8280"/>
              </p14:xfrm>
            </p:contentPart>
          </mc:Choice>
          <mc:Fallback>
            <p:pic>
              <p:nvPicPr>
                <p:cNvPr id="19" name="Ink 18">
                  <a:extLst>
                    <a:ext uri="{FF2B5EF4-FFF2-40B4-BE49-F238E27FC236}">
                      <a16:creationId xmlns:a16="http://schemas.microsoft.com/office/drawing/2014/main" id="{85914626-8CE2-AAA1-9B07-84769A5A7B65}"/>
                    </a:ext>
                  </a:extLst>
                </p:cNvPr>
                <p:cNvPicPr/>
                <p:nvPr/>
              </p:nvPicPr>
              <p:blipFill>
                <a:blip r:embed="rId29"/>
                <a:stretch>
                  <a:fillRect/>
                </a:stretch>
              </p:blipFill>
              <p:spPr>
                <a:xfrm>
                  <a:off x="2185468" y="1261379"/>
                  <a:ext cx="64440" cy="1692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33" name="Ink 32">
                  <a:extLst>
                    <a:ext uri="{FF2B5EF4-FFF2-40B4-BE49-F238E27FC236}">
                      <a16:creationId xmlns:a16="http://schemas.microsoft.com/office/drawing/2014/main" id="{36A35C98-0676-398B-3408-72A54E58CBC1}"/>
                    </a:ext>
                  </a:extLst>
                </p14:cNvPr>
                <p14:cNvContentPartPr/>
                <p14:nvPr/>
              </p14:nvContentPartPr>
              <p14:xfrm>
                <a:off x="2277268" y="1291259"/>
                <a:ext cx="80640" cy="149760"/>
              </p14:xfrm>
            </p:contentPart>
          </mc:Choice>
          <mc:Fallback>
            <p:pic>
              <p:nvPicPr>
                <p:cNvPr id="33" name="Ink 32">
                  <a:extLst>
                    <a:ext uri="{FF2B5EF4-FFF2-40B4-BE49-F238E27FC236}">
                      <a16:creationId xmlns:a16="http://schemas.microsoft.com/office/drawing/2014/main" id="{36A35C98-0676-398B-3408-72A54E58CBC1}"/>
                    </a:ext>
                  </a:extLst>
                </p:cNvPr>
                <p:cNvPicPr/>
                <p:nvPr/>
              </p:nvPicPr>
              <p:blipFill>
                <a:blip r:embed="rId31"/>
                <a:stretch>
                  <a:fillRect/>
                </a:stretch>
              </p:blipFill>
              <p:spPr>
                <a:xfrm>
                  <a:off x="2272948" y="1286939"/>
                  <a:ext cx="89280" cy="1584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34" name="Ink 33">
                  <a:extLst>
                    <a:ext uri="{FF2B5EF4-FFF2-40B4-BE49-F238E27FC236}">
                      <a16:creationId xmlns:a16="http://schemas.microsoft.com/office/drawing/2014/main" id="{C6ABABE7-8B3A-84C7-2AFA-457EC502E640}"/>
                    </a:ext>
                  </a:extLst>
                </p14:cNvPr>
                <p14:cNvContentPartPr/>
                <p14:nvPr/>
              </p14:nvContentPartPr>
              <p14:xfrm>
                <a:off x="2424508" y="1313939"/>
                <a:ext cx="177480" cy="118800"/>
              </p14:xfrm>
            </p:contentPart>
          </mc:Choice>
          <mc:Fallback>
            <p:pic>
              <p:nvPicPr>
                <p:cNvPr id="34" name="Ink 33">
                  <a:extLst>
                    <a:ext uri="{FF2B5EF4-FFF2-40B4-BE49-F238E27FC236}">
                      <a16:creationId xmlns:a16="http://schemas.microsoft.com/office/drawing/2014/main" id="{C6ABABE7-8B3A-84C7-2AFA-457EC502E640}"/>
                    </a:ext>
                  </a:extLst>
                </p:cNvPr>
                <p:cNvPicPr/>
                <p:nvPr/>
              </p:nvPicPr>
              <p:blipFill>
                <a:blip r:embed="rId33"/>
                <a:stretch>
                  <a:fillRect/>
                </a:stretch>
              </p:blipFill>
              <p:spPr>
                <a:xfrm>
                  <a:off x="2420188" y="1309619"/>
                  <a:ext cx="186120" cy="127440"/>
                </a:xfrm>
                <a:prstGeom prst="rect">
                  <a:avLst/>
                </a:prstGeom>
              </p:spPr>
            </p:pic>
          </mc:Fallback>
        </mc:AlternateContent>
      </p:grpSp>
      <p:grpSp>
        <p:nvGrpSpPr>
          <p:cNvPr id="39" name="Group 38">
            <a:extLst>
              <a:ext uri="{FF2B5EF4-FFF2-40B4-BE49-F238E27FC236}">
                <a16:creationId xmlns:a16="http://schemas.microsoft.com/office/drawing/2014/main" id="{84B95250-FEAC-9861-42FA-A99A256E0001}"/>
              </a:ext>
            </a:extLst>
          </p:cNvPr>
          <p:cNvGrpSpPr/>
          <p:nvPr/>
        </p:nvGrpSpPr>
        <p:grpSpPr>
          <a:xfrm>
            <a:off x="2880628" y="1261019"/>
            <a:ext cx="1037160" cy="248040"/>
            <a:chOff x="2880628" y="1261019"/>
            <a:chExt cx="1037160" cy="248040"/>
          </a:xfrm>
        </p:grpSpPr>
        <mc:AlternateContent xmlns:mc="http://schemas.openxmlformats.org/markup-compatibility/2006">
          <mc:Choice xmlns:p14="http://schemas.microsoft.com/office/powerpoint/2010/main" Requires="p14">
            <p:contentPart p14:bwMode="auto" r:id="rId34">
              <p14:nvContentPartPr>
                <p14:cNvPr id="36" name="Ink 35">
                  <a:extLst>
                    <a:ext uri="{FF2B5EF4-FFF2-40B4-BE49-F238E27FC236}">
                      <a16:creationId xmlns:a16="http://schemas.microsoft.com/office/drawing/2014/main" id="{B7EF0163-7EF8-EB53-ED6F-1EE0DE6AD829}"/>
                    </a:ext>
                  </a:extLst>
                </p14:cNvPr>
                <p14:cNvContentPartPr/>
                <p14:nvPr/>
              </p14:nvContentPartPr>
              <p14:xfrm>
                <a:off x="2880628" y="1299899"/>
                <a:ext cx="200880" cy="209160"/>
              </p14:xfrm>
            </p:contentPart>
          </mc:Choice>
          <mc:Fallback>
            <p:pic>
              <p:nvPicPr>
                <p:cNvPr id="36" name="Ink 35">
                  <a:extLst>
                    <a:ext uri="{FF2B5EF4-FFF2-40B4-BE49-F238E27FC236}">
                      <a16:creationId xmlns:a16="http://schemas.microsoft.com/office/drawing/2014/main" id="{B7EF0163-7EF8-EB53-ED6F-1EE0DE6AD829}"/>
                    </a:ext>
                  </a:extLst>
                </p:cNvPr>
                <p:cNvPicPr/>
                <p:nvPr/>
              </p:nvPicPr>
              <p:blipFill>
                <a:blip r:embed="rId35"/>
                <a:stretch>
                  <a:fillRect/>
                </a:stretch>
              </p:blipFill>
              <p:spPr>
                <a:xfrm>
                  <a:off x="2876308" y="1295579"/>
                  <a:ext cx="209520" cy="2178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37" name="Ink 36">
                  <a:extLst>
                    <a:ext uri="{FF2B5EF4-FFF2-40B4-BE49-F238E27FC236}">
                      <a16:creationId xmlns:a16="http://schemas.microsoft.com/office/drawing/2014/main" id="{81F96ABD-243D-E4D2-92FA-2E8ED5D3DEF6}"/>
                    </a:ext>
                  </a:extLst>
                </p14:cNvPr>
                <p14:cNvContentPartPr/>
                <p14:nvPr/>
              </p14:nvContentPartPr>
              <p14:xfrm>
                <a:off x="3141268" y="1306739"/>
                <a:ext cx="182160" cy="120240"/>
              </p14:xfrm>
            </p:contentPart>
          </mc:Choice>
          <mc:Fallback>
            <p:pic>
              <p:nvPicPr>
                <p:cNvPr id="37" name="Ink 36">
                  <a:extLst>
                    <a:ext uri="{FF2B5EF4-FFF2-40B4-BE49-F238E27FC236}">
                      <a16:creationId xmlns:a16="http://schemas.microsoft.com/office/drawing/2014/main" id="{81F96ABD-243D-E4D2-92FA-2E8ED5D3DEF6}"/>
                    </a:ext>
                  </a:extLst>
                </p:cNvPr>
                <p:cNvPicPr/>
                <p:nvPr/>
              </p:nvPicPr>
              <p:blipFill>
                <a:blip r:embed="rId37"/>
                <a:stretch>
                  <a:fillRect/>
                </a:stretch>
              </p:blipFill>
              <p:spPr>
                <a:xfrm>
                  <a:off x="3136948" y="1302419"/>
                  <a:ext cx="190800" cy="1288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38" name="Ink 37">
                  <a:extLst>
                    <a:ext uri="{FF2B5EF4-FFF2-40B4-BE49-F238E27FC236}">
                      <a16:creationId xmlns:a16="http://schemas.microsoft.com/office/drawing/2014/main" id="{6637ABF1-6BBE-5365-1B11-951EE614470B}"/>
                    </a:ext>
                  </a:extLst>
                </p14:cNvPr>
                <p14:cNvContentPartPr/>
                <p14:nvPr/>
              </p14:nvContentPartPr>
              <p14:xfrm>
                <a:off x="3338908" y="1261019"/>
                <a:ext cx="578880" cy="191520"/>
              </p14:xfrm>
            </p:contentPart>
          </mc:Choice>
          <mc:Fallback>
            <p:pic>
              <p:nvPicPr>
                <p:cNvPr id="38" name="Ink 37">
                  <a:extLst>
                    <a:ext uri="{FF2B5EF4-FFF2-40B4-BE49-F238E27FC236}">
                      <a16:creationId xmlns:a16="http://schemas.microsoft.com/office/drawing/2014/main" id="{6637ABF1-6BBE-5365-1B11-951EE614470B}"/>
                    </a:ext>
                  </a:extLst>
                </p:cNvPr>
                <p:cNvPicPr/>
                <p:nvPr/>
              </p:nvPicPr>
              <p:blipFill>
                <a:blip r:embed="rId39"/>
                <a:stretch>
                  <a:fillRect/>
                </a:stretch>
              </p:blipFill>
              <p:spPr>
                <a:xfrm>
                  <a:off x="3334588" y="1256699"/>
                  <a:ext cx="587520" cy="2001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0">
            <p14:nvContentPartPr>
              <p14:cNvPr id="44" name="Ink 43">
                <a:extLst>
                  <a:ext uri="{FF2B5EF4-FFF2-40B4-BE49-F238E27FC236}">
                    <a16:creationId xmlns:a16="http://schemas.microsoft.com/office/drawing/2014/main" id="{BC611053-1EFF-A956-118C-096D74C67FE5}"/>
                  </a:ext>
                </a:extLst>
              </p14:cNvPr>
              <p14:cNvContentPartPr/>
              <p14:nvPr/>
            </p14:nvContentPartPr>
            <p14:xfrm>
              <a:off x="4745788" y="1071659"/>
              <a:ext cx="31320" cy="16920"/>
            </p14:xfrm>
          </p:contentPart>
        </mc:Choice>
        <mc:Fallback>
          <p:pic>
            <p:nvPicPr>
              <p:cNvPr id="44" name="Ink 43">
                <a:extLst>
                  <a:ext uri="{FF2B5EF4-FFF2-40B4-BE49-F238E27FC236}">
                    <a16:creationId xmlns:a16="http://schemas.microsoft.com/office/drawing/2014/main" id="{BC611053-1EFF-A956-118C-096D74C67FE5}"/>
                  </a:ext>
                </a:extLst>
              </p:cNvPr>
              <p:cNvPicPr/>
              <p:nvPr/>
            </p:nvPicPr>
            <p:blipFill>
              <a:blip r:embed="rId41"/>
              <a:stretch>
                <a:fillRect/>
              </a:stretch>
            </p:blipFill>
            <p:spPr>
              <a:xfrm>
                <a:off x="4741468" y="1067339"/>
                <a:ext cx="39960" cy="25560"/>
              </a:xfrm>
              <a:prstGeom prst="rect">
                <a:avLst/>
              </a:prstGeom>
            </p:spPr>
          </p:pic>
        </mc:Fallback>
      </mc:AlternateContent>
      <p:grpSp>
        <p:nvGrpSpPr>
          <p:cNvPr id="49" name="Group 48">
            <a:extLst>
              <a:ext uri="{FF2B5EF4-FFF2-40B4-BE49-F238E27FC236}">
                <a16:creationId xmlns:a16="http://schemas.microsoft.com/office/drawing/2014/main" id="{9F84136F-887C-A333-F8C2-13BA455A7EFD}"/>
              </a:ext>
            </a:extLst>
          </p:cNvPr>
          <p:cNvGrpSpPr/>
          <p:nvPr/>
        </p:nvGrpSpPr>
        <p:grpSpPr>
          <a:xfrm>
            <a:off x="4272748" y="1214219"/>
            <a:ext cx="911160" cy="169560"/>
            <a:chOff x="4272748" y="1214219"/>
            <a:chExt cx="911160" cy="169560"/>
          </a:xfrm>
        </p:grpSpPr>
        <mc:AlternateContent xmlns:mc="http://schemas.openxmlformats.org/markup-compatibility/2006">
          <mc:Choice xmlns:p14="http://schemas.microsoft.com/office/powerpoint/2010/main" Requires="p14">
            <p:contentPart p14:bwMode="auto" r:id="rId42">
              <p14:nvContentPartPr>
                <p14:cNvPr id="42" name="Ink 41">
                  <a:extLst>
                    <a:ext uri="{FF2B5EF4-FFF2-40B4-BE49-F238E27FC236}">
                      <a16:creationId xmlns:a16="http://schemas.microsoft.com/office/drawing/2014/main" id="{D1B3BBBF-3D3E-96E8-53EA-B94EFC47AFC7}"/>
                    </a:ext>
                  </a:extLst>
                </p14:cNvPr>
                <p14:cNvContentPartPr/>
                <p14:nvPr/>
              </p14:nvContentPartPr>
              <p14:xfrm>
                <a:off x="4272748" y="1214219"/>
                <a:ext cx="414720" cy="169560"/>
              </p14:xfrm>
            </p:contentPart>
          </mc:Choice>
          <mc:Fallback>
            <p:pic>
              <p:nvPicPr>
                <p:cNvPr id="42" name="Ink 41">
                  <a:extLst>
                    <a:ext uri="{FF2B5EF4-FFF2-40B4-BE49-F238E27FC236}">
                      <a16:creationId xmlns:a16="http://schemas.microsoft.com/office/drawing/2014/main" id="{D1B3BBBF-3D3E-96E8-53EA-B94EFC47AFC7}"/>
                    </a:ext>
                  </a:extLst>
                </p:cNvPr>
                <p:cNvPicPr/>
                <p:nvPr/>
              </p:nvPicPr>
              <p:blipFill>
                <a:blip r:embed="rId43"/>
                <a:stretch>
                  <a:fillRect/>
                </a:stretch>
              </p:blipFill>
              <p:spPr>
                <a:xfrm>
                  <a:off x="4268428" y="1209899"/>
                  <a:ext cx="423360" cy="1782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43" name="Ink 42">
                  <a:extLst>
                    <a:ext uri="{FF2B5EF4-FFF2-40B4-BE49-F238E27FC236}">
                      <a16:creationId xmlns:a16="http://schemas.microsoft.com/office/drawing/2014/main" id="{81327F73-7DC9-B6A0-F84E-36B6911F9438}"/>
                    </a:ext>
                  </a:extLst>
                </p14:cNvPr>
                <p14:cNvContentPartPr/>
                <p14:nvPr/>
              </p14:nvContentPartPr>
              <p14:xfrm>
                <a:off x="4737868" y="1227899"/>
                <a:ext cx="25560" cy="127440"/>
              </p14:xfrm>
            </p:contentPart>
          </mc:Choice>
          <mc:Fallback>
            <p:pic>
              <p:nvPicPr>
                <p:cNvPr id="43" name="Ink 42">
                  <a:extLst>
                    <a:ext uri="{FF2B5EF4-FFF2-40B4-BE49-F238E27FC236}">
                      <a16:creationId xmlns:a16="http://schemas.microsoft.com/office/drawing/2014/main" id="{81327F73-7DC9-B6A0-F84E-36B6911F9438}"/>
                    </a:ext>
                  </a:extLst>
                </p:cNvPr>
                <p:cNvPicPr/>
                <p:nvPr/>
              </p:nvPicPr>
              <p:blipFill>
                <a:blip r:embed="rId45"/>
                <a:stretch>
                  <a:fillRect/>
                </a:stretch>
              </p:blipFill>
              <p:spPr>
                <a:xfrm>
                  <a:off x="4733548" y="1223579"/>
                  <a:ext cx="34200" cy="13608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45" name="Ink 44">
                  <a:extLst>
                    <a:ext uri="{FF2B5EF4-FFF2-40B4-BE49-F238E27FC236}">
                      <a16:creationId xmlns:a16="http://schemas.microsoft.com/office/drawing/2014/main" id="{7EA56039-CDDF-501E-A0AF-A5F2D60B40FE}"/>
                    </a:ext>
                  </a:extLst>
                </p14:cNvPr>
                <p14:cNvContentPartPr/>
                <p14:nvPr/>
              </p14:nvContentPartPr>
              <p14:xfrm>
                <a:off x="4885468" y="1244459"/>
                <a:ext cx="298440" cy="108000"/>
              </p14:xfrm>
            </p:contentPart>
          </mc:Choice>
          <mc:Fallback>
            <p:pic>
              <p:nvPicPr>
                <p:cNvPr id="45" name="Ink 44">
                  <a:extLst>
                    <a:ext uri="{FF2B5EF4-FFF2-40B4-BE49-F238E27FC236}">
                      <a16:creationId xmlns:a16="http://schemas.microsoft.com/office/drawing/2014/main" id="{7EA56039-CDDF-501E-A0AF-A5F2D60B40FE}"/>
                    </a:ext>
                  </a:extLst>
                </p:cNvPr>
                <p:cNvPicPr/>
                <p:nvPr/>
              </p:nvPicPr>
              <p:blipFill>
                <a:blip r:embed="rId47"/>
                <a:stretch>
                  <a:fillRect/>
                </a:stretch>
              </p:blipFill>
              <p:spPr>
                <a:xfrm>
                  <a:off x="4881148" y="1240139"/>
                  <a:ext cx="307080" cy="1166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8">
            <p14:nvContentPartPr>
              <p14:cNvPr id="46" name="Ink 45">
                <a:extLst>
                  <a:ext uri="{FF2B5EF4-FFF2-40B4-BE49-F238E27FC236}">
                    <a16:creationId xmlns:a16="http://schemas.microsoft.com/office/drawing/2014/main" id="{B1EF295B-90DC-AFEA-03B1-E5C4B033D970}"/>
                  </a:ext>
                </a:extLst>
              </p14:cNvPr>
              <p14:cNvContentPartPr/>
              <p14:nvPr/>
            </p14:nvContentPartPr>
            <p14:xfrm>
              <a:off x="5435188" y="1071299"/>
              <a:ext cx="224280" cy="460080"/>
            </p14:xfrm>
          </p:contentPart>
        </mc:Choice>
        <mc:Fallback>
          <p:pic>
            <p:nvPicPr>
              <p:cNvPr id="46" name="Ink 45">
                <a:extLst>
                  <a:ext uri="{FF2B5EF4-FFF2-40B4-BE49-F238E27FC236}">
                    <a16:creationId xmlns:a16="http://schemas.microsoft.com/office/drawing/2014/main" id="{B1EF295B-90DC-AFEA-03B1-E5C4B033D970}"/>
                  </a:ext>
                </a:extLst>
              </p:cNvPr>
              <p:cNvPicPr/>
              <p:nvPr/>
            </p:nvPicPr>
            <p:blipFill>
              <a:blip r:embed="rId49"/>
              <a:stretch>
                <a:fillRect/>
              </a:stretch>
            </p:blipFill>
            <p:spPr>
              <a:xfrm>
                <a:off x="5430868" y="1066979"/>
                <a:ext cx="232920" cy="468720"/>
              </a:xfrm>
              <a:prstGeom prst="rect">
                <a:avLst/>
              </a:prstGeom>
            </p:spPr>
          </p:pic>
        </mc:Fallback>
      </mc:AlternateContent>
      <p:grpSp>
        <p:nvGrpSpPr>
          <p:cNvPr id="56" name="Group 55">
            <a:extLst>
              <a:ext uri="{FF2B5EF4-FFF2-40B4-BE49-F238E27FC236}">
                <a16:creationId xmlns:a16="http://schemas.microsoft.com/office/drawing/2014/main" id="{F8716768-9573-C9C6-930E-014B254AF958}"/>
              </a:ext>
            </a:extLst>
          </p:cNvPr>
          <p:cNvGrpSpPr/>
          <p:nvPr/>
        </p:nvGrpSpPr>
        <p:grpSpPr>
          <a:xfrm>
            <a:off x="5973028" y="852779"/>
            <a:ext cx="2772720" cy="522000"/>
            <a:chOff x="5973028" y="852779"/>
            <a:chExt cx="2772720" cy="522000"/>
          </a:xfrm>
        </p:grpSpPr>
        <mc:AlternateContent xmlns:mc="http://schemas.openxmlformats.org/markup-compatibility/2006">
          <mc:Choice xmlns:p14="http://schemas.microsoft.com/office/powerpoint/2010/main" Requires="p14">
            <p:contentPart p14:bwMode="auto" r:id="rId50">
              <p14:nvContentPartPr>
                <p14:cNvPr id="47" name="Ink 46">
                  <a:extLst>
                    <a:ext uri="{FF2B5EF4-FFF2-40B4-BE49-F238E27FC236}">
                      <a16:creationId xmlns:a16="http://schemas.microsoft.com/office/drawing/2014/main" id="{123B20CE-69DF-C2AB-B7FB-357168CB441F}"/>
                    </a:ext>
                  </a:extLst>
                </p14:cNvPr>
                <p14:cNvContentPartPr/>
                <p14:nvPr/>
              </p14:nvContentPartPr>
              <p14:xfrm>
                <a:off x="5973028" y="1027019"/>
                <a:ext cx="461520" cy="347760"/>
              </p14:xfrm>
            </p:contentPart>
          </mc:Choice>
          <mc:Fallback>
            <p:pic>
              <p:nvPicPr>
                <p:cNvPr id="47" name="Ink 46">
                  <a:extLst>
                    <a:ext uri="{FF2B5EF4-FFF2-40B4-BE49-F238E27FC236}">
                      <a16:creationId xmlns:a16="http://schemas.microsoft.com/office/drawing/2014/main" id="{123B20CE-69DF-C2AB-B7FB-357168CB441F}"/>
                    </a:ext>
                  </a:extLst>
                </p:cNvPr>
                <p:cNvPicPr/>
                <p:nvPr/>
              </p:nvPicPr>
              <p:blipFill>
                <a:blip r:embed="rId51"/>
                <a:stretch>
                  <a:fillRect/>
                </a:stretch>
              </p:blipFill>
              <p:spPr>
                <a:xfrm>
                  <a:off x="5968708" y="1022699"/>
                  <a:ext cx="470160" cy="3564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48" name="Ink 47">
                  <a:extLst>
                    <a:ext uri="{FF2B5EF4-FFF2-40B4-BE49-F238E27FC236}">
                      <a16:creationId xmlns:a16="http://schemas.microsoft.com/office/drawing/2014/main" id="{0698F1B9-FB0E-7975-9F03-B6B4C372ECEA}"/>
                    </a:ext>
                  </a:extLst>
                </p14:cNvPr>
                <p14:cNvContentPartPr/>
                <p14:nvPr/>
              </p14:nvContentPartPr>
              <p14:xfrm>
                <a:off x="6709948" y="1072379"/>
                <a:ext cx="29520" cy="254880"/>
              </p14:xfrm>
            </p:contentPart>
          </mc:Choice>
          <mc:Fallback>
            <p:pic>
              <p:nvPicPr>
                <p:cNvPr id="48" name="Ink 47">
                  <a:extLst>
                    <a:ext uri="{FF2B5EF4-FFF2-40B4-BE49-F238E27FC236}">
                      <a16:creationId xmlns:a16="http://schemas.microsoft.com/office/drawing/2014/main" id="{0698F1B9-FB0E-7975-9F03-B6B4C372ECEA}"/>
                    </a:ext>
                  </a:extLst>
                </p:cNvPr>
                <p:cNvPicPr/>
                <p:nvPr/>
              </p:nvPicPr>
              <p:blipFill>
                <a:blip r:embed="rId53"/>
                <a:stretch>
                  <a:fillRect/>
                </a:stretch>
              </p:blipFill>
              <p:spPr>
                <a:xfrm>
                  <a:off x="6705628" y="1068059"/>
                  <a:ext cx="38160" cy="2635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50" name="Ink 49">
                  <a:extLst>
                    <a:ext uri="{FF2B5EF4-FFF2-40B4-BE49-F238E27FC236}">
                      <a16:creationId xmlns:a16="http://schemas.microsoft.com/office/drawing/2014/main" id="{542FCC62-F28D-4F95-E7FD-8B6045329C4F}"/>
                    </a:ext>
                  </a:extLst>
                </p14:cNvPr>
                <p14:cNvContentPartPr/>
                <p14:nvPr/>
              </p14:nvContentPartPr>
              <p14:xfrm>
                <a:off x="6684748" y="1044299"/>
                <a:ext cx="518760" cy="252720"/>
              </p14:xfrm>
            </p:contentPart>
          </mc:Choice>
          <mc:Fallback>
            <p:pic>
              <p:nvPicPr>
                <p:cNvPr id="50" name="Ink 49">
                  <a:extLst>
                    <a:ext uri="{FF2B5EF4-FFF2-40B4-BE49-F238E27FC236}">
                      <a16:creationId xmlns:a16="http://schemas.microsoft.com/office/drawing/2014/main" id="{542FCC62-F28D-4F95-E7FD-8B6045329C4F}"/>
                    </a:ext>
                  </a:extLst>
                </p:cNvPr>
                <p:cNvPicPr/>
                <p:nvPr/>
              </p:nvPicPr>
              <p:blipFill>
                <a:blip r:embed="rId55"/>
                <a:stretch>
                  <a:fillRect/>
                </a:stretch>
              </p:blipFill>
              <p:spPr>
                <a:xfrm>
                  <a:off x="6680428" y="1039979"/>
                  <a:ext cx="527400" cy="26136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51" name="Ink 50">
                  <a:extLst>
                    <a:ext uri="{FF2B5EF4-FFF2-40B4-BE49-F238E27FC236}">
                      <a16:creationId xmlns:a16="http://schemas.microsoft.com/office/drawing/2014/main" id="{044C3662-8CAA-15CA-19CF-4B8AAE1337FA}"/>
                    </a:ext>
                  </a:extLst>
                </p14:cNvPr>
                <p14:cNvContentPartPr/>
                <p14:nvPr/>
              </p14:nvContentPartPr>
              <p14:xfrm>
                <a:off x="7399348" y="1087139"/>
                <a:ext cx="258840" cy="181080"/>
              </p14:xfrm>
            </p:contentPart>
          </mc:Choice>
          <mc:Fallback>
            <p:pic>
              <p:nvPicPr>
                <p:cNvPr id="51" name="Ink 50">
                  <a:extLst>
                    <a:ext uri="{FF2B5EF4-FFF2-40B4-BE49-F238E27FC236}">
                      <a16:creationId xmlns:a16="http://schemas.microsoft.com/office/drawing/2014/main" id="{044C3662-8CAA-15CA-19CF-4B8AAE1337FA}"/>
                    </a:ext>
                  </a:extLst>
                </p:cNvPr>
                <p:cNvPicPr/>
                <p:nvPr/>
              </p:nvPicPr>
              <p:blipFill>
                <a:blip r:embed="rId57"/>
                <a:stretch>
                  <a:fillRect/>
                </a:stretch>
              </p:blipFill>
              <p:spPr>
                <a:xfrm>
                  <a:off x="7395028" y="1082819"/>
                  <a:ext cx="267480" cy="18972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52" name="Ink 51">
                  <a:extLst>
                    <a:ext uri="{FF2B5EF4-FFF2-40B4-BE49-F238E27FC236}">
                      <a16:creationId xmlns:a16="http://schemas.microsoft.com/office/drawing/2014/main" id="{5B39DB29-496E-C670-5B80-7DD81B465F3F}"/>
                    </a:ext>
                  </a:extLst>
                </p14:cNvPr>
                <p14:cNvContentPartPr/>
                <p14:nvPr/>
              </p14:nvContentPartPr>
              <p14:xfrm>
                <a:off x="7684828" y="852779"/>
                <a:ext cx="579240" cy="416520"/>
              </p14:xfrm>
            </p:contentPart>
          </mc:Choice>
          <mc:Fallback>
            <p:pic>
              <p:nvPicPr>
                <p:cNvPr id="52" name="Ink 51">
                  <a:extLst>
                    <a:ext uri="{FF2B5EF4-FFF2-40B4-BE49-F238E27FC236}">
                      <a16:creationId xmlns:a16="http://schemas.microsoft.com/office/drawing/2014/main" id="{5B39DB29-496E-C670-5B80-7DD81B465F3F}"/>
                    </a:ext>
                  </a:extLst>
                </p:cNvPr>
                <p:cNvPicPr/>
                <p:nvPr/>
              </p:nvPicPr>
              <p:blipFill>
                <a:blip r:embed="rId59"/>
                <a:stretch>
                  <a:fillRect/>
                </a:stretch>
              </p:blipFill>
              <p:spPr>
                <a:xfrm>
                  <a:off x="7680508" y="848459"/>
                  <a:ext cx="587880" cy="42516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53" name="Ink 52">
                  <a:extLst>
                    <a:ext uri="{FF2B5EF4-FFF2-40B4-BE49-F238E27FC236}">
                      <a16:creationId xmlns:a16="http://schemas.microsoft.com/office/drawing/2014/main" id="{406E1356-57F7-9E13-E6C8-711E2FE53C04}"/>
                    </a:ext>
                  </a:extLst>
                </p14:cNvPr>
                <p14:cNvContentPartPr/>
                <p14:nvPr/>
              </p14:nvContentPartPr>
              <p14:xfrm>
                <a:off x="8085868" y="972659"/>
                <a:ext cx="68400" cy="21600"/>
              </p14:xfrm>
            </p:contentPart>
          </mc:Choice>
          <mc:Fallback>
            <p:pic>
              <p:nvPicPr>
                <p:cNvPr id="53" name="Ink 52">
                  <a:extLst>
                    <a:ext uri="{FF2B5EF4-FFF2-40B4-BE49-F238E27FC236}">
                      <a16:creationId xmlns:a16="http://schemas.microsoft.com/office/drawing/2014/main" id="{406E1356-57F7-9E13-E6C8-711E2FE53C04}"/>
                    </a:ext>
                  </a:extLst>
                </p:cNvPr>
                <p:cNvPicPr/>
                <p:nvPr/>
              </p:nvPicPr>
              <p:blipFill>
                <a:blip r:embed="rId61"/>
                <a:stretch>
                  <a:fillRect/>
                </a:stretch>
              </p:blipFill>
              <p:spPr>
                <a:xfrm>
                  <a:off x="8081548" y="968339"/>
                  <a:ext cx="7704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54" name="Ink 53">
                  <a:extLst>
                    <a:ext uri="{FF2B5EF4-FFF2-40B4-BE49-F238E27FC236}">
                      <a16:creationId xmlns:a16="http://schemas.microsoft.com/office/drawing/2014/main" id="{82E75A70-AF68-5A2E-AEF7-0AA607AF7B59}"/>
                    </a:ext>
                  </a:extLst>
                </p14:cNvPr>
                <p14:cNvContentPartPr/>
                <p14:nvPr/>
              </p14:nvContentPartPr>
              <p14:xfrm>
                <a:off x="8505628" y="1093259"/>
                <a:ext cx="240120" cy="150480"/>
              </p14:xfrm>
            </p:contentPart>
          </mc:Choice>
          <mc:Fallback>
            <p:pic>
              <p:nvPicPr>
                <p:cNvPr id="54" name="Ink 53">
                  <a:extLst>
                    <a:ext uri="{FF2B5EF4-FFF2-40B4-BE49-F238E27FC236}">
                      <a16:creationId xmlns:a16="http://schemas.microsoft.com/office/drawing/2014/main" id="{82E75A70-AF68-5A2E-AEF7-0AA607AF7B59}"/>
                    </a:ext>
                  </a:extLst>
                </p:cNvPr>
                <p:cNvPicPr/>
                <p:nvPr/>
              </p:nvPicPr>
              <p:blipFill>
                <a:blip r:embed="rId63"/>
                <a:stretch>
                  <a:fillRect/>
                </a:stretch>
              </p:blipFill>
              <p:spPr>
                <a:xfrm>
                  <a:off x="8501308" y="1088939"/>
                  <a:ext cx="248760" cy="15912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55" name="Ink 54">
                  <a:extLst>
                    <a:ext uri="{FF2B5EF4-FFF2-40B4-BE49-F238E27FC236}">
                      <a16:creationId xmlns:a16="http://schemas.microsoft.com/office/drawing/2014/main" id="{94F25199-F08C-94FA-0844-968AA33C6FC7}"/>
                    </a:ext>
                  </a:extLst>
                </p14:cNvPr>
                <p14:cNvContentPartPr/>
                <p14:nvPr/>
              </p14:nvContentPartPr>
              <p14:xfrm>
                <a:off x="8508508" y="913259"/>
                <a:ext cx="8280" cy="16920"/>
              </p14:xfrm>
            </p:contentPart>
          </mc:Choice>
          <mc:Fallback>
            <p:pic>
              <p:nvPicPr>
                <p:cNvPr id="55" name="Ink 54">
                  <a:extLst>
                    <a:ext uri="{FF2B5EF4-FFF2-40B4-BE49-F238E27FC236}">
                      <a16:creationId xmlns:a16="http://schemas.microsoft.com/office/drawing/2014/main" id="{94F25199-F08C-94FA-0844-968AA33C6FC7}"/>
                    </a:ext>
                  </a:extLst>
                </p:cNvPr>
                <p:cNvPicPr/>
                <p:nvPr/>
              </p:nvPicPr>
              <p:blipFill>
                <a:blip r:embed="rId65"/>
                <a:stretch>
                  <a:fillRect/>
                </a:stretch>
              </p:blipFill>
              <p:spPr>
                <a:xfrm>
                  <a:off x="8504188" y="908939"/>
                  <a:ext cx="16920" cy="255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6">
            <p14:nvContentPartPr>
              <p14:cNvPr id="57" name="Ink 56">
                <a:extLst>
                  <a:ext uri="{FF2B5EF4-FFF2-40B4-BE49-F238E27FC236}">
                    <a16:creationId xmlns:a16="http://schemas.microsoft.com/office/drawing/2014/main" id="{E2DB4EFB-CFA6-BF8A-F56C-CEDAB54D7E49}"/>
                  </a:ext>
                </a:extLst>
              </p14:cNvPr>
              <p14:cNvContentPartPr/>
              <p14:nvPr/>
            </p14:nvContentPartPr>
            <p14:xfrm>
              <a:off x="652588" y="1843499"/>
              <a:ext cx="230400" cy="280800"/>
            </p14:xfrm>
          </p:contentPart>
        </mc:Choice>
        <mc:Fallback>
          <p:pic>
            <p:nvPicPr>
              <p:cNvPr id="57" name="Ink 56">
                <a:extLst>
                  <a:ext uri="{FF2B5EF4-FFF2-40B4-BE49-F238E27FC236}">
                    <a16:creationId xmlns:a16="http://schemas.microsoft.com/office/drawing/2014/main" id="{E2DB4EFB-CFA6-BF8A-F56C-CEDAB54D7E49}"/>
                  </a:ext>
                </a:extLst>
              </p:cNvPr>
              <p:cNvPicPr/>
              <p:nvPr/>
            </p:nvPicPr>
            <p:blipFill>
              <a:blip r:embed="rId67"/>
              <a:stretch>
                <a:fillRect/>
              </a:stretch>
            </p:blipFill>
            <p:spPr>
              <a:xfrm>
                <a:off x="648268" y="1839179"/>
                <a:ext cx="239040" cy="28944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58" name="Ink 57">
                <a:extLst>
                  <a:ext uri="{FF2B5EF4-FFF2-40B4-BE49-F238E27FC236}">
                    <a16:creationId xmlns:a16="http://schemas.microsoft.com/office/drawing/2014/main" id="{014C4FD7-5183-2B17-D428-4A3F7D687A61}"/>
                  </a:ext>
                </a:extLst>
              </p14:cNvPr>
              <p14:cNvContentPartPr/>
              <p14:nvPr/>
            </p14:nvContentPartPr>
            <p14:xfrm>
              <a:off x="3344308" y="1578539"/>
              <a:ext cx="2939760" cy="629640"/>
            </p14:xfrm>
          </p:contentPart>
        </mc:Choice>
        <mc:Fallback>
          <p:pic>
            <p:nvPicPr>
              <p:cNvPr id="58" name="Ink 57">
                <a:extLst>
                  <a:ext uri="{FF2B5EF4-FFF2-40B4-BE49-F238E27FC236}">
                    <a16:creationId xmlns:a16="http://schemas.microsoft.com/office/drawing/2014/main" id="{014C4FD7-5183-2B17-D428-4A3F7D687A61}"/>
                  </a:ext>
                </a:extLst>
              </p:cNvPr>
              <p:cNvPicPr/>
              <p:nvPr/>
            </p:nvPicPr>
            <p:blipFill>
              <a:blip r:embed="rId69"/>
              <a:stretch>
                <a:fillRect/>
              </a:stretch>
            </p:blipFill>
            <p:spPr>
              <a:xfrm>
                <a:off x="3339988" y="1574219"/>
                <a:ext cx="2948400" cy="638280"/>
              </a:xfrm>
              <a:prstGeom prst="rect">
                <a:avLst/>
              </a:prstGeom>
            </p:spPr>
          </p:pic>
        </mc:Fallback>
      </mc:AlternateContent>
      <p:grpSp>
        <p:nvGrpSpPr>
          <p:cNvPr id="41993" name="Group 41992">
            <a:extLst>
              <a:ext uri="{FF2B5EF4-FFF2-40B4-BE49-F238E27FC236}">
                <a16:creationId xmlns:a16="http://schemas.microsoft.com/office/drawing/2014/main" id="{22DC2C3D-C276-C8FD-4B1A-902DB438E5BF}"/>
              </a:ext>
            </a:extLst>
          </p:cNvPr>
          <p:cNvGrpSpPr/>
          <p:nvPr/>
        </p:nvGrpSpPr>
        <p:grpSpPr>
          <a:xfrm>
            <a:off x="6871228" y="1421939"/>
            <a:ext cx="1708560" cy="789480"/>
            <a:chOff x="6871228" y="1421939"/>
            <a:chExt cx="1708560" cy="789480"/>
          </a:xfrm>
        </p:grpSpPr>
        <mc:AlternateContent xmlns:mc="http://schemas.openxmlformats.org/markup-compatibility/2006">
          <mc:Choice xmlns:p14="http://schemas.microsoft.com/office/powerpoint/2010/main" Requires="p14">
            <p:contentPart p14:bwMode="auto" r:id="rId70">
              <p14:nvContentPartPr>
                <p14:cNvPr id="59" name="Ink 58">
                  <a:extLst>
                    <a:ext uri="{FF2B5EF4-FFF2-40B4-BE49-F238E27FC236}">
                      <a16:creationId xmlns:a16="http://schemas.microsoft.com/office/drawing/2014/main" id="{5A0A3F24-50B0-538C-6D1D-9C6B6C609824}"/>
                    </a:ext>
                  </a:extLst>
                </p14:cNvPr>
                <p14:cNvContentPartPr/>
                <p14:nvPr/>
              </p14:nvContentPartPr>
              <p14:xfrm>
                <a:off x="6871228" y="1646219"/>
                <a:ext cx="127800" cy="284760"/>
              </p14:xfrm>
            </p:contentPart>
          </mc:Choice>
          <mc:Fallback>
            <p:pic>
              <p:nvPicPr>
                <p:cNvPr id="59" name="Ink 58">
                  <a:extLst>
                    <a:ext uri="{FF2B5EF4-FFF2-40B4-BE49-F238E27FC236}">
                      <a16:creationId xmlns:a16="http://schemas.microsoft.com/office/drawing/2014/main" id="{5A0A3F24-50B0-538C-6D1D-9C6B6C609824}"/>
                    </a:ext>
                  </a:extLst>
                </p:cNvPr>
                <p:cNvPicPr/>
                <p:nvPr/>
              </p:nvPicPr>
              <p:blipFill>
                <a:blip r:embed="rId71"/>
                <a:stretch>
                  <a:fillRect/>
                </a:stretch>
              </p:blipFill>
              <p:spPr>
                <a:xfrm>
                  <a:off x="6866908" y="1641899"/>
                  <a:ext cx="136440" cy="2934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60" name="Ink 59">
                  <a:extLst>
                    <a:ext uri="{FF2B5EF4-FFF2-40B4-BE49-F238E27FC236}">
                      <a16:creationId xmlns:a16="http://schemas.microsoft.com/office/drawing/2014/main" id="{96A570A4-E47D-72DF-0C53-94A945163F79}"/>
                    </a:ext>
                  </a:extLst>
                </p14:cNvPr>
                <p14:cNvContentPartPr/>
                <p14:nvPr/>
              </p14:nvContentPartPr>
              <p14:xfrm>
                <a:off x="6902188" y="1781219"/>
                <a:ext cx="90720" cy="24480"/>
              </p14:xfrm>
            </p:contentPart>
          </mc:Choice>
          <mc:Fallback>
            <p:pic>
              <p:nvPicPr>
                <p:cNvPr id="60" name="Ink 59">
                  <a:extLst>
                    <a:ext uri="{FF2B5EF4-FFF2-40B4-BE49-F238E27FC236}">
                      <a16:creationId xmlns:a16="http://schemas.microsoft.com/office/drawing/2014/main" id="{96A570A4-E47D-72DF-0C53-94A945163F79}"/>
                    </a:ext>
                  </a:extLst>
                </p:cNvPr>
                <p:cNvPicPr/>
                <p:nvPr/>
              </p:nvPicPr>
              <p:blipFill>
                <a:blip r:embed="rId73"/>
                <a:stretch>
                  <a:fillRect/>
                </a:stretch>
              </p:blipFill>
              <p:spPr>
                <a:xfrm>
                  <a:off x="6897868" y="1776899"/>
                  <a:ext cx="99360" cy="3312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61" name="Ink 60">
                  <a:extLst>
                    <a:ext uri="{FF2B5EF4-FFF2-40B4-BE49-F238E27FC236}">
                      <a16:creationId xmlns:a16="http://schemas.microsoft.com/office/drawing/2014/main" id="{4A6308A0-741D-694C-6C5E-41A50723289C}"/>
                    </a:ext>
                  </a:extLst>
                </p14:cNvPr>
                <p14:cNvContentPartPr/>
                <p14:nvPr/>
              </p14:nvContentPartPr>
              <p14:xfrm>
                <a:off x="7121788" y="1862939"/>
                <a:ext cx="18720" cy="101520"/>
              </p14:xfrm>
            </p:contentPart>
          </mc:Choice>
          <mc:Fallback>
            <p:pic>
              <p:nvPicPr>
                <p:cNvPr id="61" name="Ink 60">
                  <a:extLst>
                    <a:ext uri="{FF2B5EF4-FFF2-40B4-BE49-F238E27FC236}">
                      <a16:creationId xmlns:a16="http://schemas.microsoft.com/office/drawing/2014/main" id="{4A6308A0-741D-694C-6C5E-41A50723289C}"/>
                    </a:ext>
                  </a:extLst>
                </p:cNvPr>
                <p:cNvPicPr/>
                <p:nvPr/>
              </p:nvPicPr>
              <p:blipFill>
                <a:blip r:embed="rId75"/>
                <a:stretch>
                  <a:fillRect/>
                </a:stretch>
              </p:blipFill>
              <p:spPr>
                <a:xfrm>
                  <a:off x="7117468" y="1858619"/>
                  <a:ext cx="27360" cy="11016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62" name="Ink 61">
                  <a:extLst>
                    <a:ext uri="{FF2B5EF4-FFF2-40B4-BE49-F238E27FC236}">
                      <a16:creationId xmlns:a16="http://schemas.microsoft.com/office/drawing/2014/main" id="{4901F2BD-BDDC-CF6A-25B5-2B4BCCF4A6EB}"/>
                    </a:ext>
                  </a:extLst>
                </p14:cNvPr>
                <p14:cNvContentPartPr/>
                <p14:nvPr/>
              </p14:nvContentPartPr>
              <p14:xfrm>
                <a:off x="7135468" y="1662779"/>
                <a:ext cx="8280" cy="22680"/>
              </p14:xfrm>
            </p:contentPart>
          </mc:Choice>
          <mc:Fallback>
            <p:pic>
              <p:nvPicPr>
                <p:cNvPr id="62" name="Ink 61">
                  <a:extLst>
                    <a:ext uri="{FF2B5EF4-FFF2-40B4-BE49-F238E27FC236}">
                      <a16:creationId xmlns:a16="http://schemas.microsoft.com/office/drawing/2014/main" id="{4901F2BD-BDDC-CF6A-25B5-2B4BCCF4A6EB}"/>
                    </a:ext>
                  </a:extLst>
                </p:cNvPr>
                <p:cNvPicPr/>
                <p:nvPr/>
              </p:nvPicPr>
              <p:blipFill>
                <a:blip r:embed="rId77"/>
                <a:stretch>
                  <a:fillRect/>
                </a:stretch>
              </p:blipFill>
              <p:spPr>
                <a:xfrm>
                  <a:off x="7131148" y="1658459"/>
                  <a:ext cx="1692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63" name="Ink 62">
                  <a:extLst>
                    <a:ext uri="{FF2B5EF4-FFF2-40B4-BE49-F238E27FC236}">
                      <a16:creationId xmlns:a16="http://schemas.microsoft.com/office/drawing/2014/main" id="{803E4E42-FF8A-FFEE-C5FF-6F1A3327C8B0}"/>
                    </a:ext>
                  </a:extLst>
                </p14:cNvPr>
                <p14:cNvContentPartPr/>
                <p14:nvPr/>
              </p14:nvContentPartPr>
              <p14:xfrm>
                <a:off x="7259668" y="1710659"/>
                <a:ext cx="124200" cy="250560"/>
              </p14:xfrm>
            </p:contentPart>
          </mc:Choice>
          <mc:Fallback>
            <p:pic>
              <p:nvPicPr>
                <p:cNvPr id="63" name="Ink 62">
                  <a:extLst>
                    <a:ext uri="{FF2B5EF4-FFF2-40B4-BE49-F238E27FC236}">
                      <a16:creationId xmlns:a16="http://schemas.microsoft.com/office/drawing/2014/main" id="{803E4E42-FF8A-FFEE-C5FF-6F1A3327C8B0}"/>
                    </a:ext>
                  </a:extLst>
                </p:cNvPr>
                <p:cNvPicPr/>
                <p:nvPr/>
              </p:nvPicPr>
              <p:blipFill>
                <a:blip r:embed="rId79"/>
                <a:stretch>
                  <a:fillRect/>
                </a:stretch>
              </p:blipFill>
              <p:spPr>
                <a:xfrm>
                  <a:off x="7255348" y="1706339"/>
                  <a:ext cx="132840" cy="25920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1984" name="Ink 41983">
                  <a:extLst>
                    <a:ext uri="{FF2B5EF4-FFF2-40B4-BE49-F238E27FC236}">
                      <a16:creationId xmlns:a16="http://schemas.microsoft.com/office/drawing/2014/main" id="{70344832-0C09-D193-1544-E2785D9510CD}"/>
                    </a:ext>
                  </a:extLst>
                </p14:cNvPr>
                <p14:cNvContentPartPr/>
                <p14:nvPr/>
              </p14:nvContentPartPr>
              <p14:xfrm>
                <a:off x="7525708" y="1695179"/>
                <a:ext cx="119880" cy="252720"/>
              </p14:xfrm>
            </p:contentPart>
          </mc:Choice>
          <mc:Fallback>
            <p:pic>
              <p:nvPicPr>
                <p:cNvPr id="41984" name="Ink 41983">
                  <a:extLst>
                    <a:ext uri="{FF2B5EF4-FFF2-40B4-BE49-F238E27FC236}">
                      <a16:creationId xmlns:a16="http://schemas.microsoft.com/office/drawing/2014/main" id="{70344832-0C09-D193-1544-E2785D9510CD}"/>
                    </a:ext>
                  </a:extLst>
                </p:cNvPr>
                <p:cNvPicPr/>
                <p:nvPr/>
              </p:nvPicPr>
              <p:blipFill>
                <a:blip r:embed="rId81"/>
                <a:stretch>
                  <a:fillRect/>
                </a:stretch>
              </p:blipFill>
              <p:spPr>
                <a:xfrm>
                  <a:off x="7521388" y="1690859"/>
                  <a:ext cx="128520" cy="26136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41985" name="Ink 41984">
                  <a:extLst>
                    <a:ext uri="{FF2B5EF4-FFF2-40B4-BE49-F238E27FC236}">
                      <a16:creationId xmlns:a16="http://schemas.microsoft.com/office/drawing/2014/main" id="{870345D6-6F87-975F-06B4-38B5C3F999E4}"/>
                    </a:ext>
                  </a:extLst>
                </p14:cNvPr>
                <p14:cNvContentPartPr/>
                <p14:nvPr/>
              </p14:nvContentPartPr>
              <p14:xfrm>
                <a:off x="7546228" y="1833779"/>
                <a:ext cx="67320" cy="5040"/>
              </p14:xfrm>
            </p:contentPart>
          </mc:Choice>
          <mc:Fallback>
            <p:pic>
              <p:nvPicPr>
                <p:cNvPr id="41985" name="Ink 41984">
                  <a:extLst>
                    <a:ext uri="{FF2B5EF4-FFF2-40B4-BE49-F238E27FC236}">
                      <a16:creationId xmlns:a16="http://schemas.microsoft.com/office/drawing/2014/main" id="{870345D6-6F87-975F-06B4-38B5C3F999E4}"/>
                    </a:ext>
                  </a:extLst>
                </p:cNvPr>
                <p:cNvPicPr/>
                <p:nvPr/>
              </p:nvPicPr>
              <p:blipFill>
                <a:blip r:embed="rId83"/>
                <a:stretch>
                  <a:fillRect/>
                </a:stretch>
              </p:blipFill>
              <p:spPr>
                <a:xfrm>
                  <a:off x="7541908" y="1829459"/>
                  <a:ext cx="75960" cy="1368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41987" name="Ink 41986">
                  <a:extLst>
                    <a:ext uri="{FF2B5EF4-FFF2-40B4-BE49-F238E27FC236}">
                      <a16:creationId xmlns:a16="http://schemas.microsoft.com/office/drawing/2014/main" id="{83BB8A59-8245-E959-A3E1-8C56B28EE8B6}"/>
                    </a:ext>
                  </a:extLst>
                </p14:cNvPr>
                <p14:cNvContentPartPr/>
                <p14:nvPr/>
              </p14:nvContentPartPr>
              <p14:xfrm>
                <a:off x="7708228" y="1849259"/>
                <a:ext cx="138600" cy="362160"/>
              </p14:xfrm>
            </p:contentPart>
          </mc:Choice>
          <mc:Fallback>
            <p:pic>
              <p:nvPicPr>
                <p:cNvPr id="41987" name="Ink 41986">
                  <a:extLst>
                    <a:ext uri="{FF2B5EF4-FFF2-40B4-BE49-F238E27FC236}">
                      <a16:creationId xmlns:a16="http://schemas.microsoft.com/office/drawing/2014/main" id="{83BB8A59-8245-E959-A3E1-8C56B28EE8B6}"/>
                    </a:ext>
                  </a:extLst>
                </p:cNvPr>
                <p:cNvPicPr/>
                <p:nvPr/>
              </p:nvPicPr>
              <p:blipFill>
                <a:blip r:embed="rId85"/>
                <a:stretch>
                  <a:fillRect/>
                </a:stretch>
              </p:blipFill>
              <p:spPr>
                <a:xfrm>
                  <a:off x="7703908" y="1844939"/>
                  <a:ext cx="147240" cy="37080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41988" name="Ink 41987">
                  <a:extLst>
                    <a:ext uri="{FF2B5EF4-FFF2-40B4-BE49-F238E27FC236}">
                      <a16:creationId xmlns:a16="http://schemas.microsoft.com/office/drawing/2014/main" id="{8573C90A-84E3-F460-7073-E11675A3E852}"/>
                    </a:ext>
                  </a:extLst>
                </p14:cNvPr>
                <p14:cNvContentPartPr/>
                <p14:nvPr/>
              </p14:nvContentPartPr>
              <p14:xfrm>
                <a:off x="7755748" y="1683299"/>
                <a:ext cx="19800" cy="7200"/>
              </p14:xfrm>
            </p:contentPart>
          </mc:Choice>
          <mc:Fallback>
            <p:pic>
              <p:nvPicPr>
                <p:cNvPr id="41988" name="Ink 41987">
                  <a:extLst>
                    <a:ext uri="{FF2B5EF4-FFF2-40B4-BE49-F238E27FC236}">
                      <a16:creationId xmlns:a16="http://schemas.microsoft.com/office/drawing/2014/main" id="{8573C90A-84E3-F460-7073-E11675A3E852}"/>
                    </a:ext>
                  </a:extLst>
                </p:cNvPr>
                <p:cNvPicPr/>
                <p:nvPr/>
              </p:nvPicPr>
              <p:blipFill>
                <a:blip r:embed="rId87"/>
                <a:stretch>
                  <a:fillRect/>
                </a:stretch>
              </p:blipFill>
              <p:spPr>
                <a:xfrm>
                  <a:off x="7751428" y="1678979"/>
                  <a:ext cx="28440" cy="1584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41989" name="Ink 41988">
                  <a:extLst>
                    <a:ext uri="{FF2B5EF4-FFF2-40B4-BE49-F238E27FC236}">
                      <a16:creationId xmlns:a16="http://schemas.microsoft.com/office/drawing/2014/main" id="{D12C7897-CCD8-3DA7-884D-AF8F96296CF5}"/>
                    </a:ext>
                  </a:extLst>
                </p14:cNvPr>
                <p14:cNvContentPartPr/>
                <p14:nvPr/>
              </p14:nvContentPartPr>
              <p14:xfrm>
                <a:off x="7990108" y="1783019"/>
                <a:ext cx="135720" cy="12240"/>
              </p14:xfrm>
            </p:contentPart>
          </mc:Choice>
          <mc:Fallback>
            <p:pic>
              <p:nvPicPr>
                <p:cNvPr id="41989" name="Ink 41988">
                  <a:extLst>
                    <a:ext uri="{FF2B5EF4-FFF2-40B4-BE49-F238E27FC236}">
                      <a16:creationId xmlns:a16="http://schemas.microsoft.com/office/drawing/2014/main" id="{D12C7897-CCD8-3DA7-884D-AF8F96296CF5}"/>
                    </a:ext>
                  </a:extLst>
                </p:cNvPr>
                <p:cNvPicPr/>
                <p:nvPr/>
              </p:nvPicPr>
              <p:blipFill>
                <a:blip r:embed="rId89"/>
                <a:stretch>
                  <a:fillRect/>
                </a:stretch>
              </p:blipFill>
              <p:spPr>
                <a:xfrm>
                  <a:off x="7985788" y="1778699"/>
                  <a:ext cx="14436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41990" name="Ink 41989">
                  <a:extLst>
                    <a:ext uri="{FF2B5EF4-FFF2-40B4-BE49-F238E27FC236}">
                      <a16:creationId xmlns:a16="http://schemas.microsoft.com/office/drawing/2014/main" id="{C839202A-61BF-5442-5C14-5B235E1DF5A1}"/>
                    </a:ext>
                  </a:extLst>
                </p14:cNvPr>
                <p14:cNvContentPartPr/>
                <p14:nvPr/>
              </p14:nvContentPartPr>
              <p14:xfrm>
                <a:off x="7953028" y="1872659"/>
                <a:ext cx="187920" cy="29520"/>
              </p14:xfrm>
            </p:contentPart>
          </mc:Choice>
          <mc:Fallback>
            <p:pic>
              <p:nvPicPr>
                <p:cNvPr id="41990" name="Ink 41989">
                  <a:extLst>
                    <a:ext uri="{FF2B5EF4-FFF2-40B4-BE49-F238E27FC236}">
                      <a16:creationId xmlns:a16="http://schemas.microsoft.com/office/drawing/2014/main" id="{C839202A-61BF-5442-5C14-5B235E1DF5A1}"/>
                    </a:ext>
                  </a:extLst>
                </p:cNvPr>
                <p:cNvPicPr/>
                <p:nvPr/>
              </p:nvPicPr>
              <p:blipFill>
                <a:blip r:embed="rId91"/>
                <a:stretch>
                  <a:fillRect/>
                </a:stretch>
              </p:blipFill>
              <p:spPr>
                <a:xfrm>
                  <a:off x="7948708" y="1868339"/>
                  <a:ext cx="196560" cy="3816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41991" name="Ink 41990">
                  <a:extLst>
                    <a:ext uri="{FF2B5EF4-FFF2-40B4-BE49-F238E27FC236}">
                      <a16:creationId xmlns:a16="http://schemas.microsoft.com/office/drawing/2014/main" id="{9FFA9DB6-E400-60AF-3105-C87CA0C46AF0}"/>
                    </a:ext>
                  </a:extLst>
                </p14:cNvPr>
                <p14:cNvContentPartPr/>
                <p14:nvPr/>
              </p14:nvContentPartPr>
              <p14:xfrm>
                <a:off x="8378548" y="1663859"/>
                <a:ext cx="177120" cy="105120"/>
              </p14:xfrm>
            </p:contentPart>
          </mc:Choice>
          <mc:Fallback>
            <p:pic>
              <p:nvPicPr>
                <p:cNvPr id="41991" name="Ink 41990">
                  <a:extLst>
                    <a:ext uri="{FF2B5EF4-FFF2-40B4-BE49-F238E27FC236}">
                      <a16:creationId xmlns:a16="http://schemas.microsoft.com/office/drawing/2014/main" id="{9FFA9DB6-E400-60AF-3105-C87CA0C46AF0}"/>
                    </a:ext>
                  </a:extLst>
                </p:cNvPr>
                <p:cNvPicPr/>
                <p:nvPr/>
              </p:nvPicPr>
              <p:blipFill>
                <a:blip r:embed="rId93"/>
                <a:stretch>
                  <a:fillRect/>
                </a:stretch>
              </p:blipFill>
              <p:spPr>
                <a:xfrm>
                  <a:off x="8374228" y="1659539"/>
                  <a:ext cx="185760" cy="11376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41992" name="Ink 41991">
                  <a:extLst>
                    <a:ext uri="{FF2B5EF4-FFF2-40B4-BE49-F238E27FC236}">
                      <a16:creationId xmlns:a16="http://schemas.microsoft.com/office/drawing/2014/main" id="{88EC5324-F84D-99F5-3CAF-8028B63C5CB4}"/>
                    </a:ext>
                  </a:extLst>
                </p14:cNvPr>
                <p14:cNvContentPartPr/>
                <p14:nvPr/>
              </p14:nvContentPartPr>
              <p14:xfrm>
                <a:off x="8305468" y="1421939"/>
                <a:ext cx="274320" cy="747000"/>
              </p14:xfrm>
            </p:contentPart>
          </mc:Choice>
          <mc:Fallback>
            <p:pic>
              <p:nvPicPr>
                <p:cNvPr id="41992" name="Ink 41991">
                  <a:extLst>
                    <a:ext uri="{FF2B5EF4-FFF2-40B4-BE49-F238E27FC236}">
                      <a16:creationId xmlns:a16="http://schemas.microsoft.com/office/drawing/2014/main" id="{88EC5324-F84D-99F5-3CAF-8028B63C5CB4}"/>
                    </a:ext>
                  </a:extLst>
                </p:cNvPr>
                <p:cNvPicPr/>
                <p:nvPr/>
              </p:nvPicPr>
              <p:blipFill>
                <a:blip r:embed="rId95"/>
                <a:stretch>
                  <a:fillRect/>
                </a:stretch>
              </p:blipFill>
              <p:spPr>
                <a:xfrm>
                  <a:off x="8301148" y="1417619"/>
                  <a:ext cx="282960" cy="7556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96">
            <p14:nvContentPartPr>
              <p14:cNvPr id="41994" name="Ink 41993">
                <a:extLst>
                  <a:ext uri="{FF2B5EF4-FFF2-40B4-BE49-F238E27FC236}">
                    <a16:creationId xmlns:a16="http://schemas.microsoft.com/office/drawing/2014/main" id="{929BD678-C274-B6FA-1F88-9F5A7A02BAD1}"/>
                  </a:ext>
                </a:extLst>
              </p14:cNvPr>
              <p14:cNvContentPartPr/>
              <p14:nvPr/>
            </p14:nvContentPartPr>
            <p14:xfrm>
              <a:off x="4305868" y="5645099"/>
              <a:ext cx="2462040" cy="100080"/>
            </p14:xfrm>
          </p:contentPart>
        </mc:Choice>
        <mc:Fallback>
          <p:pic>
            <p:nvPicPr>
              <p:cNvPr id="41994" name="Ink 41993">
                <a:extLst>
                  <a:ext uri="{FF2B5EF4-FFF2-40B4-BE49-F238E27FC236}">
                    <a16:creationId xmlns:a16="http://schemas.microsoft.com/office/drawing/2014/main" id="{929BD678-C274-B6FA-1F88-9F5A7A02BAD1}"/>
                  </a:ext>
                </a:extLst>
              </p:cNvPr>
              <p:cNvPicPr/>
              <p:nvPr/>
            </p:nvPicPr>
            <p:blipFill>
              <a:blip r:embed="rId97"/>
              <a:stretch>
                <a:fillRect/>
              </a:stretch>
            </p:blipFill>
            <p:spPr>
              <a:xfrm>
                <a:off x="4301548" y="5640779"/>
                <a:ext cx="2470680" cy="108720"/>
              </a:xfrm>
              <a:prstGeom prst="rect">
                <a:avLst/>
              </a:prstGeom>
            </p:spPr>
          </p:pic>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lstStyle/>
          <a:p>
            <a:pPr algn="l"/>
            <a:r>
              <a:rPr lang="en-US" dirty="0"/>
              <a:t>Proof</a:t>
            </a:r>
            <a:endParaRPr lang="en-IN" dirty="0"/>
          </a:p>
        </p:txBody>
      </p:sp>
      <p:sp>
        <p:nvSpPr>
          <p:cNvPr id="8" name="Rectangle 1">
            <a:extLst>
              <a:ext uri="{FF2B5EF4-FFF2-40B4-BE49-F238E27FC236}">
                <a16:creationId xmlns:a16="http://schemas.microsoft.com/office/drawing/2014/main" id="{D478AADA-5BD9-4DB3-A922-AE722DEB3F83}"/>
              </a:ext>
            </a:extLst>
          </p:cNvPr>
          <p:cNvSpPr>
            <a:spLocks noGrp="1" noRot="1" noChangeAspect="1" noMove="1" noResize="1" noEditPoints="1" noAdjustHandles="1" noChangeArrowheads="1" noChangeShapeType="1" noTextEdit="1"/>
          </p:cNvSpPr>
          <p:nvPr>
            <p:ph type="body" sz="quarter" idx="13"/>
          </p:nvPr>
        </p:nvSpPr>
        <p:spPr>
          <a:xfrm>
            <a:off x="173038" y="1046163"/>
            <a:ext cx="8428037" cy="5341937"/>
          </a:xfrm>
          <a:blipFill>
            <a:blip r:embed="rId2"/>
            <a:stretch>
              <a:fillRect l="-1037" t="-852"/>
            </a:stretch>
          </a:blipFill>
          <a:ln>
            <a:miter lim="800000"/>
            <a:headEnd/>
            <a:tailEnd/>
          </a:ln>
        </p:spPr>
        <p:txBody>
          <a:bodyPr/>
          <a:lstStyle/>
          <a:p>
            <a:pPr>
              <a:defRPr/>
            </a:pPr>
            <a:endParaRPr lang="en-IN" dirty="0">
              <a:noFill/>
            </a:endParaRP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ED4D1CDE-EAE0-B5DE-4A7A-BD4AAED2EB17}"/>
                  </a:ext>
                </a:extLst>
              </p14:cNvPr>
              <p14:cNvContentPartPr/>
              <p14:nvPr/>
            </p14:nvContentPartPr>
            <p14:xfrm>
              <a:off x="5543908" y="1371539"/>
              <a:ext cx="27360" cy="137160"/>
            </p14:xfrm>
          </p:contentPart>
        </mc:Choice>
        <mc:Fallback>
          <p:pic>
            <p:nvPicPr>
              <p:cNvPr id="3" name="Ink 2">
                <a:extLst>
                  <a:ext uri="{FF2B5EF4-FFF2-40B4-BE49-F238E27FC236}">
                    <a16:creationId xmlns:a16="http://schemas.microsoft.com/office/drawing/2014/main" id="{ED4D1CDE-EAE0-B5DE-4A7A-BD4AAED2EB17}"/>
                  </a:ext>
                </a:extLst>
              </p:cNvPr>
              <p:cNvPicPr/>
              <p:nvPr/>
            </p:nvPicPr>
            <p:blipFill>
              <a:blip r:embed="rId4"/>
              <a:stretch>
                <a:fillRect/>
              </a:stretch>
            </p:blipFill>
            <p:spPr>
              <a:xfrm>
                <a:off x="5539588" y="1367219"/>
                <a:ext cx="36000" cy="1458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3C8A3F69-0657-537A-2269-5E0ED265ECEA}"/>
                  </a:ext>
                </a:extLst>
              </p14:cNvPr>
              <p14:cNvContentPartPr/>
              <p14:nvPr/>
            </p14:nvContentPartPr>
            <p14:xfrm>
              <a:off x="5534188" y="1254899"/>
              <a:ext cx="21600" cy="21600"/>
            </p14:xfrm>
          </p:contentPart>
        </mc:Choice>
        <mc:Fallback>
          <p:pic>
            <p:nvPicPr>
              <p:cNvPr id="4" name="Ink 3">
                <a:extLst>
                  <a:ext uri="{FF2B5EF4-FFF2-40B4-BE49-F238E27FC236}">
                    <a16:creationId xmlns:a16="http://schemas.microsoft.com/office/drawing/2014/main" id="{3C8A3F69-0657-537A-2269-5E0ED265ECEA}"/>
                  </a:ext>
                </a:extLst>
              </p:cNvPr>
              <p:cNvPicPr/>
              <p:nvPr/>
            </p:nvPicPr>
            <p:blipFill>
              <a:blip r:embed="rId6"/>
              <a:stretch>
                <a:fillRect/>
              </a:stretch>
            </p:blipFill>
            <p:spPr>
              <a:xfrm>
                <a:off x="5529868" y="1250579"/>
                <a:ext cx="3024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B55ECE1E-2EED-AB03-3CC3-8A4D9DB3F895}"/>
                  </a:ext>
                </a:extLst>
              </p14:cNvPr>
              <p14:cNvContentPartPr/>
              <p14:nvPr/>
            </p14:nvContentPartPr>
            <p14:xfrm>
              <a:off x="1095028" y="2113499"/>
              <a:ext cx="4464000" cy="95760"/>
            </p14:xfrm>
          </p:contentPart>
        </mc:Choice>
        <mc:Fallback>
          <p:pic>
            <p:nvPicPr>
              <p:cNvPr id="5" name="Ink 4">
                <a:extLst>
                  <a:ext uri="{FF2B5EF4-FFF2-40B4-BE49-F238E27FC236}">
                    <a16:creationId xmlns:a16="http://schemas.microsoft.com/office/drawing/2014/main" id="{B55ECE1E-2EED-AB03-3CC3-8A4D9DB3F895}"/>
                  </a:ext>
                </a:extLst>
              </p:cNvPr>
              <p:cNvPicPr/>
              <p:nvPr/>
            </p:nvPicPr>
            <p:blipFill>
              <a:blip r:embed="rId8"/>
              <a:stretch>
                <a:fillRect/>
              </a:stretch>
            </p:blipFill>
            <p:spPr>
              <a:xfrm>
                <a:off x="1090708" y="2109179"/>
                <a:ext cx="4472640" cy="1044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6" name="Ink 5">
                <a:extLst>
                  <a:ext uri="{FF2B5EF4-FFF2-40B4-BE49-F238E27FC236}">
                    <a16:creationId xmlns:a16="http://schemas.microsoft.com/office/drawing/2014/main" id="{DDFC2FB0-D864-D7F5-0AA9-841DA45C50B9}"/>
                  </a:ext>
                </a:extLst>
              </p14:cNvPr>
              <p14:cNvContentPartPr/>
              <p14:nvPr/>
            </p14:nvContentPartPr>
            <p14:xfrm>
              <a:off x="997468" y="2999099"/>
              <a:ext cx="839520" cy="84960"/>
            </p14:xfrm>
          </p:contentPart>
        </mc:Choice>
        <mc:Fallback>
          <p:pic>
            <p:nvPicPr>
              <p:cNvPr id="6" name="Ink 5">
                <a:extLst>
                  <a:ext uri="{FF2B5EF4-FFF2-40B4-BE49-F238E27FC236}">
                    <a16:creationId xmlns:a16="http://schemas.microsoft.com/office/drawing/2014/main" id="{DDFC2FB0-D864-D7F5-0AA9-841DA45C50B9}"/>
                  </a:ext>
                </a:extLst>
              </p:cNvPr>
              <p:cNvPicPr/>
              <p:nvPr/>
            </p:nvPicPr>
            <p:blipFill>
              <a:blip r:embed="rId10"/>
              <a:stretch>
                <a:fillRect/>
              </a:stretch>
            </p:blipFill>
            <p:spPr>
              <a:xfrm>
                <a:off x="993148" y="2994779"/>
                <a:ext cx="848160" cy="936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7" name="Ink 6">
                <a:extLst>
                  <a:ext uri="{FF2B5EF4-FFF2-40B4-BE49-F238E27FC236}">
                    <a16:creationId xmlns:a16="http://schemas.microsoft.com/office/drawing/2014/main" id="{47A9B556-6081-DEAF-52E1-AD50E5A3CC4B}"/>
                  </a:ext>
                </a:extLst>
              </p14:cNvPr>
              <p14:cNvContentPartPr/>
              <p14:nvPr/>
            </p14:nvContentPartPr>
            <p14:xfrm>
              <a:off x="3731668" y="2895059"/>
              <a:ext cx="2524320" cy="139320"/>
            </p14:xfrm>
          </p:contentPart>
        </mc:Choice>
        <mc:Fallback>
          <p:pic>
            <p:nvPicPr>
              <p:cNvPr id="7" name="Ink 6">
                <a:extLst>
                  <a:ext uri="{FF2B5EF4-FFF2-40B4-BE49-F238E27FC236}">
                    <a16:creationId xmlns:a16="http://schemas.microsoft.com/office/drawing/2014/main" id="{47A9B556-6081-DEAF-52E1-AD50E5A3CC4B}"/>
                  </a:ext>
                </a:extLst>
              </p:cNvPr>
              <p:cNvPicPr/>
              <p:nvPr/>
            </p:nvPicPr>
            <p:blipFill>
              <a:blip r:embed="rId12"/>
              <a:stretch>
                <a:fillRect/>
              </a:stretch>
            </p:blipFill>
            <p:spPr>
              <a:xfrm>
                <a:off x="3727348" y="2890739"/>
                <a:ext cx="2532960" cy="14796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9" name="Ink 8">
                <a:extLst>
                  <a:ext uri="{FF2B5EF4-FFF2-40B4-BE49-F238E27FC236}">
                    <a16:creationId xmlns:a16="http://schemas.microsoft.com/office/drawing/2014/main" id="{56B2B149-FE20-8A86-4451-39112F274851}"/>
                  </a:ext>
                </a:extLst>
              </p14:cNvPr>
              <p14:cNvContentPartPr/>
              <p14:nvPr/>
            </p14:nvContentPartPr>
            <p14:xfrm>
              <a:off x="6553348" y="2936099"/>
              <a:ext cx="1593360" cy="66240"/>
            </p14:xfrm>
          </p:contentPart>
        </mc:Choice>
        <mc:Fallback>
          <p:pic>
            <p:nvPicPr>
              <p:cNvPr id="9" name="Ink 8">
                <a:extLst>
                  <a:ext uri="{FF2B5EF4-FFF2-40B4-BE49-F238E27FC236}">
                    <a16:creationId xmlns:a16="http://schemas.microsoft.com/office/drawing/2014/main" id="{56B2B149-FE20-8A86-4451-39112F274851}"/>
                  </a:ext>
                </a:extLst>
              </p:cNvPr>
              <p:cNvPicPr/>
              <p:nvPr/>
            </p:nvPicPr>
            <p:blipFill>
              <a:blip r:embed="rId14"/>
              <a:stretch>
                <a:fillRect/>
              </a:stretch>
            </p:blipFill>
            <p:spPr>
              <a:xfrm>
                <a:off x="6549028" y="2931779"/>
                <a:ext cx="1602000" cy="74880"/>
              </a:xfrm>
              <a:prstGeom prst="rect">
                <a:avLst/>
              </a:prstGeom>
            </p:spPr>
          </p:pic>
        </mc:Fallback>
      </mc:AlternateContent>
      <p:grpSp>
        <p:nvGrpSpPr>
          <p:cNvPr id="17" name="Group 16">
            <a:extLst>
              <a:ext uri="{FF2B5EF4-FFF2-40B4-BE49-F238E27FC236}">
                <a16:creationId xmlns:a16="http://schemas.microsoft.com/office/drawing/2014/main" id="{A567E304-3EE3-CE81-7092-8B5D83C6E93C}"/>
              </a:ext>
            </a:extLst>
          </p:cNvPr>
          <p:cNvGrpSpPr/>
          <p:nvPr/>
        </p:nvGrpSpPr>
        <p:grpSpPr>
          <a:xfrm>
            <a:off x="1014748" y="2528219"/>
            <a:ext cx="2318400" cy="48960"/>
            <a:chOff x="1014748" y="2528219"/>
            <a:chExt cx="2318400" cy="48960"/>
          </a:xfrm>
        </p:grpSpPr>
        <mc:AlternateContent xmlns:mc="http://schemas.openxmlformats.org/markup-compatibility/2006">
          <mc:Choice xmlns:p14="http://schemas.microsoft.com/office/powerpoint/2010/main" Requires="p14">
            <p:contentPart p14:bwMode="auto" r:id="rId15">
              <p14:nvContentPartPr>
                <p14:cNvPr id="10" name="Ink 9">
                  <a:extLst>
                    <a:ext uri="{FF2B5EF4-FFF2-40B4-BE49-F238E27FC236}">
                      <a16:creationId xmlns:a16="http://schemas.microsoft.com/office/drawing/2014/main" id="{B2B1FABF-E1AB-CE35-CEEA-80817B8734F6}"/>
                    </a:ext>
                  </a:extLst>
                </p14:cNvPr>
                <p14:cNvContentPartPr/>
                <p14:nvPr/>
              </p14:nvContentPartPr>
              <p14:xfrm>
                <a:off x="1014748" y="2528219"/>
                <a:ext cx="770400" cy="48960"/>
              </p14:xfrm>
            </p:contentPart>
          </mc:Choice>
          <mc:Fallback>
            <p:pic>
              <p:nvPicPr>
                <p:cNvPr id="10" name="Ink 9">
                  <a:extLst>
                    <a:ext uri="{FF2B5EF4-FFF2-40B4-BE49-F238E27FC236}">
                      <a16:creationId xmlns:a16="http://schemas.microsoft.com/office/drawing/2014/main" id="{B2B1FABF-E1AB-CE35-CEEA-80817B8734F6}"/>
                    </a:ext>
                  </a:extLst>
                </p:cNvPr>
                <p:cNvPicPr/>
                <p:nvPr/>
              </p:nvPicPr>
              <p:blipFill>
                <a:blip r:embed="rId16"/>
                <a:stretch>
                  <a:fillRect/>
                </a:stretch>
              </p:blipFill>
              <p:spPr>
                <a:xfrm>
                  <a:off x="1010428" y="2523899"/>
                  <a:ext cx="779040" cy="576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1" name="Ink 10">
                  <a:extLst>
                    <a:ext uri="{FF2B5EF4-FFF2-40B4-BE49-F238E27FC236}">
                      <a16:creationId xmlns:a16="http://schemas.microsoft.com/office/drawing/2014/main" id="{9B91E3E8-5E90-5443-D7E9-ADA89796BD67}"/>
                    </a:ext>
                  </a:extLst>
                </p14:cNvPr>
                <p14:cNvContentPartPr/>
                <p14:nvPr/>
              </p14:nvContentPartPr>
              <p14:xfrm>
                <a:off x="2381308" y="2530019"/>
                <a:ext cx="951840" cy="37080"/>
              </p14:xfrm>
            </p:contentPart>
          </mc:Choice>
          <mc:Fallback>
            <p:pic>
              <p:nvPicPr>
                <p:cNvPr id="11" name="Ink 10">
                  <a:extLst>
                    <a:ext uri="{FF2B5EF4-FFF2-40B4-BE49-F238E27FC236}">
                      <a16:creationId xmlns:a16="http://schemas.microsoft.com/office/drawing/2014/main" id="{9B91E3E8-5E90-5443-D7E9-ADA89796BD67}"/>
                    </a:ext>
                  </a:extLst>
                </p:cNvPr>
                <p:cNvPicPr/>
                <p:nvPr/>
              </p:nvPicPr>
              <p:blipFill>
                <a:blip r:embed="rId18"/>
                <a:stretch>
                  <a:fillRect/>
                </a:stretch>
              </p:blipFill>
              <p:spPr>
                <a:xfrm>
                  <a:off x="2376988" y="2525699"/>
                  <a:ext cx="960480" cy="457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9">
            <p14:nvContentPartPr>
              <p14:cNvPr id="13" name="Ink 12">
                <a:extLst>
                  <a:ext uri="{FF2B5EF4-FFF2-40B4-BE49-F238E27FC236}">
                    <a16:creationId xmlns:a16="http://schemas.microsoft.com/office/drawing/2014/main" id="{38D9C315-00C0-6F64-A77E-D8B4ADAE497B}"/>
                  </a:ext>
                </a:extLst>
              </p14:cNvPr>
              <p14:cNvContentPartPr/>
              <p14:nvPr/>
            </p14:nvContentPartPr>
            <p14:xfrm>
              <a:off x="4501708" y="2559899"/>
              <a:ext cx="1014120" cy="720"/>
            </p14:xfrm>
          </p:contentPart>
        </mc:Choice>
        <mc:Fallback>
          <p:pic>
            <p:nvPicPr>
              <p:cNvPr id="13" name="Ink 12">
                <a:extLst>
                  <a:ext uri="{FF2B5EF4-FFF2-40B4-BE49-F238E27FC236}">
                    <a16:creationId xmlns:a16="http://schemas.microsoft.com/office/drawing/2014/main" id="{38D9C315-00C0-6F64-A77E-D8B4ADAE497B}"/>
                  </a:ext>
                </a:extLst>
              </p:cNvPr>
              <p:cNvPicPr/>
              <p:nvPr/>
            </p:nvPicPr>
            <p:blipFill>
              <a:blip r:embed="rId20"/>
              <a:stretch>
                <a:fillRect/>
              </a:stretch>
            </p:blipFill>
            <p:spPr>
              <a:xfrm>
                <a:off x="4497388" y="2551259"/>
                <a:ext cx="1022760" cy="18000"/>
              </a:xfrm>
              <a:prstGeom prst="rect">
                <a:avLst/>
              </a:prstGeom>
            </p:spPr>
          </p:pic>
        </mc:Fallback>
      </mc:AlternateContent>
      <p:grpSp>
        <p:nvGrpSpPr>
          <p:cNvPr id="16" name="Group 15">
            <a:extLst>
              <a:ext uri="{FF2B5EF4-FFF2-40B4-BE49-F238E27FC236}">
                <a16:creationId xmlns:a16="http://schemas.microsoft.com/office/drawing/2014/main" id="{BFA6FBBB-5D61-A7BE-4E80-A30220FC3820}"/>
              </a:ext>
            </a:extLst>
          </p:cNvPr>
          <p:cNvGrpSpPr/>
          <p:nvPr/>
        </p:nvGrpSpPr>
        <p:grpSpPr>
          <a:xfrm>
            <a:off x="3947308" y="3647819"/>
            <a:ext cx="3549960" cy="135000"/>
            <a:chOff x="3947308" y="3647819"/>
            <a:chExt cx="3549960" cy="135000"/>
          </a:xfrm>
        </p:grpSpPr>
        <mc:AlternateContent xmlns:mc="http://schemas.openxmlformats.org/markup-compatibility/2006">
          <mc:Choice xmlns:p14="http://schemas.microsoft.com/office/powerpoint/2010/main" Requires="p14">
            <p:contentPart p14:bwMode="auto" r:id="rId21">
              <p14:nvContentPartPr>
                <p14:cNvPr id="14" name="Ink 13">
                  <a:extLst>
                    <a:ext uri="{FF2B5EF4-FFF2-40B4-BE49-F238E27FC236}">
                      <a16:creationId xmlns:a16="http://schemas.microsoft.com/office/drawing/2014/main" id="{3350F64E-989C-6BE9-5059-D07361E5DBD9}"/>
                    </a:ext>
                  </a:extLst>
                </p14:cNvPr>
                <p14:cNvContentPartPr/>
                <p14:nvPr/>
              </p14:nvContentPartPr>
              <p14:xfrm>
                <a:off x="3947308" y="3647819"/>
                <a:ext cx="1168560" cy="40320"/>
              </p14:xfrm>
            </p:contentPart>
          </mc:Choice>
          <mc:Fallback>
            <p:pic>
              <p:nvPicPr>
                <p:cNvPr id="14" name="Ink 13">
                  <a:extLst>
                    <a:ext uri="{FF2B5EF4-FFF2-40B4-BE49-F238E27FC236}">
                      <a16:creationId xmlns:a16="http://schemas.microsoft.com/office/drawing/2014/main" id="{3350F64E-989C-6BE9-5059-D07361E5DBD9}"/>
                    </a:ext>
                  </a:extLst>
                </p:cNvPr>
                <p:cNvPicPr/>
                <p:nvPr/>
              </p:nvPicPr>
              <p:blipFill>
                <a:blip r:embed="rId22"/>
                <a:stretch>
                  <a:fillRect/>
                </a:stretch>
              </p:blipFill>
              <p:spPr>
                <a:xfrm>
                  <a:off x="3942988" y="3643499"/>
                  <a:ext cx="1177200" cy="4896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5" name="Ink 14">
                  <a:extLst>
                    <a:ext uri="{FF2B5EF4-FFF2-40B4-BE49-F238E27FC236}">
                      <a16:creationId xmlns:a16="http://schemas.microsoft.com/office/drawing/2014/main" id="{ED7403E4-4AA9-69FE-9382-431020C063D4}"/>
                    </a:ext>
                  </a:extLst>
                </p14:cNvPr>
                <p14:cNvContentPartPr/>
                <p14:nvPr/>
              </p14:nvContentPartPr>
              <p14:xfrm>
                <a:off x="6244108" y="3706859"/>
                <a:ext cx="1253160" cy="75960"/>
              </p14:xfrm>
            </p:contentPart>
          </mc:Choice>
          <mc:Fallback>
            <p:pic>
              <p:nvPicPr>
                <p:cNvPr id="15" name="Ink 14">
                  <a:extLst>
                    <a:ext uri="{FF2B5EF4-FFF2-40B4-BE49-F238E27FC236}">
                      <a16:creationId xmlns:a16="http://schemas.microsoft.com/office/drawing/2014/main" id="{ED7403E4-4AA9-69FE-9382-431020C063D4}"/>
                    </a:ext>
                  </a:extLst>
                </p:cNvPr>
                <p:cNvPicPr/>
                <p:nvPr/>
              </p:nvPicPr>
              <p:blipFill>
                <a:blip r:embed="rId24"/>
                <a:stretch>
                  <a:fillRect/>
                </a:stretch>
              </p:blipFill>
              <p:spPr>
                <a:xfrm>
                  <a:off x="6239788" y="3702539"/>
                  <a:ext cx="1261800" cy="846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5">
            <p14:nvContentPartPr>
              <p14:cNvPr id="18" name="Ink 17">
                <a:extLst>
                  <a:ext uri="{FF2B5EF4-FFF2-40B4-BE49-F238E27FC236}">
                    <a16:creationId xmlns:a16="http://schemas.microsoft.com/office/drawing/2014/main" id="{3DA22A37-4985-95F4-ECAA-942CF5C2A4C7}"/>
                  </a:ext>
                </a:extLst>
              </p14:cNvPr>
              <p14:cNvContentPartPr/>
              <p14:nvPr/>
            </p14:nvContentPartPr>
            <p14:xfrm>
              <a:off x="3237028" y="4520819"/>
              <a:ext cx="1250640" cy="548280"/>
            </p14:xfrm>
          </p:contentPart>
        </mc:Choice>
        <mc:Fallback>
          <p:pic>
            <p:nvPicPr>
              <p:cNvPr id="18" name="Ink 17">
                <a:extLst>
                  <a:ext uri="{FF2B5EF4-FFF2-40B4-BE49-F238E27FC236}">
                    <a16:creationId xmlns:a16="http://schemas.microsoft.com/office/drawing/2014/main" id="{3DA22A37-4985-95F4-ECAA-942CF5C2A4C7}"/>
                  </a:ext>
                </a:extLst>
              </p:cNvPr>
              <p:cNvPicPr/>
              <p:nvPr/>
            </p:nvPicPr>
            <p:blipFill>
              <a:blip r:embed="rId26"/>
              <a:stretch>
                <a:fillRect/>
              </a:stretch>
            </p:blipFill>
            <p:spPr>
              <a:xfrm>
                <a:off x="3232708" y="4516499"/>
                <a:ext cx="1259280" cy="556920"/>
              </a:xfrm>
              <a:prstGeom prst="rect">
                <a:avLst/>
              </a:prstGeom>
            </p:spPr>
          </p:pic>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Oval 40"/>
          <p:cNvSpPr>
            <a:spLocks noChangeArrowheads="1"/>
          </p:cNvSpPr>
          <p:nvPr/>
        </p:nvSpPr>
        <p:spPr bwMode="auto">
          <a:xfrm>
            <a:off x="3957638" y="1365250"/>
            <a:ext cx="1041400" cy="901700"/>
          </a:xfrm>
          <a:prstGeom prst="ellipse">
            <a:avLst/>
          </a:prstGeom>
          <a:solidFill>
            <a:srgbClr val="FFFFFF"/>
          </a:solidFill>
          <a:ln w="1905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defTabSz="914400" eaLnBrk="1" hangingPunct="1">
              <a:spcBef>
                <a:spcPct val="0"/>
              </a:spcBef>
              <a:buFontTx/>
              <a:buNone/>
            </a:pPr>
            <a:r>
              <a:rPr lang="en-GB" altLang="en-US">
                <a:solidFill>
                  <a:srgbClr val="000000"/>
                </a:solidFill>
                <a:latin typeface="Times New Roman" panose="02020603050405020304" pitchFamily="18" charset="0"/>
                <a:cs typeface="Times New Roman" panose="02020603050405020304" pitchFamily="18" charset="0"/>
              </a:rPr>
              <a:t>B</a:t>
            </a:r>
          </a:p>
        </p:txBody>
      </p:sp>
      <p:sp>
        <p:nvSpPr>
          <p:cNvPr id="44035" name="Line 41"/>
          <p:cNvSpPr>
            <a:spLocks noChangeShapeType="1"/>
          </p:cNvSpPr>
          <p:nvPr/>
        </p:nvSpPr>
        <p:spPr bwMode="auto">
          <a:xfrm flipH="1">
            <a:off x="2136775" y="2266950"/>
            <a:ext cx="2341563" cy="1239838"/>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4036" name="Oval 42"/>
          <p:cNvSpPr>
            <a:spLocks noChangeArrowheads="1"/>
          </p:cNvSpPr>
          <p:nvPr/>
        </p:nvSpPr>
        <p:spPr bwMode="auto">
          <a:xfrm>
            <a:off x="1485900" y="3394075"/>
            <a:ext cx="650875" cy="563563"/>
          </a:xfrm>
          <a:prstGeom prst="ellipse">
            <a:avLst/>
          </a:prstGeom>
          <a:solidFill>
            <a:srgbClr val="FFFFFF"/>
          </a:solidFill>
          <a:ln w="1905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eaLnBrk="1" hangingPunct="1">
              <a:spcBef>
                <a:spcPct val="0"/>
              </a:spcBef>
              <a:buFontTx/>
              <a:buNone/>
            </a:pPr>
            <a:r>
              <a:rPr lang="en-GB" altLang="en-US" sz="1400">
                <a:solidFill>
                  <a:srgbClr val="000000"/>
                </a:solidFill>
                <a:latin typeface="Times New Roman" panose="02020603050405020304" pitchFamily="18" charset="0"/>
                <a:cs typeface="Times New Roman" panose="02020603050405020304" pitchFamily="18" charset="0"/>
              </a:rPr>
              <a:t>A</a:t>
            </a:r>
            <a:r>
              <a:rPr lang="en-GB" altLang="en-US" sz="1400" baseline="-25000">
                <a:solidFill>
                  <a:srgbClr val="000000"/>
                </a:solidFill>
                <a:latin typeface="Times New Roman" panose="02020603050405020304" pitchFamily="18" charset="0"/>
                <a:cs typeface="Times New Roman" panose="02020603050405020304" pitchFamily="18" charset="0"/>
              </a:rPr>
              <a:t>1</a:t>
            </a:r>
            <a:endParaRPr lang="en-GB" altLang="en-US" sz="1800">
              <a:solidFill>
                <a:srgbClr val="000000"/>
              </a:solidFill>
              <a:latin typeface="Times New Roman" panose="02020603050405020304" pitchFamily="18" charset="0"/>
              <a:cs typeface="Times New Roman" panose="02020603050405020304" pitchFamily="18" charset="0"/>
            </a:endParaRPr>
          </a:p>
        </p:txBody>
      </p:sp>
      <p:sp>
        <p:nvSpPr>
          <p:cNvPr id="44037" name="Oval 43"/>
          <p:cNvSpPr>
            <a:spLocks noChangeArrowheads="1"/>
          </p:cNvSpPr>
          <p:nvPr/>
        </p:nvSpPr>
        <p:spPr bwMode="auto">
          <a:xfrm>
            <a:off x="3306763" y="3394075"/>
            <a:ext cx="650875" cy="563563"/>
          </a:xfrm>
          <a:prstGeom prst="ellipse">
            <a:avLst/>
          </a:prstGeom>
          <a:solidFill>
            <a:srgbClr val="FFFFFF"/>
          </a:solidFill>
          <a:ln w="1905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eaLnBrk="1" hangingPunct="1">
              <a:spcBef>
                <a:spcPct val="0"/>
              </a:spcBef>
              <a:buFontTx/>
              <a:buNone/>
            </a:pPr>
            <a:r>
              <a:rPr lang="en-GB" altLang="en-US" sz="1400">
                <a:solidFill>
                  <a:srgbClr val="000000"/>
                </a:solidFill>
                <a:latin typeface="Times New Roman" panose="02020603050405020304" pitchFamily="18" charset="0"/>
                <a:cs typeface="Times New Roman" panose="02020603050405020304" pitchFamily="18" charset="0"/>
              </a:rPr>
              <a:t>A</a:t>
            </a:r>
            <a:r>
              <a:rPr lang="en-GB" altLang="en-US" sz="1400" baseline="-25000">
                <a:solidFill>
                  <a:srgbClr val="000000"/>
                </a:solidFill>
                <a:latin typeface="Times New Roman" panose="02020603050405020304" pitchFamily="18" charset="0"/>
                <a:cs typeface="Times New Roman" panose="02020603050405020304" pitchFamily="18" charset="0"/>
              </a:rPr>
              <a:t>2</a:t>
            </a:r>
            <a:endParaRPr lang="en-GB" altLang="en-US" sz="1800">
              <a:solidFill>
                <a:srgbClr val="000000"/>
              </a:solidFill>
              <a:latin typeface="Times New Roman" panose="02020603050405020304" pitchFamily="18" charset="0"/>
              <a:cs typeface="Times New Roman" panose="02020603050405020304" pitchFamily="18" charset="0"/>
            </a:endParaRPr>
          </a:p>
        </p:txBody>
      </p:sp>
      <p:sp>
        <p:nvSpPr>
          <p:cNvPr id="44038" name="Oval 44"/>
          <p:cNvSpPr>
            <a:spLocks noChangeArrowheads="1"/>
          </p:cNvSpPr>
          <p:nvPr/>
        </p:nvSpPr>
        <p:spPr bwMode="auto">
          <a:xfrm>
            <a:off x="5259388" y="3394075"/>
            <a:ext cx="650875" cy="563563"/>
          </a:xfrm>
          <a:prstGeom prst="ellipse">
            <a:avLst/>
          </a:prstGeom>
          <a:solidFill>
            <a:srgbClr val="FFFFFF"/>
          </a:solidFill>
          <a:ln w="1905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eaLnBrk="1" hangingPunct="1">
              <a:spcBef>
                <a:spcPct val="0"/>
              </a:spcBef>
              <a:buFontTx/>
              <a:buNone/>
            </a:pPr>
            <a:r>
              <a:rPr lang="en-GB" altLang="en-US" sz="1400">
                <a:solidFill>
                  <a:srgbClr val="000000"/>
                </a:solidFill>
                <a:latin typeface="Times New Roman" panose="02020603050405020304" pitchFamily="18" charset="0"/>
                <a:cs typeface="Times New Roman" panose="02020603050405020304" pitchFamily="18" charset="0"/>
              </a:rPr>
              <a:t>A</a:t>
            </a:r>
            <a:r>
              <a:rPr lang="en-GB" altLang="en-US" sz="1400" baseline="-25000">
                <a:solidFill>
                  <a:srgbClr val="000000"/>
                </a:solidFill>
                <a:latin typeface="Times New Roman" panose="02020603050405020304" pitchFamily="18" charset="0"/>
                <a:cs typeface="Times New Roman" panose="02020603050405020304" pitchFamily="18" charset="0"/>
              </a:rPr>
              <a:t>3</a:t>
            </a:r>
            <a:endParaRPr lang="en-GB" altLang="en-US" sz="1800">
              <a:solidFill>
                <a:srgbClr val="000000"/>
              </a:solidFill>
              <a:latin typeface="Times New Roman" panose="02020603050405020304" pitchFamily="18" charset="0"/>
              <a:cs typeface="Times New Roman" panose="02020603050405020304" pitchFamily="18" charset="0"/>
            </a:endParaRPr>
          </a:p>
        </p:txBody>
      </p:sp>
      <p:sp>
        <p:nvSpPr>
          <p:cNvPr id="44039" name="Oval 45"/>
          <p:cNvSpPr>
            <a:spLocks noChangeArrowheads="1"/>
          </p:cNvSpPr>
          <p:nvPr/>
        </p:nvSpPr>
        <p:spPr bwMode="auto">
          <a:xfrm>
            <a:off x="7210425" y="3394075"/>
            <a:ext cx="650875" cy="563563"/>
          </a:xfrm>
          <a:prstGeom prst="ellipse">
            <a:avLst/>
          </a:prstGeom>
          <a:solidFill>
            <a:srgbClr val="FFFFFF"/>
          </a:solidFill>
          <a:ln w="1905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eaLnBrk="1" hangingPunct="1">
              <a:spcBef>
                <a:spcPct val="0"/>
              </a:spcBef>
              <a:buFontTx/>
              <a:buNone/>
            </a:pPr>
            <a:r>
              <a:rPr lang="en-GB" altLang="en-US" sz="1400">
                <a:solidFill>
                  <a:srgbClr val="000000"/>
                </a:solidFill>
                <a:latin typeface="Times New Roman" panose="02020603050405020304" pitchFamily="18" charset="0"/>
                <a:cs typeface="Times New Roman" panose="02020603050405020304" pitchFamily="18" charset="0"/>
              </a:rPr>
              <a:t>A</a:t>
            </a:r>
            <a:r>
              <a:rPr lang="en-GB" altLang="en-US" sz="1400" baseline="-25000">
                <a:solidFill>
                  <a:srgbClr val="000000"/>
                </a:solidFill>
                <a:latin typeface="Times New Roman" panose="02020603050405020304" pitchFamily="18" charset="0"/>
                <a:cs typeface="Times New Roman" panose="02020603050405020304" pitchFamily="18" charset="0"/>
              </a:rPr>
              <a:t>k</a:t>
            </a:r>
            <a:endParaRPr lang="en-GB" altLang="en-US" sz="1800">
              <a:solidFill>
                <a:srgbClr val="000000"/>
              </a:solidFill>
              <a:latin typeface="Times New Roman" panose="02020603050405020304" pitchFamily="18" charset="0"/>
              <a:cs typeface="Times New Roman" panose="02020603050405020304" pitchFamily="18" charset="0"/>
            </a:endParaRPr>
          </a:p>
        </p:txBody>
      </p:sp>
      <p:sp>
        <p:nvSpPr>
          <p:cNvPr id="44040" name="Line 46"/>
          <p:cNvSpPr>
            <a:spLocks noChangeShapeType="1"/>
          </p:cNvSpPr>
          <p:nvPr/>
        </p:nvSpPr>
        <p:spPr bwMode="auto">
          <a:xfrm rot="7759597" flipV="1">
            <a:off x="3491707" y="2694781"/>
            <a:ext cx="1352550" cy="366713"/>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4041" name="Line 47"/>
          <p:cNvSpPr>
            <a:spLocks noChangeShapeType="1"/>
          </p:cNvSpPr>
          <p:nvPr/>
        </p:nvSpPr>
        <p:spPr bwMode="auto">
          <a:xfrm>
            <a:off x="4478338" y="2266950"/>
            <a:ext cx="1041400" cy="112712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4042" name="Line 48"/>
          <p:cNvSpPr>
            <a:spLocks noChangeShapeType="1"/>
          </p:cNvSpPr>
          <p:nvPr/>
        </p:nvSpPr>
        <p:spPr bwMode="auto">
          <a:xfrm>
            <a:off x="4478338" y="2266950"/>
            <a:ext cx="2862262" cy="1239838"/>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4043" name="Line 49"/>
          <p:cNvSpPr>
            <a:spLocks noChangeShapeType="1"/>
          </p:cNvSpPr>
          <p:nvPr/>
        </p:nvSpPr>
        <p:spPr bwMode="auto">
          <a:xfrm>
            <a:off x="1746250" y="3957638"/>
            <a:ext cx="0" cy="135255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4044" name="Line 50"/>
          <p:cNvSpPr>
            <a:spLocks noChangeShapeType="1"/>
          </p:cNvSpPr>
          <p:nvPr/>
        </p:nvSpPr>
        <p:spPr bwMode="auto">
          <a:xfrm>
            <a:off x="3697288" y="3957638"/>
            <a:ext cx="0" cy="135255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4045" name="Line 51"/>
          <p:cNvSpPr>
            <a:spLocks noChangeShapeType="1"/>
          </p:cNvSpPr>
          <p:nvPr/>
        </p:nvSpPr>
        <p:spPr bwMode="auto">
          <a:xfrm>
            <a:off x="5519738" y="3957638"/>
            <a:ext cx="0" cy="135255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4046" name="Line 52"/>
          <p:cNvSpPr>
            <a:spLocks noChangeShapeType="1"/>
          </p:cNvSpPr>
          <p:nvPr/>
        </p:nvSpPr>
        <p:spPr bwMode="auto">
          <a:xfrm>
            <a:off x="7470775" y="3957638"/>
            <a:ext cx="0" cy="135255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4047" name="Oval 53"/>
          <p:cNvSpPr>
            <a:spLocks noChangeArrowheads="1"/>
          </p:cNvSpPr>
          <p:nvPr/>
        </p:nvSpPr>
        <p:spPr bwMode="auto">
          <a:xfrm>
            <a:off x="1485900" y="5310188"/>
            <a:ext cx="650875" cy="563562"/>
          </a:xfrm>
          <a:prstGeom prst="ellipse">
            <a:avLst/>
          </a:prstGeom>
          <a:solidFill>
            <a:srgbClr val="FFFFFF"/>
          </a:solidFill>
          <a:ln w="1905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eaLnBrk="1" hangingPunct="1">
              <a:spcBef>
                <a:spcPct val="0"/>
              </a:spcBef>
              <a:buFontTx/>
              <a:buNone/>
            </a:pPr>
            <a:endParaRPr lang="en-GB" altLang="en-US" sz="1800">
              <a:solidFill>
                <a:srgbClr val="000000"/>
              </a:solidFill>
              <a:latin typeface="Times New Roman" panose="02020603050405020304" pitchFamily="18" charset="0"/>
              <a:cs typeface="Times New Roman" panose="02020603050405020304" pitchFamily="18" charset="0"/>
            </a:endParaRPr>
          </a:p>
        </p:txBody>
      </p:sp>
      <p:sp>
        <p:nvSpPr>
          <p:cNvPr id="44048" name="Oval 54"/>
          <p:cNvSpPr>
            <a:spLocks noChangeArrowheads="1"/>
          </p:cNvSpPr>
          <p:nvPr/>
        </p:nvSpPr>
        <p:spPr bwMode="auto">
          <a:xfrm>
            <a:off x="3436938" y="5310188"/>
            <a:ext cx="650875" cy="563562"/>
          </a:xfrm>
          <a:prstGeom prst="ellipse">
            <a:avLst/>
          </a:prstGeom>
          <a:solidFill>
            <a:srgbClr val="FFFFFF"/>
          </a:solidFill>
          <a:ln w="1905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eaLnBrk="1" hangingPunct="1">
              <a:spcBef>
                <a:spcPct val="0"/>
              </a:spcBef>
              <a:buFontTx/>
              <a:buNone/>
            </a:pPr>
            <a:endParaRPr lang="en-GB" altLang="en-US" sz="1800">
              <a:solidFill>
                <a:srgbClr val="000000"/>
              </a:solidFill>
              <a:latin typeface="Times New Roman" panose="02020603050405020304" pitchFamily="18" charset="0"/>
              <a:cs typeface="Times New Roman" panose="02020603050405020304" pitchFamily="18" charset="0"/>
            </a:endParaRPr>
          </a:p>
        </p:txBody>
      </p:sp>
      <p:sp>
        <p:nvSpPr>
          <p:cNvPr id="44049" name="Oval 55"/>
          <p:cNvSpPr>
            <a:spLocks noChangeArrowheads="1"/>
          </p:cNvSpPr>
          <p:nvPr/>
        </p:nvSpPr>
        <p:spPr bwMode="auto">
          <a:xfrm>
            <a:off x="5259388" y="5310188"/>
            <a:ext cx="650875" cy="563562"/>
          </a:xfrm>
          <a:prstGeom prst="ellipse">
            <a:avLst/>
          </a:prstGeom>
          <a:solidFill>
            <a:srgbClr val="FFFFFF"/>
          </a:solidFill>
          <a:ln w="1905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eaLnBrk="1" hangingPunct="1">
              <a:spcBef>
                <a:spcPct val="0"/>
              </a:spcBef>
              <a:buFontTx/>
              <a:buNone/>
            </a:pPr>
            <a:endParaRPr lang="en-GB" altLang="en-US" sz="1800">
              <a:solidFill>
                <a:srgbClr val="000000"/>
              </a:solidFill>
              <a:latin typeface="Times New Roman" panose="02020603050405020304" pitchFamily="18" charset="0"/>
              <a:cs typeface="Times New Roman" panose="02020603050405020304" pitchFamily="18" charset="0"/>
            </a:endParaRPr>
          </a:p>
        </p:txBody>
      </p:sp>
      <p:sp>
        <p:nvSpPr>
          <p:cNvPr id="44050" name="Oval 56"/>
          <p:cNvSpPr>
            <a:spLocks noChangeArrowheads="1"/>
          </p:cNvSpPr>
          <p:nvPr/>
        </p:nvSpPr>
        <p:spPr bwMode="auto">
          <a:xfrm>
            <a:off x="7210425" y="5310188"/>
            <a:ext cx="650875" cy="563562"/>
          </a:xfrm>
          <a:prstGeom prst="ellipse">
            <a:avLst/>
          </a:prstGeom>
          <a:solidFill>
            <a:srgbClr val="FFFFFF"/>
          </a:solidFill>
          <a:ln w="1905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eaLnBrk="1" hangingPunct="1">
              <a:spcBef>
                <a:spcPct val="0"/>
              </a:spcBef>
              <a:buFontTx/>
              <a:buNone/>
            </a:pPr>
            <a:endParaRPr lang="en-GB" altLang="en-US" sz="1800">
              <a:solidFill>
                <a:srgbClr val="000000"/>
              </a:solidFill>
              <a:latin typeface="Times New Roman" panose="02020603050405020304" pitchFamily="18" charset="0"/>
              <a:cs typeface="Times New Roman" panose="02020603050405020304" pitchFamily="18" charset="0"/>
            </a:endParaRPr>
          </a:p>
        </p:txBody>
      </p:sp>
      <p:graphicFrame>
        <p:nvGraphicFramePr>
          <p:cNvPr id="44051" name="Object 2"/>
          <p:cNvGraphicFramePr>
            <a:graphicFrameLocks noChangeAspect="1"/>
          </p:cNvGraphicFramePr>
          <p:nvPr/>
        </p:nvGraphicFramePr>
        <p:xfrm>
          <a:off x="2787650" y="2605088"/>
          <a:ext cx="519113" cy="263525"/>
        </p:xfrm>
        <a:graphic>
          <a:graphicData uri="http://schemas.openxmlformats.org/presentationml/2006/ole">
            <mc:AlternateContent xmlns:mc="http://schemas.openxmlformats.org/markup-compatibility/2006">
              <mc:Choice xmlns:v="urn:schemas-microsoft-com:vml" Requires="v">
                <p:oleObj name="Equation" r:id="rId2" imgW="393529" imgH="228501" progId="">
                  <p:embed/>
                </p:oleObj>
              </mc:Choice>
              <mc:Fallback>
                <p:oleObj name="Equation" r:id="rId2" imgW="393529" imgH="228501" progId="">
                  <p:embed/>
                  <p:pic>
                    <p:nvPicPr>
                      <p:cNvPr id="44051"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7650" y="2605088"/>
                        <a:ext cx="519113"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52" name="Object 3"/>
          <p:cNvGraphicFramePr>
            <a:graphicFrameLocks noChangeAspect="1"/>
          </p:cNvGraphicFramePr>
          <p:nvPr/>
        </p:nvGraphicFramePr>
        <p:xfrm>
          <a:off x="4217988" y="2830513"/>
          <a:ext cx="520700" cy="252412"/>
        </p:xfrm>
        <a:graphic>
          <a:graphicData uri="http://schemas.openxmlformats.org/presentationml/2006/ole">
            <mc:AlternateContent xmlns:mc="http://schemas.openxmlformats.org/markup-compatibility/2006">
              <mc:Choice xmlns:v="urn:schemas-microsoft-com:vml" Requires="v">
                <p:oleObj name="Equation" r:id="rId4" imgW="406224" imgH="228501" progId="">
                  <p:embed/>
                </p:oleObj>
              </mc:Choice>
              <mc:Fallback>
                <p:oleObj name="Equation" r:id="rId4" imgW="406224" imgH="228501" progId="">
                  <p:embed/>
                  <p:pic>
                    <p:nvPicPr>
                      <p:cNvPr id="44052"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17988" y="2830513"/>
                        <a:ext cx="520700"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53" name="Object 4"/>
          <p:cNvGraphicFramePr>
            <a:graphicFrameLocks noChangeAspect="1"/>
          </p:cNvGraphicFramePr>
          <p:nvPr/>
        </p:nvGraphicFramePr>
        <p:xfrm>
          <a:off x="5259388" y="2943225"/>
          <a:ext cx="520700" cy="252413"/>
        </p:xfrm>
        <a:graphic>
          <a:graphicData uri="http://schemas.openxmlformats.org/presentationml/2006/ole">
            <mc:AlternateContent xmlns:mc="http://schemas.openxmlformats.org/markup-compatibility/2006">
              <mc:Choice xmlns:v="urn:schemas-microsoft-com:vml" Requires="v">
                <p:oleObj name="Equation" r:id="rId6" imgW="406224" imgH="228501" progId="">
                  <p:embed/>
                </p:oleObj>
              </mc:Choice>
              <mc:Fallback>
                <p:oleObj name="Equation" r:id="rId6" imgW="406224" imgH="228501" progId="">
                  <p:embed/>
                  <p:pic>
                    <p:nvPicPr>
                      <p:cNvPr id="44053"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59388" y="2943225"/>
                        <a:ext cx="520700"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54" name="Object 5"/>
          <p:cNvGraphicFramePr>
            <a:graphicFrameLocks noChangeAspect="1"/>
          </p:cNvGraphicFramePr>
          <p:nvPr/>
        </p:nvGraphicFramePr>
        <p:xfrm>
          <a:off x="6048375" y="2717800"/>
          <a:ext cx="504825" cy="252413"/>
        </p:xfrm>
        <a:graphic>
          <a:graphicData uri="http://schemas.openxmlformats.org/presentationml/2006/ole">
            <mc:AlternateContent xmlns:mc="http://schemas.openxmlformats.org/markup-compatibility/2006">
              <mc:Choice xmlns:v="urn:schemas-microsoft-com:vml" Requires="v">
                <p:oleObj name="Equation" r:id="rId8" imgW="406224" imgH="228501" progId="">
                  <p:embed/>
                </p:oleObj>
              </mc:Choice>
              <mc:Fallback>
                <p:oleObj name="Equation" r:id="rId8" imgW="406224" imgH="228501" progId="">
                  <p:embed/>
                  <p:pic>
                    <p:nvPicPr>
                      <p:cNvPr id="44054"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48375" y="2717800"/>
                        <a:ext cx="504825"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55" name="Object 6"/>
          <p:cNvGraphicFramePr>
            <a:graphicFrameLocks noChangeAspect="1"/>
          </p:cNvGraphicFramePr>
          <p:nvPr/>
        </p:nvGraphicFramePr>
        <p:xfrm>
          <a:off x="1876425" y="4521200"/>
          <a:ext cx="781050" cy="266700"/>
        </p:xfrm>
        <a:graphic>
          <a:graphicData uri="http://schemas.openxmlformats.org/presentationml/2006/ole">
            <mc:AlternateContent xmlns:mc="http://schemas.openxmlformats.org/markup-compatibility/2006">
              <mc:Choice xmlns:v="urn:schemas-microsoft-com:vml" Requires="v">
                <p:oleObj name="Equation" r:id="rId10" imgW="583947" imgH="228501" progId="">
                  <p:embed/>
                </p:oleObj>
              </mc:Choice>
              <mc:Fallback>
                <p:oleObj name="Equation" r:id="rId10" imgW="583947" imgH="228501" progId="">
                  <p:embed/>
                  <p:pic>
                    <p:nvPicPr>
                      <p:cNvPr id="44055"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76425" y="4521200"/>
                        <a:ext cx="78105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56" name="Object 7"/>
          <p:cNvGraphicFramePr>
            <a:graphicFrameLocks noChangeAspect="1"/>
          </p:cNvGraphicFramePr>
          <p:nvPr/>
        </p:nvGraphicFramePr>
        <p:xfrm>
          <a:off x="3827463" y="4521200"/>
          <a:ext cx="781050" cy="257175"/>
        </p:xfrm>
        <a:graphic>
          <a:graphicData uri="http://schemas.openxmlformats.org/presentationml/2006/ole">
            <mc:AlternateContent xmlns:mc="http://schemas.openxmlformats.org/markup-compatibility/2006">
              <mc:Choice xmlns:v="urn:schemas-microsoft-com:vml" Requires="v">
                <p:oleObj name="Equation" r:id="rId12" imgW="609600" imgH="228600" progId="">
                  <p:embed/>
                </p:oleObj>
              </mc:Choice>
              <mc:Fallback>
                <p:oleObj name="Equation" r:id="rId12" imgW="609600" imgH="228600" progId="">
                  <p:embed/>
                  <p:pic>
                    <p:nvPicPr>
                      <p:cNvPr id="44056"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27463" y="4521200"/>
                        <a:ext cx="781050"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57" name="Object 8"/>
          <p:cNvGraphicFramePr>
            <a:graphicFrameLocks noChangeAspect="1"/>
          </p:cNvGraphicFramePr>
          <p:nvPr/>
        </p:nvGraphicFramePr>
        <p:xfrm>
          <a:off x="5649913" y="4521200"/>
          <a:ext cx="781050" cy="257175"/>
        </p:xfrm>
        <a:graphic>
          <a:graphicData uri="http://schemas.openxmlformats.org/presentationml/2006/ole">
            <mc:AlternateContent xmlns:mc="http://schemas.openxmlformats.org/markup-compatibility/2006">
              <mc:Choice xmlns:v="urn:schemas-microsoft-com:vml" Requires="v">
                <p:oleObj name="Equation" r:id="rId14" imgW="596900" imgH="228600" progId="">
                  <p:embed/>
                </p:oleObj>
              </mc:Choice>
              <mc:Fallback>
                <p:oleObj name="Equation" r:id="rId14" imgW="596900" imgH="228600" progId="">
                  <p:embed/>
                  <p:pic>
                    <p:nvPicPr>
                      <p:cNvPr id="44057"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649913" y="4521200"/>
                        <a:ext cx="781050"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58" name="Object 9"/>
          <p:cNvGraphicFramePr>
            <a:graphicFrameLocks noChangeAspect="1"/>
          </p:cNvGraphicFramePr>
          <p:nvPr/>
        </p:nvGraphicFramePr>
        <p:xfrm>
          <a:off x="7600950" y="4521200"/>
          <a:ext cx="781050" cy="257175"/>
        </p:xfrm>
        <a:graphic>
          <a:graphicData uri="http://schemas.openxmlformats.org/presentationml/2006/ole">
            <mc:AlternateContent xmlns:mc="http://schemas.openxmlformats.org/markup-compatibility/2006">
              <mc:Choice xmlns:v="urn:schemas-microsoft-com:vml" Requires="v">
                <p:oleObj name="Equation" r:id="rId16" imgW="609600" imgH="228600" progId="">
                  <p:embed/>
                </p:oleObj>
              </mc:Choice>
              <mc:Fallback>
                <p:oleObj name="Equation" r:id="rId16" imgW="609600" imgH="228600" progId="">
                  <p:embed/>
                  <p:pic>
                    <p:nvPicPr>
                      <p:cNvPr id="44058"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600950" y="4521200"/>
                        <a:ext cx="781050"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59" name="Object 10"/>
          <p:cNvGraphicFramePr>
            <a:graphicFrameLocks noChangeAspect="1"/>
          </p:cNvGraphicFramePr>
          <p:nvPr/>
        </p:nvGraphicFramePr>
        <p:xfrm>
          <a:off x="1485900" y="5986463"/>
          <a:ext cx="650875" cy="300037"/>
        </p:xfrm>
        <a:graphic>
          <a:graphicData uri="http://schemas.openxmlformats.org/presentationml/2006/ole">
            <mc:AlternateContent xmlns:mc="http://schemas.openxmlformats.org/markup-compatibility/2006">
              <mc:Choice xmlns:v="urn:schemas-microsoft-com:vml" Requires="v">
                <p:oleObj name="Equation" r:id="rId18" imgW="431613" imgH="228501" progId="">
                  <p:embed/>
                </p:oleObj>
              </mc:Choice>
              <mc:Fallback>
                <p:oleObj name="Equation" r:id="rId18" imgW="431613" imgH="228501" progId="">
                  <p:embed/>
                  <p:pic>
                    <p:nvPicPr>
                      <p:cNvPr id="44059" name="Object 1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485900" y="5986463"/>
                        <a:ext cx="650875"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60" name="Object 11"/>
          <p:cNvGraphicFramePr>
            <a:graphicFrameLocks noChangeAspect="1"/>
          </p:cNvGraphicFramePr>
          <p:nvPr/>
        </p:nvGraphicFramePr>
        <p:xfrm>
          <a:off x="3436938" y="5986463"/>
          <a:ext cx="781050" cy="338137"/>
        </p:xfrm>
        <a:graphic>
          <a:graphicData uri="http://schemas.openxmlformats.org/presentationml/2006/ole">
            <mc:AlternateContent xmlns:mc="http://schemas.openxmlformats.org/markup-compatibility/2006">
              <mc:Choice xmlns:v="urn:schemas-microsoft-com:vml" Requires="v">
                <p:oleObj name="Equation" r:id="rId20" imgW="457200" imgH="228600" progId="">
                  <p:embed/>
                </p:oleObj>
              </mc:Choice>
              <mc:Fallback>
                <p:oleObj name="Equation" r:id="rId20" imgW="457200" imgH="228600" progId="">
                  <p:embed/>
                  <p:pic>
                    <p:nvPicPr>
                      <p:cNvPr id="44060" name="Object 1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436938" y="5986463"/>
                        <a:ext cx="7810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61" name="Object 12"/>
          <p:cNvGraphicFramePr>
            <a:graphicFrameLocks noChangeAspect="1"/>
          </p:cNvGraphicFramePr>
          <p:nvPr/>
        </p:nvGraphicFramePr>
        <p:xfrm>
          <a:off x="5259388" y="5986463"/>
          <a:ext cx="650875" cy="287337"/>
        </p:xfrm>
        <a:graphic>
          <a:graphicData uri="http://schemas.openxmlformats.org/presentationml/2006/ole">
            <mc:AlternateContent xmlns:mc="http://schemas.openxmlformats.org/markup-compatibility/2006">
              <mc:Choice xmlns:v="urn:schemas-microsoft-com:vml" Requires="v">
                <p:oleObj name="Equation" r:id="rId22" imgW="444307" imgH="228501" progId="">
                  <p:embed/>
                </p:oleObj>
              </mc:Choice>
              <mc:Fallback>
                <p:oleObj name="Equation" r:id="rId22" imgW="444307" imgH="228501" progId="">
                  <p:embed/>
                  <p:pic>
                    <p:nvPicPr>
                      <p:cNvPr id="44061" name="Object 1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259388" y="5986463"/>
                        <a:ext cx="650875"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62" name="Object 13"/>
          <p:cNvGraphicFramePr>
            <a:graphicFrameLocks noChangeAspect="1"/>
          </p:cNvGraphicFramePr>
          <p:nvPr/>
        </p:nvGraphicFramePr>
        <p:xfrm>
          <a:off x="7210425" y="5986463"/>
          <a:ext cx="781050" cy="338137"/>
        </p:xfrm>
        <a:graphic>
          <a:graphicData uri="http://schemas.openxmlformats.org/presentationml/2006/ole">
            <mc:AlternateContent xmlns:mc="http://schemas.openxmlformats.org/markup-compatibility/2006">
              <mc:Choice xmlns:v="urn:schemas-microsoft-com:vml" Requires="v">
                <p:oleObj name="Equation" r:id="rId24" imgW="457200" imgH="228600" progId="">
                  <p:embed/>
                </p:oleObj>
              </mc:Choice>
              <mc:Fallback>
                <p:oleObj name="Equation" r:id="rId24" imgW="457200" imgH="228600" progId="">
                  <p:embed/>
                  <p:pic>
                    <p:nvPicPr>
                      <p:cNvPr id="44062" name="Object 1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210425" y="5986463"/>
                        <a:ext cx="7810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itle 1"/>
          <p:cNvSpPr>
            <a:spLocks noGrp="1"/>
          </p:cNvSpPr>
          <p:nvPr>
            <p:ph type="title"/>
          </p:nvPr>
        </p:nvSpPr>
        <p:spPr>
          <a:xfrm>
            <a:off x="0" y="160569"/>
            <a:ext cx="7620000" cy="764364"/>
          </a:xfrm>
        </p:spPr>
        <p:txBody>
          <a:bodyPr>
            <a:noAutofit/>
          </a:bodyPr>
          <a:lstStyle/>
          <a:p>
            <a:pPr algn="l"/>
            <a:r>
              <a:rPr lang="en-US" dirty="0">
                <a:latin typeface="+mn-lt"/>
              </a:rPr>
              <a:t>The theorem of total probability</a:t>
            </a:r>
            <a:br>
              <a:rPr lang="en-US" dirty="0">
                <a:latin typeface="+mn-lt"/>
              </a:rPr>
            </a:br>
            <a:r>
              <a:rPr lang="en-US" dirty="0">
                <a:latin typeface="+mn-lt"/>
              </a:rPr>
              <a:t>(Tree Diagram)</a:t>
            </a:r>
            <a:endParaRPr lang="en-IN" dirty="0">
              <a:latin typeface="+mn-lt"/>
            </a:endParaRPr>
          </a:p>
        </p:txBody>
      </p:sp>
      <mc:AlternateContent xmlns:mc="http://schemas.openxmlformats.org/markup-compatibility/2006">
        <mc:Choice xmlns:p14="http://schemas.microsoft.com/office/powerpoint/2010/main" Requires="p14">
          <p:contentPart p14:bwMode="auto" r:id="rId26">
            <p14:nvContentPartPr>
              <p14:cNvPr id="3" name="Ink 2">
                <a:extLst>
                  <a:ext uri="{FF2B5EF4-FFF2-40B4-BE49-F238E27FC236}">
                    <a16:creationId xmlns:a16="http://schemas.microsoft.com/office/drawing/2014/main" id="{6B54181E-45DC-D2C3-5EC7-77B83BF538BD}"/>
                  </a:ext>
                </a:extLst>
              </p14:cNvPr>
              <p14:cNvContentPartPr/>
              <p14:nvPr/>
            </p14:nvContentPartPr>
            <p14:xfrm>
              <a:off x="1105108" y="2194859"/>
              <a:ext cx="3031920" cy="3353760"/>
            </p14:xfrm>
          </p:contentPart>
        </mc:Choice>
        <mc:Fallback>
          <p:pic>
            <p:nvPicPr>
              <p:cNvPr id="3" name="Ink 2">
                <a:extLst>
                  <a:ext uri="{FF2B5EF4-FFF2-40B4-BE49-F238E27FC236}">
                    <a16:creationId xmlns:a16="http://schemas.microsoft.com/office/drawing/2014/main" id="{6B54181E-45DC-D2C3-5EC7-77B83BF538BD}"/>
                  </a:ext>
                </a:extLst>
              </p:cNvPr>
              <p:cNvPicPr/>
              <p:nvPr/>
            </p:nvPicPr>
            <p:blipFill>
              <a:blip r:embed="rId27"/>
              <a:stretch>
                <a:fillRect/>
              </a:stretch>
            </p:blipFill>
            <p:spPr>
              <a:xfrm>
                <a:off x="1100788" y="2190539"/>
                <a:ext cx="3040560" cy="33624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4" name="Ink 3">
                <a:extLst>
                  <a:ext uri="{FF2B5EF4-FFF2-40B4-BE49-F238E27FC236}">
                    <a16:creationId xmlns:a16="http://schemas.microsoft.com/office/drawing/2014/main" id="{97966F7B-4715-FAC4-5B24-BB39D3B6828E}"/>
                  </a:ext>
                </a:extLst>
              </p14:cNvPr>
              <p14:cNvContentPartPr/>
              <p14:nvPr/>
            </p14:nvContentPartPr>
            <p14:xfrm>
              <a:off x="2182228" y="4958579"/>
              <a:ext cx="360" cy="360"/>
            </p14:xfrm>
          </p:contentPart>
        </mc:Choice>
        <mc:Fallback>
          <p:pic>
            <p:nvPicPr>
              <p:cNvPr id="4" name="Ink 3">
                <a:extLst>
                  <a:ext uri="{FF2B5EF4-FFF2-40B4-BE49-F238E27FC236}">
                    <a16:creationId xmlns:a16="http://schemas.microsoft.com/office/drawing/2014/main" id="{97966F7B-4715-FAC4-5B24-BB39D3B6828E}"/>
                  </a:ext>
                </a:extLst>
              </p:cNvPr>
              <p:cNvPicPr/>
              <p:nvPr/>
            </p:nvPicPr>
            <p:blipFill>
              <a:blip r:embed="rId29"/>
              <a:stretch>
                <a:fillRect/>
              </a:stretch>
            </p:blipFill>
            <p:spPr>
              <a:xfrm>
                <a:off x="2177908" y="4954259"/>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5" name="Ink 4">
                <a:extLst>
                  <a:ext uri="{FF2B5EF4-FFF2-40B4-BE49-F238E27FC236}">
                    <a16:creationId xmlns:a16="http://schemas.microsoft.com/office/drawing/2014/main" id="{BA8345E7-BA1E-8CB9-5BB1-B7DAADA35A04}"/>
                  </a:ext>
                </a:extLst>
              </p14:cNvPr>
              <p14:cNvContentPartPr/>
              <p14:nvPr/>
            </p14:nvContentPartPr>
            <p14:xfrm>
              <a:off x="4092748" y="4929419"/>
              <a:ext cx="6840" cy="14760"/>
            </p14:xfrm>
          </p:contentPart>
        </mc:Choice>
        <mc:Fallback>
          <p:pic>
            <p:nvPicPr>
              <p:cNvPr id="5" name="Ink 4">
                <a:extLst>
                  <a:ext uri="{FF2B5EF4-FFF2-40B4-BE49-F238E27FC236}">
                    <a16:creationId xmlns:a16="http://schemas.microsoft.com/office/drawing/2014/main" id="{BA8345E7-BA1E-8CB9-5BB1-B7DAADA35A04}"/>
                  </a:ext>
                </a:extLst>
              </p:cNvPr>
              <p:cNvPicPr/>
              <p:nvPr/>
            </p:nvPicPr>
            <p:blipFill>
              <a:blip r:embed="rId31"/>
              <a:stretch>
                <a:fillRect/>
              </a:stretch>
            </p:blipFill>
            <p:spPr>
              <a:xfrm>
                <a:off x="4088428" y="4925099"/>
                <a:ext cx="15480" cy="234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2" name="Ink 21">
                <a:extLst>
                  <a:ext uri="{FF2B5EF4-FFF2-40B4-BE49-F238E27FC236}">
                    <a16:creationId xmlns:a16="http://schemas.microsoft.com/office/drawing/2014/main" id="{1F90F7C8-D10B-BBF3-AFC9-B7C3D09E9300}"/>
                  </a:ext>
                </a:extLst>
              </p14:cNvPr>
              <p14:cNvContentPartPr/>
              <p14:nvPr/>
            </p14:nvContentPartPr>
            <p14:xfrm>
              <a:off x="1891708" y="4812779"/>
              <a:ext cx="847440" cy="720"/>
            </p14:xfrm>
          </p:contentPart>
        </mc:Choice>
        <mc:Fallback>
          <p:pic>
            <p:nvPicPr>
              <p:cNvPr id="22" name="Ink 21">
                <a:extLst>
                  <a:ext uri="{FF2B5EF4-FFF2-40B4-BE49-F238E27FC236}">
                    <a16:creationId xmlns:a16="http://schemas.microsoft.com/office/drawing/2014/main" id="{1F90F7C8-D10B-BBF3-AFC9-B7C3D09E9300}"/>
                  </a:ext>
                </a:extLst>
              </p:cNvPr>
              <p:cNvPicPr/>
              <p:nvPr/>
            </p:nvPicPr>
            <p:blipFill>
              <a:blip r:embed="rId33"/>
              <a:stretch>
                <a:fillRect/>
              </a:stretch>
            </p:blipFill>
            <p:spPr>
              <a:xfrm>
                <a:off x="1887028" y="4804139"/>
                <a:ext cx="85608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3" name="Ink 22">
                <a:extLst>
                  <a:ext uri="{FF2B5EF4-FFF2-40B4-BE49-F238E27FC236}">
                    <a16:creationId xmlns:a16="http://schemas.microsoft.com/office/drawing/2014/main" id="{44FEE637-2B05-A536-F176-721CA33818D4}"/>
                  </a:ext>
                </a:extLst>
              </p14:cNvPr>
              <p14:cNvContentPartPr/>
              <p14:nvPr/>
            </p14:nvContentPartPr>
            <p14:xfrm>
              <a:off x="3733828" y="2193059"/>
              <a:ext cx="404280" cy="73080"/>
            </p14:xfrm>
          </p:contentPart>
        </mc:Choice>
        <mc:Fallback>
          <p:pic>
            <p:nvPicPr>
              <p:cNvPr id="23" name="Ink 22">
                <a:extLst>
                  <a:ext uri="{FF2B5EF4-FFF2-40B4-BE49-F238E27FC236}">
                    <a16:creationId xmlns:a16="http://schemas.microsoft.com/office/drawing/2014/main" id="{44FEE637-2B05-A536-F176-721CA33818D4}"/>
                  </a:ext>
                </a:extLst>
              </p:cNvPr>
              <p:cNvPicPr/>
              <p:nvPr/>
            </p:nvPicPr>
            <p:blipFill>
              <a:blip r:embed="rId35"/>
              <a:stretch>
                <a:fillRect/>
              </a:stretch>
            </p:blipFill>
            <p:spPr>
              <a:xfrm>
                <a:off x="3729508" y="2188739"/>
                <a:ext cx="412920" cy="81720"/>
              </a:xfrm>
              <a:prstGeom prst="rect">
                <a:avLst/>
              </a:prstGeom>
            </p:spPr>
          </p:pic>
        </mc:Fallback>
      </mc:AlternateContent>
      <p:grpSp>
        <p:nvGrpSpPr>
          <p:cNvPr id="37" name="Group 36">
            <a:extLst>
              <a:ext uri="{FF2B5EF4-FFF2-40B4-BE49-F238E27FC236}">
                <a16:creationId xmlns:a16="http://schemas.microsoft.com/office/drawing/2014/main" id="{5FE776FD-289E-8C3A-CF62-4D57013EC8F8}"/>
              </a:ext>
            </a:extLst>
          </p:cNvPr>
          <p:cNvGrpSpPr/>
          <p:nvPr/>
        </p:nvGrpSpPr>
        <p:grpSpPr>
          <a:xfrm>
            <a:off x="297268" y="1119179"/>
            <a:ext cx="2869920" cy="1762920"/>
            <a:chOff x="297268" y="1119179"/>
            <a:chExt cx="2869920" cy="1762920"/>
          </a:xfrm>
        </p:grpSpPr>
        <mc:AlternateContent xmlns:mc="http://schemas.openxmlformats.org/markup-compatibility/2006">
          <mc:Choice xmlns:p14="http://schemas.microsoft.com/office/powerpoint/2010/main" Requires="p14">
            <p:contentPart p14:bwMode="auto" r:id="rId36">
              <p14:nvContentPartPr>
                <p14:cNvPr id="6" name="Ink 5">
                  <a:extLst>
                    <a:ext uri="{FF2B5EF4-FFF2-40B4-BE49-F238E27FC236}">
                      <a16:creationId xmlns:a16="http://schemas.microsoft.com/office/drawing/2014/main" id="{8835B9D7-FF62-0A30-3B34-DE4D492FB25B}"/>
                    </a:ext>
                  </a:extLst>
                </p14:cNvPr>
                <p14:cNvContentPartPr/>
                <p14:nvPr/>
              </p14:nvContentPartPr>
              <p14:xfrm>
                <a:off x="759508" y="2002979"/>
                <a:ext cx="125280" cy="534240"/>
              </p14:xfrm>
            </p:contentPart>
          </mc:Choice>
          <mc:Fallback>
            <p:pic>
              <p:nvPicPr>
                <p:cNvPr id="6" name="Ink 5">
                  <a:extLst>
                    <a:ext uri="{FF2B5EF4-FFF2-40B4-BE49-F238E27FC236}">
                      <a16:creationId xmlns:a16="http://schemas.microsoft.com/office/drawing/2014/main" id="{8835B9D7-FF62-0A30-3B34-DE4D492FB25B}"/>
                    </a:ext>
                  </a:extLst>
                </p:cNvPr>
                <p:cNvPicPr/>
                <p:nvPr/>
              </p:nvPicPr>
              <p:blipFill>
                <a:blip r:embed="rId37"/>
                <a:stretch>
                  <a:fillRect/>
                </a:stretch>
              </p:blipFill>
              <p:spPr>
                <a:xfrm>
                  <a:off x="755188" y="1998659"/>
                  <a:ext cx="133920" cy="5428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7" name="Ink 6">
                  <a:extLst>
                    <a:ext uri="{FF2B5EF4-FFF2-40B4-BE49-F238E27FC236}">
                      <a16:creationId xmlns:a16="http://schemas.microsoft.com/office/drawing/2014/main" id="{916778DA-0AF6-A296-C387-4A716D7AC687}"/>
                    </a:ext>
                  </a:extLst>
                </p14:cNvPr>
                <p14:cNvContentPartPr/>
                <p14:nvPr/>
              </p14:nvContentPartPr>
              <p14:xfrm>
                <a:off x="857788" y="1946819"/>
                <a:ext cx="301320" cy="608040"/>
              </p14:xfrm>
            </p:contentPart>
          </mc:Choice>
          <mc:Fallback>
            <p:pic>
              <p:nvPicPr>
                <p:cNvPr id="7" name="Ink 6">
                  <a:extLst>
                    <a:ext uri="{FF2B5EF4-FFF2-40B4-BE49-F238E27FC236}">
                      <a16:creationId xmlns:a16="http://schemas.microsoft.com/office/drawing/2014/main" id="{916778DA-0AF6-A296-C387-4A716D7AC687}"/>
                    </a:ext>
                  </a:extLst>
                </p:cNvPr>
                <p:cNvPicPr/>
                <p:nvPr/>
              </p:nvPicPr>
              <p:blipFill>
                <a:blip r:embed="rId39"/>
                <a:stretch>
                  <a:fillRect/>
                </a:stretch>
              </p:blipFill>
              <p:spPr>
                <a:xfrm>
                  <a:off x="853468" y="1942499"/>
                  <a:ext cx="309960" cy="6166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8" name="Ink 7">
                  <a:extLst>
                    <a:ext uri="{FF2B5EF4-FFF2-40B4-BE49-F238E27FC236}">
                      <a16:creationId xmlns:a16="http://schemas.microsoft.com/office/drawing/2014/main" id="{FE9C93D1-C2BA-8F89-4D9D-28D8EB2208E8}"/>
                    </a:ext>
                  </a:extLst>
                </p14:cNvPr>
                <p14:cNvContentPartPr/>
                <p14:nvPr/>
              </p14:nvContentPartPr>
              <p14:xfrm>
                <a:off x="1049308" y="2047259"/>
                <a:ext cx="135360" cy="415080"/>
              </p14:xfrm>
            </p:contentPart>
          </mc:Choice>
          <mc:Fallback>
            <p:pic>
              <p:nvPicPr>
                <p:cNvPr id="8" name="Ink 7">
                  <a:extLst>
                    <a:ext uri="{FF2B5EF4-FFF2-40B4-BE49-F238E27FC236}">
                      <a16:creationId xmlns:a16="http://schemas.microsoft.com/office/drawing/2014/main" id="{FE9C93D1-C2BA-8F89-4D9D-28D8EB2208E8}"/>
                    </a:ext>
                  </a:extLst>
                </p:cNvPr>
                <p:cNvPicPr/>
                <p:nvPr/>
              </p:nvPicPr>
              <p:blipFill>
                <a:blip r:embed="rId41"/>
                <a:stretch>
                  <a:fillRect/>
                </a:stretch>
              </p:blipFill>
              <p:spPr>
                <a:xfrm>
                  <a:off x="1044988" y="2042939"/>
                  <a:ext cx="144000" cy="4237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9" name="Ink 8">
                  <a:extLst>
                    <a:ext uri="{FF2B5EF4-FFF2-40B4-BE49-F238E27FC236}">
                      <a16:creationId xmlns:a16="http://schemas.microsoft.com/office/drawing/2014/main" id="{5943D920-0CDF-C49F-4D7F-4D7DC89460AD}"/>
                    </a:ext>
                  </a:extLst>
                </p14:cNvPr>
                <p14:cNvContentPartPr/>
                <p14:nvPr/>
              </p14:nvContentPartPr>
              <p14:xfrm>
                <a:off x="1063348" y="2284499"/>
                <a:ext cx="102240" cy="39240"/>
              </p14:xfrm>
            </p:contentPart>
          </mc:Choice>
          <mc:Fallback>
            <p:pic>
              <p:nvPicPr>
                <p:cNvPr id="9" name="Ink 8">
                  <a:extLst>
                    <a:ext uri="{FF2B5EF4-FFF2-40B4-BE49-F238E27FC236}">
                      <a16:creationId xmlns:a16="http://schemas.microsoft.com/office/drawing/2014/main" id="{5943D920-0CDF-C49F-4D7F-4D7DC89460AD}"/>
                    </a:ext>
                  </a:extLst>
                </p:cNvPr>
                <p:cNvPicPr/>
                <p:nvPr/>
              </p:nvPicPr>
              <p:blipFill>
                <a:blip r:embed="rId43"/>
                <a:stretch>
                  <a:fillRect/>
                </a:stretch>
              </p:blipFill>
              <p:spPr>
                <a:xfrm>
                  <a:off x="1059028" y="2280179"/>
                  <a:ext cx="110880" cy="478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10" name="Ink 9">
                  <a:extLst>
                    <a:ext uri="{FF2B5EF4-FFF2-40B4-BE49-F238E27FC236}">
                      <a16:creationId xmlns:a16="http://schemas.microsoft.com/office/drawing/2014/main" id="{E7F3CF22-8939-A7BB-054B-F55AA6633A9D}"/>
                    </a:ext>
                  </a:extLst>
                </p14:cNvPr>
                <p14:cNvContentPartPr/>
                <p14:nvPr/>
              </p14:nvContentPartPr>
              <p14:xfrm>
                <a:off x="1295548" y="2387459"/>
                <a:ext cx="15840" cy="155880"/>
              </p14:xfrm>
            </p:contentPart>
          </mc:Choice>
          <mc:Fallback>
            <p:pic>
              <p:nvPicPr>
                <p:cNvPr id="10" name="Ink 9">
                  <a:extLst>
                    <a:ext uri="{FF2B5EF4-FFF2-40B4-BE49-F238E27FC236}">
                      <a16:creationId xmlns:a16="http://schemas.microsoft.com/office/drawing/2014/main" id="{E7F3CF22-8939-A7BB-054B-F55AA6633A9D}"/>
                    </a:ext>
                  </a:extLst>
                </p:cNvPr>
                <p:cNvPicPr/>
                <p:nvPr/>
              </p:nvPicPr>
              <p:blipFill>
                <a:blip r:embed="rId45"/>
                <a:stretch>
                  <a:fillRect/>
                </a:stretch>
              </p:blipFill>
              <p:spPr>
                <a:xfrm>
                  <a:off x="1291228" y="2383139"/>
                  <a:ext cx="24480" cy="1645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11" name="Ink 10">
                  <a:extLst>
                    <a:ext uri="{FF2B5EF4-FFF2-40B4-BE49-F238E27FC236}">
                      <a16:creationId xmlns:a16="http://schemas.microsoft.com/office/drawing/2014/main" id="{837BB664-089A-1C94-7812-45618C489D72}"/>
                    </a:ext>
                  </a:extLst>
                </p14:cNvPr>
                <p14:cNvContentPartPr/>
                <p14:nvPr/>
              </p14:nvContentPartPr>
              <p14:xfrm>
                <a:off x="1316068" y="1968779"/>
                <a:ext cx="146880" cy="913320"/>
              </p14:xfrm>
            </p:contentPart>
          </mc:Choice>
          <mc:Fallback>
            <p:pic>
              <p:nvPicPr>
                <p:cNvPr id="11" name="Ink 10">
                  <a:extLst>
                    <a:ext uri="{FF2B5EF4-FFF2-40B4-BE49-F238E27FC236}">
                      <a16:creationId xmlns:a16="http://schemas.microsoft.com/office/drawing/2014/main" id="{837BB664-089A-1C94-7812-45618C489D72}"/>
                    </a:ext>
                  </a:extLst>
                </p:cNvPr>
                <p:cNvPicPr/>
                <p:nvPr/>
              </p:nvPicPr>
              <p:blipFill>
                <a:blip r:embed="rId47"/>
                <a:stretch>
                  <a:fillRect/>
                </a:stretch>
              </p:blipFill>
              <p:spPr>
                <a:xfrm>
                  <a:off x="1311748" y="1964459"/>
                  <a:ext cx="155520" cy="92196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12" name="Ink 11">
                  <a:extLst>
                    <a:ext uri="{FF2B5EF4-FFF2-40B4-BE49-F238E27FC236}">
                      <a16:creationId xmlns:a16="http://schemas.microsoft.com/office/drawing/2014/main" id="{47959336-8812-0EDB-3889-BD65B1D7D4C4}"/>
                    </a:ext>
                  </a:extLst>
                </p14:cNvPr>
                <p14:cNvContentPartPr/>
                <p14:nvPr/>
              </p14:nvContentPartPr>
              <p14:xfrm>
                <a:off x="1567708" y="2089019"/>
                <a:ext cx="72360" cy="347760"/>
              </p14:xfrm>
            </p:contentPart>
          </mc:Choice>
          <mc:Fallback>
            <p:pic>
              <p:nvPicPr>
                <p:cNvPr id="12" name="Ink 11">
                  <a:extLst>
                    <a:ext uri="{FF2B5EF4-FFF2-40B4-BE49-F238E27FC236}">
                      <a16:creationId xmlns:a16="http://schemas.microsoft.com/office/drawing/2014/main" id="{47959336-8812-0EDB-3889-BD65B1D7D4C4}"/>
                    </a:ext>
                  </a:extLst>
                </p:cNvPr>
                <p:cNvPicPr/>
                <p:nvPr/>
              </p:nvPicPr>
              <p:blipFill>
                <a:blip r:embed="rId49"/>
                <a:stretch>
                  <a:fillRect/>
                </a:stretch>
              </p:blipFill>
              <p:spPr>
                <a:xfrm>
                  <a:off x="1563388" y="2084699"/>
                  <a:ext cx="81000" cy="3564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13" name="Ink 12">
                  <a:extLst>
                    <a:ext uri="{FF2B5EF4-FFF2-40B4-BE49-F238E27FC236}">
                      <a16:creationId xmlns:a16="http://schemas.microsoft.com/office/drawing/2014/main" id="{6930FD81-2AC2-8E6D-2472-F3A6E0386536}"/>
                    </a:ext>
                  </a:extLst>
                </p14:cNvPr>
                <p14:cNvContentPartPr/>
                <p14:nvPr/>
              </p14:nvContentPartPr>
              <p14:xfrm>
                <a:off x="1717108" y="1944659"/>
                <a:ext cx="212760" cy="641520"/>
              </p14:xfrm>
            </p:contentPart>
          </mc:Choice>
          <mc:Fallback>
            <p:pic>
              <p:nvPicPr>
                <p:cNvPr id="13" name="Ink 12">
                  <a:extLst>
                    <a:ext uri="{FF2B5EF4-FFF2-40B4-BE49-F238E27FC236}">
                      <a16:creationId xmlns:a16="http://schemas.microsoft.com/office/drawing/2014/main" id="{6930FD81-2AC2-8E6D-2472-F3A6E0386536}"/>
                    </a:ext>
                  </a:extLst>
                </p:cNvPr>
                <p:cNvPicPr/>
                <p:nvPr/>
              </p:nvPicPr>
              <p:blipFill>
                <a:blip r:embed="rId51"/>
                <a:stretch>
                  <a:fillRect/>
                </a:stretch>
              </p:blipFill>
              <p:spPr>
                <a:xfrm>
                  <a:off x="1712788" y="1940339"/>
                  <a:ext cx="221400" cy="6501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14" name="Ink 13">
                  <a:extLst>
                    <a:ext uri="{FF2B5EF4-FFF2-40B4-BE49-F238E27FC236}">
                      <a16:creationId xmlns:a16="http://schemas.microsoft.com/office/drawing/2014/main" id="{C78A4840-7CF7-A5DB-0E49-13C80AF08027}"/>
                    </a:ext>
                  </a:extLst>
                </p14:cNvPr>
                <p14:cNvContentPartPr/>
                <p14:nvPr/>
              </p14:nvContentPartPr>
              <p14:xfrm>
                <a:off x="1888828" y="1997579"/>
                <a:ext cx="214200" cy="376200"/>
              </p14:xfrm>
            </p:contentPart>
          </mc:Choice>
          <mc:Fallback>
            <p:pic>
              <p:nvPicPr>
                <p:cNvPr id="14" name="Ink 13">
                  <a:extLst>
                    <a:ext uri="{FF2B5EF4-FFF2-40B4-BE49-F238E27FC236}">
                      <a16:creationId xmlns:a16="http://schemas.microsoft.com/office/drawing/2014/main" id="{C78A4840-7CF7-A5DB-0E49-13C80AF08027}"/>
                    </a:ext>
                  </a:extLst>
                </p:cNvPr>
                <p:cNvPicPr/>
                <p:nvPr/>
              </p:nvPicPr>
              <p:blipFill>
                <a:blip r:embed="rId53"/>
                <a:stretch>
                  <a:fillRect/>
                </a:stretch>
              </p:blipFill>
              <p:spPr>
                <a:xfrm>
                  <a:off x="1884508" y="1993259"/>
                  <a:ext cx="222840" cy="3848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15" name="Ink 14">
                  <a:extLst>
                    <a:ext uri="{FF2B5EF4-FFF2-40B4-BE49-F238E27FC236}">
                      <a16:creationId xmlns:a16="http://schemas.microsoft.com/office/drawing/2014/main" id="{4875DCBD-C3B5-A534-6ACB-5C35D71F81F6}"/>
                    </a:ext>
                  </a:extLst>
                </p14:cNvPr>
                <p14:cNvContentPartPr/>
                <p14:nvPr/>
              </p14:nvContentPartPr>
              <p14:xfrm>
                <a:off x="2036428" y="1876619"/>
                <a:ext cx="271440" cy="743400"/>
              </p14:xfrm>
            </p:contentPart>
          </mc:Choice>
          <mc:Fallback>
            <p:pic>
              <p:nvPicPr>
                <p:cNvPr id="15" name="Ink 14">
                  <a:extLst>
                    <a:ext uri="{FF2B5EF4-FFF2-40B4-BE49-F238E27FC236}">
                      <a16:creationId xmlns:a16="http://schemas.microsoft.com/office/drawing/2014/main" id="{4875DCBD-C3B5-A534-6ACB-5C35D71F81F6}"/>
                    </a:ext>
                  </a:extLst>
                </p:cNvPr>
                <p:cNvPicPr/>
                <p:nvPr/>
              </p:nvPicPr>
              <p:blipFill>
                <a:blip r:embed="rId55"/>
                <a:stretch>
                  <a:fillRect/>
                </a:stretch>
              </p:blipFill>
              <p:spPr>
                <a:xfrm>
                  <a:off x="2032108" y="1872299"/>
                  <a:ext cx="280080" cy="75204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16" name="Ink 15">
                  <a:extLst>
                    <a:ext uri="{FF2B5EF4-FFF2-40B4-BE49-F238E27FC236}">
                      <a16:creationId xmlns:a16="http://schemas.microsoft.com/office/drawing/2014/main" id="{D168F9F5-5AEC-325B-BF68-A779A6E8D272}"/>
                    </a:ext>
                  </a:extLst>
                </p14:cNvPr>
                <p14:cNvContentPartPr/>
                <p14:nvPr/>
              </p14:nvContentPartPr>
              <p14:xfrm>
                <a:off x="2295628" y="2067059"/>
                <a:ext cx="162360" cy="412920"/>
              </p14:xfrm>
            </p:contentPart>
          </mc:Choice>
          <mc:Fallback>
            <p:pic>
              <p:nvPicPr>
                <p:cNvPr id="16" name="Ink 15">
                  <a:extLst>
                    <a:ext uri="{FF2B5EF4-FFF2-40B4-BE49-F238E27FC236}">
                      <a16:creationId xmlns:a16="http://schemas.microsoft.com/office/drawing/2014/main" id="{D168F9F5-5AEC-325B-BF68-A779A6E8D272}"/>
                    </a:ext>
                  </a:extLst>
                </p:cNvPr>
                <p:cNvPicPr/>
                <p:nvPr/>
              </p:nvPicPr>
              <p:blipFill>
                <a:blip r:embed="rId57"/>
                <a:stretch>
                  <a:fillRect/>
                </a:stretch>
              </p:blipFill>
              <p:spPr>
                <a:xfrm>
                  <a:off x="2291308" y="2062739"/>
                  <a:ext cx="171000" cy="4215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17" name="Ink 16">
                  <a:extLst>
                    <a:ext uri="{FF2B5EF4-FFF2-40B4-BE49-F238E27FC236}">
                      <a16:creationId xmlns:a16="http://schemas.microsoft.com/office/drawing/2014/main" id="{AEDD87DE-11F1-95B3-3710-D49F38B98F66}"/>
                    </a:ext>
                  </a:extLst>
                </p14:cNvPr>
                <p14:cNvContentPartPr/>
                <p14:nvPr/>
              </p14:nvContentPartPr>
              <p14:xfrm>
                <a:off x="2346028" y="2260019"/>
                <a:ext cx="114120" cy="36360"/>
              </p14:xfrm>
            </p:contentPart>
          </mc:Choice>
          <mc:Fallback>
            <p:pic>
              <p:nvPicPr>
                <p:cNvPr id="17" name="Ink 16">
                  <a:extLst>
                    <a:ext uri="{FF2B5EF4-FFF2-40B4-BE49-F238E27FC236}">
                      <a16:creationId xmlns:a16="http://schemas.microsoft.com/office/drawing/2014/main" id="{AEDD87DE-11F1-95B3-3710-D49F38B98F66}"/>
                    </a:ext>
                  </a:extLst>
                </p:cNvPr>
                <p:cNvPicPr/>
                <p:nvPr/>
              </p:nvPicPr>
              <p:blipFill>
                <a:blip r:embed="rId59"/>
                <a:stretch>
                  <a:fillRect/>
                </a:stretch>
              </p:blipFill>
              <p:spPr>
                <a:xfrm>
                  <a:off x="2341708" y="2255699"/>
                  <a:ext cx="122760" cy="450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18" name="Ink 17">
                  <a:extLst>
                    <a:ext uri="{FF2B5EF4-FFF2-40B4-BE49-F238E27FC236}">
                      <a16:creationId xmlns:a16="http://schemas.microsoft.com/office/drawing/2014/main" id="{090246DF-C4B9-0DF8-6B9E-DB250ACD3AC1}"/>
                    </a:ext>
                  </a:extLst>
                </p14:cNvPr>
                <p14:cNvContentPartPr/>
                <p14:nvPr/>
              </p14:nvContentPartPr>
              <p14:xfrm>
                <a:off x="2531788" y="2277659"/>
                <a:ext cx="50760" cy="156600"/>
              </p14:xfrm>
            </p:contentPart>
          </mc:Choice>
          <mc:Fallback>
            <p:pic>
              <p:nvPicPr>
                <p:cNvPr id="18" name="Ink 17">
                  <a:extLst>
                    <a:ext uri="{FF2B5EF4-FFF2-40B4-BE49-F238E27FC236}">
                      <a16:creationId xmlns:a16="http://schemas.microsoft.com/office/drawing/2014/main" id="{090246DF-C4B9-0DF8-6B9E-DB250ACD3AC1}"/>
                    </a:ext>
                  </a:extLst>
                </p:cNvPr>
                <p:cNvPicPr/>
                <p:nvPr/>
              </p:nvPicPr>
              <p:blipFill>
                <a:blip r:embed="rId61"/>
                <a:stretch>
                  <a:fillRect/>
                </a:stretch>
              </p:blipFill>
              <p:spPr>
                <a:xfrm>
                  <a:off x="2527468" y="2273339"/>
                  <a:ext cx="59400" cy="16524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19" name="Ink 18">
                  <a:extLst>
                    <a:ext uri="{FF2B5EF4-FFF2-40B4-BE49-F238E27FC236}">
                      <a16:creationId xmlns:a16="http://schemas.microsoft.com/office/drawing/2014/main" id="{E77BCE14-F1AA-75CF-7B28-EF553D4F3C16}"/>
                    </a:ext>
                  </a:extLst>
                </p14:cNvPr>
                <p14:cNvContentPartPr/>
                <p14:nvPr/>
              </p14:nvContentPartPr>
              <p14:xfrm>
                <a:off x="2577148" y="1781219"/>
                <a:ext cx="197640" cy="849960"/>
              </p14:xfrm>
            </p:contentPart>
          </mc:Choice>
          <mc:Fallback>
            <p:pic>
              <p:nvPicPr>
                <p:cNvPr id="19" name="Ink 18">
                  <a:extLst>
                    <a:ext uri="{FF2B5EF4-FFF2-40B4-BE49-F238E27FC236}">
                      <a16:creationId xmlns:a16="http://schemas.microsoft.com/office/drawing/2014/main" id="{E77BCE14-F1AA-75CF-7B28-EF553D4F3C16}"/>
                    </a:ext>
                  </a:extLst>
                </p:cNvPr>
                <p:cNvPicPr/>
                <p:nvPr/>
              </p:nvPicPr>
              <p:blipFill>
                <a:blip r:embed="rId63"/>
                <a:stretch>
                  <a:fillRect/>
                </a:stretch>
              </p:blipFill>
              <p:spPr>
                <a:xfrm>
                  <a:off x="2572828" y="1776899"/>
                  <a:ext cx="206280" cy="8586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24" name="Ink 23">
                  <a:extLst>
                    <a:ext uri="{FF2B5EF4-FFF2-40B4-BE49-F238E27FC236}">
                      <a16:creationId xmlns:a16="http://schemas.microsoft.com/office/drawing/2014/main" id="{2510B007-5702-00BD-8D1B-62F71060ECCB}"/>
                    </a:ext>
                  </a:extLst>
                </p14:cNvPr>
                <p14:cNvContentPartPr/>
                <p14:nvPr/>
              </p14:nvContentPartPr>
              <p14:xfrm>
                <a:off x="297268" y="1453619"/>
                <a:ext cx="121320" cy="493200"/>
              </p14:xfrm>
            </p:contentPart>
          </mc:Choice>
          <mc:Fallback>
            <p:pic>
              <p:nvPicPr>
                <p:cNvPr id="24" name="Ink 23">
                  <a:extLst>
                    <a:ext uri="{FF2B5EF4-FFF2-40B4-BE49-F238E27FC236}">
                      <a16:creationId xmlns:a16="http://schemas.microsoft.com/office/drawing/2014/main" id="{2510B007-5702-00BD-8D1B-62F71060ECCB}"/>
                    </a:ext>
                  </a:extLst>
                </p:cNvPr>
                <p:cNvPicPr/>
                <p:nvPr/>
              </p:nvPicPr>
              <p:blipFill>
                <a:blip r:embed="rId65"/>
                <a:stretch>
                  <a:fillRect/>
                </a:stretch>
              </p:blipFill>
              <p:spPr>
                <a:xfrm>
                  <a:off x="292948" y="1449299"/>
                  <a:ext cx="129960" cy="50184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25" name="Ink 24">
                  <a:extLst>
                    <a:ext uri="{FF2B5EF4-FFF2-40B4-BE49-F238E27FC236}">
                      <a16:creationId xmlns:a16="http://schemas.microsoft.com/office/drawing/2014/main" id="{E9B4F47A-A041-CE6F-7823-494365D0E10B}"/>
                    </a:ext>
                  </a:extLst>
                </p14:cNvPr>
                <p14:cNvContentPartPr/>
                <p14:nvPr/>
              </p14:nvContentPartPr>
              <p14:xfrm>
                <a:off x="492028" y="1329779"/>
                <a:ext cx="338040" cy="375840"/>
              </p14:xfrm>
            </p:contentPart>
          </mc:Choice>
          <mc:Fallback>
            <p:pic>
              <p:nvPicPr>
                <p:cNvPr id="25" name="Ink 24">
                  <a:extLst>
                    <a:ext uri="{FF2B5EF4-FFF2-40B4-BE49-F238E27FC236}">
                      <a16:creationId xmlns:a16="http://schemas.microsoft.com/office/drawing/2014/main" id="{E9B4F47A-A041-CE6F-7823-494365D0E10B}"/>
                    </a:ext>
                  </a:extLst>
                </p:cNvPr>
                <p:cNvPicPr/>
                <p:nvPr/>
              </p:nvPicPr>
              <p:blipFill>
                <a:blip r:embed="rId67"/>
                <a:stretch>
                  <a:fillRect/>
                </a:stretch>
              </p:blipFill>
              <p:spPr>
                <a:xfrm>
                  <a:off x="487708" y="1325459"/>
                  <a:ext cx="346680" cy="38448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26" name="Ink 25">
                  <a:extLst>
                    <a:ext uri="{FF2B5EF4-FFF2-40B4-BE49-F238E27FC236}">
                      <a16:creationId xmlns:a16="http://schemas.microsoft.com/office/drawing/2014/main" id="{0C1FF3E0-C2C9-36CC-31D7-6129D44363A8}"/>
                    </a:ext>
                  </a:extLst>
                </p14:cNvPr>
                <p14:cNvContentPartPr/>
                <p14:nvPr/>
              </p14:nvContentPartPr>
              <p14:xfrm>
                <a:off x="809188" y="1329419"/>
                <a:ext cx="218160" cy="276480"/>
              </p14:xfrm>
            </p:contentPart>
          </mc:Choice>
          <mc:Fallback>
            <p:pic>
              <p:nvPicPr>
                <p:cNvPr id="26" name="Ink 25">
                  <a:extLst>
                    <a:ext uri="{FF2B5EF4-FFF2-40B4-BE49-F238E27FC236}">
                      <a16:creationId xmlns:a16="http://schemas.microsoft.com/office/drawing/2014/main" id="{0C1FF3E0-C2C9-36CC-31D7-6129D44363A8}"/>
                    </a:ext>
                  </a:extLst>
                </p:cNvPr>
                <p:cNvPicPr/>
                <p:nvPr/>
              </p:nvPicPr>
              <p:blipFill>
                <a:blip r:embed="rId69"/>
                <a:stretch>
                  <a:fillRect/>
                </a:stretch>
              </p:blipFill>
              <p:spPr>
                <a:xfrm>
                  <a:off x="804868" y="1325099"/>
                  <a:ext cx="226800" cy="28512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27" name="Ink 26">
                  <a:extLst>
                    <a:ext uri="{FF2B5EF4-FFF2-40B4-BE49-F238E27FC236}">
                      <a16:creationId xmlns:a16="http://schemas.microsoft.com/office/drawing/2014/main" id="{77D33759-3C3F-7DBA-0EE6-961FAB209526}"/>
                    </a:ext>
                  </a:extLst>
                </p14:cNvPr>
                <p14:cNvContentPartPr/>
                <p14:nvPr/>
              </p14:nvContentPartPr>
              <p14:xfrm>
                <a:off x="1160548" y="1469819"/>
                <a:ext cx="98640" cy="372240"/>
              </p14:xfrm>
            </p:contentPart>
          </mc:Choice>
          <mc:Fallback>
            <p:pic>
              <p:nvPicPr>
                <p:cNvPr id="27" name="Ink 26">
                  <a:extLst>
                    <a:ext uri="{FF2B5EF4-FFF2-40B4-BE49-F238E27FC236}">
                      <a16:creationId xmlns:a16="http://schemas.microsoft.com/office/drawing/2014/main" id="{77D33759-3C3F-7DBA-0EE6-961FAB209526}"/>
                    </a:ext>
                  </a:extLst>
                </p:cNvPr>
                <p:cNvPicPr/>
                <p:nvPr/>
              </p:nvPicPr>
              <p:blipFill>
                <a:blip r:embed="rId71"/>
                <a:stretch>
                  <a:fillRect/>
                </a:stretch>
              </p:blipFill>
              <p:spPr>
                <a:xfrm>
                  <a:off x="1156228" y="1465499"/>
                  <a:ext cx="107280" cy="38088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28" name="Ink 27">
                  <a:extLst>
                    <a:ext uri="{FF2B5EF4-FFF2-40B4-BE49-F238E27FC236}">
                      <a16:creationId xmlns:a16="http://schemas.microsoft.com/office/drawing/2014/main" id="{DEC16D63-256B-DC12-ECD4-B9C1B78A7330}"/>
                    </a:ext>
                  </a:extLst>
                </p14:cNvPr>
                <p14:cNvContentPartPr/>
                <p14:nvPr/>
              </p14:nvContentPartPr>
              <p14:xfrm>
                <a:off x="1370068" y="1409339"/>
                <a:ext cx="135360" cy="145080"/>
              </p14:xfrm>
            </p:contentPart>
          </mc:Choice>
          <mc:Fallback>
            <p:pic>
              <p:nvPicPr>
                <p:cNvPr id="28" name="Ink 27">
                  <a:extLst>
                    <a:ext uri="{FF2B5EF4-FFF2-40B4-BE49-F238E27FC236}">
                      <a16:creationId xmlns:a16="http://schemas.microsoft.com/office/drawing/2014/main" id="{DEC16D63-256B-DC12-ECD4-B9C1B78A7330}"/>
                    </a:ext>
                  </a:extLst>
                </p:cNvPr>
                <p:cNvPicPr/>
                <p:nvPr/>
              </p:nvPicPr>
              <p:blipFill>
                <a:blip r:embed="rId73"/>
                <a:stretch>
                  <a:fillRect/>
                </a:stretch>
              </p:blipFill>
              <p:spPr>
                <a:xfrm>
                  <a:off x="1365748" y="1405019"/>
                  <a:ext cx="144000" cy="15372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29" name="Ink 28">
                  <a:extLst>
                    <a:ext uri="{FF2B5EF4-FFF2-40B4-BE49-F238E27FC236}">
                      <a16:creationId xmlns:a16="http://schemas.microsoft.com/office/drawing/2014/main" id="{0F31BF47-7EEF-9572-3757-173EE7A7F20B}"/>
                    </a:ext>
                  </a:extLst>
                </p14:cNvPr>
                <p14:cNvContentPartPr/>
                <p14:nvPr/>
              </p14:nvContentPartPr>
              <p14:xfrm>
                <a:off x="1515868" y="1245179"/>
                <a:ext cx="257760" cy="366480"/>
              </p14:xfrm>
            </p:contentPart>
          </mc:Choice>
          <mc:Fallback>
            <p:pic>
              <p:nvPicPr>
                <p:cNvPr id="29" name="Ink 28">
                  <a:extLst>
                    <a:ext uri="{FF2B5EF4-FFF2-40B4-BE49-F238E27FC236}">
                      <a16:creationId xmlns:a16="http://schemas.microsoft.com/office/drawing/2014/main" id="{0F31BF47-7EEF-9572-3757-173EE7A7F20B}"/>
                    </a:ext>
                  </a:extLst>
                </p:cNvPr>
                <p:cNvPicPr/>
                <p:nvPr/>
              </p:nvPicPr>
              <p:blipFill>
                <a:blip r:embed="rId75"/>
                <a:stretch>
                  <a:fillRect/>
                </a:stretch>
              </p:blipFill>
              <p:spPr>
                <a:xfrm>
                  <a:off x="1511548" y="1240859"/>
                  <a:ext cx="266400" cy="37512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30" name="Ink 29">
                  <a:extLst>
                    <a:ext uri="{FF2B5EF4-FFF2-40B4-BE49-F238E27FC236}">
                      <a16:creationId xmlns:a16="http://schemas.microsoft.com/office/drawing/2014/main" id="{DB14BF47-E49F-3903-7AB3-B04F29CA0DE1}"/>
                    </a:ext>
                  </a:extLst>
                </p14:cNvPr>
                <p14:cNvContentPartPr/>
                <p14:nvPr/>
              </p14:nvContentPartPr>
              <p14:xfrm>
                <a:off x="1894588" y="1276859"/>
                <a:ext cx="426600" cy="319320"/>
              </p14:xfrm>
            </p:contentPart>
          </mc:Choice>
          <mc:Fallback>
            <p:pic>
              <p:nvPicPr>
                <p:cNvPr id="30" name="Ink 29">
                  <a:extLst>
                    <a:ext uri="{FF2B5EF4-FFF2-40B4-BE49-F238E27FC236}">
                      <a16:creationId xmlns:a16="http://schemas.microsoft.com/office/drawing/2014/main" id="{DB14BF47-E49F-3903-7AB3-B04F29CA0DE1}"/>
                    </a:ext>
                  </a:extLst>
                </p:cNvPr>
                <p:cNvPicPr/>
                <p:nvPr/>
              </p:nvPicPr>
              <p:blipFill>
                <a:blip r:embed="rId77"/>
                <a:stretch>
                  <a:fillRect/>
                </a:stretch>
              </p:blipFill>
              <p:spPr>
                <a:xfrm>
                  <a:off x="1890268" y="1272539"/>
                  <a:ext cx="435240" cy="32796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31" name="Ink 30">
                  <a:extLst>
                    <a:ext uri="{FF2B5EF4-FFF2-40B4-BE49-F238E27FC236}">
                      <a16:creationId xmlns:a16="http://schemas.microsoft.com/office/drawing/2014/main" id="{1AB4E9B7-1F74-173C-7B55-872157327F45}"/>
                    </a:ext>
                  </a:extLst>
                </p14:cNvPr>
                <p14:cNvContentPartPr/>
                <p14:nvPr/>
              </p14:nvContentPartPr>
              <p14:xfrm>
                <a:off x="2389948" y="1483139"/>
                <a:ext cx="18720" cy="79920"/>
              </p14:xfrm>
            </p:contentPart>
          </mc:Choice>
          <mc:Fallback>
            <p:pic>
              <p:nvPicPr>
                <p:cNvPr id="31" name="Ink 30">
                  <a:extLst>
                    <a:ext uri="{FF2B5EF4-FFF2-40B4-BE49-F238E27FC236}">
                      <a16:creationId xmlns:a16="http://schemas.microsoft.com/office/drawing/2014/main" id="{1AB4E9B7-1F74-173C-7B55-872157327F45}"/>
                    </a:ext>
                  </a:extLst>
                </p:cNvPr>
                <p:cNvPicPr/>
                <p:nvPr/>
              </p:nvPicPr>
              <p:blipFill>
                <a:blip r:embed="rId79"/>
                <a:stretch>
                  <a:fillRect/>
                </a:stretch>
              </p:blipFill>
              <p:spPr>
                <a:xfrm>
                  <a:off x="2385628" y="1478819"/>
                  <a:ext cx="27360" cy="8856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32" name="Ink 31">
                  <a:extLst>
                    <a:ext uri="{FF2B5EF4-FFF2-40B4-BE49-F238E27FC236}">
                      <a16:creationId xmlns:a16="http://schemas.microsoft.com/office/drawing/2014/main" id="{3D745F17-4C52-ED63-3A9B-1800D451013D}"/>
                    </a:ext>
                  </a:extLst>
                </p14:cNvPr>
                <p14:cNvContentPartPr/>
                <p14:nvPr/>
              </p14:nvContentPartPr>
              <p14:xfrm>
                <a:off x="2558428" y="1119179"/>
                <a:ext cx="608760" cy="560520"/>
              </p14:xfrm>
            </p:contentPart>
          </mc:Choice>
          <mc:Fallback>
            <p:pic>
              <p:nvPicPr>
                <p:cNvPr id="32" name="Ink 31">
                  <a:extLst>
                    <a:ext uri="{FF2B5EF4-FFF2-40B4-BE49-F238E27FC236}">
                      <a16:creationId xmlns:a16="http://schemas.microsoft.com/office/drawing/2014/main" id="{3D745F17-4C52-ED63-3A9B-1800D451013D}"/>
                    </a:ext>
                  </a:extLst>
                </p:cNvPr>
                <p:cNvPicPr/>
                <p:nvPr/>
              </p:nvPicPr>
              <p:blipFill>
                <a:blip r:embed="rId81"/>
                <a:stretch>
                  <a:fillRect/>
                </a:stretch>
              </p:blipFill>
              <p:spPr>
                <a:xfrm>
                  <a:off x="2554108" y="1114859"/>
                  <a:ext cx="617400" cy="56916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33" name="Ink 32">
                  <a:extLst>
                    <a:ext uri="{FF2B5EF4-FFF2-40B4-BE49-F238E27FC236}">
                      <a16:creationId xmlns:a16="http://schemas.microsoft.com/office/drawing/2014/main" id="{B7A75159-2601-4831-98A2-8CECE1099EA7}"/>
                    </a:ext>
                  </a:extLst>
                </p14:cNvPr>
                <p14:cNvContentPartPr/>
                <p14:nvPr/>
              </p14:nvContentPartPr>
              <p14:xfrm>
                <a:off x="2971708" y="1183259"/>
                <a:ext cx="103320" cy="10080"/>
              </p14:xfrm>
            </p:contentPart>
          </mc:Choice>
          <mc:Fallback>
            <p:pic>
              <p:nvPicPr>
                <p:cNvPr id="33" name="Ink 32">
                  <a:extLst>
                    <a:ext uri="{FF2B5EF4-FFF2-40B4-BE49-F238E27FC236}">
                      <a16:creationId xmlns:a16="http://schemas.microsoft.com/office/drawing/2014/main" id="{B7A75159-2601-4831-98A2-8CECE1099EA7}"/>
                    </a:ext>
                  </a:extLst>
                </p:cNvPr>
                <p:cNvPicPr/>
                <p:nvPr/>
              </p:nvPicPr>
              <p:blipFill>
                <a:blip r:embed="rId83"/>
                <a:stretch>
                  <a:fillRect/>
                </a:stretch>
              </p:blipFill>
              <p:spPr>
                <a:xfrm>
                  <a:off x="2967388" y="1178939"/>
                  <a:ext cx="111960" cy="1872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34" name="Ink 33">
                  <a:extLst>
                    <a:ext uri="{FF2B5EF4-FFF2-40B4-BE49-F238E27FC236}">
                      <a16:creationId xmlns:a16="http://schemas.microsoft.com/office/drawing/2014/main" id="{73AE8B71-7C14-9788-E15E-E95AD2B8089B}"/>
                    </a:ext>
                  </a:extLst>
                </p14:cNvPr>
                <p14:cNvContentPartPr/>
                <p14:nvPr/>
              </p14:nvContentPartPr>
              <p14:xfrm>
                <a:off x="2686228" y="1254899"/>
                <a:ext cx="32400" cy="30600"/>
              </p14:xfrm>
            </p:contentPart>
          </mc:Choice>
          <mc:Fallback>
            <p:pic>
              <p:nvPicPr>
                <p:cNvPr id="34" name="Ink 33">
                  <a:extLst>
                    <a:ext uri="{FF2B5EF4-FFF2-40B4-BE49-F238E27FC236}">
                      <a16:creationId xmlns:a16="http://schemas.microsoft.com/office/drawing/2014/main" id="{73AE8B71-7C14-9788-E15E-E95AD2B8089B}"/>
                    </a:ext>
                  </a:extLst>
                </p:cNvPr>
                <p:cNvPicPr/>
                <p:nvPr/>
              </p:nvPicPr>
              <p:blipFill>
                <a:blip r:embed="rId85"/>
                <a:stretch>
                  <a:fillRect/>
                </a:stretch>
              </p:blipFill>
              <p:spPr>
                <a:xfrm>
                  <a:off x="2681908" y="1250579"/>
                  <a:ext cx="41040" cy="3924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35" name="Ink 34">
                  <a:extLst>
                    <a:ext uri="{FF2B5EF4-FFF2-40B4-BE49-F238E27FC236}">
                      <a16:creationId xmlns:a16="http://schemas.microsoft.com/office/drawing/2014/main" id="{4BFD7055-E8D9-1F45-8C6E-24BFB81D5416}"/>
                    </a:ext>
                  </a:extLst>
                </p14:cNvPr>
                <p14:cNvContentPartPr/>
                <p14:nvPr/>
              </p14:nvContentPartPr>
              <p14:xfrm>
                <a:off x="557548" y="2239499"/>
                <a:ext cx="89280" cy="31320"/>
              </p14:xfrm>
            </p:contentPart>
          </mc:Choice>
          <mc:Fallback>
            <p:pic>
              <p:nvPicPr>
                <p:cNvPr id="35" name="Ink 34">
                  <a:extLst>
                    <a:ext uri="{FF2B5EF4-FFF2-40B4-BE49-F238E27FC236}">
                      <a16:creationId xmlns:a16="http://schemas.microsoft.com/office/drawing/2014/main" id="{4BFD7055-E8D9-1F45-8C6E-24BFB81D5416}"/>
                    </a:ext>
                  </a:extLst>
                </p:cNvPr>
                <p:cNvPicPr/>
                <p:nvPr/>
              </p:nvPicPr>
              <p:blipFill>
                <a:blip r:embed="rId87"/>
                <a:stretch>
                  <a:fillRect/>
                </a:stretch>
              </p:blipFill>
              <p:spPr>
                <a:xfrm>
                  <a:off x="553228" y="2235179"/>
                  <a:ext cx="9792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36" name="Ink 35">
                  <a:extLst>
                    <a:ext uri="{FF2B5EF4-FFF2-40B4-BE49-F238E27FC236}">
                      <a16:creationId xmlns:a16="http://schemas.microsoft.com/office/drawing/2014/main" id="{330739EC-D8D9-3743-8D36-9D277C554575}"/>
                    </a:ext>
                  </a:extLst>
                </p14:cNvPr>
                <p14:cNvContentPartPr/>
                <p14:nvPr/>
              </p14:nvContentPartPr>
              <p14:xfrm>
                <a:off x="565468" y="2258219"/>
                <a:ext cx="157680" cy="53640"/>
              </p14:xfrm>
            </p:contentPart>
          </mc:Choice>
          <mc:Fallback>
            <p:pic>
              <p:nvPicPr>
                <p:cNvPr id="36" name="Ink 35">
                  <a:extLst>
                    <a:ext uri="{FF2B5EF4-FFF2-40B4-BE49-F238E27FC236}">
                      <a16:creationId xmlns:a16="http://schemas.microsoft.com/office/drawing/2014/main" id="{330739EC-D8D9-3743-8D36-9D277C554575}"/>
                    </a:ext>
                  </a:extLst>
                </p:cNvPr>
                <p:cNvPicPr/>
                <p:nvPr/>
              </p:nvPicPr>
              <p:blipFill>
                <a:blip r:embed="rId89"/>
                <a:stretch>
                  <a:fillRect/>
                </a:stretch>
              </p:blipFill>
              <p:spPr>
                <a:xfrm>
                  <a:off x="561148" y="2253899"/>
                  <a:ext cx="166320" cy="62280"/>
                </a:xfrm>
                <a:prstGeom prst="rect">
                  <a:avLst/>
                </a:prstGeom>
              </p:spPr>
            </p:pic>
          </mc:Fallback>
        </mc:AlternateContent>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lstStyle/>
          <a:p>
            <a:pPr algn="l"/>
            <a:r>
              <a:rPr lang="en-US" dirty="0"/>
              <a:t>Example-1</a:t>
            </a:r>
            <a:endParaRPr lang="en-IN" dirty="0"/>
          </a:p>
        </p:txBody>
      </p:sp>
      <p:sp>
        <p:nvSpPr>
          <p:cNvPr id="15" name="Content Placeholder 4">
            <a:extLst>
              <a:ext uri="{FF2B5EF4-FFF2-40B4-BE49-F238E27FC236}">
                <a16:creationId xmlns:a16="http://schemas.microsoft.com/office/drawing/2014/main" id="{E781C928-08F8-4B94-83FE-BE9ECFB8A9FF}"/>
              </a:ext>
            </a:extLst>
          </p:cNvPr>
          <p:cNvSpPr>
            <a:spLocks noGrp="1" noRot="1" noChangeAspect="1" noMove="1" noResize="1" noEditPoints="1" noAdjustHandles="1" noChangeArrowheads="1" noChangeShapeType="1" noTextEdit="1"/>
          </p:cNvSpPr>
          <p:nvPr>
            <p:ph type="body" sz="quarter" idx="13"/>
          </p:nvPr>
        </p:nvSpPr>
        <p:spPr>
          <a:xfrm>
            <a:off x="642938" y="1600200"/>
            <a:ext cx="7620000" cy="3038475"/>
          </a:xfrm>
          <a:blipFill>
            <a:blip r:embed="rId2"/>
            <a:stretch>
              <a:fillRect l="-1111" t="-1077"/>
            </a:stretch>
          </a:blipFill>
        </p:spPr>
        <p:txBody>
          <a:bodyPr/>
          <a:lstStyle/>
          <a:p>
            <a:pPr>
              <a:defRPr/>
            </a:pPr>
            <a:r>
              <a:rPr lang="en-IN" dirty="0">
                <a:noFill/>
              </a:rPr>
              <a:t> </a:t>
            </a:r>
          </a:p>
        </p:txBody>
      </p:sp>
      <mc:AlternateContent xmlns:mc="http://schemas.openxmlformats.org/markup-compatibility/2006">
        <mc:Choice xmlns:p14="http://schemas.microsoft.com/office/powerpoint/2010/main" Requires="p14">
          <p:contentPart p14:bwMode="auto" r:id="rId3">
            <p14:nvContentPartPr>
              <p14:cNvPr id="44" name="Ink 43">
                <a:extLst>
                  <a:ext uri="{FF2B5EF4-FFF2-40B4-BE49-F238E27FC236}">
                    <a16:creationId xmlns:a16="http://schemas.microsoft.com/office/drawing/2014/main" id="{201BC4D9-EF77-7C37-1385-15E6C8692FA7}"/>
                  </a:ext>
                </a:extLst>
              </p14:cNvPr>
              <p14:cNvContentPartPr/>
              <p14:nvPr/>
            </p14:nvContentPartPr>
            <p14:xfrm>
              <a:off x="7334548" y="2110619"/>
              <a:ext cx="387000" cy="78120"/>
            </p14:xfrm>
          </p:contentPart>
        </mc:Choice>
        <mc:Fallback>
          <p:pic>
            <p:nvPicPr>
              <p:cNvPr id="44" name="Ink 43">
                <a:extLst>
                  <a:ext uri="{FF2B5EF4-FFF2-40B4-BE49-F238E27FC236}">
                    <a16:creationId xmlns:a16="http://schemas.microsoft.com/office/drawing/2014/main" id="{201BC4D9-EF77-7C37-1385-15E6C8692FA7}"/>
                  </a:ext>
                </a:extLst>
              </p:cNvPr>
              <p:cNvPicPr/>
              <p:nvPr/>
            </p:nvPicPr>
            <p:blipFill>
              <a:blip r:embed="rId4"/>
              <a:stretch>
                <a:fillRect/>
              </a:stretch>
            </p:blipFill>
            <p:spPr>
              <a:xfrm>
                <a:off x="7330228" y="2106299"/>
                <a:ext cx="395640" cy="86760"/>
              </a:xfrm>
              <a:prstGeom prst="rect">
                <a:avLst/>
              </a:prstGeom>
            </p:spPr>
          </p:pic>
        </mc:Fallback>
      </mc:AlternateContent>
      <p:grpSp>
        <p:nvGrpSpPr>
          <p:cNvPr id="48" name="Group 47">
            <a:extLst>
              <a:ext uri="{FF2B5EF4-FFF2-40B4-BE49-F238E27FC236}">
                <a16:creationId xmlns:a16="http://schemas.microsoft.com/office/drawing/2014/main" id="{D3C1EE43-52C3-D85F-BD46-8079C3E39A16}"/>
              </a:ext>
            </a:extLst>
          </p:cNvPr>
          <p:cNvGrpSpPr/>
          <p:nvPr/>
        </p:nvGrpSpPr>
        <p:grpSpPr>
          <a:xfrm>
            <a:off x="782908" y="1533539"/>
            <a:ext cx="6731640" cy="1106280"/>
            <a:chOff x="782908" y="1533539"/>
            <a:chExt cx="6731640" cy="1106280"/>
          </a:xfrm>
        </p:grpSpPr>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C79DC134-2EC5-E3F6-A92A-4CCEA7FD0D54}"/>
                    </a:ext>
                  </a:extLst>
                </p14:cNvPr>
                <p14:cNvContentPartPr/>
                <p14:nvPr/>
              </p14:nvContentPartPr>
              <p14:xfrm>
                <a:off x="1280068" y="1848179"/>
                <a:ext cx="539280" cy="407160"/>
              </p14:xfrm>
            </p:contentPart>
          </mc:Choice>
          <mc:Fallback>
            <p:pic>
              <p:nvPicPr>
                <p:cNvPr id="4" name="Ink 3">
                  <a:extLst>
                    <a:ext uri="{FF2B5EF4-FFF2-40B4-BE49-F238E27FC236}">
                      <a16:creationId xmlns:a16="http://schemas.microsoft.com/office/drawing/2014/main" id="{C79DC134-2EC5-E3F6-A92A-4CCEA7FD0D54}"/>
                    </a:ext>
                  </a:extLst>
                </p:cNvPr>
                <p:cNvPicPr/>
                <p:nvPr/>
              </p:nvPicPr>
              <p:blipFill>
                <a:blip r:embed="rId6"/>
                <a:stretch>
                  <a:fillRect/>
                </a:stretch>
              </p:blipFill>
              <p:spPr>
                <a:xfrm>
                  <a:off x="1275748" y="1843859"/>
                  <a:ext cx="547920" cy="4158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3" name="Ink 2">
                  <a:extLst>
                    <a:ext uri="{FF2B5EF4-FFF2-40B4-BE49-F238E27FC236}">
                      <a16:creationId xmlns:a16="http://schemas.microsoft.com/office/drawing/2014/main" id="{8873FC64-E3C8-55E4-3A69-84C8C93A0EFB}"/>
                    </a:ext>
                  </a:extLst>
                </p14:cNvPr>
                <p14:cNvContentPartPr/>
                <p14:nvPr/>
              </p14:nvContentPartPr>
              <p14:xfrm>
                <a:off x="3330988" y="1533539"/>
                <a:ext cx="686160" cy="374400"/>
              </p14:xfrm>
            </p:contentPart>
          </mc:Choice>
          <mc:Fallback>
            <p:pic>
              <p:nvPicPr>
                <p:cNvPr id="3" name="Ink 2">
                  <a:extLst>
                    <a:ext uri="{FF2B5EF4-FFF2-40B4-BE49-F238E27FC236}">
                      <a16:creationId xmlns:a16="http://schemas.microsoft.com/office/drawing/2014/main" id="{8873FC64-E3C8-55E4-3A69-84C8C93A0EFB}"/>
                    </a:ext>
                  </a:extLst>
                </p:cNvPr>
                <p:cNvPicPr/>
                <p:nvPr/>
              </p:nvPicPr>
              <p:blipFill>
                <a:blip r:embed="rId8"/>
                <a:stretch>
                  <a:fillRect/>
                </a:stretch>
              </p:blipFill>
              <p:spPr>
                <a:xfrm>
                  <a:off x="3326668" y="1529219"/>
                  <a:ext cx="694800" cy="3830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5" name="Ink 4">
                  <a:extLst>
                    <a:ext uri="{FF2B5EF4-FFF2-40B4-BE49-F238E27FC236}">
                      <a16:creationId xmlns:a16="http://schemas.microsoft.com/office/drawing/2014/main" id="{65EBD064-42CF-AB9E-E9A2-AF7E9E705F74}"/>
                    </a:ext>
                  </a:extLst>
                </p14:cNvPr>
                <p14:cNvContentPartPr/>
                <p14:nvPr/>
              </p14:nvContentPartPr>
              <p14:xfrm>
                <a:off x="4450948" y="1865459"/>
                <a:ext cx="684720" cy="401400"/>
              </p14:xfrm>
            </p:contentPart>
          </mc:Choice>
          <mc:Fallback>
            <p:pic>
              <p:nvPicPr>
                <p:cNvPr id="5" name="Ink 4">
                  <a:extLst>
                    <a:ext uri="{FF2B5EF4-FFF2-40B4-BE49-F238E27FC236}">
                      <a16:creationId xmlns:a16="http://schemas.microsoft.com/office/drawing/2014/main" id="{65EBD064-42CF-AB9E-E9A2-AF7E9E705F74}"/>
                    </a:ext>
                  </a:extLst>
                </p:cNvPr>
                <p:cNvPicPr/>
                <p:nvPr/>
              </p:nvPicPr>
              <p:blipFill>
                <a:blip r:embed="rId10"/>
                <a:stretch>
                  <a:fillRect/>
                </a:stretch>
              </p:blipFill>
              <p:spPr>
                <a:xfrm>
                  <a:off x="4446628" y="1861139"/>
                  <a:ext cx="693360" cy="41004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45" name="Ink 44">
                  <a:extLst>
                    <a:ext uri="{FF2B5EF4-FFF2-40B4-BE49-F238E27FC236}">
                      <a16:creationId xmlns:a16="http://schemas.microsoft.com/office/drawing/2014/main" id="{289FCA61-0B44-A9CA-7864-840300D87D64}"/>
                    </a:ext>
                  </a:extLst>
                </p14:cNvPr>
                <p14:cNvContentPartPr/>
                <p14:nvPr/>
              </p14:nvContentPartPr>
              <p14:xfrm>
                <a:off x="784708" y="2274779"/>
                <a:ext cx="6729840" cy="193680"/>
              </p14:xfrm>
            </p:contentPart>
          </mc:Choice>
          <mc:Fallback>
            <p:pic>
              <p:nvPicPr>
                <p:cNvPr id="45" name="Ink 44">
                  <a:extLst>
                    <a:ext uri="{FF2B5EF4-FFF2-40B4-BE49-F238E27FC236}">
                      <a16:creationId xmlns:a16="http://schemas.microsoft.com/office/drawing/2014/main" id="{289FCA61-0B44-A9CA-7864-840300D87D64}"/>
                    </a:ext>
                  </a:extLst>
                </p:cNvPr>
                <p:cNvPicPr/>
                <p:nvPr/>
              </p:nvPicPr>
              <p:blipFill>
                <a:blip r:embed="rId12"/>
                <a:stretch>
                  <a:fillRect/>
                </a:stretch>
              </p:blipFill>
              <p:spPr>
                <a:xfrm>
                  <a:off x="780388" y="2270459"/>
                  <a:ext cx="6738480" cy="2023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47" name="Ink 46">
                  <a:extLst>
                    <a:ext uri="{FF2B5EF4-FFF2-40B4-BE49-F238E27FC236}">
                      <a16:creationId xmlns:a16="http://schemas.microsoft.com/office/drawing/2014/main" id="{CF37E463-45E4-51DF-955E-86A1AEA6DB6D}"/>
                    </a:ext>
                  </a:extLst>
                </p14:cNvPr>
                <p14:cNvContentPartPr/>
                <p14:nvPr/>
              </p14:nvContentPartPr>
              <p14:xfrm>
                <a:off x="782908" y="2581139"/>
                <a:ext cx="1019880" cy="58680"/>
              </p14:xfrm>
            </p:contentPart>
          </mc:Choice>
          <mc:Fallback>
            <p:pic>
              <p:nvPicPr>
                <p:cNvPr id="47" name="Ink 46">
                  <a:extLst>
                    <a:ext uri="{FF2B5EF4-FFF2-40B4-BE49-F238E27FC236}">
                      <a16:creationId xmlns:a16="http://schemas.microsoft.com/office/drawing/2014/main" id="{CF37E463-45E4-51DF-955E-86A1AEA6DB6D}"/>
                    </a:ext>
                  </a:extLst>
                </p:cNvPr>
                <p:cNvPicPr/>
                <p:nvPr/>
              </p:nvPicPr>
              <p:blipFill>
                <a:blip r:embed="rId14"/>
                <a:stretch>
                  <a:fillRect/>
                </a:stretch>
              </p:blipFill>
              <p:spPr>
                <a:xfrm>
                  <a:off x="778588" y="2576819"/>
                  <a:ext cx="1028520" cy="67320"/>
                </a:xfrm>
                <a:prstGeom prst="rect">
                  <a:avLst/>
                </a:prstGeom>
              </p:spPr>
            </p:pic>
          </mc:Fallback>
        </mc:AlternateContent>
      </p:grpSp>
      <p:grpSp>
        <p:nvGrpSpPr>
          <p:cNvPr id="156" name="Group 155">
            <a:extLst>
              <a:ext uri="{FF2B5EF4-FFF2-40B4-BE49-F238E27FC236}">
                <a16:creationId xmlns:a16="http://schemas.microsoft.com/office/drawing/2014/main" id="{DB7E111F-6610-E270-14A6-B96FA1357374}"/>
              </a:ext>
            </a:extLst>
          </p:cNvPr>
          <p:cNvGrpSpPr/>
          <p:nvPr/>
        </p:nvGrpSpPr>
        <p:grpSpPr>
          <a:xfrm>
            <a:off x="449188" y="3294299"/>
            <a:ext cx="8098200" cy="3438720"/>
            <a:chOff x="449188" y="3294299"/>
            <a:chExt cx="8098200" cy="3438720"/>
          </a:xfrm>
        </p:grpSpPr>
        <mc:AlternateContent xmlns:mc="http://schemas.openxmlformats.org/markup-compatibility/2006">
          <mc:Choice xmlns:p14="http://schemas.microsoft.com/office/powerpoint/2010/main" Requires="p14">
            <p:contentPart p14:bwMode="auto" r:id="rId15">
              <p14:nvContentPartPr>
                <p14:cNvPr id="13" name="Ink 12">
                  <a:extLst>
                    <a:ext uri="{FF2B5EF4-FFF2-40B4-BE49-F238E27FC236}">
                      <a16:creationId xmlns:a16="http://schemas.microsoft.com/office/drawing/2014/main" id="{D77C3873-EA98-8893-6693-2BA0CF5D2A58}"/>
                    </a:ext>
                  </a:extLst>
                </p14:cNvPr>
                <p14:cNvContentPartPr/>
                <p14:nvPr/>
              </p14:nvContentPartPr>
              <p14:xfrm>
                <a:off x="2481028" y="3773819"/>
                <a:ext cx="186120" cy="8280"/>
              </p14:xfrm>
            </p:contentPart>
          </mc:Choice>
          <mc:Fallback>
            <p:pic>
              <p:nvPicPr>
                <p:cNvPr id="13" name="Ink 12">
                  <a:extLst>
                    <a:ext uri="{FF2B5EF4-FFF2-40B4-BE49-F238E27FC236}">
                      <a16:creationId xmlns:a16="http://schemas.microsoft.com/office/drawing/2014/main" id="{D77C3873-EA98-8893-6693-2BA0CF5D2A58}"/>
                    </a:ext>
                  </a:extLst>
                </p:cNvPr>
                <p:cNvPicPr/>
                <p:nvPr/>
              </p:nvPicPr>
              <p:blipFill>
                <a:blip r:embed="rId16"/>
                <a:stretch>
                  <a:fillRect/>
                </a:stretch>
              </p:blipFill>
              <p:spPr>
                <a:xfrm>
                  <a:off x="2476708" y="3769499"/>
                  <a:ext cx="194760" cy="1692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4" name="Ink 13">
                  <a:extLst>
                    <a:ext uri="{FF2B5EF4-FFF2-40B4-BE49-F238E27FC236}">
                      <a16:creationId xmlns:a16="http://schemas.microsoft.com/office/drawing/2014/main" id="{181A3CED-3292-EE7D-1ADF-8988A5A5F2BF}"/>
                    </a:ext>
                  </a:extLst>
                </p14:cNvPr>
                <p14:cNvContentPartPr/>
                <p14:nvPr/>
              </p14:nvContentPartPr>
              <p14:xfrm>
                <a:off x="2575348" y="3661859"/>
                <a:ext cx="30240" cy="228960"/>
              </p14:xfrm>
            </p:contentPart>
          </mc:Choice>
          <mc:Fallback>
            <p:pic>
              <p:nvPicPr>
                <p:cNvPr id="14" name="Ink 13">
                  <a:extLst>
                    <a:ext uri="{FF2B5EF4-FFF2-40B4-BE49-F238E27FC236}">
                      <a16:creationId xmlns:a16="http://schemas.microsoft.com/office/drawing/2014/main" id="{181A3CED-3292-EE7D-1ADF-8988A5A5F2BF}"/>
                    </a:ext>
                  </a:extLst>
                </p:cNvPr>
                <p:cNvPicPr/>
                <p:nvPr/>
              </p:nvPicPr>
              <p:blipFill>
                <a:blip r:embed="rId18"/>
                <a:stretch>
                  <a:fillRect/>
                </a:stretch>
              </p:blipFill>
              <p:spPr>
                <a:xfrm>
                  <a:off x="2571028" y="3657539"/>
                  <a:ext cx="38880" cy="2376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6" name="Ink 15">
                  <a:extLst>
                    <a:ext uri="{FF2B5EF4-FFF2-40B4-BE49-F238E27FC236}">
                      <a16:creationId xmlns:a16="http://schemas.microsoft.com/office/drawing/2014/main" id="{8A21B467-5CBA-C94C-667B-C2F54C5DB64B}"/>
                    </a:ext>
                  </a:extLst>
                </p14:cNvPr>
                <p14:cNvContentPartPr/>
                <p14:nvPr/>
              </p14:nvContentPartPr>
              <p14:xfrm>
                <a:off x="2994028" y="3593099"/>
                <a:ext cx="197280" cy="248040"/>
              </p14:xfrm>
            </p:contentPart>
          </mc:Choice>
          <mc:Fallback>
            <p:pic>
              <p:nvPicPr>
                <p:cNvPr id="16" name="Ink 15">
                  <a:extLst>
                    <a:ext uri="{FF2B5EF4-FFF2-40B4-BE49-F238E27FC236}">
                      <a16:creationId xmlns:a16="http://schemas.microsoft.com/office/drawing/2014/main" id="{8A21B467-5CBA-C94C-667B-C2F54C5DB64B}"/>
                    </a:ext>
                  </a:extLst>
                </p:cNvPr>
                <p:cNvPicPr/>
                <p:nvPr/>
              </p:nvPicPr>
              <p:blipFill>
                <a:blip r:embed="rId20"/>
                <a:stretch>
                  <a:fillRect/>
                </a:stretch>
              </p:blipFill>
              <p:spPr>
                <a:xfrm>
                  <a:off x="2989708" y="3588779"/>
                  <a:ext cx="205920" cy="2566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7" name="Ink 16">
                  <a:extLst>
                    <a:ext uri="{FF2B5EF4-FFF2-40B4-BE49-F238E27FC236}">
                      <a16:creationId xmlns:a16="http://schemas.microsoft.com/office/drawing/2014/main" id="{CD23E28A-D331-40C4-E203-272AFFEFE636}"/>
                    </a:ext>
                  </a:extLst>
                </p14:cNvPr>
                <p14:cNvContentPartPr/>
                <p14:nvPr/>
              </p14:nvContentPartPr>
              <p14:xfrm>
                <a:off x="3393988" y="3545579"/>
                <a:ext cx="132480" cy="18000"/>
              </p14:xfrm>
            </p:contentPart>
          </mc:Choice>
          <mc:Fallback>
            <p:pic>
              <p:nvPicPr>
                <p:cNvPr id="17" name="Ink 16">
                  <a:extLst>
                    <a:ext uri="{FF2B5EF4-FFF2-40B4-BE49-F238E27FC236}">
                      <a16:creationId xmlns:a16="http://schemas.microsoft.com/office/drawing/2014/main" id="{CD23E28A-D331-40C4-E203-272AFFEFE636}"/>
                    </a:ext>
                  </a:extLst>
                </p:cNvPr>
                <p:cNvPicPr/>
                <p:nvPr/>
              </p:nvPicPr>
              <p:blipFill>
                <a:blip r:embed="rId22"/>
                <a:stretch>
                  <a:fillRect/>
                </a:stretch>
              </p:blipFill>
              <p:spPr>
                <a:xfrm>
                  <a:off x="3389668" y="3541259"/>
                  <a:ext cx="14112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8" name="Ink 17">
                  <a:extLst>
                    <a:ext uri="{FF2B5EF4-FFF2-40B4-BE49-F238E27FC236}">
                      <a16:creationId xmlns:a16="http://schemas.microsoft.com/office/drawing/2014/main" id="{4937232F-E13D-E814-0286-8CE07511C32F}"/>
                    </a:ext>
                  </a:extLst>
                </p14:cNvPr>
                <p14:cNvContentPartPr/>
                <p14:nvPr/>
              </p14:nvContentPartPr>
              <p14:xfrm>
                <a:off x="3380668" y="3512819"/>
                <a:ext cx="210960" cy="275040"/>
              </p14:xfrm>
            </p:contentPart>
          </mc:Choice>
          <mc:Fallback>
            <p:pic>
              <p:nvPicPr>
                <p:cNvPr id="18" name="Ink 17">
                  <a:extLst>
                    <a:ext uri="{FF2B5EF4-FFF2-40B4-BE49-F238E27FC236}">
                      <a16:creationId xmlns:a16="http://schemas.microsoft.com/office/drawing/2014/main" id="{4937232F-E13D-E814-0286-8CE07511C32F}"/>
                    </a:ext>
                  </a:extLst>
                </p:cNvPr>
                <p:cNvPicPr/>
                <p:nvPr/>
              </p:nvPicPr>
              <p:blipFill>
                <a:blip r:embed="rId24"/>
                <a:stretch>
                  <a:fillRect/>
                </a:stretch>
              </p:blipFill>
              <p:spPr>
                <a:xfrm>
                  <a:off x="3376348" y="3508499"/>
                  <a:ext cx="219600" cy="28368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9" name="Ink 18">
                  <a:extLst>
                    <a:ext uri="{FF2B5EF4-FFF2-40B4-BE49-F238E27FC236}">
                      <a16:creationId xmlns:a16="http://schemas.microsoft.com/office/drawing/2014/main" id="{BC7B89E6-71DD-91BA-5B19-3FA32133D988}"/>
                    </a:ext>
                  </a:extLst>
                </p14:cNvPr>
                <p14:cNvContentPartPr/>
                <p14:nvPr/>
              </p14:nvContentPartPr>
              <p14:xfrm>
                <a:off x="3749308" y="3294299"/>
                <a:ext cx="344160" cy="925920"/>
              </p14:xfrm>
            </p:contentPart>
          </mc:Choice>
          <mc:Fallback>
            <p:pic>
              <p:nvPicPr>
                <p:cNvPr id="19" name="Ink 18">
                  <a:extLst>
                    <a:ext uri="{FF2B5EF4-FFF2-40B4-BE49-F238E27FC236}">
                      <a16:creationId xmlns:a16="http://schemas.microsoft.com/office/drawing/2014/main" id="{BC7B89E6-71DD-91BA-5B19-3FA32133D988}"/>
                    </a:ext>
                  </a:extLst>
                </p:cNvPr>
                <p:cNvPicPr/>
                <p:nvPr/>
              </p:nvPicPr>
              <p:blipFill>
                <a:blip r:embed="rId26"/>
                <a:stretch>
                  <a:fillRect/>
                </a:stretch>
              </p:blipFill>
              <p:spPr>
                <a:xfrm>
                  <a:off x="3744988" y="3289979"/>
                  <a:ext cx="352800" cy="93456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20" name="Ink 19">
                  <a:extLst>
                    <a:ext uri="{FF2B5EF4-FFF2-40B4-BE49-F238E27FC236}">
                      <a16:creationId xmlns:a16="http://schemas.microsoft.com/office/drawing/2014/main" id="{33E31FD3-14B5-EB31-CF19-59B0E994D52A}"/>
                    </a:ext>
                  </a:extLst>
                </p14:cNvPr>
                <p14:cNvContentPartPr/>
                <p14:nvPr/>
              </p14:nvContentPartPr>
              <p14:xfrm>
                <a:off x="3816268" y="3611819"/>
                <a:ext cx="32400" cy="18720"/>
              </p14:xfrm>
            </p:contentPart>
          </mc:Choice>
          <mc:Fallback>
            <p:pic>
              <p:nvPicPr>
                <p:cNvPr id="20" name="Ink 19">
                  <a:extLst>
                    <a:ext uri="{FF2B5EF4-FFF2-40B4-BE49-F238E27FC236}">
                      <a16:creationId xmlns:a16="http://schemas.microsoft.com/office/drawing/2014/main" id="{33E31FD3-14B5-EB31-CF19-59B0E994D52A}"/>
                    </a:ext>
                  </a:extLst>
                </p:cNvPr>
                <p:cNvPicPr/>
                <p:nvPr/>
              </p:nvPicPr>
              <p:blipFill>
                <a:blip r:embed="rId28"/>
                <a:stretch>
                  <a:fillRect/>
                </a:stretch>
              </p:blipFill>
              <p:spPr>
                <a:xfrm>
                  <a:off x="3811948" y="3607499"/>
                  <a:ext cx="41040" cy="2736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1" name="Ink 20">
                  <a:extLst>
                    <a:ext uri="{FF2B5EF4-FFF2-40B4-BE49-F238E27FC236}">
                      <a16:creationId xmlns:a16="http://schemas.microsoft.com/office/drawing/2014/main" id="{CB05DE68-3374-9B80-AF47-1767C5A7B73E}"/>
                    </a:ext>
                  </a:extLst>
                </p14:cNvPr>
                <p14:cNvContentPartPr/>
                <p14:nvPr/>
              </p14:nvContentPartPr>
              <p14:xfrm>
                <a:off x="4156108" y="3757259"/>
                <a:ext cx="25560" cy="19800"/>
              </p14:xfrm>
            </p:contentPart>
          </mc:Choice>
          <mc:Fallback>
            <p:pic>
              <p:nvPicPr>
                <p:cNvPr id="21" name="Ink 20">
                  <a:extLst>
                    <a:ext uri="{FF2B5EF4-FFF2-40B4-BE49-F238E27FC236}">
                      <a16:creationId xmlns:a16="http://schemas.microsoft.com/office/drawing/2014/main" id="{CB05DE68-3374-9B80-AF47-1767C5A7B73E}"/>
                    </a:ext>
                  </a:extLst>
                </p:cNvPr>
                <p:cNvPicPr/>
                <p:nvPr/>
              </p:nvPicPr>
              <p:blipFill>
                <a:blip r:embed="rId30"/>
                <a:stretch>
                  <a:fillRect/>
                </a:stretch>
              </p:blipFill>
              <p:spPr>
                <a:xfrm>
                  <a:off x="4151788" y="3752939"/>
                  <a:ext cx="34200" cy="2844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2" name="Ink 21">
                  <a:extLst>
                    <a:ext uri="{FF2B5EF4-FFF2-40B4-BE49-F238E27FC236}">
                      <a16:creationId xmlns:a16="http://schemas.microsoft.com/office/drawing/2014/main" id="{8D1A4F96-AC2B-E940-1A0F-D04A93009FF3}"/>
                    </a:ext>
                  </a:extLst>
                </p14:cNvPr>
                <p14:cNvContentPartPr/>
                <p14:nvPr/>
              </p14:nvContentPartPr>
              <p14:xfrm>
                <a:off x="4545628" y="3671939"/>
                <a:ext cx="232920" cy="43200"/>
              </p14:xfrm>
            </p:contentPart>
          </mc:Choice>
          <mc:Fallback>
            <p:pic>
              <p:nvPicPr>
                <p:cNvPr id="22" name="Ink 21">
                  <a:extLst>
                    <a:ext uri="{FF2B5EF4-FFF2-40B4-BE49-F238E27FC236}">
                      <a16:creationId xmlns:a16="http://schemas.microsoft.com/office/drawing/2014/main" id="{8D1A4F96-AC2B-E940-1A0F-D04A93009FF3}"/>
                    </a:ext>
                  </a:extLst>
                </p:cNvPr>
                <p:cNvPicPr/>
                <p:nvPr/>
              </p:nvPicPr>
              <p:blipFill>
                <a:blip r:embed="rId32"/>
                <a:stretch>
                  <a:fillRect/>
                </a:stretch>
              </p:blipFill>
              <p:spPr>
                <a:xfrm>
                  <a:off x="4541308" y="3667619"/>
                  <a:ext cx="241560" cy="5184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3" name="Ink 22">
                  <a:extLst>
                    <a:ext uri="{FF2B5EF4-FFF2-40B4-BE49-F238E27FC236}">
                      <a16:creationId xmlns:a16="http://schemas.microsoft.com/office/drawing/2014/main" id="{32F07EF9-2940-0BBC-E411-2B53FFE68040}"/>
                    </a:ext>
                  </a:extLst>
                </p14:cNvPr>
                <p14:cNvContentPartPr/>
                <p14:nvPr/>
              </p14:nvContentPartPr>
              <p14:xfrm>
                <a:off x="4633108" y="3591299"/>
                <a:ext cx="56520" cy="242280"/>
              </p14:xfrm>
            </p:contentPart>
          </mc:Choice>
          <mc:Fallback>
            <p:pic>
              <p:nvPicPr>
                <p:cNvPr id="23" name="Ink 22">
                  <a:extLst>
                    <a:ext uri="{FF2B5EF4-FFF2-40B4-BE49-F238E27FC236}">
                      <a16:creationId xmlns:a16="http://schemas.microsoft.com/office/drawing/2014/main" id="{32F07EF9-2940-0BBC-E411-2B53FFE68040}"/>
                    </a:ext>
                  </a:extLst>
                </p:cNvPr>
                <p:cNvPicPr/>
                <p:nvPr/>
              </p:nvPicPr>
              <p:blipFill>
                <a:blip r:embed="rId34"/>
                <a:stretch>
                  <a:fillRect/>
                </a:stretch>
              </p:blipFill>
              <p:spPr>
                <a:xfrm>
                  <a:off x="4628788" y="3586979"/>
                  <a:ext cx="65160" cy="25092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4" name="Ink 23">
                  <a:extLst>
                    <a:ext uri="{FF2B5EF4-FFF2-40B4-BE49-F238E27FC236}">
                      <a16:creationId xmlns:a16="http://schemas.microsoft.com/office/drawing/2014/main" id="{56EDD3DB-68C8-6D61-EF5A-C65937D68A55}"/>
                    </a:ext>
                  </a:extLst>
                </p14:cNvPr>
                <p14:cNvContentPartPr/>
                <p14:nvPr/>
              </p14:nvContentPartPr>
              <p14:xfrm>
                <a:off x="4997068" y="3518579"/>
                <a:ext cx="270360" cy="287640"/>
              </p14:xfrm>
            </p:contentPart>
          </mc:Choice>
          <mc:Fallback>
            <p:pic>
              <p:nvPicPr>
                <p:cNvPr id="24" name="Ink 23">
                  <a:extLst>
                    <a:ext uri="{FF2B5EF4-FFF2-40B4-BE49-F238E27FC236}">
                      <a16:creationId xmlns:a16="http://schemas.microsoft.com/office/drawing/2014/main" id="{56EDD3DB-68C8-6D61-EF5A-C65937D68A55}"/>
                    </a:ext>
                  </a:extLst>
                </p:cNvPr>
                <p:cNvPicPr/>
                <p:nvPr/>
              </p:nvPicPr>
              <p:blipFill>
                <a:blip r:embed="rId36"/>
                <a:stretch>
                  <a:fillRect/>
                </a:stretch>
              </p:blipFill>
              <p:spPr>
                <a:xfrm>
                  <a:off x="4992748" y="3514259"/>
                  <a:ext cx="279000" cy="29628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5" name="Ink 24">
                  <a:extLst>
                    <a:ext uri="{FF2B5EF4-FFF2-40B4-BE49-F238E27FC236}">
                      <a16:creationId xmlns:a16="http://schemas.microsoft.com/office/drawing/2014/main" id="{C45B2E73-27F5-F0CD-0C85-78B4CF9FF5C0}"/>
                    </a:ext>
                  </a:extLst>
                </p14:cNvPr>
                <p14:cNvContentPartPr/>
                <p14:nvPr/>
              </p14:nvContentPartPr>
              <p14:xfrm>
                <a:off x="5478748" y="3431099"/>
                <a:ext cx="29520" cy="12960"/>
              </p14:xfrm>
            </p:contentPart>
          </mc:Choice>
          <mc:Fallback>
            <p:pic>
              <p:nvPicPr>
                <p:cNvPr id="25" name="Ink 24">
                  <a:extLst>
                    <a:ext uri="{FF2B5EF4-FFF2-40B4-BE49-F238E27FC236}">
                      <a16:creationId xmlns:a16="http://schemas.microsoft.com/office/drawing/2014/main" id="{C45B2E73-27F5-F0CD-0C85-78B4CF9FF5C0}"/>
                    </a:ext>
                  </a:extLst>
                </p:cNvPr>
                <p:cNvPicPr/>
                <p:nvPr/>
              </p:nvPicPr>
              <p:blipFill>
                <a:blip r:embed="rId38"/>
                <a:stretch>
                  <a:fillRect/>
                </a:stretch>
              </p:blipFill>
              <p:spPr>
                <a:xfrm>
                  <a:off x="5474428" y="3426779"/>
                  <a:ext cx="3816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6" name="Ink 25">
                  <a:extLst>
                    <a:ext uri="{FF2B5EF4-FFF2-40B4-BE49-F238E27FC236}">
                      <a16:creationId xmlns:a16="http://schemas.microsoft.com/office/drawing/2014/main" id="{72C707F2-92C8-593A-0494-F6BF6C8A4317}"/>
                    </a:ext>
                  </a:extLst>
                </p14:cNvPr>
                <p14:cNvContentPartPr/>
                <p14:nvPr/>
              </p14:nvContentPartPr>
              <p14:xfrm>
                <a:off x="5388388" y="3479699"/>
                <a:ext cx="149760" cy="40320"/>
              </p14:xfrm>
            </p:contentPart>
          </mc:Choice>
          <mc:Fallback>
            <p:pic>
              <p:nvPicPr>
                <p:cNvPr id="26" name="Ink 25">
                  <a:extLst>
                    <a:ext uri="{FF2B5EF4-FFF2-40B4-BE49-F238E27FC236}">
                      <a16:creationId xmlns:a16="http://schemas.microsoft.com/office/drawing/2014/main" id="{72C707F2-92C8-593A-0494-F6BF6C8A4317}"/>
                    </a:ext>
                  </a:extLst>
                </p:cNvPr>
                <p:cNvPicPr/>
                <p:nvPr/>
              </p:nvPicPr>
              <p:blipFill>
                <a:blip r:embed="rId40"/>
                <a:stretch>
                  <a:fillRect/>
                </a:stretch>
              </p:blipFill>
              <p:spPr>
                <a:xfrm>
                  <a:off x="5384068" y="3475379"/>
                  <a:ext cx="158400" cy="4896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7" name="Ink 26">
                  <a:extLst>
                    <a:ext uri="{FF2B5EF4-FFF2-40B4-BE49-F238E27FC236}">
                      <a16:creationId xmlns:a16="http://schemas.microsoft.com/office/drawing/2014/main" id="{B1E5F083-7693-93A5-89F6-B953EF4D91B9}"/>
                    </a:ext>
                  </a:extLst>
                </p14:cNvPr>
                <p14:cNvContentPartPr/>
                <p14:nvPr/>
              </p14:nvContentPartPr>
              <p14:xfrm>
                <a:off x="5363188" y="3532619"/>
                <a:ext cx="152280" cy="274680"/>
              </p14:xfrm>
            </p:contentPart>
          </mc:Choice>
          <mc:Fallback>
            <p:pic>
              <p:nvPicPr>
                <p:cNvPr id="27" name="Ink 26">
                  <a:extLst>
                    <a:ext uri="{FF2B5EF4-FFF2-40B4-BE49-F238E27FC236}">
                      <a16:creationId xmlns:a16="http://schemas.microsoft.com/office/drawing/2014/main" id="{B1E5F083-7693-93A5-89F6-B953EF4D91B9}"/>
                    </a:ext>
                  </a:extLst>
                </p:cNvPr>
                <p:cNvPicPr/>
                <p:nvPr/>
              </p:nvPicPr>
              <p:blipFill>
                <a:blip r:embed="rId42"/>
                <a:stretch>
                  <a:fillRect/>
                </a:stretch>
              </p:blipFill>
              <p:spPr>
                <a:xfrm>
                  <a:off x="5358868" y="3528299"/>
                  <a:ext cx="160920" cy="28332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8" name="Ink 27">
                  <a:extLst>
                    <a:ext uri="{FF2B5EF4-FFF2-40B4-BE49-F238E27FC236}">
                      <a16:creationId xmlns:a16="http://schemas.microsoft.com/office/drawing/2014/main" id="{AA96791F-090B-C7BD-BF2E-76C8D51B98E8}"/>
                    </a:ext>
                  </a:extLst>
                </p14:cNvPr>
                <p14:cNvContentPartPr/>
                <p14:nvPr/>
              </p14:nvContentPartPr>
              <p14:xfrm>
                <a:off x="5651908" y="3328139"/>
                <a:ext cx="312840" cy="857880"/>
              </p14:xfrm>
            </p:contentPart>
          </mc:Choice>
          <mc:Fallback>
            <p:pic>
              <p:nvPicPr>
                <p:cNvPr id="28" name="Ink 27">
                  <a:extLst>
                    <a:ext uri="{FF2B5EF4-FFF2-40B4-BE49-F238E27FC236}">
                      <a16:creationId xmlns:a16="http://schemas.microsoft.com/office/drawing/2014/main" id="{AA96791F-090B-C7BD-BF2E-76C8D51B98E8}"/>
                    </a:ext>
                  </a:extLst>
                </p:cNvPr>
                <p:cNvPicPr/>
                <p:nvPr/>
              </p:nvPicPr>
              <p:blipFill>
                <a:blip r:embed="rId44"/>
                <a:stretch>
                  <a:fillRect/>
                </a:stretch>
              </p:blipFill>
              <p:spPr>
                <a:xfrm>
                  <a:off x="5647588" y="3323819"/>
                  <a:ext cx="321480" cy="86652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9" name="Ink 28">
                  <a:extLst>
                    <a:ext uri="{FF2B5EF4-FFF2-40B4-BE49-F238E27FC236}">
                      <a16:creationId xmlns:a16="http://schemas.microsoft.com/office/drawing/2014/main" id="{FF006197-1B41-86DB-4A71-0B94CAE68FB2}"/>
                    </a:ext>
                  </a:extLst>
                </p14:cNvPr>
                <p14:cNvContentPartPr/>
                <p14:nvPr/>
              </p14:nvContentPartPr>
              <p14:xfrm>
                <a:off x="5729308" y="3604979"/>
                <a:ext cx="29520" cy="6120"/>
              </p14:xfrm>
            </p:contentPart>
          </mc:Choice>
          <mc:Fallback>
            <p:pic>
              <p:nvPicPr>
                <p:cNvPr id="29" name="Ink 28">
                  <a:extLst>
                    <a:ext uri="{FF2B5EF4-FFF2-40B4-BE49-F238E27FC236}">
                      <a16:creationId xmlns:a16="http://schemas.microsoft.com/office/drawing/2014/main" id="{FF006197-1B41-86DB-4A71-0B94CAE68FB2}"/>
                    </a:ext>
                  </a:extLst>
                </p:cNvPr>
                <p:cNvPicPr/>
                <p:nvPr/>
              </p:nvPicPr>
              <p:blipFill>
                <a:blip r:embed="rId46"/>
                <a:stretch>
                  <a:fillRect/>
                </a:stretch>
              </p:blipFill>
              <p:spPr>
                <a:xfrm>
                  <a:off x="5724988" y="3600659"/>
                  <a:ext cx="38160" cy="1476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0" name="Ink 29">
                  <a:extLst>
                    <a:ext uri="{FF2B5EF4-FFF2-40B4-BE49-F238E27FC236}">
                      <a16:creationId xmlns:a16="http://schemas.microsoft.com/office/drawing/2014/main" id="{B6CF2EDE-E881-9FE6-8D5B-0186C55703B3}"/>
                    </a:ext>
                  </a:extLst>
                </p14:cNvPr>
                <p14:cNvContentPartPr/>
                <p14:nvPr/>
              </p14:nvContentPartPr>
              <p14:xfrm>
                <a:off x="5951788" y="3671939"/>
                <a:ext cx="20880" cy="30600"/>
              </p14:xfrm>
            </p:contentPart>
          </mc:Choice>
          <mc:Fallback>
            <p:pic>
              <p:nvPicPr>
                <p:cNvPr id="30" name="Ink 29">
                  <a:extLst>
                    <a:ext uri="{FF2B5EF4-FFF2-40B4-BE49-F238E27FC236}">
                      <a16:creationId xmlns:a16="http://schemas.microsoft.com/office/drawing/2014/main" id="{B6CF2EDE-E881-9FE6-8D5B-0186C55703B3}"/>
                    </a:ext>
                  </a:extLst>
                </p:cNvPr>
                <p:cNvPicPr/>
                <p:nvPr/>
              </p:nvPicPr>
              <p:blipFill>
                <a:blip r:embed="rId48"/>
                <a:stretch>
                  <a:fillRect/>
                </a:stretch>
              </p:blipFill>
              <p:spPr>
                <a:xfrm>
                  <a:off x="5947468" y="3667619"/>
                  <a:ext cx="29520" cy="3924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1" name="Ink 30">
                  <a:extLst>
                    <a:ext uri="{FF2B5EF4-FFF2-40B4-BE49-F238E27FC236}">
                      <a16:creationId xmlns:a16="http://schemas.microsoft.com/office/drawing/2014/main" id="{1339D32B-8EF4-177E-5000-E520856270BB}"/>
                    </a:ext>
                  </a:extLst>
                </p14:cNvPr>
                <p14:cNvContentPartPr/>
                <p14:nvPr/>
              </p14:nvContentPartPr>
              <p14:xfrm>
                <a:off x="6265348" y="3658259"/>
                <a:ext cx="102240" cy="7200"/>
              </p14:xfrm>
            </p:contentPart>
          </mc:Choice>
          <mc:Fallback>
            <p:pic>
              <p:nvPicPr>
                <p:cNvPr id="31" name="Ink 30">
                  <a:extLst>
                    <a:ext uri="{FF2B5EF4-FFF2-40B4-BE49-F238E27FC236}">
                      <a16:creationId xmlns:a16="http://schemas.microsoft.com/office/drawing/2014/main" id="{1339D32B-8EF4-177E-5000-E520856270BB}"/>
                    </a:ext>
                  </a:extLst>
                </p:cNvPr>
                <p:cNvPicPr/>
                <p:nvPr/>
              </p:nvPicPr>
              <p:blipFill>
                <a:blip r:embed="rId50"/>
                <a:stretch>
                  <a:fillRect/>
                </a:stretch>
              </p:blipFill>
              <p:spPr>
                <a:xfrm>
                  <a:off x="6261028" y="3653939"/>
                  <a:ext cx="110880" cy="1584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2" name="Ink 31">
                  <a:extLst>
                    <a:ext uri="{FF2B5EF4-FFF2-40B4-BE49-F238E27FC236}">
                      <a16:creationId xmlns:a16="http://schemas.microsoft.com/office/drawing/2014/main" id="{B9027CBA-690B-6784-CDE1-4991EBD89293}"/>
                    </a:ext>
                  </a:extLst>
                </p14:cNvPr>
                <p14:cNvContentPartPr/>
                <p14:nvPr/>
              </p14:nvContentPartPr>
              <p14:xfrm>
                <a:off x="6285868" y="3723419"/>
                <a:ext cx="160560" cy="19800"/>
              </p14:xfrm>
            </p:contentPart>
          </mc:Choice>
          <mc:Fallback>
            <p:pic>
              <p:nvPicPr>
                <p:cNvPr id="32" name="Ink 31">
                  <a:extLst>
                    <a:ext uri="{FF2B5EF4-FFF2-40B4-BE49-F238E27FC236}">
                      <a16:creationId xmlns:a16="http://schemas.microsoft.com/office/drawing/2014/main" id="{B9027CBA-690B-6784-CDE1-4991EBD89293}"/>
                    </a:ext>
                  </a:extLst>
                </p:cNvPr>
                <p:cNvPicPr/>
                <p:nvPr/>
              </p:nvPicPr>
              <p:blipFill>
                <a:blip r:embed="rId52"/>
                <a:stretch>
                  <a:fillRect/>
                </a:stretch>
              </p:blipFill>
              <p:spPr>
                <a:xfrm>
                  <a:off x="6281548" y="3719099"/>
                  <a:ext cx="169200" cy="2844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3" name="Ink 32">
                  <a:extLst>
                    <a:ext uri="{FF2B5EF4-FFF2-40B4-BE49-F238E27FC236}">
                      <a16:creationId xmlns:a16="http://schemas.microsoft.com/office/drawing/2014/main" id="{F331B06E-C04D-06A1-1104-EBEADED78517}"/>
                    </a:ext>
                  </a:extLst>
                </p14:cNvPr>
                <p14:cNvContentPartPr/>
                <p14:nvPr/>
              </p14:nvContentPartPr>
              <p14:xfrm>
                <a:off x="6612748" y="3473939"/>
                <a:ext cx="142920" cy="360000"/>
              </p14:xfrm>
            </p:contentPart>
          </mc:Choice>
          <mc:Fallback>
            <p:pic>
              <p:nvPicPr>
                <p:cNvPr id="33" name="Ink 32">
                  <a:extLst>
                    <a:ext uri="{FF2B5EF4-FFF2-40B4-BE49-F238E27FC236}">
                      <a16:creationId xmlns:a16="http://schemas.microsoft.com/office/drawing/2014/main" id="{F331B06E-C04D-06A1-1104-EBEADED78517}"/>
                    </a:ext>
                  </a:extLst>
                </p:cNvPr>
                <p:cNvPicPr/>
                <p:nvPr/>
              </p:nvPicPr>
              <p:blipFill>
                <a:blip r:embed="rId54"/>
                <a:stretch>
                  <a:fillRect/>
                </a:stretch>
              </p:blipFill>
              <p:spPr>
                <a:xfrm>
                  <a:off x="6608428" y="3469619"/>
                  <a:ext cx="151560" cy="36864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4" name="Ink 33">
                  <a:extLst>
                    <a:ext uri="{FF2B5EF4-FFF2-40B4-BE49-F238E27FC236}">
                      <a16:creationId xmlns:a16="http://schemas.microsoft.com/office/drawing/2014/main" id="{484E71E6-5EC1-E144-E797-8D376AE5454C}"/>
                    </a:ext>
                  </a:extLst>
                </p14:cNvPr>
                <p14:cNvContentPartPr/>
                <p14:nvPr/>
              </p14:nvContentPartPr>
              <p14:xfrm>
                <a:off x="6814708" y="3574739"/>
                <a:ext cx="482760" cy="153000"/>
              </p14:xfrm>
            </p:contentPart>
          </mc:Choice>
          <mc:Fallback>
            <p:pic>
              <p:nvPicPr>
                <p:cNvPr id="34" name="Ink 33">
                  <a:extLst>
                    <a:ext uri="{FF2B5EF4-FFF2-40B4-BE49-F238E27FC236}">
                      <a16:creationId xmlns:a16="http://schemas.microsoft.com/office/drawing/2014/main" id="{484E71E6-5EC1-E144-E797-8D376AE5454C}"/>
                    </a:ext>
                  </a:extLst>
                </p:cNvPr>
                <p:cNvPicPr/>
                <p:nvPr/>
              </p:nvPicPr>
              <p:blipFill>
                <a:blip r:embed="rId56"/>
                <a:stretch>
                  <a:fillRect/>
                </a:stretch>
              </p:blipFill>
              <p:spPr>
                <a:xfrm>
                  <a:off x="6810388" y="3570419"/>
                  <a:ext cx="491400" cy="16164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5" name="Ink 34">
                  <a:extLst>
                    <a:ext uri="{FF2B5EF4-FFF2-40B4-BE49-F238E27FC236}">
                      <a16:creationId xmlns:a16="http://schemas.microsoft.com/office/drawing/2014/main" id="{84F2B4CD-C054-421F-6D77-EA68F6FD0DFA}"/>
                    </a:ext>
                  </a:extLst>
                </p14:cNvPr>
                <p14:cNvContentPartPr/>
                <p14:nvPr/>
              </p14:nvContentPartPr>
              <p14:xfrm>
                <a:off x="7446148" y="3343619"/>
                <a:ext cx="332280" cy="594720"/>
              </p14:xfrm>
            </p:contentPart>
          </mc:Choice>
          <mc:Fallback>
            <p:pic>
              <p:nvPicPr>
                <p:cNvPr id="35" name="Ink 34">
                  <a:extLst>
                    <a:ext uri="{FF2B5EF4-FFF2-40B4-BE49-F238E27FC236}">
                      <a16:creationId xmlns:a16="http://schemas.microsoft.com/office/drawing/2014/main" id="{84F2B4CD-C054-421F-6D77-EA68F6FD0DFA}"/>
                    </a:ext>
                  </a:extLst>
                </p:cNvPr>
                <p:cNvPicPr/>
                <p:nvPr/>
              </p:nvPicPr>
              <p:blipFill>
                <a:blip r:embed="rId58"/>
                <a:stretch>
                  <a:fillRect/>
                </a:stretch>
              </p:blipFill>
              <p:spPr>
                <a:xfrm>
                  <a:off x="7441828" y="3339299"/>
                  <a:ext cx="340920" cy="60336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36" name="Ink 35">
                  <a:extLst>
                    <a:ext uri="{FF2B5EF4-FFF2-40B4-BE49-F238E27FC236}">
                      <a16:creationId xmlns:a16="http://schemas.microsoft.com/office/drawing/2014/main" id="{A91C0877-8AC9-AF16-9E0C-98DDA73F986D}"/>
                    </a:ext>
                  </a:extLst>
                </p14:cNvPr>
                <p14:cNvContentPartPr/>
                <p14:nvPr/>
              </p14:nvContentPartPr>
              <p14:xfrm>
                <a:off x="7511308" y="3607859"/>
                <a:ext cx="21600" cy="16920"/>
              </p14:xfrm>
            </p:contentPart>
          </mc:Choice>
          <mc:Fallback>
            <p:pic>
              <p:nvPicPr>
                <p:cNvPr id="36" name="Ink 35">
                  <a:extLst>
                    <a:ext uri="{FF2B5EF4-FFF2-40B4-BE49-F238E27FC236}">
                      <a16:creationId xmlns:a16="http://schemas.microsoft.com/office/drawing/2014/main" id="{A91C0877-8AC9-AF16-9E0C-98DDA73F986D}"/>
                    </a:ext>
                  </a:extLst>
                </p:cNvPr>
                <p:cNvPicPr/>
                <p:nvPr/>
              </p:nvPicPr>
              <p:blipFill>
                <a:blip r:embed="rId60"/>
                <a:stretch>
                  <a:fillRect/>
                </a:stretch>
              </p:blipFill>
              <p:spPr>
                <a:xfrm>
                  <a:off x="7506988" y="3603539"/>
                  <a:ext cx="3024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37" name="Ink 36">
                  <a:extLst>
                    <a:ext uri="{FF2B5EF4-FFF2-40B4-BE49-F238E27FC236}">
                      <a16:creationId xmlns:a16="http://schemas.microsoft.com/office/drawing/2014/main" id="{11579860-6C06-AF10-266F-2630D9D5EE5C}"/>
                    </a:ext>
                  </a:extLst>
                </p14:cNvPr>
                <p14:cNvContentPartPr/>
                <p14:nvPr/>
              </p14:nvContentPartPr>
              <p14:xfrm>
                <a:off x="7815148" y="3665099"/>
                <a:ext cx="53640" cy="18000"/>
              </p14:xfrm>
            </p:contentPart>
          </mc:Choice>
          <mc:Fallback>
            <p:pic>
              <p:nvPicPr>
                <p:cNvPr id="37" name="Ink 36">
                  <a:extLst>
                    <a:ext uri="{FF2B5EF4-FFF2-40B4-BE49-F238E27FC236}">
                      <a16:creationId xmlns:a16="http://schemas.microsoft.com/office/drawing/2014/main" id="{11579860-6C06-AF10-266F-2630D9D5EE5C}"/>
                    </a:ext>
                  </a:extLst>
                </p:cNvPr>
                <p:cNvPicPr/>
                <p:nvPr/>
              </p:nvPicPr>
              <p:blipFill>
                <a:blip r:embed="rId62"/>
                <a:stretch>
                  <a:fillRect/>
                </a:stretch>
              </p:blipFill>
              <p:spPr>
                <a:xfrm>
                  <a:off x="7810828" y="3660779"/>
                  <a:ext cx="6228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38" name="Ink 37">
                  <a:extLst>
                    <a:ext uri="{FF2B5EF4-FFF2-40B4-BE49-F238E27FC236}">
                      <a16:creationId xmlns:a16="http://schemas.microsoft.com/office/drawing/2014/main" id="{C17BD031-D5DE-729B-C822-3CDEA54DF762}"/>
                    </a:ext>
                  </a:extLst>
                </p14:cNvPr>
                <p14:cNvContentPartPr/>
                <p14:nvPr/>
              </p14:nvContentPartPr>
              <p14:xfrm>
                <a:off x="6525628" y="3901259"/>
                <a:ext cx="1476720" cy="56520"/>
              </p14:xfrm>
            </p:contentPart>
          </mc:Choice>
          <mc:Fallback>
            <p:pic>
              <p:nvPicPr>
                <p:cNvPr id="38" name="Ink 37">
                  <a:extLst>
                    <a:ext uri="{FF2B5EF4-FFF2-40B4-BE49-F238E27FC236}">
                      <a16:creationId xmlns:a16="http://schemas.microsoft.com/office/drawing/2014/main" id="{C17BD031-D5DE-729B-C822-3CDEA54DF762}"/>
                    </a:ext>
                  </a:extLst>
                </p:cNvPr>
                <p:cNvPicPr/>
                <p:nvPr/>
              </p:nvPicPr>
              <p:blipFill>
                <a:blip r:embed="rId64"/>
                <a:stretch>
                  <a:fillRect/>
                </a:stretch>
              </p:blipFill>
              <p:spPr>
                <a:xfrm>
                  <a:off x="6521308" y="3896939"/>
                  <a:ext cx="1485360" cy="6516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61" name="Ink 60">
                  <a:extLst>
                    <a:ext uri="{FF2B5EF4-FFF2-40B4-BE49-F238E27FC236}">
                      <a16:creationId xmlns:a16="http://schemas.microsoft.com/office/drawing/2014/main" id="{B6792222-5CC9-02F5-0DE6-EAD0F4A5FD85}"/>
                    </a:ext>
                  </a:extLst>
                </p14:cNvPr>
                <p14:cNvContentPartPr/>
                <p14:nvPr/>
              </p14:nvContentPartPr>
              <p14:xfrm>
                <a:off x="2406868" y="4532339"/>
                <a:ext cx="119160" cy="1802880"/>
              </p14:xfrm>
            </p:contentPart>
          </mc:Choice>
          <mc:Fallback>
            <p:pic>
              <p:nvPicPr>
                <p:cNvPr id="61" name="Ink 60">
                  <a:extLst>
                    <a:ext uri="{FF2B5EF4-FFF2-40B4-BE49-F238E27FC236}">
                      <a16:creationId xmlns:a16="http://schemas.microsoft.com/office/drawing/2014/main" id="{B6792222-5CC9-02F5-0DE6-EAD0F4A5FD85}"/>
                    </a:ext>
                  </a:extLst>
                </p:cNvPr>
                <p:cNvPicPr/>
                <p:nvPr/>
              </p:nvPicPr>
              <p:blipFill>
                <a:blip r:embed="rId66"/>
                <a:stretch>
                  <a:fillRect/>
                </a:stretch>
              </p:blipFill>
              <p:spPr>
                <a:xfrm>
                  <a:off x="2402548" y="4528019"/>
                  <a:ext cx="127800" cy="181152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62" name="Ink 61">
                  <a:extLst>
                    <a:ext uri="{FF2B5EF4-FFF2-40B4-BE49-F238E27FC236}">
                      <a16:creationId xmlns:a16="http://schemas.microsoft.com/office/drawing/2014/main" id="{B23B9744-3B47-4225-BCE0-AE32B1531110}"/>
                    </a:ext>
                  </a:extLst>
                </p14:cNvPr>
                <p14:cNvContentPartPr/>
                <p14:nvPr/>
              </p14:nvContentPartPr>
              <p14:xfrm>
                <a:off x="2503708" y="4521179"/>
                <a:ext cx="3940920" cy="1729800"/>
              </p14:xfrm>
            </p:contentPart>
          </mc:Choice>
          <mc:Fallback>
            <p:pic>
              <p:nvPicPr>
                <p:cNvPr id="62" name="Ink 61">
                  <a:extLst>
                    <a:ext uri="{FF2B5EF4-FFF2-40B4-BE49-F238E27FC236}">
                      <a16:creationId xmlns:a16="http://schemas.microsoft.com/office/drawing/2014/main" id="{B23B9744-3B47-4225-BCE0-AE32B1531110}"/>
                    </a:ext>
                  </a:extLst>
                </p:cNvPr>
                <p:cNvPicPr/>
                <p:nvPr/>
              </p:nvPicPr>
              <p:blipFill>
                <a:blip r:embed="rId68"/>
                <a:stretch>
                  <a:fillRect/>
                </a:stretch>
              </p:blipFill>
              <p:spPr>
                <a:xfrm>
                  <a:off x="2499388" y="4516859"/>
                  <a:ext cx="3949560" cy="173844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63" name="Ink 62">
                  <a:extLst>
                    <a:ext uri="{FF2B5EF4-FFF2-40B4-BE49-F238E27FC236}">
                      <a16:creationId xmlns:a16="http://schemas.microsoft.com/office/drawing/2014/main" id="{764C64E2-4948-5BDE-ABF4-B8CFF0127CC3}"/>
                    </a:ext>
                  </a:extLst>
                </p14:cNvPr>
                <p14:cNvContentPartPr/>
                <p14:nvPr/>
              </p14:nvContentPartPr>
              <p14:xfrm>
                <a:off x="2492908" y="6131819"/>
                <a:ext cx="66240" cy="56520"/>
              </p14:xfrm>
            </p:contentPart>
          </mc:Choice>
          <mc:Fallback>
            <p:pic>
              <p:nvPicPr>
                <p:cNvPr id="63" name="Ink 62">
                  <a:extLst>
                    <a:ext uri="{FF2B5EF4-FFF2-40B4-BE49-F238E27FC236}">
                      <a16:creationId xmlns:a16="http://schemas.microsoft.com/office/drawing/2014/main" id="{764C64E2-4948-5BDE-ABF4-B8CFF0127CC3}"/>
                    </a:ext>
                  </a:extLst>
                </p:cNvPr>
                <p:cNvPicPr/>
                <p:nvPr/>
              </p:nvPicPr>
              <p:blipFill>
                <a:blip r:embed="rId70"/>
                <a:stretch>
                  <a:fillRect/>
                </a:stretch>
              </p:blipFill>
              <p:spPr>
                <a:xfrm>
                  <a:off x="2488588" y="6127499"/>
                  <a:ext cx="74880" cy="6516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64" name="Ink 63">
                  <a:extLst>
                    <a:ext uri="{FF2B5EF4-FFF2-40B4-BE49-F238E27FC236}">
                      <a16:creationId xmlns:a16="http://schemas.microsoft.com/office/drawing/2014/main" id="{62412D69-3223-DD6D-0FCE-4FD13B725D03}"/>
                    </a:ext>
                  </a:extLst>
                </p14:cNvPr>
                <p14:cNvContentPartPr/>
                <p14:nvPr/>
              </p14:nvContentPartPr>
              <p14:xfrm>
                <a:off x="2415148" y="6177179"/>
                <a:ext cx="379080" cy="28440"/>
              </p14:xfrm>
            </p:contentPart>
          </mc:Choice>
          <mc:Fallback>
            <p:pic>
              <p:nvPicPr>
                <p:cNvPr id="64" name="Ink 63">
                  <a:extLst>
                    <a:ext uri="{FF2B5EF4-FFF2-40B4-BE49-F238E27FC236}">
                      <a16:creationId xmlns:a16="http://schemas.microsoft.com/office/drawing/2014/main" id="{62412D69-3223-DD6D-0FCE-4FD13B725D03}"/>
                    </a:ext>
                  </a:extLst>
                </p:cNvPr>
                <p:cNvPicPr/>
                <p:nvPr/>
              </p:nvPicPr>
              <p:blipFill>
                <a:blip r:embed="rId72"/>
                <a:stretch>
                  <a:fillRect/>
                </a:stretch>
              </p:blipFill>
              <p:spPr>
                <a:xfrm>
                  <a:off x="2410828" y="6172859"/>
                  <a:ext cx="38772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65" name="Ink 64">
                  <a:extLst>
                    <a:ext uri="{FF2B5EF4-FFF2-40B4-BE49-F238E27FC236}">
                      <a16:creationId xmlns:a16="http://schemas.microsoft.com/office/drawing/2014/main" id="{942A0202-33BC-B68C-10DF-4914F0A429B3}"/>
                    </a:ext>
                  </a:extLst>
                </p14:cNvPr>
                <p14:cNvContentPartPr/>
                <p14:nvPr/>
              </p14:nvContentPartPr>
              <p14:xfrm>
                <a:off x="1696588" y="4312019"/>
                <a:ext cx="3033000" cy="1470960"/>
              </p14:xfrm>
            </p:contentPart>
          </mc:Choice>
          <mc:Fallback>
            <p:pic>
              <p:nvPicPr>
                <p:cNvPr id="65" name="Ink 64">
                  <a:extLst>
                    <a:ext uri="{FF2B5EF4-FFF2-40B4-BE49-F238E27FC236}">
                      <a16:creationId xmlns:a16="http://schemas.microsoft.com/office/drawing/2014/main" id="{942A0202-33BC-B68C-10DF-4914F0A429B3}"/>
                    </a:ext>
                  </a:extLst>
                </p:cNvPr>
                <p:cNvPicPr/>
                <p:nvPr/>
              </p:nvPicPr>
              <p:blipFill>
                <a:blip r:embed="rId74"/>
                <a:stretch>
                  <a:fillRect/>
                </a:stretch>
              </p:blipFill>
              <p:spPr>
                <a:xfrm>
                  <a:off x="1692268" y="4307699"/>
                  <a:ext cx="3041640" cy="147960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67" name="Ink 66">
                  <a:extLst>
                    <a:ext uri="{FF2B5EF4-FFF2-40B4-BE49-F238E27FC236}">
                      <a16:creationId xmlns:a16="http://schemas.microsoft.com/office/drawing/2014/main" id="{68F9813C-B5A8-411F-FD6A-3EB7DAC75D9A}"/>
                    </a:ext>
                  </a:extLst>
                </p14:cNvPr>
                <p14:cNvContentPartPr/>
                <p14:nvPr/>
              </p14:nvContentPartPr>
              <p14:xfrm>
                <a:off x="2522788" y="5015819"/>
                <a:ext cx="115920" cy="157680"/>
              </p14:xfrm>
            </p:contentPart>
          </mc:Choice>
          <mc:Fallback>
            <p:pic>
              <p:nvPicPr>
                <p:cNvPr id="67" name="Ink 66">
                  <a:extLst>
                    <a:ext uri="{FF2B5EF4-FFF2-40B4-BE49-F238E27FC236}">
                      <a16:creationId xmlns:a16="http://schemas.microsoft.com/office/drawing/2014/main" id="{68F9813C-B5A8-411F-FD6A-3EB7DAC75D9A}"/>
                    </a:ext>
                  </a:extLst>
                </p:cNvPr>
                <p:cNvPicPr/>
                <p:nvPr/>
              </p:nvPicPr>
              <p:blipFill>
                <a:blip r:embed="rId76"/>
                <a:stretch>
                  <a:fillRect/>
                </a:stretch>
              </p:blipFill>
              <p:spPr>
                <a:xfrm>
                  <a:off x="2518468" y="5011499"/>
                  <a:ext cx="124560" cy="16632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68" name="Ink 67">
                  <a:extLst>
                    <a:ext uri="{FF2B5EF4-FFF2-40B4-BE49-F238E27FC236}">
                      <a16:creationId xmlns:a16="http://schemas.microsoft.com/office/drawing/2014/main" id="{F257E4AA-EAA3-1E81-EA24-F81A47865629}"/>
                    </a:ext>
                  </a:extLst>
                </p14:cNvPr>
                <p14:cNvContentPartPr/>
                <p14:nvPr/>
              </p14:nvContentPartPr>
              <p14:xfrm>
                <a:off x="2671468" y="5005379"/>
                <a:ext cx="129600" cy="94680"/>
              </p14:xfrm>
            </p:contentPart>
          </mc:Choice>
          <mc:Fallback>
            <p:pic>
              <p:nvPicPr>
                <p:cNvPr id="68" name="Ink 67">
                  <a:extLst>
                    <a:ext uri="{FF2B5EF4-FFF2-40B4-BE49-F238E27FC236}">
                      <a16:creationId xmlns:a16="http://schemas.microsoft.com/office/drawing/2014/main" id="{F257E4AA-EAA3-1E81-EA24-F81A47865629}"/>
                    </a:ext>
                  </a:extLst>
                </p:cNvPr>
                <p:cNvPicPr/>
                <p:nvPr/>
              </p:nvPicPr>
              <p:blipFill>
                <a:blip r:embed="rId78"/>
                <a:stretch>
                  <a:fillRect/>
                </a:stretch>
              </p:blipFill>
              <p:spPr>
                <a:xfrm>
                  <a:off x="2667148" y="5001059"/>
                  <a:ext cx="138240" cy="10332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69" name="Ink 68">
                  <a:extLst>
                    <a:ext uri="{FF2B5EF4-FFF2-40B4-BE49-F238E27FC236}">
                      <a16:creationId xmlns:a16="http://schemas.microsoft.com/office/drawing/2014/main" id="{E10AF79C-08EE-3441-CEEA-0C26B0D9F942}"/>
                    </a:ext>
                  </a:extLst>
                </p14:cNvPr>
                <p14:cNvContentPartPr/>
                <p14:nvPr/>
              </p14:nvContentPartPr>
              <p14:xfrm>
                <a:off x="2838508" y="4947779"/>
                <a:ext cx="68400" cy="338400"/>
              </p14:xfrm>
            </p:contentPart>
          </mc:Choice>
          <mc:Fallback>
            <p:pic>
              <p:nvPicPr>
                <p:cNvPr id="69" name="Ink 68">
                  <a:extLst>
                    <a:ext uri="{FF2B5EF4-FFF2-40B4-BE49-F238E27FC236}">
                      <a16:creationId xmlns:a16="http://schemas.microsoft.com/office/drawing/2014/main" id="{E10AF79C-08EE-3441-CEEA-0C26B0D9F942}"/>
                    </a:ext>
                  </a:extLst>
                </p:cNvPr>
                <p:cNvPicPr/>
                <p:nvPr/>
              </p:nvPicPr>
              <p:blipFill>
                <a:blip r:embed="rId80"/>
                <a:stretch>
                  <a:fillRect/>
                </a:stretch>
              </p:blipFill>
              <p:spPr>
                <a:xfrm>
                  <a:off x="2834188" y="4943459"/>
                  <a:ext cx="77040" cy="34704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70" name="Ink 69">
                  <a:extLst>
                    <a:ext uri="{FF2B5EF4-FFF2-40B4-BE49-F238E27FC236}">
                      <a16:creationId xmlns:a16="http://schemas.microsoft.com/office/drawing/2014/main" id="{D95EB4A0-87B8-D3C6-D434-7F4608826AF5}"/>
                    </a:ext>
                  </a:extLst>
                </p14:cNvPr>
                <p14:cNvContentPartPr/>
                <p14:nvPr/>
              </p14:nvContentPartPr>
              <p14:xfrm>
                <a:off x="2956948" y="4727459"/>
                <a:ext cx="186120" cy="240480"/>
              </p14:xfrm>
            </p:contentPart>
          </mc:Choice>
          <mc:Fallback>
            <p:pic>
              <p:nvPicPr>
                <p:cNvPr id="70" name="Ink 69">
                  <a:extLst>
                    <a:ext uri="{FF2B5EF4-FFF2-40B4-BE49-F238E27FC236}">
                      <a16:creationId xmlns:a16="http://schemas.microsoft.com/office/drawing/2014/main" id="{D95EB4A0-87B8-D3C6-D434-7F4608826AF5}"/>
                    </a:ext>
                  </a:extLst>
                </p:cNvPr>
                <p:cNvPicPr/>
                <p:nvPr/>
              </p:nvPicPr>
              <p:blipFill>
                <a:blip r:embed="rId82"/>
                <a:stretch>
                  <a:fillRect/>
                </a:stretch>
              </p:blipFill>
              <p:spPr>
                <a:xfrm>
                  <a:off x="2952628" y="4723139"/>
                  <a:ext cx="194760" cy="24912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71" name="Ink 70">
                  <a:extLst>
                    <a:ext uri="{FF2B5EF4-FFF2-40B4-BE49-F238E27FC236}">
                      <a16:creationId xmlns:a16="http://schemas.microsoft.com/office/drawing/2014/main" id="{3672385A-0534-67DF-D898-4952A165D09E}"/>
                    </a:ext>
                  </a:extLst>
                </p14:cNvPr>
                <p14:cNvContentPartPr/>
                <p14:nvPr/>
              </p14:nvContentPartPr>
              <p14:xfrm>
                <a:off x="3207508" y="4723499"/>
                <a:ext cx="256680" cy="165600"/>
              </p14:xfrm>
            </p:contentPart>
          </mc:Choice>
          <mc:Fallback>
            <p:pic>
              <p:nvPicPr>
                <p:cNvPr id="71" name="Ink 70">
                  <a:extLst>
                    <a:ext uri="{FF2B5EF4-FFF2-40B4-BE49-F238E27FC236}">
                      <a16:creationId xmlns:a16="http://schemas.microsoft.com/office/drawing/2014/main" id="{3672385A-0534-67DF-D898-4952A165D09E}"/>
                    </a:ext>
                  </a:extLst>
                </p:cNvPr>
                <p:cNvPicPr/>
                <p:nvPr/>
              </p:nvPicPr>
              <p:blipFill>
                <a:blip r:embed="rId84"/>
                <a:stretch>
                  <a:fillRect/>
                </a:stretch>
              </p:blipFill>
              <p:spPr>
                <a:xfrm>
                  <a:off x="3203188" y="4719179"/>
                  <a:ext cx="265320" cy="17424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72" name="Ink 71">
                  <a:extLst>
                    <a:ext uri="{FF2B5EF4-FFF2-40B4-BE49-F238E27FC236}">
                      <a16:creationId xmlns:a16="http://schemas.microsoft.com/office/drawing/2014/main" id="{99C62D63-CEF3-C531-400C-943BEFA7DC9E}"/>
                    </a:ext>
                  </a:extLst>
                </p14:cNvPr>
                <p14:cNvContentPartPr/>
                <p14:nvPr/>
              </p14:nvContentPartPr>
              <p14:xfrm>
                <a:off x="3603868" y="4619819"/>
                <a:ext cx="122760" cy="345600"/>
              </p14:xfrm>
            </p:contentPart>
          </mc:Choice>
          <mc:Fallback>
            <p:pic>
              <p:nvPicPr>
                <p:cNvPr id="72" name="Ink 71">
                  <a:extLst>
                    <a:ext uri="{FF2B5EF4-FFF2-40B4-BE49-F238E27FC236}">
                      <a16:creationId xmlns:a16="http://schemas.microsoft.com/office/drawing/2014/main" id="{99C62D63-CEF3-C531-400C-943BEFA7DC9E}"/>
                    </a:ext>
                  </a:extLst>
                </p:cNvPr>
                <p:cNvPicPr/>
                <p:nvPr/>
              </p:nvPicPr>
              <p:blipFill>
                <a:blip r:embed="rId86"/>
                <a:stretch>
                  <a:fillRect/>
                </a:stretch>
              </p:blipFill>
              <p:spPr>
                <a:xfrm>
                  <a:off x="3599548" y="4615499"/>
                  <a:ext cx="131400" cy="35424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73" name="Ink 72">
                  <a:extLst>
                    <a:ext uri="{FF2B5EF4-FFF2-40B4-BE49-F238E27FC236}">
                      <a16:creationId xmlns:a16="http://schemas.microsoft.com/office/drawing/2014/main" id="{B8753CE7-3E47-0F72-A702-E5912380E73E}"/>
                    </a:ext>
                  </a:extLst>
                </p14:cNvPr>
                <p14:cNvContentPartPr/>
                <p14:nvPr/>
              </p14:nvContentPartPr>
              <p14:xfrm>
                <a:off x="3775588" y="4615859"/>
                <a:ext cx="218160" cy="146160"/>
              </p14:xfrm>
            </p:contentPart>
          </mc:Choice>
          <mc:Fallback>
            <p:pic>
              <p:nvPicPr>
                <p:cNvPr id="73" name="Ink 72">
                  <a:extLst>
                    <a:ext uri="{FF2B5EF4-FFF2-40B4-BE49-F238E27FC236}">
                      <a16:creationId xmlns:a16="http://schemas.microsoft.com/office/drawing/2014/main" id="{B8753CE7-3E47-0F72-A702-E5912380E73E}"/>
                    </a:ext>
                  </a:extLst>
                </p:cNvPr>
                <p:cNvPicPr/>
                <p:nvPr/>
              </p:nvPicPr>
              <p:blipFill>
                <a:blip r:embed="rId88"/>
                <a:stretch>
                  <a:fillRect/>
                </a:stretch>
              </p:blipFill>
              <p:spPr>
                <a:xfrm>
                  <a:off x="3771268" y="4611539"/>
                  <a:ext cx="226800" cy="15480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74" name="Ink 73">
                  <a:extLst>
                    <a:ext uri="{FF2B5EF4-FFF2-40B4-BE49-F238E27FC236}">
                      <a16:creationId xmlns:a16="http://schemas.microsoft.com/office/drawing/2014/main" id="{5E5A685C-18FD-8E3D-3012-40D5EAA3D9B9}"/>
                    </a:ext>
                  </a:extLst>
                </p14:cNvPr>
                <p14:cNvContentPartPr/>
                <p14:nvPr/>
              </p14:nvContentPartPr>
              <p14:xfrm>
                <a:off x="4524028" y="4174859"/>
                <a:ext cx="782280" cy="2310840"/>
              </p14:xfrm>
            </p:contentPart>
          </mc:Choice>
          <mc:Fallback>
            <p:pic>
              <p:nvPicPr>
                <p:cNvPr id="74" name="Ink 73">
                  <a:extLst>
                    <a:ext uri="{FF2B5EF4-FFF2-40B4-BE49-F238E27FC236}">
                      <a16:creationId xmlns:a16="http://schemas.microsoft.com/office/drawing/2014/main" id="{5E5A685C-18FD-8E3D-3012-40D5EAA3D9B9}"/>
                    </a:ext>
                  </a:extLst>
                </p:cNvPr>
                <p:cNvPicPr/>
                <p:nvPr/>
              </p:nvPicPr>
              <p:blipFill>
                <a:blip r:embed="rId90"/>
                <a:stretch>
                  <a:fillRect/>
                </a:stretch>
              </p:blipFill>
              <p:spPr>
                <a:xfrm>
                  <a:off x="4519708" y="4170539"/>
                  <a:ext cx="790920" cy="231948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76" name="Ink 75">
                  <a:extLst>
                    <a:ext uri="{FF2B5EF4-FFF2-40B4-BE49-F238E27FC236}">
                      <a16:creationId xmlns:a16="http://schemas.microsoft.com/office/drawing/2014/main" id="{0C61162A-DA2D-24EA-4E98-F95EB5799C51}"/>
                    </a:ext>
                  </a:extLst>
                </p14:cNvPr>
                <p14:cNvContentPartPr/>
                <p14:nvPr/>
              </p14:nvContentPartPr>
              <p14:xfrm>
                <a:off x="3454828" y="5585339"/>
                <a:ext cx="124560" cy="584640"/>
              </p14:xfrm>
            </p:contentPart>
          </mc:Choice>
          <mc:Fallback>
            <p:pic>
              <p:nvPicPr>
                <p:cNvPr id="76" name="Ink 75">
                  <a:extLst>
                    <a:ext uri="{FF2B5EF4-FFF2-40B4-BE49-F238E27FC236}">
                      <a16:creationId xmlns:a16="http://schemas.microsoft.com/office/drawing/2014/main" id="{0C61162A-DA2D-24EA-4E98-F95EB5799C51}"/>
                    </a:ext>
                  </a:extLst>
                </p:cNvPr>
                <p:cNvPicPr/>
                <p:nvPr/>
              </p:nvPicPr>
              <p:blipFill>
                <a:blip r:embed="rId92"/>
                <a:stretch>
                  <a:fillRect/>
                </a:stretch>
              </p:blipFill>
              <p:spPr>
                <a:xfrm>
                  <a:off x="3450508" y="5581019"/>
                  <a:ext cx="133200" cy="59328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77" name="Ink 76">
                  <a:extLst>
                    <a:ext uri="{FF2B5EF4-FFF2-40B4-BE49-F238E27FC236}">
                      <a16:creationId xmlns:a16="http://schemas.microsoft.com/office/drawing/2014/main" id="{2D8B6FB7-FA0B-9D2F-9F13-85FDB7ACE4B0}"/>
                    </a:ext>
                  </a:extLst>
                </p14:cNvPr>
                <p14:cNvContentPartPr/>
                <p14:nvPr/>
              </p14:nvContentPartPr>
              <p14:xfrm>
                <a:off x="3632668" y="5469419"/>
                <a:ext cx="113760" cy="321120"/>
              </p14:xfrm>
            </p:contentPart>
          </mc:Choice>
          <mc:Fallback>
            <p:pic>
              <p:nvPicPr>
                <p:cNvPr id="77" name="Ink 76">
                  <a:extLst>
                    <a:ext uri="{FF2B5EF4-FFF2-40B4-BE49-F238E27FC236}">
                      <a16:creationId xmlns:a16="http://schemas.microsoft.com/office/drawing/2014/main" id="{2D8B6FB7-FA0B-9D2F-9F13-85FDB7ACE4B0}"/>
                    </a:ext>
                  </a:extLst>
                </p:cNvPr>
                <p:cNvPicPr/>
                <p:nvPr/>
              </p:nvPicPr>
              <p:blipFill>
                <a:blip r:embed="rId94"/>
                <a:stretch>
                  <a:fillRect/>
                </a:stretch>
              </p:blipFill>
              <p:spPr>
                <a:xfrm>
                  <a:off x="3628348" y="5465099"/>
                  <a:ext cx="122400" cy="32976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79" name="Ink 78">
                  <a:extLst>
                    <a:ext uri="{FF2B5EF4-FFF2-40B4-BE49-F238E27FC236}">
                      <a16:creationId xmlns:a16="http://schemas.microsoft.com/office/drawing/2014/main" id="{358EF376-0257-E0B9-A7B7-379754A7C6AC}"/>
                    </a:ext>
                  </a:extLst>
                </p14:cNvPr>
                <p14:cNvContentPartPr/>
                <p14:nvPr/>
              </p14:nvContentPartPr>
              <p14:xfrm>
                <a:off x="3736708" y="5555819"/>
                <a:ext cx="316080" cy="192600"/>
              </p14:xfrm>
            </p:contentPart>
          </mc:Choice>
          <mc:Fallback>
            <p:pic>
              <p:nvPicPr>
                <p:cNvPr id="79" name="Ink 78">
                  <a:extLst>
                    <a:ext uri="{FF2B5EF4-FFF2-40B4-BE49-F238E27FC236}">
                      <a16:creationId xmlns:a16="http://schemas.microsoft.com/office/drawing/2014/main" id="{358EF376-0257-E0B9-A7B7-379754A7C6AC}"/>
                    </a:ext>
                  </a:extLst>
                </p:cNvPr>
                <p:cNvPicPr/>
                <p:nvPr/>
              </p:nvPicPr>
              <p:blipFill>
                <a:blip r:embed="rId96"/>
                <a:stretch>
                  <a:fillRect/>
                </a:stretch>
              </p:blipFill>
              <p:spPr>
                <a:xfrm>
                  <a:off x="3732388" y="5551499"/>
                  <a:ext cx="324720" cy="20124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80" name="Ink 79">
                  <a:extLst>
                    <a:ext uri="{FF2B5EF4-FFF2-40B4-BE49-F238E27FC236}">
                      <a16:creationId xmlns:a16="http://schemas.microsoft.com/office/drawing/2014/main" id="{7718C19F-0E0B-8095-344D-82B5D2E305EB}"/>
                    </a:ext>
                  </a:extLst>
                </p14:cNvPr>
                <p14:cNvContentPartPr/>
                <p14:nvPr/>
              </p14:nvContentPartPr>
              <p14:xfrm>
                <a:off x="4215508" y="5348819"/>
                <a:ext cx="128520" cy="598320"/>
              </p14:xfrm>
            </p:contentPart>
          </mc:Choice>
          <mc:Fallback>
            <p:pic>
              <p:nvPicPr>
                <p:cNvPr id="80" name="Ink 79">
                  <a:extLst>
                    <a:ext uri="{FF2B5EF4-FFF2-40B4-BE49-F238E27FC236}">
                      <a16:creationId xmlns:a16="http://schemas.microsoft.com/office/drawing/2014/main" id="{7718C19F-0E0B-8095-344D-82B5D2E305EB}"/>
                    </a:ext>
                  </a:extLst>
                </p:cNvPr>
                <p:cNvPicPr/>
                <p:nvPr/>
              </p:nvPicPr>
              <p:blipFill>
                <a:blip r:embed="rId98"/>
                <a:stretch>
                  <a:fillRect/>
                </a:stretch>
              </p:blipFill>
              <p:spPr>
                <a:xfrm>
                  <a:off x="4211188" y="5344499"/>
                  <a:ext cx="137160" cy="60696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81" name="Ink 80">
                  <a:extLst>
                    <a:ext uri="{FF2B5EF4-FFF2-40B4-BE49-F238E27FC236}">
                      <a16:creationId xmlns:a16="http://schemas.microsoft.com/office/drawing/2014/main" id="{41F9532A-8F08-E457-2EC1-260E5305F551}"/>
                    </a:ext>
                  </a:extLst>
                </p14:cNvPr>
                <p14:cNvContentPartPr/>
                <p14:nvPr/>
              </p14:nvContentPartPr>
              <p14:xfrm>
                <a:off x="4406668" y="5290499"/>
                <a:ext cx="326520" cy="171720"/>
              </p14:xfrm>
            </p:contentPart>
          </mc:Choice>
          <mc:Fallback>
            <p:pic>
              <p:nvPicPr>
                <p:cNvPr id="81" name="Ink 80">
                  <a:extLst>
                    <a:ext uri="{FF2B5EF4-FFF2-40B4-BE49-F238E27FC236}">
                      <a16:creationId xmlns:a16="http://schemas.microsoft.com/office/drawing/2014/main" id="{41F9532A-8F08-E457-2EC1-260E5305F551}"/>
                    </a:ext>
                  </a:extLst>
                </p:cNvPr>
                <p:cNvPicPr/>
                <p:nvPr/>
              </p:nvPicPr>
              <p:blipFill>
                <a:blip r:embed="rId100"/>
                <a:stretch>
                  <a:fillRect/>
                </a:stretch>
              </p:blipFill>
              <p:spPr>
                <a:xfrm>
                  <a:off x="4402348" y="5286179"/>
                  <a:ext cx="335160" cy="18036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83" name="Ink 82">
                  <a:extLst>
                    <a:ext uri="{FF2B5EF4-FFF2-40B4-BE49-F238E27FC236}">
                      <a16:creationId xmlns:a16="http://schemas.microsoft.com/office/drawing/2014/main" id="{5A613552-3F10-D6B1-8713-C178FF5FF940}"/>
                    </a:ext>
                  </a:extLst>
                </p14:cNvPr>
                <p14:cNvContentPartPr/>
                <p14:nvPr/>
              </p14:nvContentPartPr>
              <p14:xfrm>
                <a:off x="5138908" y="5345939"/>
                <a:ext cx="55800" cy="637200"/>
              </p14:xfrm>
            </p:contentPart>
          </mc:Choice>
          <mc:Fallback>
            <p:pic>
              <p:nvPicPr>
                <p:cNvPr id="83" name="Ink 82">
                  <a:extLst>
                    <a:ext uri="{FF2B5EF4-FFF2-40B4-BE49-F238E27FC236}">
                      <a16:creationId xmlns:a16="http://schemas.microsoft.com/office/drawing/2014/main" id="{5A613552-3F10-D6B1-8713-C178FF5FF940}"/>
                    </a:ext>
                  </a:extLst>
                </p:cNvPr>
                <p:cNvPicPr/>
                <p:nvPr/>
              </p:nvPicPr>
              <p:blipFill>
                <a:blip r:embed="rId102"/>
                <a:stretch>
                  <a:fillRect/>
                </a:stretch>
              </p:blipFill>
              <p:spPr>
                <a:xfrm>
                  <a:off x="5134588" y="5341619"/>
                  <a:ext cx="64440" cy="64584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84" name="Ink 83">
                  <a:extLst>
                    <a:ext uri="{FF2B5EF4-FFF2-40B4-BE49-F238E27FC236}">
                      <a16:creationId xmlns:a16="http://schemas.microsoft.com/office/drawing/2014/main" id="{8822EB78-D06E-0410-55C7-670F216F75E8}"/>
                    </a:ext>
                  </a:extLst>
                </p14:cNvPr>
                <p14:cNvContentPartPr/>
                <p14:nvPr/>
              </p14:nvContentPartPr>
              <p14:xfrm>
                <a:off x="5136028" y="5455739"/>
                <a:ext cx="76320" cy="194760"/>
              </p14:xfrm>
            </p:contentPart>
          </mc:Choice>
          <mc:Fallback>
            <p:pic>
              <p:nvPicPr>
                <p:cNvPr id="84" name="Ink 83">
                  <a:extLst>
                    <a:ext uri="{FF2B5EF4-FFF2-40B4-BE49-F238E27FC236}">
                      <a16:creationId xmlns:a16="http://schemas.microsoft.com/office/drawing/2014/main" id="{8822EB78-D06E-0410-55C7-670F216F75E8}"/>
                    </a:ext>
                  </a:extLst>
                </p:cNvPr>
                <p:cNvPicPr/>
                <p:nvPr/>
              </p:nvPicPr>
              <p:blipFill>
                <a:blip r:embed="rId104"/>
                <a:stretch>
                  <a:fillRect/>
                </a:stretch>
              </p:blipFill>
              <p:spPr>
                <a:xfrm>
                  <a:off x="5131708" y="5451419"/>
                  <a:ext cx="84960" cy="20340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85" name="Ink 84">
                  <a:extLst>
                    <a:ext uri="{FF2B5EF4-FFF2-40B4-BE49-F238E27FC236}">
                      <a16:creationId xmlns:a16="http://schemas.microsoft.com/office/drawing/2014/main" id="{9F7CEA7F-BE70-44A1-2556-5351D83E197C}"/>
                    </a:ext>
                  </a:extLst>
                </p14:cNvPr>
                <p14:cNvContentPartPr/>
                <p14:nvPr/>
              </p14:nvContentPartPr>
              <p14:xfrm>
                <a:off x="5319628" y="5467619"/>
                <a:ext cx="153000" cy="164160"/>
              </p14:xfrm>
            </p:contentPart>
          </mc:Choice>
          <mc:Fallback>
            <p:pic>
              <p:nvPicPr>
                <p:cNvPr id="85" name="Ink 84">
                  <a:extLst>
                    <a:ext uri="{FF2B5EF4-FFF2-40B4-BE49-F238E27FC236}">
                      <a16:creationId xmlns:a16="http://schemas.microsoft.com/office/drawing/2014/main" id="{9F7CEA7F-BE70-44A1-2556-5351D83E197C}"/>
                    </a:ext>
                  </a:extLst>
                </p:cNvPr>
                <p:cNvPicPr/>
                <p:nvPr/>
              </p:nvPicPr>
              <p:blipFill>
                <a:blip r:embed="rId106"/>
                <a:stretch>
                  <a:fillRect/>
                </a:stretch>
              </p:blipFill>
              <p:spPr>
                <a:xfrm>
                  <a:off x="5315308" y="5463299"/>
                  <a:ext cx="161640" cy="17280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86" name="Ink 85">
                  <a:extLst>
                    <a:ext uri="{FF2B5EF4-FFF2-40B4-BE49-F238E27FC236}">
                      <a16:creationId xmlns:a16="http://schemas.microsoft.com/office/drawing/2014/main" id="{B85F64F6-1030-7F2C-42EA-A3F83F0FF4A5}"/>
                    </a:ext>
                  </a:extLst>
                </p14:cNvPr>
                <p14:cNvContentPartPr/>
                <p14:nvPr/>
              </p14:nvContentPartPr>
              <p14:xfrm>
                <a:off x="5474068" y="5498939"/>
                <a:ext cx="581040" cy="194400"/>
              </p14:xfrm>
            </p:contentPart>
          </mc:Choice>
          <mc:Fallback>
            <p:pic>
              <p:nvPicPr>
                <p:cNvPr id="86" name="Ink 85">
                  <a:extLst>
                    <a:ext uri="{FF2B5EF4-FFF2-40B4-BE49-F238E27FC236}">
                      <a16:creationId xmlns:a16="http://schemas.microsoft.com/office/drawing/2014/main" id="{B85F64F6-1030-7F2C-42EA-A3F83F0FF4A5}"/>
                    </a:ext>
                  </a:extLst>
                </p:cNvPr>
                <p:cNvPicPr/>
                <p:nvPr/>
              </p:nvPicPr>
              <p:blipFill>
                <a:blip r:embed="rId108"/>
                <a:stretch>
                  <a:fillRect/>
                </a:stretch>
              </p:blipFill>
              <p:spPr>
                <a:xfrm>
                  <a:off x="5469748" y="5494619"/>
                  <a:ext cx="589680" cy="20304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87" name="Ink 86">
                  <a:extLst>
                    <a:ext uri="{FF2B5EF4-FFF2-40B4-BE49-F238E27FC236}">
                      <a16:creationId xmlns:a16="http://schemas.microsoft.com/office/drawing/2014/main" id="{FE70F878-A48B-58E9-E317-94559448711C}"/>
                    </a:ext>
                  </a:extLst>
                </p14:cNvPr>
                <p14:cNvContentPartPr/>
                <p14:nvPr/>
              </p14:nvContentPartPr>
              <p14:xfrm>
                <a:off x="6017668" y="5292659"/>
                <a:ext cx="69480" cy="21600"/>
              </p14:xfrm>
            </p:contentPart>
          </mc:Choice>
          <mc:Fallback>
            <p:pic>
              <p:nvPicPr>
                <p:cNvPr id="87" name="Ink 86">
                  <a:extLst>
                    <a:ext uri="{FF2B5EF4-FFF2-40B4-BE49-F238E27FC236}">
                      <a16:creationId xmlns:a16="http://schemas.microsoft.com/office/drawing/2014/main" id="{FE70F878-A48B-58E9-E317-94559448711C}"/>
                    </a:ext>
                  </a:extLst>
                </p:cNvPr>
                <p:cNvPicPr/>
                <p:nvPr/>
              </p:nvPicPr>
              <p:blipFill>
                <a:blip r:embed="rId110"/>
                <a:stretch>
                  <a:fillRect/>
                </a:stretch>
              </p:blipFill>
              <p:spPr>
                <a:xfrm>
                  <a:off x="6013348" y="5288339"/>
                  <a:ext cx="7812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88" name="Ink 87">
                  <a:extLst>
                    <a:ext uri="{FF2B5EF4-FFF2-40B4-BE49-F238E27FC236}">
                      <a16:creationId xmlns:a16="http://schemas.microsoft.com/office/drawing/2014/main" id="{873BAC60-CB85-8927-4BAA-A928144CF0EE}"/>
                    </a:ext>
                  </a:extLst>
                </p14:cNvPr>
                <p14:cNvContentPartPr/>
                <p14:nvPr/>
              </p14:nvContentPartPr>
              <p14:xfrm>
                <a:off x="6124588" y="5511899"/>
                <a:ext cx="442800" cy="142560"/>
              </p14:xfrm>
            </p:contentPart>
          </mc:Choice>
          <mc:Fallback>
            <p:pic>
              <p:nvPicPr>
                <p:cNvPr id="88" name="Ink 87">
                  <a:extLst>
                    <a:ext uri="{FF2B5EF4-FFF2-40B4-BE49-F238E27FC236}">
                      <a16:creationId xmlns:a16="http://schemas.microsoft.com/office/drawing/2014/main" id="{873BAC60-CB85-8927-4BAA-A928144CF0EE}"/>
                    </a:ext>
                  </a:extLst>
                </p:cNvPr>
                <p:cNvPicPr/>
                <p:nvPr/>
              </p:nvPicPr>
              <p:blipFill>
                <a:blip r:embed="rId112"/>
                <a:stretch>
                  <a:fillRect/>
                </a:stretch>
              </p:blipFill>
              <p:spPr>
                <a:xfrm>
                  <a:off x="6120268" y="5507579"/>
                  <a:ext cx="45144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113">
              <p14:nvContentPartPr>
                <p14:cNvPr id="89" name="Ink 88">
                  <a:extLst>
                    <a:ext uri="{FF2B5EF4-FFF2-40B4-BE49-F238E27FC236}">
                      <a16:creationId xmlns:a16="http://schemas.microsoft.com/office/drawing/2014/main" id="{DA0B9BFD-7132-CF60-615C-2784A8382C76}"/>
                    </a:ext>
                  </a:extLst>
                </p14:cNvPr>
                <p14:cNvContentPartPr/>
                <p14:nvPr/>
              </p14:nvContentPartPr>
              <p14:xfrm>
                <a:off x="5649748" y="5811059"/>
                <a:ext cx="244440" cy="475200"/>
              </p14:xfrm>
            </p:contentPart>
          </mc:Choice>
          <mc:Fallback>
            <p:pic>
              <p:nvPicPr>
                <p:cNvPr id="89" name="Ink 88">
                  <a:extLst>
                    <a:ext uri="{FF2B5EF4-FFF2-40B4-BE49-F238E27FC236}">
                      <a16:creationId xmlns:a16="http://schemas.microsoft.com/office/drawing/2014/main" id="{DA0B9BFD-7132-CF60-615C-2784A8382C76}"/>
                    </a:ext>
                  </a:extLst>
                </p:cNvPr>
                <p:cNvPicPr/>
                <p:nvPr/>
              </p:nvPicPr>
              <p:blipFill>
                <a:blip r:embed="rId114"/>
                <a:stretch>
                  <a:fillRect/>
                </a:stretch>
              </p:blipFill>
              <p:spPr>
                <a:xfrm>
                  <a:off x="5645428" y="5806739"/>
                  <a:ext cx="253080" cy="483840"/>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90" name="Ink 89">
                  <a:extLst>
                    <a:ext uri="{FF2B5EF4-FFF2-40B4-BE49-F238E27FC236}">
                      <a16:creationId xmlns:a16="http://schemas.microsoft.com/office/drawing/2014/main" id="{C1A06E7D-4BE1-FF42-7960-C72FD6EEC32C}"/>
                    </a:ext>
                  </a:extLst>
                </p14:cNvPr>
                <p14:cNvContentPartPr/>
                <p14:nvPr/>
              </p14:nvContentPartPr>
              <p14:xfrm>
                <a:off x="5946028" y="5892779"/>
                <a:ext cx="298800" cy="124560"/>
              </p14:xfrm>
            </p:contentPart>
          </mc:Choice>
          <mc:Fallback>
            <p:pic>
              <p:nvPicPr>
                <p:cNvPr id="90" name="Ink 89">
                  <a:extLst>
                    <a:ext uri="{FF2B5EF4-FFF2-40B4-BE49-F238E27FC236}">
                      <a16:creationId xmlns:a16="http://schemas.microsoft.com/office/drawing/2014/main" id="{C1A06E7D-4BE1-FF42-7960-C72FD6EEC32C}"/>
                    </a:ext>
                  </a:extLst>
                </p:cNvPr>
                <p:cNvPicPr/>
                <p:nvPr/>
              </p:nvPicPr>
              <p:blipFill>
                <a:blip r:embed="rId116"/>
                <a:stretch>
                  <a:fillRect/>
                </a:stretch>
              </p:blipFill>
              <p:spPr>
                <a:xfrm>
                  <a:off x="5941708" y="5888459"/>
                  <a:ext cx="30744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92" name="Ink 91">
                  <a:extLst>
                    <a:ext uri="{FF2B5EF4-FFF2-40B4-BE49-F238E27FC236}">
                      <a16:creationId xmlns:a16="http://schemas.microsoft.com/office/drawing/2014/main" id="{F7512358-1571-D5BE-526E-B3F948565BCE}"/>
                    </a:ext>
                  </a:extLst>
                </p14:cNvPr>
                <p14:cNvContentPartPr/>
                <p14:nvPr/>
              </p14:nvContentPartPr>
              <p14:xfrm>
                <a:off x="2765068" y="4650059"/>
                <a:ext cx="3339000" cy="1347120"/>
              </p14:xfrm>
            </p:contentPart>
          </mc:Choice>
          <mc:Fallback>
            <p:pic>
              <p:nvPicPr>
                <p:cNvPr id="92" name="Ink 91">
                  <a:extLst>
                    <a:ext uri="{FF2B5EF4-FFF2-40B4-BE49-F238E27FC236}">
                      <a16:creationId xmlns:a16="http://schemas.microsoft.com/office/drawing/2014/main" id="{F7512358-1571-D5BE-526E-B3F948565BCE}"/>
                    </a:ext>
                  </a:extLst>
                </p:cNvPr>
                <p:cNvPicPr/>
                <p:nvPr/>
              </p:nvPicPr>
              <p:blipFill>
                <a:blip r:embed="rId118"/>
                <a:stretch>
                  <a:fillRect/>
                </a:stretch>
              </p:blipFill>
              <p:spPr>
                <a:xfrm>
                  <a:off x="2760748" y="4645739"/>
                  <a:ext cx="3347640" cy="1355760"/>
                </a:xfrm>
                <a:prstGeom prst="rect">
                  <a:avLst/>
                </a:prstGeom>
              </p:spPr>
            </p:pic>
          </mc:Fallback>
        </mc:AlternateContent>
        <mc:AlternateContent xmlns:mc="http://schemas.openxmlformats.org/markup-compatibility/2006">
          <mc:Choice xmlns:p14="http://schemas.microsoft.com/office/powerpoint/2010/main" Requires="p14">
            <p:contentPart p14:bwMode="auto" r:id="rId119">
              <p14:nvContentPartPr>
                <p14:cNvPr id="93" name="Ink 92">
                  <a:extLst>
                    <a:ext uri="{FF2B5EF4-FFF2-40B4-BE49-F238E27FC236}">
                      <a16:creationId xmlns:a16="http://schemas.microsoft.com/office/drawing/2014/main" id="{421639ED-CC0D-E2C5-4723-0378C1FFDADD}"/>
                    </a:ext>
                  </a:extLst>
                </p14:cNvPr>
                <p14:cNvContentPartPr/>
                <p14:nvPr/>
              </p14:nvContentPartPr>
              <p14:xfrm>
                <a:off x="6061228" y="4629539"/>
                <a:ext cx="1029600" cy="237240"/>
              </p14:xfrm>
            </p:contentPart>
          </mc:Choice>
          <mc:Fallback>
            <p:pic>
              <p:nvPicPr>
                <p:cNvPr id="93" name="Ink 92">
                  <a:extLst>
                    <a:ext uri="{FF2B5EF4-FFF2-40B4-BE49-F238E27FC236}">
                      <a16:creationId xmlns:a16="http://schemas.microsoft.com/office/drawing/2014/main" id="{421639ED-CC0D-E2C5-4723-0378C1FFDADD}"/>
                    </a:ext>
                  </a:extLst>
                </p:cNvPr>
                <p:cNvPicPr/>
                <p:nvPr/>
              </p:nvPicPr>
              <p:blipFill>
                <a:blip r:embed="rId120"/>
                <a:stretch>
                  <a:fillRect/>
                </a:stretch>
              </p:blipFill>
              <p:spPr>
                <a:xfrm>
                  <a:off x="6056908" y="4625219"/>
                  <a:ext cx="1038240" cy="245880"/>
                </a:xfrm>
                <a:prstGeom prst="rect">
                  <a:avLst/>
                </a:prstGeom>
              </p:spPr>
            </p:pic>
          </mc:Fallback>
        </mc:AlternateContent>
        <mc:AlternateContent xmlns:mc="http://schemas.openxmlformats.org/markup-compatibility/2006">
          <mc:Choice xmlns:p14="http://schemas.microsoft.com/office/powerpoint/2010/main" Requires="p14">
            <p:contentPart p14:bwMode="auto" r:id="rId121">
              <p14:nvContentPartPr>
                <p14:cNvPr id="94" name="Ink 93">
                  <a:extLst>
                    <a:ext uri="{FF2B5EF4-FFF2-40B4-BE49-F238E27FC236}">
                      <a16:creationId xmlns:a16="http://schemas.microsoft.com/office/drawing/2014/main" id="{FFFA296E-42C2-EBD9-DCB0-8CDCE54C1AEC}"/>
                    </a:ext>
                  </a:extLst>
                </p14:cNvPr>
                <p14:cNvContentPartPr/>
                <p14:nvPr/>
              </p14:nvContentPartPr>
              <p14:xfrm>
                <a:off x="6919828" y="4503179"/>
                <a:ext cx="156600" cy="357840"/>
              </p14:xfrm>
            </p:contentPart>
          </mc:Choice>
          <mc:Fallback>
            <p:pic>
              <p:nvPicPr>
                <p:cNvPr id="94" name="Ink 93">
                  <a:extLst>
                    <a:ext uri="{FF2B5EF4-FFF2-40B4-BE49-F238E27FC236}">
                      <a16:creationId xmlns:a16="http://schemas.microsoft.com/office/drawing/2014/main" id="{FFFA296E-42C2-EBD9-DCB0-8CDCE54C1AEC}"/>
                    </a:ext>
                  </a:extLst>
                </p:cNvPr>
                <p:cNvPicPr/>
                <p:nvPr/>
              </p:nvPicPr>
              <p:blipFill>
                <a:blip r:embed="rId122"/>
                <a:stretch>
                  <a:fillRect/>
                </a:stretch>
              </p:blipFill>
              <p:spPr>
                <a:xfrm>
                  <a:off x="6915508" y="4498859"/>
                  <a:ext cx="165240" cy="366480"/>
                </a:xfrm>
                <a:prstGeom prst="rect">
                  <a:avLst/>
                </a:prstGeom>
              </p:spPr>
            </p:pic>
          </mc:Fallback>
        </mc:AlternateContent>
        <mc:AlternateContent xmlns:mc="http://schemas.openxmlformats.org/markup-compatibility/2006">
          <mc:Choice xmlns:p14="http://schemas.microsoft.com/office/powerpoint/2010/main" Requires="p14">
            <p:contentPart p14:bwMode="auto" r:id="rId123">
              <p14:nvContentPartPr>
                <p14:cNvPr id="95" name="Ink 94">
                  <a:extLst>
                    <a:ext uri="{FF2B5EF4-FFF2-40B4-BE49-F238E27FC236}">
                      <a16:creationId xmlns:a16="http://schemas.microsoft.com/office/drawing/2014/main" id="{A0FA2244-56E8-B94B-F01E-1F3DF100CC3E}"/>
                    </a:ext>
                  </a:extLst>
                </p14:cNvPr>
                <p14:cNvContentPartPr/>
                <p14:nvPr/>
              </p14:nvContentPartPr>
              <p14:xfrm>
                <a:off x="7304308" y="4426499"/>
                <a:ext cx="204120" cy="468360"/>
              </p14:xfrm>
            </p:contentPart>
          </mc:Choice>
          <mc:Fallback>
            <p:pic>
              <p:nvPicPr>
                <p:cNvPr id="95" name="Ink 94">
                  <a:extLst>
                    <a:ext uri="{FF2B5EF4-FFF2-40B4-BE49-F238E27FC236}">
                      <a16:creationId xmlns:a16="http://schemas.microsoft.com/office/drawing/2014/main" id="{A0FA2244-56E8-B94B-F01E-1F3DF100CC3E}"/>
                    </a:ext>
                  </a:extLst>
                </p:cNvPr>
                <p:cNvPicPr/>
                <p:nvPr/>
              </p:nvPicPr>
              <p:blipFill>
                <a:blip r:embed="rId124"/>
                <a:stretch>
                  <a:fillRect/>
                </a:stretch>
              </p:blipFill>
              <p:spPr>
                <a:xfrm>
                  <a:off x="7299988" y="4422179"/>
                  <a:ext cx="212760" cy="477000"/>
                </a:xfrm>
                <a:prstGeom prst="rect">
                  <a:avLst/>
                </a:prstGeom>
              </p:spPr>
            </p:pic>
          </mc:Fallback>
        </mc:AlternateContent>
        <mc:AlternateContent xmlns:mc="http://schemas.openxmlformats.org/markup-compatibility/2006">
          <mc:Choice xmlns:p14="http://schemas.microsoft.com/office/powerpoint/2010/main" Requires="p14">
            <p:contentPart p14:bwMode="auto" r:id="rId125">
              <p14:nvContentPartPr>
                <p14:cNvPr id="96" name="Ink 95">
                  <a:extLst>
                    <a:ext uri="{FF2B5EF4-FFF2-40B4-BE49-F238E27FC236}">
                      <a16:creationId xmlns:a16="http://schemas.microsoft.com/office/drawing/2014/main" id="{63B98C25-8D3A-56FB-3085-7B51C2EF4048}"/>
                    </a:ext>
                  </a:extLst>
                </p14:cNvPr>
                <p14:cNvContentPartPr/>
                <p14:nvPr/>
              </p14:nvContentPartPr>
              <p14:xfrm>
                <a:off x="7290628" y="4677059"/>
                <a:ext cx="132480" cy="16920"/>
              </p14:xfrm>
            </p:contentPart>
          </mc:Choice>
          <mc:Fallback>
            <p:pic>
              <p:nvPicPr>
                <p:cNvPr id="96" name="Ink 95">
                  <a:extLst>
                    <a:ext uri="{FF2B5EF4-FFF2-40B4-BE49-F238E27FC236}">
                      <a16:creationId xmlns:a16="http://schemas.microsoft.com/office/drawing/2014/main" id="{63B98C25-8D3A-56FB-3085-7B51C2EF4048}"/>
                    </a:ext>
                  </a:extLst>
                </p:cNvPr>
                <p:cNvPicPr/>
                <p:nvPr/>
              </p:nvPicPr>
              <p:blipFill>
                <a:blip r:embed="rId126"/>
                <a:stretch>
                  <a:fillRect/>
                </a:stretch>
              </p:blipFill>
              <p:spPr>
                <a:xfrm>
                  <a:off x="7286308" y="4672739"/>
                  <a:ext cx="14112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127">
              <p14:nvContentPartPr>
                <p14:cNvPr id="97" name="Ink 96">
                  <a:extLst>
                    <a:ext uri="{FF2B5EF4-FFF2-40B4-BE49-F238E27FC236}">
                      <a16:creationId xmlns:a16="http://schemas.microsoft.com/office/drawing/2014/main" id="{62C3F0D7-458E-2125-51CF-215B8F6AEB5A}"/>
                    </a:ext>
                  </a:extLst>
                </p14:cNvPr>
                <p14:cNvContentPartPr/>
                <p14:nvPr/>
              </p14:nvContentPartPr>
              <p14:xfrm>
                <a:off x="7446508" y="4699379"/>
                <a:ext cx="42840" cy="132840"/>
              </p14:xfrm>
            </p:contentPart>
          </mc:Choice>
          <mc:Fallback>
            <p:pic>
              <p:nvPicPr>
                <p:cNvPr id="97" name="Ink 96">
                  <a:extLst>
                    <a:ext uri="{FF2B5EF4-FFF2-40B4-BE49-F238E27FC236}">
                      <a16:creationId xmlns:a16="http://schemas.microsoft.com/office/drawing/2014/main" id="{62C3F0D7-458E-2125-51CF-215B8F6AEB5A}"/>
                    </a:ext>
                  </a:extLst>
                </p:cNvPr>
                <p:cNvPicPr/>
                <p:nvPr/>
              </p:nvPicPr>
              <p:blipFill>
                <a:blip r:embed="rId128"/>
                <a:stretch>
                  <a:fillRect/>
                </a:stretch>
              </p:blipFill>
              <p:spPr>
                <a:xfrm>
                  <a:off x="7442188" y="4695059"/>
                  <a:ext cx="51480" cy="141480"/>
                </a:xfrm>
                <a:prstGeom prst="rect">
                  <a:avLst/>
                </a:prstGeom>
              </p:spPr>
            </p:pic>
          </mc:Fallback>
        </mc:AlternateContent>
        <mc:AlternateContent xmlns:mc="http://schemas.openxmlformats.org/markup-compatibility/2006">
          <mc:Choice xmlns:p14="http://schemas.microsoft.com/office/powerpoint/2010/main" Requires="p14">
            <p:contentPart p14:bwMode="auto" r:id="rId129">
              <p14:nvContentPartPr>
                <p14:cNvPr id="98" name="Ink 97">
                  <a:extLst>
                    <a:ext uri="{FF2B5EF4-FFF2-40B4-BE49-F238E27FC236}">
                      <a16:creationId xmlns:a16="http://schemas.microsoft.com/office/drawing/2014/main" id="{E3F8F4AB-49F9-89C6-9F2A-BD088835FA50}"/>
                    </a:ext>
                  </a:extLst>
                </p14:cNvPr>
                <p14:cNvContentPartPr/>
                <p14:nvPr/>
              </p14:nvContentPartPr>
              <p14:xfrm>
                <a:off x="7594468" y="4490219"/>
                <a:ext cx="203760" cy="374760"/>
              </p14:xfrm>
            </p:contentPart>
          </mc:Choice>
          <mc:Fallback>
            <p:pic>
              <p:nvPicPr>
                <p:cNvPr id="98" name="Ink 97">
                  <a:extLst>
                    <a:ext uri="{FF2B5EF4-FFF2-40B4-BE49-F238E27FC236}">
                      <a16:creationId xmlns:a16="http://schemas.microsoft.com/office/drawing/2014/main" id="{E3F8F4AB-49F9-89C6-9F2A-BD088835FA50}"/>
                    </a:ext>
                  </a:extLst>
                </p:cNvPr>
                <p:cNvPicPr/>
                <p:nvPr/>
              </p:nvPicPr>
              <p:blipFill>
                <a:blip r:embed="rId130"/>
                <a:stretch>
                  <a:fillRect/>
                </a:stretch>
              </p:blipFill>
              <p:spPr>
                <a:xfrm>
                  <a:off x="7590148" y="4485899"/>
                  <a:ext cx="212400" cy="383400"/>
                </a:xfrm>
                <a:prstGeom prst="rect">
                  <a:avLst/>
                </a:prstGeom>
              </p:spPr>
            </p:pic>
          </mc:Fallback>
        </mc:AlternateContent>
        <mc:AlternateContent xmlns:mc="http://schemas.openxmlformats.org/markup-compatibility/2006">
          <mc:Choice xmlns:p14="http://schemas.microsoft.com/office/powerpoint/2010/main" Requires="p14">
            <p:contentPart p14:bwMode="auto" r:id="rId131">
              <p14:nvContentPartPr>
                <p14:cNvPr id="99" name="Ink 98">
                  <a:extLst>
                    <a:ext uri="{FF2B5EF4-FFF2-40B4-BE49-F238E27FC236}">
                      <a16:creationId xmlns:a16="http://schemas.microsoft.com/office/drawing/2014/main" id="{2BA141FE-2049-B4E8-14B6-74BFD12F5F14}"/>
                    </a:ext>
                  </a:extLst>
                </p14:cNvPr>
                <p14:cNvContentPartPr/>
                <p14:nvPr/>
              </p14:nvContentPartPr>
              <p14:xfrm>
                <a:off x="8006308" y="4472939"/>
                <a:ext cx="61200" cy="419040"/>
              </p14:xfrm>
            </p:contentPart>
          </mc:Choice>
          <mc:Fallback>
            <p:pic>
              <p:nvPicPr>
                <p:cNvPr id="99" name="Ink 98">
                  <a:extLst>
                    <a:ext uri="{FF2B5EF4-FFF2-40B4-BE49-F238E27FC236}">
                      <a16:creationId xmlns:a16="http://schemas.microsoft.com/office/drawing/2014/main" id="{2BA141FE-2049-B4E8-14B6-74BFD12F5F14}"/>
                    </a:ext>
                  </a:extLst>
                </p:cNvPr>
                <p:cNvPicPr/>
                <p:nvPr/>
              </p:nvPicPr>
              <p:blipFill>
                <a:blip r:embed="rId132"/>
                <a:stretch>
                  <a:fillRect/>
                </a:stretch>
              </p:blipFill>
              <p:spPr>
                <a:xfrm>
                  <a:off x="8001988" y="4468619"/>
                  <a:ext cx="69840" cy="427680"/>
                </a:xfrm>
                <a:prstGeom prst="rect">
                  <a:avLst/>
                </a:prstGeom>
              </p:spPr>
            </p:pic>
          </mc:Fallback>
        </mc:AlternateContent>
        <mc:AlternateContent xmlns:mc="http://schemas.openxmlformats.org/markup-compatibility/2006">
          <mc:Choice xmlns:p14="http://schemas.microsoft.com/office/powerpoint/2010/main" Requires="p14">
            <p:contentPart p14:bwMode="auto" r:id="rId133">
              <p14:nvContentPartPr>
                <p14:cNvPr id="100" name="Ink 99">
                  <a:extLst>
                    <a:ext uri="{FF2B5EF4-FFF2-40B4-BE49-F238E27FC236}">
                      <a16:creationId xmlns:a16="http://schemas.microsoft.com/office/drawing/2014/main" id="{4B002650-86E8-B841-7CE7-5B0ED976E649}"/>
                    </a:ext>
                  </a:extLst>
                </p14:cNvPr>
                <p14:cNvContentPartPr/>
                <p14:nvPr/>
              </p14:nvContentPartPr>
              <p14:xfrm>
                <a:off x="7995868" y="4544219"/>
                <a:ext cx="474120" cy="209880"/>
              </p14:xfrm>
            </p:contentPart>
          </mc:Choice>
          <mc:Fallback>
            <p:pic>
              <p:nvPicPr>
                <p:cNvPr id="100" name="Ink 99">
                  <a:extLst>
                    <a:ext uri="{FF2B5EF4-FFF2-40B4-BE49-F238E27FC236}">
                      <a16:creationId xmlns:a16="http://schemas.microsoft.com/office/drawing/2014/main" id="{4B002650-86E8-B841-7CE7-5B0ED976E649}"/>
                    </a:ext>
                  </a:extLst>
                </p:cNvPr>
                <p:cNvPicPr/>
                <p:nvPr/>
              </p:nvPicPr>
              <p:blipFill>
                <a:blip r:embed="rId134"/>
                <a:stretch>
                  <a:fillRect/>
                </a:stretch>
              </p:blipFill>
              <p:spPr>
                <a:xfrm>
                  <a:off x="7991548" y="4539899"/>
                  <a:ext cx="482760" cy="218520"/>
                </a:xfrm>
                <a:prstGeom prst="rect">
                  <a:avLst/>
                </a:prstGeom>
              </p:spPr>
            </p:pic>
          </mc:Fallback>
        </mc:AlternateContent>
        <mc:AlternateContent xmlns:mc="http://schemas.openxmlformats.org/markup-compatibility/2006">
          <mc:Choice xmlns:p14="http://schemas.microsoft.com/office/powerpoint/2010/main" Requires="p14">
            <p:contentPart p14:bwMode="auto" r:id="rId135">
              <p14:nvContentPartPr>
                <p14:cNvPr id="101" name="Ink 100">
                  <a:extLst>
                    <a:ext uri="{FF2B5EF4-FFF2-40B4-BE49-F238E27FC236}">
                      <a16:creationId xmlns:a16="http://schemas.microsoft.com/office/drawing/2014/main" id="{24332D50-DA45-856F-3B2D-79BF862FA90E}"/>
                    </a:ext>
                  </a:extLst>
                </p14:cNvPr>
                <p14:cNvContentPartPr/>
                <p14:nvPr/>
              </p14:nvContentPartPr>
              <p14:xfrm>
                <a:off x="7514188" y="5067299"/>
                <a:ext cx="43920" cy="336240"/>
              </p14:xfrm>
            </p:contentPart>
          </mc:Choice>
          <mc:Fallback>
            <p:pic>
              <p:nvPicPr>
                <p:cNvPr id="101" name="Ink 100">
                  <a:extLst>
                    <a:ext uri="{FF2B5EF4-FFF2-40B4-BE49-F238E27FC236}">
                      <a16:creationId xmlns:a16="http://schemas.microsoft.com/office/drawing/2014/main" id="{24332D50-DA45-856F-3B2D-79BF862FA90E}"/>
                    </a:ext>
                  </a:extLst>
                </p:cNvPr>
                <p:cNvPicPr/>
                <p:nvPr/>
              </p:nvPicPr>
              <p:blipFill>
                <a:blip r:embed="rId136"/>
                <a:stretch>
                  <a:fillRect/>
                </a:stretch>
              </p:blipFill>
              <p:spPr>
                <a:xfrm>
                  <a:off x="7509868" y="5062979"/>
                  <a:ext cx="52560" cy="344880"/>
                </a:xfrm>
                <a:prstGeom prst="rect">
                  <a:avLst/>
                </a:prstGeom>
              </p:spPr>
            </p:pic>
          </mc:Fallback>
        </mc:AlternateContent>
        <mc:AlternateContent xmlns:mc="http://schemas.openxmlformats.org/markup-compatibility/2006">
          <mc:Choice xmlns:p14="http://schemas.microsoft.com/office/powerpoint/2010/main" Requires="p14">
            <p:contentPart p14:bwMode="auto" r:id="rId137">
              <p14:nvContentPartPr>
                <p14:cNvPr id="102" name="Ink 101">
                  <a:extLst>
                    <a:ext uri="{FF2B5EF4-FFF2-40B4-BE49-F238E27FC236}">
                      <a16:creationId xmlns:a16="http://schemas.microsoft.com/office/drawing/2014/main" id="{FAD66E14-EDEC-E13D-E4D9-CC3A2D175B48}"/>
                    </a:ext>
                  </a:extLst>
                </p14:cNvPr>
                <p14:cNvContentPartPr/>
                <p14:nvPr/>
              </p14:nvContentPartPr>
              <p14:xfrm>
                <a:off x="7441108" y="5054699"/>
                <a:ext cx="942120" cy="425520"/>
              </p14:xfrm>
            </p:contentPart>
          </mc:Choice>
          <mc:Fallback>
            <p:pic>
              <p:nvPicPr>
                <p:cNvPr id="102" name="Ink 101">
                  <a:extLst>
                    <a:ext uri="{FF2B5EF4-FFF2-40B4-BE49-F238E27FC236}">
                      <a16:creationId xmlns:a16="http://schemas.microsoft.com/office/drawing/2014/main" id="{FAD66E14-EDEC-E13D-E4D9-CC3A2D175B48}"/>
                    </a:ext>
                  </a:extLst>
                </p:cNvPr>
                <p:cNvPicPr/>
                <p:nvPr/>
              </p:nvPicPr>
              <p:blipFill>
                <a:blip r:embed="rId138"/>
                <a:stretch>
                  <a:fillRect/>
                </a:stretch>
              </p:blipFill>
              <p:spPr>
                <a:xfrm>
                  <a:off x="7436788" y="5050379"/>
                  <a:ext cx="950760" cy="434160"/>
                </a:xfrm>
                <a:prstGeom prst="rect">
                  <a:avLst/>
                </a:prstGeom>
              </p:spPr>
            </p:pic>
          </mc:Fallback>
        </mc:AlternateContent>
        <mc:AlternateContent xmlns:mc="http://schemas.openxmlformats.org/markup-compatibility/2006">
          <mc:Choice xmlns:p14="http://schemas.microsoft.com/office/powerpoint/2010/main" Requires="p14">
            <p:contentPart p14:bwMode="auto" r:id="rId139">
              <p14:nvContentPartPr>
                <p14:cNvPr id="103" name="Ink 102">
                  <a:extLst>
                    <a:ext uri="{FF2B5EF4-FFF2-40B4-BE49-F238E27FC236}">
                      <a16:creationId xmlns:a16="http://schemas.microsoft.com/office/drawing/2014/main" id="{F63C4561-C737-6530-D30B-D183AB86D230}"/>
                    </a:ext>
                  </a:extLst>
                </p14:cNvPr>
                <p14:cNvContentPartPr/>
                <p14:nvPr/>
              </p14:nvContentPartPr>
              <p14:xfrm>
                <a:off x="8325268" y="5222819"/>
                <a:ext cx="222120" cy="167040"/>
              </p14:xfrm>
            </p:contentPart>
          </mc:Choice>
          <mc:Fallback>
            <p:pic>
              <p:nvPicPr>
                <p:cNvPr id="103" name="Ink 102">
                  <a:extLst>
                    <a:ext uri="{FF2B5EF4-FFF2-40B4-BE49-F238E27FC236}">
                      <a16:creationId xmlns:a16="http://schemas.microsoft.com/office/drawing/2014/main" id="{F63C4561-C737-6530-D30B-D183AB86D230}"/>
                    </a:ext>
                  </a:extLst>
                </p:cNvPr>
                <p:cNvPicPr/>
                <p:nvPr/>
              </p:nvPicPr>
              <p:blipFill>
                <a:blip r:embed="rId140"/>
                <a:stretch>
                  <a:fillRect/>
                </a:stretch>
              </p:blipFill>
              <p:spPr>
                <a:xfrm>
                  <a:off x="8320948" y="5218499"/>
                  <a:ext cx="230760" cy="175680"/>
                </a:xfrm>
                <a:prstGeom prst="rect">
                  <a:avLst/>
                </a:prstGeom>
              </p:spPr>
            </p:pic>
          </mc:Fallback>
        </mc:AlternateContent>
        <mc:AlternateContent xmlns:mc="http://schemas.openxmlformats.org/markup-compatibility/2006">
          <mc:Choice xmlns:p14="http://schemas.microsoft.com/office/powerpoint/2010/main" Requires="p14">
            <p:contentPart p14:bwMode="auto" r:id="rId141">
              <p14:nvContentPartPr>
                <p14:cNvPr id="7" name="Ink 6">
                  <a:extLst>
                    <a:ext uri="{FF2B5EF4-FFF2-40B4-BE49-F238E27FC236}">
                      <a16:creationId xmlns:a16="http://schemas.microsoft.com/office/drawing/2014/main" id="{683BB5A4-85D9-F5C7-CC4C-28EB416692D6}"/>
                    </a:ext>
                  </a:extLst>
                </p14:cNvPr>
                <p14:cNvContentPartPr/>
                <p14:nvPr/>
              </p14:nvContentPartPr>
              <p14:xfrm>
                <a:off x="1277548" y="3552419"/>
                <a:ext cx="244440" cy="278280"/>
              </p14:xfrm>
            </p:contentPart>
          </mc:Choice>
          <mc:Fallback>
            <p:pic>
              <p:nvPicPr>
                <p:cNvPr id="7" name="Ink 6">
                  <a:extLst>
                    <a:ext uri="{FF2B5EF4-FFF2-40B4-BE49-F238E27FC236}">
                      <a16:creationId xmlns:a16="http://schemas.microsoft.com/office/drawing/2014/main" id="{683BB5A4-85D9-F5C7-CC4C-28EB416692D6}"/>
                    </a:ext>
                  </a:extLst>
                </p:cNvPr>
                <p:cNvPicPr/>
                <p:nvPr/>
              </p:nvPicPr>
              <p:blipFill>
                <a:blip r:embed="rId142"/>
                <a:stretch>
                  <a:fillRect/>
                </a:stretch>
              </p:blipFill>
              <p:spPr>
                <a:xfrm>
                  <a:off x="1273228" y="3548099"/>
                  <a:ext cx="253080" cy="286920"/>
                </a:xfrm>
                <a:prstGeom prst="rect">
                  <a:avLst/>
                </a:prstGeom>
              </p:spPr>
            </p:pic>
          </mc:Fallback>
        </mc:AlternateContent>
        <mc:AlternateContent xmlns:mc="http://schemas.openxmlformats.org/markup-compatibility/2006">
          <mc:Choice xmlns:p14="http://schemas.microsoft.com/office/powerpoint/2010/main" Requires="p14">
            <p:contentPart p14:bwMode="auto" r:id="rId143">
              <p14:nvContentPartPr>
                <p14:cNvPr id="8" name="Ink 7">
                  <a:extLst>
                    <a:ext uri="{FF2B5EF4-FFF2-40B4-BE49-F238E27FC236}">
                      <a16:creationId xmlns:a16="http://schemas.microsoft.com/office/drawing/2014/main" id="{6424F604-F22B-8A64-F3ED-95FC74B0CF34}"/>
                    </a:ext>
                  </a:extLst>
                </p14:cNvPr>
                <p14:cNvContentPartPr/>
                <p14:nvPr/>
              </p14:nvContentPartPr>
              <p14:xfrm>
                <a:off x="1304908" y="3702179"/>
                <a:ext cx="83160" cy="343440"/>
              </p14:xfrm>
            </p:contentPart>
          </mc:Choice>
          <mc:Fallback>
            <p:pic>
              <p:nvPicPr>
                <p:cNvPr id="8" name="Ink 7">
                  <a:extLst>
                    <a:ext uri="{FF2B5EF4-FFF2-40B4-BE49-F238E27FC236}">
                      <a16:creationId xmlns:a16="http://schemas.microsoft.com/office/drawing/2014/main" id="{6424F604-F22B-8A64-F3ED-95FC74B0CF34}"/>
                    </a:ext>
                  </a:extLst>
                </p:cNvPr>
                <p:cNvPicPr/>
                <p:nvPr/>
              </p:nvPicPr>
              <p:blipFill>
                <a:blip r:embed="rId144"/>
                <a:stretch>
                  <a:fillRect/>
                </a:stretch>
              </p:blipFill>
              <p:spPr>
                <a:xfrm>
                  <a:off x="1300588" y="3697859"/>
                  <a:ext cx="91800" cy="352080"/>
                </a:xfrm>
                <a:prstGeom prst="rect">
                  <a:avLst/>
                </a:prstGeom>
              </p:spPr>
            </p:pic>
          </mc:Fallback>
        </mc:AlternateContent>
        <mc:AlternateContent xmlns:mc="http://schemas.openxmlformats.org/markup-compatibility/2006">
          <mc:Choice xmlns:p14="http://schemas.microsoft.com/office/powerpoint/2010/main" Requires="p14">
            <p:contentPart p14:bwMode="auto" r:id="rId145">
              <p14:nvContentPartPr>
                <p14:cNvPr id="9" name="Ink 8">
                  <a:extLst>
                    <a:ext uri="{FF2B5EF4-FFF2-40B4-BE49-F238E27FC236}">
                      <a16:creationId xmlns:a16="http://schemas.microsoft.com/office/drawing/2014/main" id="{2C1BE1D1-374E-10F7-0794-E53ED522DCF5}"/>
                    </a:ext>
                  </a:extLst>
                </p14:cNvPr>
                <p14:cNvContentPartPr/>
                <p14:nvPr/>
              </p14:nvContentPartPr>
              <p14:xfrm>
                <a:off x="1594708" y="3707939"/>
                <a:ext cx="185760" cy="100440"/>
              </p14:xfrm>
            </p:contentPart>
          </mc:Choice>
          <mc:Fallback>
            <p:pic>
              <p:nvPicPr>
                <p:cNvPr id="9" name="Ink 8">
                  <a:extLst>
                    <a:ext uri="{FF2B5EF4-FFF2-40B4-BE49-F238E27FC236}">
                      <a16:creationId xmlns:a16="http://schemas.microsoft.com/office/drawing/2014/main" id="{2C1BE1D1-374E-10F7-0794-E53ED522DCF5}"/>
                    </a:ext>
                  </a:extLst>
                </p:cNvPr>
                <p:cNvPicPr/>
                <p:nvPr/>
              </p:nvPicPr>
              <p:blipFill>
                <a:blip r:embed="rId146"/>
                <a:stretch>
                  <a:fillRect/>
                </a:stretch>
              </p:blipFill>
              <p:spPr>
                <a:xfrm>
                  <a:off x="1590388" y="3703619"/>
                  <a:ext cx="194400" cy="109080"/>
                </a:xfrm>
                <a:prstGeom prst="rect">
                  <a:avLst/>
                </a:prstGeom>
              </p:spPr>
            </p:pic>
          </mc:Fallback>
        </mc:AlternateContent>
        <mc:AlternateContent xmlns:mc="http://schemas.openxmlformats.org/markup-compatibility/2006">
          <mc:Choice xmlns:p14="http://schemas.microsoft.com/office/powerpoint/2010/main" Requires="p14">
            <p:contentPart p14:bwMode="auto" r:id="rId147">
              <p14:nvContentPartPr>
                <p14:cNvPr id="10" name="Ink 9">
                  <a:extLst>
                    <a:ext uri="{FF2B5EF4-FFF2-40B4-BE49-F238E27FC236}">
                      <a16:creationId xmlns:a16="http://schemas.microsoft.com/office/drawing/2014/main" id="{7D14644E-D047-AB47-ED68-0241E22B1A2F}"/>
                    </a:ext>
                  </a:extLst>
                </p14:cNvPr>
                <p14:cNvContentPartPr/>
                <p14:nvPr/>
              </p14:nvContentPartPr>
              <p14:xfrm>
                <a:off x="1896748" y="3461339"/>
                <a:ext cx="248760" cy="780120"/>
              </p14:xfrm>
            </p:contentPart>
          </mc:Choice>
          <mc:Fallback>
            <p:pic>
              <p:nvPicPr>
                <p:cNvPr id="10" name="Ink 9">
                  <a:extLst>
                    <a:ext uri="{FF2B5EF4-FFF2-40B4-BE49-F238E27FC236}">
                      <a16:creationId xmlns:a16="http://schemas.microsoft.com/office/drawing/2014/main" id="{7D14644E-D047-AB47-ED68-0241E22B1A2F}"/>
                    </a:ext>
                  </a:extLst>
                </p:cNvPr>
                <p:cNvPicPr/>
                <p:nvPr/>
              </p:nvPicPr>
              <p:blipFill>
                <a:blip r:embed="rId148"/>
                <a:stretch>
                  <a:fillRect/>
                </a:stretch>
              </p:blipFill>
              <p:spPr>
                <a:xfrm>
                  <a:off x="1892428" y="3457019"/>
                  <a:ext cx="257400" cy="788760"/>
                </a:xfrm>
                <a:prstGeom prst="rect">
                  <a:avLst/>
                </a:prstGeom>
              </p:spPr>
            </p:pic>
          </mc:Fallback>
        </mc:AlternateContent>
        <mc:AlternateContent xmlns:mc="http://schemas.openxmlformats.org/markup-compatibility/2006">
          <mc:Choice xmlns:p14="http://schemas.microsoft.com/office/powerpoint/2010/main" Requires="p14">
            <p:contentPart p14:bwMode="auto" r:id="rId149">
              <p14:nvContentPartPr>
                <p14:cNvPr id="11" name="Ink 10">
                  <a:extLst>
                    <a:ext uri="{FF2B5EF4-FFF2-40B4-BE49-F238E27FC236}">
                      <a16:creationId xmlns:a16="http://schemas.microsoft.com/office/drawing/2014/main" id="{3735F2B9-DE14-0B0E-638E-2418152E32F7}"/>
                    </a:ext>
                  </a:extLst>
                </p14:cNvPr>
                <p14:cNvContentPartPr/>
                <p14:nvPr/>
              </p14:nvContentPartPr>
              <p14:xfrm>
                <a:off x="1894588" y="3679859"/>
                <a:ext cx="14760" cy="3240"/>
              </p14:xfrm>
            </p:contentPart>
          </mc:Choice>
          <mc:Fallback>
            <p:pic>
              <p:nvPicPr>
                <p:cNvPr id="11" name="Ink 10">
                  <a:extLst>
                    <a:ext uri="{FF2B5EF4-FFF2-40B4-BE49-F238E27FC236}">
                      <a16:creationId xmlns:a16="http://schemas.microsoft.com/office/drawing/2014/main" id="{3735F2B9-DE14-0B0E-638E-2418152E32F7}"/>
                    </a:ext>
                  </a:extLst>
                </p:cNvPr>
                <p:cNvPicPr/>
                <p:nvPr/>
              </p:nvPicPr>
              <p:blipFill>
                <a:blip r:embed="rId150"/>
                <a:stretch>
                  <a:fillRect/>
                </a:stretch>
              </p:blipFill>
              <p:spPr>
                <a:xfrm>
                  <a:off x="1890268" y="3675539"/>
                  <a:ext cx="23400" cy="11880"/>
                </a:xfrm>
                <a:prstGeom prst="rect">
                  <a:avLst/>
                </a:prstGeom>
              </p:spPr>
            </p:pic>
          </mc:Fallback>
        </mc:AlternateContent>
        <mc:AlternateContent xmlns:mc="http://schemas.openxmlformats.org/markup-compatibility/2006">
          <mc:Choice xmlns:p14="http://schemas.microsoft.com/office/powerpoint/2010/main" Requires="p14">
            <p:contentPart p14:bwMode="auto" r:id="rId151">
              <p14:nvContentPartPr>
                <p14:cNvPr id="12" name="Ink 11">
                  <a:extLst>
                    <a:ext uri="{FF2B5EF4-FFF2-40B4-BE49-F238E27FC236}">
                      <a16:creationId xmlns:a16="http://schemas.microsoft.com/office/drawing/2014/main" id="{52057F5F-45DF-9F2D-6DBF-4F45664CDC9B}"/>
                    </a:ext>
                  </a:extLst>
                </p14:cNvPr>
                <p14:cNvContentPartPr/>
                <p14:nvPr/>
              </p14:nvContentPartPr>
              <p14:xfrm>
                <a:off x="2148028" y="3716579"/>
                <a:ext cx="16920" cy="5040"/>
              </p14:xfrm>
            </p:contentPart>
          </mc:Choice>
          <mc:Fallback>
            <p:pic>
              <p:nvPicPr>
                <p:cNvPr id="12" name="Ink 11">
                  <a:extLst>
                    <a:ext uri="{FF2B5EF4-FFF2-40B4-BE49-F238E27FC236}">
                      <a16:creationId xmlns:a16="http://schemas.microsoft.com/office/drawing/2014/main" id="{52057F5F-45DF-9F2D-6DBF-4F45664CDC9B}"/>
                    </a:ext>
                  </a:extLst>
                </p:cNvPr>
                <p:cNvPicPr/>
                <p:nvPr/>
              </p:nvPicPr>
              <p:blipFill>
                <a:blip r:embed="rId152"/>
                <a:stretch>
                  <a:fillRect/>
                </a:stretch>
              </p:blipFill>
              <p:spPr>
                <a:xfrm>
                  <a:off x="2143708" y="3712259"/>
                  <a:ext cx="25560" cy="13680"/>
                </a:xfrm>
                <a:prstGeom prst="rect">
                  <a:avLst/>
                </a:prstGeom>
              </p:spPr>
            </p:pic>
          </mc:Fallback>
        </mc:AlternateContent>
        <mc:AlternateContent xmlns:mc="http://schemas.openxmlformats.org/markup-compatibility/2006">
          <mc:Choice xmlns:p14="http://schemas.microsoft.com/office/powerpoint/2010/main" Requires="p14">
            <p:contentPart p14:bwMode="auto" r:id="rId153">
              <p14:nvContentPartPr>
                <p14:cNvPr id="106" name="Ink 105">
                  <a:extLst>
                    <a:ext uri="{FF2B5EF4-FFF2-40B4-BE49-F238E27FC236}">
                      <a16:creationId xmlns:a16="http://schemas.microsoft.com/office/drawing/2014/main" id="{AA33C871-D062-22EE-E8E3-2D6623B6B23C}"/>
                    </a:ext>
                  </a:extLst>
                </p14:cNvPr>
                <p14:cNvContentPartPr/>
                <p14:nvPr/>
              </p14:nvContentPartPr>
              <p14:xfrm>
                <a:off x="650428" y="4274939"/>
                <a:ext cx="87120" cy="399600"/>
              </p14:xfrm>
            </p:contentPart>
          </mc:Choice>
          <mc:Fallback>
            <p:pic>
              <p:nvPicPr>
                <p:cNvPr id="106" name="Ink 105">
                  <a:extLst>
                    <a:ext uri="{FF2B5EF4-FFF2-40B4-BE49-F238E27FC236}">
                      <a16:creationId xmlns:a16="http://schemas.microsoft.com/office/drawing/2014/main" id="{AA33C871-D062-22EE-E8E3-2D6623B6B23C}"/>
                    </a:ext>
                  </a:extLst>
                </p:cNvPr>
                <p:cNvPicPr/>
                <p:nvPr/>
              </p:nvPicPr>
              <p:blipFill>
                <a:blip r:embed="rId154"/>
                <a:stretch>
                  <a:fillRect/>
                </a:stretch>
              </p:blipFill>
              <p:spPr>
                <a:xfrm>
                  <a:off x="646108" y="4270619"/>
                  <a:ext cx="95760" cy="408240"/>
                </a:xfrm>
                <a:prstGeom prst="rect">
                  <a:avLst/>
                </a:prstGeom>
              </p:spPr>
            </p:pic>
          </mc:Fallback>
        </mc:AlternateContent>
        <mc:AlternateContent xmlns:mc="http://schemas.openxmlformats.org/markup-compatibility/2006">
          <mc:Choice xmlns:p14="http://schemas.microsoft.com/office/powerpoint/2010/main" Requires="p14">
            <p:contentPart p14:bwMode="auto" r:id="rId155">
              <p14:nvContentPartPr>
                <p14:cNvPr id="107" name="Ink 106">
                  <a:extLst>
                    <a:ext uri="{FF2B5EF4-FFF2-40B4-BE49-F238E27FC236}">
                      <a16:creationId xmlns:a16="http://schemas.microsoft.com/office/drawing/2014/main" id="{D68E8D67-E1BB-AC3E-614D-465D31138CB3}"/>
                    </a:ext>
                  </a:extLst>
                </p14:cNvPr>
                <p14:cNvContentPartPr/>
                <p14:nvPr/>
              </p14:nvContentPartPr>
              <p14:xfrm>
                <a:off x="853828" y="4083779"/>
                <a:ext cx="197280" cy="754200"/>
              </p14:xfrm>
            </p:contentPart>
          </mc:Choice>
          <mc:Fallback>
            <p:pic>
              <p:nvPicPr>
                <p:cNvPr id="107" name="Ink 106">
                  <a:extLst>
                    <a:ext uri="{FF2B5EF4-FFF2-40B4-BE49-F238E27FC236}">
                      <a16:creationId xmlns:a16="http://schemas.microsoft.com/office/drawing/2014/main" id="{D68E8D67-E1BB-AC3E-614D-465D31138CB3}"/>
                    </a:ext>
                  </a:extLst>
                </p:cNvPr>
                <p:cNvPicPr/>
                <p:nvPr/>
              </p:nvPicPr>
              <p:blipFill>
                <a:blip r:embed="rId156"/>
                <a:stretch>
                  <a:fillRect/>
                </a:stretch>
              </p:blipFill>
              <p:spPr>
                <a:xfrm>
                  <a:off x="849508" y="4079459"/>
                  <a:ext cx="205920" cy="762840"/>
                </a:xfrm>
                <a:prstGeom prst="rect">
                  <a:avLst/>
                </a:prstGeom>
              </p:spPr>
            </p:pic>
          </mc:Fallback>
        </mc:AlternateContent>
        <mc:AlternateContent xmlns:mc="http://schemas.openxmlformats.org/markup-compatibility/2006">
          <mc:Choice xmlns:p14="http://schemas.microsoft.com/office/powerpoint/2010/main" Requires="p14">
            <p:contentPart p14:bwMode="auto" r:id="rId157">
              <p14:nvContentPartPr>
                <p14:cNvPr id="108" name="Ink 107">
                  <a:extLst>
                    <a:ext uri="{FF2B5EF4-FFF2-40B4-BE49-F238E27FC236}">
                      <a16:creationId xmlns:a16="http://schemas.microsoft.com/office/drawing/2014/main" id="{7BE369AF-3359-7BB0-FE2D-07E35E494EEE}"/>
                    </a:ext>
                  </a:extLst>
                </p14:cNvPr>
                <p14:cNvContentPartPr/>
                <p14:nvPr/>
              </p14:nvContentPartPr>
              <p14:xfrm>
                <a:off x="991348" y="4340099"/>
                <a:ext cx="21960" cy="245880"/>
              </p14:xfrm>
            </p:contentPart>
          </mc:Choice>
          <mc:Fallback>
            <p:pic>
              <p:nvPicPr>
                <p:cNvPr id="108" name="Ink 107">
                  <a:extLst>
                    <a:ext uri="{FF2B5EF4-FFF2-40B4-BE49-F238E27FC236}">
                      <a16:creationId xmlns:a16="http://schemas.microsoft.com/office/drawing/2014/main" id="{7BE369AF-3359-7BB0-FE2D-07E35E494EEE}"/>
                    </a:ext>
                  </a:extLst>
                </p:cNvPr>
                <p:cNvPicPr/>
                <p:nvPr/>
              </p:nvPicPr>
              <p:blipFill>
                <a:blip r:embed="rId158"/>
                <a:stretch>
                  <a:fillRect/>
                </a:stretch>
              </p:blipFill>
              <p:spPr>
                <a:xfrm>
                  <a:off x="987028" y="4335779"/>
                  <a:ext cx="30600" cy="254520"/>
                </a:xfrm>
                <a:prstGeom prst="rect">
                  <a:avLst/>
                </a:prstGeom>
              </p:spPr>
            </p:pic>
          </mc:Fallback>
        </mc:AlternateContent>
        <mc:AlternateContent xmlns:mc="http://schemas.openxmlformats.org/markup-compatibility/2006">
          <mc:Choice xmlns:p14="http://schemas.microsoft.com/office/powerpoint/2010/main" Requires="p14">
            <p:contentPart p14:bwMode="auto" r:id="rId159">
              <p14:nvContentPartPr>
                <p14:cNvPr id="109" name="Ink 108">
                  <a:extLst>
                    <a:ext uri="{FF2B5EF4-FFF2-40B4-BE49-F238E27FC236}">
                      <a16:creationId xmlns:a16="http://schemas.microsoft.com/office/drawing/2014/main" id="{C94DEA57-1EF0-7B0F-D765-4DB40D404ABF}"/>
                    </a:ext>
                  </a:extLst>
                </p14:cNvPr>
                <p14:cNvContentPartPr/>
                <p14:nvPr/>
              </p14:nvContentPartPr>
              <p14:xfrm>
                <a:off x="985588" y="4304459"/>
                <a:ext cx="119520" cy="270720"/>
              </p14:xfrm>
            </p:contentPart>
          </mc:Choice>
          <mc:Fallback>
            <p:pic>
              <p:nvPicPr>
                <p:cNvPr id="109" name="Ink 108">
                  <a:extLst>
                    <a:ext uri="{FF2B5EF4-FFF2-40B4-BE49-F238E27FC236}">
                      <a16:creationId xmlns:a16="http://schemas.microsoft.com/office/drawing/2014/main" id="{C94DEA57-1EF0-7B0F-D765-4DB40D404ABF}"/>
                    </a:ext>
                  </a:extLst>
                </p:cNvPr>
                <p:cNvPicPr/>
                <p:nvPr/>
              </p:nvPicPr>
              <p:blipFill>
                <a:blip r:embed="rId160"/>
                <a:stretch>
                  <a:fillRect/>
                </a:stretch>
              </p:blipFill>
              <p:spPr>
                <a:xfrm>
                  <a:off x="981268" y="4300139"/>
                  <a:ext cx="128160" cy="279360"/>
                </a:xfrm>
                <a:prstGeom prst="rect">
                  <a:avLst/>
                </a:prstGeom>
              </p:spPr>
            </p:pic>
          </mc:Fallback>
        </mc:AlternateContent>
        <mc:AlternateContent xmlns:mc="http://schemas.openxmlformats.org/markup-compatibility/2006">
          <mc:Choice xmlns:p14="http://schemas.microsoft.com/office/powerpoint/2010/main" Requires="p14">
            <p:contentPart p14:bwMode="auto" r:id="rId161">
              <p14:nvContentPartPr>
                <p14:cNvPr id="110" name="Ink 109">
                  <a:extLst>
                    <a:ext uri="{FF2B5EF4-FFF2-40B4-BE49-F238E27FC236}">
                      <a16:creationId xmlns:a16="http://schemas.microsoft.com/office/drawing/2014/main" id="{3EBCE220-96D8-4A1A-5F8F-B52AA03CF655}"/>
                    </a:ext>
                  </a:extLst>
                </p14:cNvPr>
                <p14:cNvContentPartPr/>
                <p14:nvPr/>
              </p14:nvContentPartPr>
              <p14:xfrm>
                <a:off x="1054708" y="4229219"/>
                <a:ext cx="291240" cy="789840"/>
              </p14:xfrm>
            </p:contentPart>
          </mc:Choice>
          <mc:Fallback>
            <p:pic>
              <p:nvPicPr>
                <p:cNvPr id="110" name="Ink 109">
                  <a:extLst>
                    <a:ext uri="{FF2B5EF4-FFF2-40B4-BE49-F238E27FC236}">
                      <a16:creationId xmlns:a16="http://schemas.microsoft.com/office/drawing/2014/main" id="{3EBCE220-96D8-4A1A-5F8F-B52AA03CF655}"/>
                    </a:ext>
                  </a:extLst>
                </p:cNvPr>
                <p:cNvPicPr/>
                <p:nvPr/>
              </p:nvPicPr>
              <p:blipFill>
                <a:blip r:embed="rId162"/>
                <a:stretch>
                  <a:fillRect/>
                </a:stretch>
              </p:blipFill>
              <p:spPr>
                <a:xfrm>
                  <a:off x="1050388" y="4224899"/>
                  <a:ext cx="299880" cy="798480"/>
                </a:xfrm>
                <a:prstGeom prst="rect">
                  <a:avLst/>
                </a:prstGeom>
              </p:spPr>
            </p:pic>
          </mc:Fallback>
        </mc:AlternateContent>
        <mc:AlternateContent xmlns:mc="http://schemas.openxmlformats.org/markup-compatibility/2006">
          <mc:Choice xmlns:p14="http://schemas.microsoft.com/office/powerpoint/2010/main" Requires="p14">
            <p:contentPart p14:bwMode="auto" r:id="rId163">
              <p14:nvContentPartPr>
                <p14:cNvPr id="111" name="Ink 110">
                  <a:extLst>
                    <a:ext uri="{FF2B5EF4-FFF2-40B4-BE49-F238E27FC236}">
                      <a16:creationId xmlns:a16="http://schemas.microsoft.com/office/drawing/2014/main" id="{30BC3268-7DBF-A6D6-8BFB-799BD1C62A02}"/>
                    </a:ext>
                  </a:extLst>
                </p14:cNvPr>
                <p14:cNvContentPartPr/>
                <p14:nvPr/>
              </p14:nvContentPartPr>
              <p14:xfrm>
                <a:off x="1319668" y="4409579"/>
                <a:ext cx="156600" cy="353880"/>
              </p14:xfrm>
            </p:contentPart>
          </mc:Choice>
          <mc:Fallback>
            <p:pic>
              <p:nvPicPr>
                <p:cNvPr id="111" name="Ink 110">
                  <a:extLst>
                    <a:ext uri="{FF2B5EF4-FFF2-40B4-BE49-F238E27FC236}">
                      <a16:creationId xmlns:a16="http://schemas.microsoft.com/office/drawing/2014/main" id="{30BC3268-7DBF-A6D6-8BFB-799BD1C62A02}"/>
                    </a:ext>
                  </a:extLst>
                </p:cNvPr>
                <p:cNvPicPr/>
                <p:nvPr/>
              </p:nvPicPr>
              <p:blipFill>
                <a:blip r:embed="rId164"/>
                <a:stretch>
                  <a:fillRect/>
                </a:stretch>
              </p:blipFill>
              <p:spPr>
                <a:xfrm>
                  <a:off x="1315348" y="4405259"/>
                  <a:ext cx="165240" cy="362520"/>
                </a:xfrm>
                <a:prstGeom prst="rect">
                  <a:avLst/>
                </a:prstGeom>
              </p:spPr>
            </p:pic>
          </mc:Fallback>
        </mc:AlternateContent>
        <mc:AlternateContent xmlns:mc="http://schemas.openxmlformats.org/markup-compatibility/2006">
          <mc:Choice xmlns:p14="http://schemas.microsoft.com/office/powerpoint/2010/main" Requires="p14">
            <p:contentPart p14:bwMode="auto" r:id="rId165">
              <p14:nvContentPartPr>
                <p14:cNvPr id="112" name="Ink 111">
                  <a:extLst>
                    <a:ext uri="{FF2B5EF4-FFF2-40B4-BE49-F238E27FC236}">
                      <a16:creationId xmlns:a16="http://schemas.microsoft.com/office/drawing/2014/main" id="{B047D8ED-4EA2-B0F5-0569-660D0B62608B}"/>
                    </a:ext>
                  </a:extLst>
                </p14:cNvPr>
                <p14:cNvContentPartPr/>
                <p14:nvPr/>
              </p14:nvContentPartPr>
              <p14:xfrm>
                <a:off x="1333348" y="4582019"/>
                <a:ext cx="124560" cy="38160"/>
              </p14:xfrm>
            </p:contentPart>
          </mc:Choice>
          <mc:Fallback>
            <p:pic>
              <p:nvPicPr>
                <p:cNvPr id="112" name="Ink 111">
                  <a:extLst>
                    <a:ext uri="{FF2B5EF4-FFF2-40B4-BE49-F238E27FC236}">
                      <a16:creationId xmlns:a16="http://schemas.microsoft.com/office/drawing/2014/main" id="{B047D8ED-4EA2-B0F5-0569-660D0B62608B}"/>
                    </a:ext>
                  </a:extLst>
                </p:cNvPr>
                <p:cNvPicPr/>
                <p:nvPr/>
              </p:nvPicPr>
              <p:blipFill>
                <a:blip r:embed="rId166"/>
                <a:stretch>
                  <a:fillRect/>
                </a:stretch>
              </p:blipFill>
              <p:spPr>
                <a:xfrm>
                  <a:off x="1329028" y="4577699"/>
                  <a:ext cx="133200" cy="46800"/>
                </a:xfrm>
                <a:prstGeom prst="rect">
                  <a:avLst/>
                </a:prstGeom>
              </p:spPr>
            </p:pic>
          </mc:Fallback>
        </mc:AlternateContent>
        <mc:AlternateContent xmlns:mc="http://schemas.openxmlformats.org/markup-compatibility/2006">
          <mc:Choice xmlns:p14="http://schemas.microsoft.com/office/powerpoint/2010/main" Requires="p14">
            <p:contentPart p14:bwMode="auto" r:id="rId167">
              <p14:nvContentPartPr>
                <p14:cNvPr id="113" name="Ink 112">
                  <a:extLst>
                    <a:ext uri="{FF2B5EF4-FFF2-40B4-BE49-F238E27FC236}">
                      <a16:creationId xmlns:a16="http://schemas.microsoft.com/office/drawing/2014/main" id="{5AEFE955-1584-3EFA-177D-5E0F3DE9F15F}"/>
                    </a:ext>
                  </a:extLst>
                </p14:cNvPr>
                <p14:cNvContentPartPr/>
                <p14:nvPr/>
              </p14:nvContentPartPr>
              <p14:xfrm>
                <a:off x="1593988" y="4671299"/>
                <a:ext cx="16560" cy="117000"/>
              </p14:xfrm>
            </p:contentPart>
          </mc:Choice>
          <mc:Fallback>
            <p:pic>
              <p:nvPicPr>
                <p:cNvPr id="113" name="Ink 112">
                  <a:extLst>
                    <a:ext uri="{FF2B5EF4-FFF2-40B4-BE49-F238E27FC236}">
                      <a16:creationId xmlns:a16="http://schemas.microsoft.com/office/drawing/2014/main" id="{5AEFE955-1584-3EFA-177D-5E0F3DE9F15F}"/>
                    </a:ext>
                  </a:extLst>
                </p:cNvPr>
                <p:cNvPicPr/>
                <p:nvPr/>
              </p:nvPicPr>
              <p:blipFill>
                <a:blip r:embed="rId168"/>
                <a:stretch>
                  <a:fillRect/>
                </a:stretch>
              </p:blipFill>
              <p:spPr>
                <a:xfrm>
                  <a:off x="1589668" y="4666979"/>
                  <a:ext cx="25200" cy="125640"/>
                </a:xfrm>
                <a:prstGeom prst="rect">
                  <a:avLst/>
                </a:prstGeom>
              </p:spPr>
            </p:pic>
          </mc:Fallback>
        </mc:AlternateContent>
        <mc:AlternateContent xmlns:mc="http://schemas.openxmlformats.org/markup-compatibility/2006">
          <mc:Choice xmlns:p14="http://schemas.microsoft.com/office/powerpoint/2010/main" Requires="p14">
            <p:contentPart p14:bwMode="auto" r:id="rId169">
              <p14:nvContentPartPr>
                <p14:cNvPr id="114" name="Ink 113">
                  <a:extLst>
                    <a:ext uri="{FF2B5EF4-FFF2-40B4-BE49-F238E27FC236}">
                      <a16:creationId xmlns:a16="http://schemas.microsoft.com/office/drawing/2014/main" id="{C33E78CA-A2E7-2D79-A427-8D2996C61F68}"/>
                    </a:ext>
                  </a:extLst>
                </p14:cNvPr>
                <p14:cNvContentPartPr/>
                <p14:nvPr/>
              </p14:nvContentPartPr>
              <p14:xfrm>
                <a:off x="1602268" y="4666259"/>
                <a:ext cx="11880" cy="134280"/>
              </p14:xfrm>
            </p:contentPart>
          </mc:Choice>
          <mc:Fallback>
            <p:pic>
              <p:nvPicPr>
                <p:cNvPr id="114" name="Ink 113">
                  <a:extLst>
                    <a:ext uri="{FF2B5EF4-FFF2-40B4-BE49-F238E27FC236}">
                      <a16:creationId xmlns:a16="http://schemas.microsoft.com/office/drawing/2014/main" id="{C33E78CA-A2E7-2D79-A427-8D2996C61F68}"/>
                    </a:ext>
                  </a:extLst>
                </p:cNvPr>
                <p:cNvPicPr/>
                <p:nvPr/>
              </p:nvPicPr>
              <p:blipFill>
                <a:blip r:embed="rId170"/>
                <a:stretch>
                  <a:fillRect/>
                </a:stretch>
              </p:blipFill>
              <p:spPr>
                <a:xfrm>
                  <a:off x="1597948" y="4661939"/>
                  <a:ext cx="20520" cy="142920"/>
                </a:xfrm>
                <a:prstGeom prst="rect">
                  <a:avLst/>
                </a:prstGeom>
              </p:spPr>
            </p:pic>
          </mc:Fallback>
        </mc:AlternateContent>
        <mc:AlternateContent xmlns:mc="http://schemas.openxmlformats.org/markup-compatibility/2006">
          <mc:Choice xmlns:p14="http://schemas.microsoft.com/office/powerpoint/2010/main" Requires="p14">
            <p:contentPart p14:bwMode="auto" r:id="rId171">
              <p14:nvContentPartPr>
                <p14:cNvPr id="115" name="Ink 114">
                  <a:extLst>
                    <a:ext uri="{FF2B5EF4-FFF2-40B4-BE49-F238E27FC236}">
                      <a16:creationId xmlns:a16="http://schemas.microsoft.com/office/drawing/2014/main" id="{F7E587CE-4AFD-1225-85AB-58D9121C56A8}"/>
                    </a:ext>
                  </a:extLst>
                </p14:cNvPr>
                <p14:cNvContentPartPr/>
                <p14:nvPr/>
              </p14:nvContentPartPr>
              <p14:xfrm>
                <a:off x="1595788" y="4078739"/>
                <a:ext cx="130680" cy="845280"/>
              </p14:xfrm>
            </p:contentPart>
          </mc:Choice>
          <mc:Fallback>
            <p:pic>
              <p:nvPicPr>
                <p:cNvPr id="115" name="Ink 114">
                  <a:extLst>
                    <a:ext uri="{FF2B5EF4-FFF2-40B4-BE49-F238E27FC236}">
                      <a16:creationId xmlns:a16="http://schemas.microsoft.com/office/drawing/2014/main" id="{F7E587CE-4AFD-1225-85AB-58D9121C56A8}"/>
                    </a:ext>
                  </a:extLst>
                </p:cNvPr>
                <p:cNvPicPr/>
                <p:nvPr/>
              </p:nvPicPr>
              <p:blipFill>
                <a:blip r:embed="rId172"/>
                <a:stretch>
                  <a:fillRect/>
                </a:stretch>
              </p:blipFill>
              <p:spPr>
                <a:xfrm>
                  <a:off x="1591468" y="4074419"/>
                  <a:ext cx="139320" cy="853920"/>
                </a:xfrm>
                <a:prstGeom prst="rect">
                  <a:avLst/>
                </a:prstGeom>
              </p:spPr>
            </p:pic>
          </mc:Fallback>
        </mc:AlternateContent>
        <mc:AlternateContent xmlns:mc="http://schemas.openxmlformats.org/markup-compatibility/2006">
          <mc:Choice xmlns:p14="http://schemas.microsoft.com/office/powerpoint/2010/main" Requires="p14">
            <p:contentPart p14:bwMode="auto" r:id="rId173">
              <p14:nvContentPartPr>
                <p14:cNvPr id="117" name="Ink 116">
                  <a:extLst>
                    <a:ext uri="{FF2B5EF4-FFF2-40B4-BE49-F238E27FC236}">
                      <a16:creationId xmlns:a16="http://schemas.microsoft.com/office/drawing/2014/main" id="{1CB81E86-DD6B-E188-3FA4-E9683E5F5B2C}"/>
                    </a:ext>
                  </a:extLst>
                </p14:cNvPr>
                <p14:cNvContentPartPr/>
                <p14:nvPr/>
              </p14:nvContentPartPr>
              <p14:xfrm>
                <a:off x="1888828" y="4354499"/>
                <a:ext cx="101160" cy="51120"/>
              </p14:xfrm>
            </p:contentPart>
          </mc:Choice>
          <mc:Fallback>
            <p:pic>
              <p:nvPicPr>
                <p:cNvPr id="117" name="Ink 116">
                  <a:extLst>
                    <a:ext uri="{FF2B5EF4-FFF2-40B4-BE49-F238E27FC236}">
                      <a16:creationId xmlns:a16="http://schemas.microsoft.com/office/drawing/2014/main" id="{1CB81E86-DD6B-E188-3FA4-E9683E5F5B2C}"/>
                    </a:ext>
                  </a:extLst>
                </p:cNvPr>
                <p:cNvPicPr/>
                <p:nvPr/>
              </p:nvPicPr>
              <p:blipFill>
                <a:blip r:embed="rId174"/>
                <a:stretch>
                  <a:fillRect/>
                </a:stretch>
              </p:blipFill>
              <p:spPr>
                <a:xfrm>
                  <a:off x="1884508" y="4350179"/>
                  <a:ext cx="109800" cy="59760"/>
                </a:xfrm>
                <a:prstGeom prst="rect">
                  <a:avLst/>
                </a:prstGeom>
              </p:spPr>
            </p:pic>
          </mc:Fallback>
        </mc:AlternateContent>
        <mc:AlternateContent xmlns:mc="http://schemas.openxmlformats.org/markup-compatibility/2006">
          <mc:Choice xmlns:p14="http://schemas.microsoft.com/office/powerpoint/2010/main" Requires="p14">
            <p:contentPart p14:bwMode="auto" r:id="rId175">
              <p14:nvContentPartPr>
                <p14:cNvPr id="118" name="Ink 117">
                  <a:extLst>
                    <a:ext uri="{FF2B5EF4-FFF2-40B4-BE49-F238E27FC236}">
                      <a16:creationId xmlns:a16="http://schemas.microsoft.com/office/drawing/2014/main" id="{14377573-8A8B-51A2-6A9F-0E575BE13065}"/>
                    </a:ext>
                  </a:extLst>
                </p14:cNvPr>
                <p14:cNvContentPartPr/>
                <p14:nvPr/>
              </p14:nvContentPartPr>
              <p14:xfrm>
                <a:off x="1860748" y="4414979"/>
                <a:ext cx="213120" cy="57240"/>
              </p14:xfrm>
            </p:contentPart>
          </mc:Choice>
          <mc:Fallback>
            <p:pic>
              <p:nvPicPr>
                <p:cNvPr id="118" name="Ink 117">
                  <a:extLst>
                    <a:ext uri="{FF2B5EF4-FFF2-40B4-BE49-F238E27FC236}">
                      <a16:creationId xmlns:a16="http://schemas.microsoft.com/office/drawing/2014/main" id="{14377573-8A8B-51A2-6A9F-0E575BE13065}"/>
                    </a:ext>
                  </a:extLst>
                </p:cNvPr>
                <p:cNvPicPr/>
                <p:nvPr/>
              </p:nvPicPr>
              <p:blipFill>
                <a:blip r:embed="rId176"/>
                <a:stretch>
                  <a:fillRect/>
                </a:stretch>
              </p:blipFill>
              <p:spPr>
                <a:xfrm>
                  <a:off x="1856428" y="4410659"/>
                  <a:ext cx="221760" cy="65880"/>
                </a:xfrm>
                <a:prstGeom prst="rect">
                  <a:avLst/>
                </a:prstGeom>
              </p:spPr>
            </p:pic>
          </mc:Fallback>
        </mc:AlternateContent>
        <mc:AlternateContent xmlns:mc="http://schemas.openxmlformats.org/markup-compatibility/2006">
          <mc:Choice xmlns:p14="http://schemas.microsoft.com/office/powerpoint/2010/main" Requires="p14">
            <p:contentPart p14:bwMode="auto" r:id="rId177">
              <p14:nvContentPartPr>
                <p14:cNvPr id="119" name="Ink 118">
                  <a:extLst>
                    <a:ext uri="{FF2B5EF4-FFF2-40B4-BE49-F238E27FC236}">
                      <a16:creationId xmlns:a16="http://schemas.microsoft.com/office/drawing/2014/main" id="{029FA6FF-171E-8486-8E8A-CCC6C12FED68}"/>
                    </a:ext>
                  </a:extLst>
                </p14:cNvPr>
                <p14:cNvContentPartPr/>
                <p14:nvPr/>
              </p14:nvContentPartPr>
              <p14:xfrm>
                <a:off x="2211388" y="4274579"/>
                <a:ext cx="161280" cy="171000"/>
              </p14:xfrm>
            </p:contentPart>
          </mc:Choice>
          <mc:Fallback>
            <p:pic>
              <p:nvPicPr>
                <p:cNvPr id="119" name="Ink 118">
                  <a:extLst>
                    <a:ext uri="{FF2B5EF4-FFF2-40B4-BE49-F238E27FC236}">
                      <a16:creationId xmlns:a16="http://schemas.microsoft.com/office/drawing/2014/main" id="{029FA6FF-171E-8486-8E8A-CCC6C12FED68}"/>
                    </a:ext>
                  </a:extLst>
                </p:cNvPr>
                <p:cNvPicPr/>
                <p:nvPr/>
              </p:nvPicPr>
              <p:blipFill>
                <a:blip r:embed="rId178"/>
                <a:stretch>
                  <a:fillRect/>
                </a:stretch>
              </p:blipFill>
              <p:spPr>
                <a:xfrm>
                  <a:off x="2207068" y="4270259"/>
                  <a:ext cx="169920" cy="179640"/>
                </a:xfrm>
                <a:prstGeom prst="rect">
                  <a:avLst/>
                </a:prstGeom>
              </p:spPr>
            </p:pic>
          </mc:Fallback>
        </mc:AlternateContent>
        <mc:AlternateContent xmlns:mc="http://schemas.openxmlformats.org/markup-compatibility/2006">
          <mc:Choice xmlns:p14="http://schemas.microsoft.com/office/powerpoint/2010/main" Requires="p14">
            <p:contentPart p14:bwMode="auto" r:id="rId179">
              <p14:nvContentPartPr>
                <p14:cNvPr id="120" name="Ink 119">
                  <a:extLst>
                    <a:ext uri="{FF2B5EF4-FFF2-40B4-BE49-F238E27FC236}">
                      <a16:creationId xmlns:a16="http://schemas.microsoft.com/office/drawing/2014/main" id="{7A3B3270-B84C-5010-BBFC-B8704595FEAC}"/>
                    </a:ext>
                  </a:extLst>
                </p14:cNvPr>
                <p14:cNvContentPartPr/>
                <p14:nvPr/>
              </p14:nvContentPartPr>
              <p14:xfrm>
                <a:off x="2431708" y="4285739"/>
                <a:ext cx="18000" cy="10080"/>
              </p14:xfrm>
            </p:contentPart>
          </mc:Choice>
          <mc:Fallback>
            <p:pic>
              <p:nvPicPr>
                <p:cNvPr id="120" name="Ink 119">
                  <a:extLst>
                    <a:ext uri="{FF2B5EF4-FFF2-40B4-BE49-F238E27FC236}">
                      <a16:creationId xmlns:a16="http://schemas.microsoft.com/office/drawing/2014/main" id="{7A3B3270-B84C-5010-BBFC-B8704595FEAC}"/>
                    </a:ext>
                  </a:extLst>
                </p:cNvPr>
                <p:cNvPicPr/>
                <p:nvPr/>
              </p:nvPicPr>
              <p:blipFill>
                <a:blip r:embed="rId180"/>
                <a:stretch>
                  <a:fillRect/>
                </a:stretch>
              </p:blipFill>
              <p:spPr>
                <a:xfrm>
                  <a:off x="2427388" y="4281419"/>
                  <a:ext cx="26640" cy="18720"/>
                </a:xfrm>
                <a:prstGeom prst="rect">
                  <a:avLst/>
                </a:prstGeom>
              </p:spPr>
            </p:pic>
          </mc:Fallback>
        </mc:AlternateContent>
        <mc:AlternateContent xmlns:mc="http://schemas.openxmlformats.org/markup-compatibility/2006">
          <mc:Choice xmlns:p14="http://schemas.microsoft.com/office/powerpoint/2010/main" Requires="p14">
            <p:contentPart p14:bwMode="auto" r:id="rId181">
              <p14:nvContentPartPr>
                <p14:cNvPr id="121" name="Ink 120">
                  <a:extLst>
                    <a:ext uri="{FF2B5EF4-FFF2-40B4-BE49-F238E27FC236}">
                      <a16:creationId xmlns:a16="http://schemas.microsoft.com/office/drawing/2014/main" id="{D775C799-6884-726B-727D-A185C5E25332}"/>
                    </a:ext>
                  </a:extLst>
                </p14:cNvPr>
                <p14:cNvContentPartPr/>
                <p14:nvPr/>
              </p14:nvContentPartPr>
              <p14:xfrm>
                <a:off x="2553028" y="4197899"/>
                <a:ext cx="221760" cy="253080"/>
              </p14:xfrm>
            </p:contentPart>
          </mc:Choice>
          <mc:Fallback>
            <p:pic>
              <p:nvPicPr>
                <p:cNvPr id="121" name="Ink 120">
                  <a:extLst>
                    <a:ext uri="{FF2B5EF4-FFF2-40B4-BE49-F238E27FC236}">
                      <a16:creationId xmlns:a16="http://schemas.microsoft.com/office/drawing/2014/main" id="{D775C799-6884-726B-727D-A185C5E25332}"/>
                    </a:ext>
                  </a:extLst>
                </p:cNvPr>
                <p:cNvPicPr/>
                <p:nvPr/>
              </p:nvPicPr>
              <p:blipFill>
                <a:blip r:embed="rId182"/>
                <a:stretch>
                  <a:fillRect/>
                </a:stretch>
              </p:blipFill>
              <p:spPr>
                <a:xfrm>
                  <a:off x="2548708" y="4193579"/>
                  <a:ext cx="230400" cy="261720"/>
                </a:xfrm>
                <a:prstGeom prst="rect">
                  <a:avLst/>
                </a:prstGeom>
              </p:spPr>
            </p:pic>
          </mc:Fallback>
        </mc:AlternateContent>
        <mc:AlternateContent xmlns:mc="http://schemas.openxmlformats.org/markup-compatibility/2006">
          <mc:Choice xmlns:p14="http://schemas.microsoft.com/office/powerpoint/2010/main" Requires="p14">
            <p:contentPart p14:bwMode="auto" r:id="rId183">
              <p14:nvContentPartPr>
                <p14:cNvPr id="123" name="Ink 122">
                  <a:extLst>
                    <a:ext uri="{FF2B5EF4-FFF2-40B4-BE49-F238E27FC236}">
                      <a16:creationId xmlns:a16="http://schemas.microsoft.com/office/drawing/2014/main" id="{B901AE46-A287-83F3-136C-1B08C8AA2F11}"/>
                    </a:ext>
                  </a:extLst>
                </p14:cNvPr>
                <p14:cNvContentPartPr/>
                <p14:nvPr/>
              </p14:nvContentPartPr>
              <p14:xfrm>
                <a:off x="612628" y="5065499"/>
                <a:ext cx="109800" cy="415080"/>
              </p14:xfrm>
            </p:contentPart>
          </mc:Choice>
          <mc:Fallback>
            <p:pic>
              <p:nvPicPr>
                <p:cNvPr id="123" name="Ink 122">
                  <a:extLst>
                    <a:ext uri="{FF2B5EF4-FFF2-40B4-BE49-F238E27FC236}">
                      <a16:creationId xmlns:a16="http://schemas.microsoft.com/office/drawing/2014/main" id="{B901AE46-A287-83F3-136C-1B08C8AA2F11}"/>
                    </a:ext>
                  </a:extLst>
                </p:cNvPr>
                <p:cNvPicPr/>
                <p:nvPr/>
              </p:nvPicPr>
              <p:blipFill>
                <a:blip r:embed="rId184"/>
                <a:stretch>
                  <a:fillRect/>
                </a:stretch>
              </p:blipFill>
              <p:spPr>
                <a:xfrm>
                  <a:off x="608308" y="5061179"/>
                  <a:ext cx="118440" cy="423720"/>
                </a:xfrm>
                <a:prstGeom prst="rect">
                  <a:avLst/>
                </a:prstGeom>
              </p:spPr>
            </p:pic>
          </mc:Fallback>
        </mc:AlternateContent>
        <mc:AlternateContent xmlns:mc="http://schemas.openxmlformats.org/markup-compatibility/2006">
          <mc:Choice xmlns:p14="http://schemas.microsoft.com/office/powerpoint/2010/main" Requires="p14">
            <p:contentPart p14:bwMode="auto" r:id="rId185">
              <p14:nvContentPartPr>
                <p14:cNvPr id="124" name="Ink 123">
                  <a:extLst>
                    <a:ext uri="{FF2B5EF4-FFF2-40B4-BE49-F238E27FC236}">
                      <a16:creationId xmlns:a16="http://schemas.microsoft.com/office/drawing/2014/main" id="{934FDEC9-8946-F79A-8BAD-7088DEBFD3DF}"/>
                    </a:ext>
                  </a:extLst>
                </p14:cNvPr>
                <p14:cNvContentPartPr/>
                <p14:nvPr/>
              </p14:nvContentPartPr>
              <p14:xfrm>
                <a:off x="717388" y="4952819"/>
                <a:ext cx="320040" cy="700200"/>
              </p14:xfrm>
            </p:contentPart>
          </mc:Choice>
          <mc:Fallback>
            <p:pic>
              <p:nvPicPr>
                <p:cNvPr id="124" name="Ink 123">
                  <a:extLst>
                    <a:ext uri="{FF2B5EF4-FFF2-40B4-BE49-F238E27FC236}">
                      <a16:creationId xmlns:a16="http://schemas.microsoft.com/office/drawing/2014/main" id="{934FDEC9-8946-F79A-8BAD-7088DEBFD3DF}"/>
                    </a:ext>
                  </a:extLst>
                </p:cNvPr>
                <p:cNvPicPr/>
                <p:nvPr/>
              </p:nvPicPr>
              <p:blipFill>
                <a:blip r:embed="rId186"/>
                <a:stretch>
                  <a:fillRect/>
                </a:stretch>
              </p:blipFill>
              <p:spPr>
                <a:xfrm>
                  <a:off x="713068" y="4948499"/>
                  <a:ext cx="328680" cy="708840"/>
                </a:xfrm>
                <a:prstGeom prst="rect">
                  <a:avLst/>
                </a:prstGeom>
              </p:spPr>
            </p:pic>
          </mc:Fallback>
        </mc:AlternateContent>
        <mc:AlternateContent xmlns:mc="http://schemas.openxmlformats.org/markup-compatibility/2006">
          <mc:Choice xmlns:p14="http://schemas.microsoft.com/office/powerpoint/2010/main" Requires="p14">
            <p:contentPart p14:bwMode="auto" r:id="rId187">
              <p14:nvContentPartPr>
                <p14:cNvPr id="126" name="Ink 125">
                  <a:extLst>
                    <a:ext uri="{FF2B5EF4-FFF2-40B4-BE49-F238E27FC236}">
                      <a16:creationId xmlns:a16="http://schemas.microsoft.com/office/drawing/2014/main" id="{E24596DF-668E-23D7-DFC9-08577A7DC07E}"/>
                    </a:ext>
                  </a:extLst>
                </p14:cNvPr>
                <p14:cNvContentPartPr/>
                <p14:nvPr/>
              </p14:nvContentPartPr>
              <p14:xfrm>
                <a:off x="967588" y="5157659"/>
                <a:ext cx="28440" cy="217080"/>
              </p14:xfrm>
            </p:contentPart>
          </mc:Choice>
          <mc:Fallback>
            <p:pic>
              <p:nvPicPr>
                <p:cNvPr id="126" name="Ink 125">
                  <a:extLst>
                    <a:ext uri="{FF2B5EF4-FFF2-40B4-BE49-F238E27FC236}">
                      <a16:creationId xmlns:a16="http://schemas.microsoft.com/office/drawing/2014/main" id="{E24596DF-668E-23D7-DFC9-08577A7DC07E}"/>
                    </a:ext>
                  </a:extLst>
                </p:cNvPr>
                <p:cNvPicPr/>
                <p:nvPr/>
              </p:nvPicPr>
              <p:blipFill>
                <a:blip r:embed="rId188"/>
                <a:stretch>
                  <a:fillRect/>
                </a:stretch>
              </p:blipFill>
              <p:spPr>
                <a:xfrm>
                  <a:off x="963268" y="5153339"/>
                  <a:ext cx="37080" cy="225720"/>
                </a:xfrm>
                <a:prstGeom prst="rect">
                  <a:avLst/>
                </a:prstGeom>
              </p:spPr>
            </p:pic>
          </mc:Fallback>
        </mc:AlternateContent>
        <mc:AlternateContent xmlns:mc="http://schemas.openxmlformats.org/markup-compatibility/2006">
          <mc:Choice xmlns:p14="http://schemas.microsoft.com/office/powerpoint/2010/main" Requires="p14">
            <p:contentPart p14:bwMode="auto" r:id="rId189">
              <p14:nvContentPartPr>
                <p14:cNvPr id="127" name="Ink 126">
                  <a:extLst>
                    <a:ext uri="{FF2B5EF4-FFF2-40B4-BE49-F238E27FC236}">
                      <a16:creationId xmlns:a16="http://schemas.microsoft.com/office/drawing/2014/main" id="{868E2481-A597-B670-1686-4D8DF59B1E9E}"/>
                    </a:ext>
                  </a:extLst>
                </p14:cNvPr>
                <p14:cNvContentPartPr/>
                <p14:nvPr/>
              </p14:nvContentPartPr>
              <p14:xfrm>
                <a:off x="952828" y="5129939"/>
                <a:ext cx="141480" cy="240840"/>
              </p14:xfrm>
            </p:contentPart>
          </mc:Choice>
          <mc:Fallback>
            <p:pic>
              <p:nvPicPr>
                <p:cNvPr id="127" name="Ink 126">
                  <a:extLst>
                    <a:ext uri="{FF2B5EF4-FFF2-40B4-BE49-F238E27FC236}">
                      <a16:creationId xmlns:a16="http://schemas.microsoft.com/office/drawing/2014/main" id="{868E2481-A597-B670-1686-4D8DF59B1E9E}"/>
                    </a:ext>
                  </a:extLst>
                </p:cNvPr>
                <p:cNvPicPr/>
                <p:nvPr/>
              </p:nvPicPr>
              <p:blipFill>
                <a:blip r:embed="rId190"/>
                <a:stretch>
                  <a:fillRect/>
                </a:stretch>
              </p:blipFill>
              <p:spPr>
                <a:xfrm>
                  <a:off x="948508" y="5125619"/>
                  <a:ext cx="150120" cy="249480"/>
                </a:xfrm>
                <a:prstGeom prst="rect">
                  <a:avLst/>
                </a:prstGeom>
              </p:spPr>
            </p:pic>
          </mc:Fallback>
        </mc:AlternateContent>
        <mc:AlternateContent xmlns:mc="http://schemas.openxmlformats.org/markup-compatibility/2006">
          <mc:Choice xmlns:p14="http://schemas.microsoft.com/office/powerpoint/2010/main" Requires="p14">
            <p:contentPart p14:bwMode="auto" r:id="rId191">
              <p14:nvContentPartPr>
                <p14:cNvPr id="128" name="Ink 127">
                  <a:extLst>
                    <a:ext uri="{FF2B5EF4-FFF2-40B4-BE49-F238E27FC236}">
                      <a16:creationId xmlns:a16="http://schemas.microsoft.com/office/drawing/2014/main" id="{7CEAE3CB-37DB-6B8D-8675-1B820553A0EC}"/>
                    </a:ext>
                  </a:extLst>
                </p14:cNvPr>
                <p14:cNvContentPartPr/>
                <p14:nvPr/>
              </p14:nvContentPartPr>
              <p14:xfrm>
                <a:off x="1028428" y="4963619"/>
                <a:ext cx="327600" cy="789840"/>
              </p14:xfrm>
            </p:contentPart>
          </mc:Choice>
          <mc:Fallback>
            <p:pic>
              <p:nvPicPr>
                <p:cNvPr id="128" name="Ink 127">
                  <a:extLst>
                    <a:ext uri="{FF2B5EF4-FFF2-40B4-BE49-F238E27FC236}">
                      <a16:creationId xmlns:a16="http://schemas.microsoft.com/office/drawing/2014/main" id="{7CEAE3CB-37DB-6B8D-8675-1B820553A0EC}"/>
                    </a:ext>
                  </a:extLst>
                </p:cNvPr>
                <p:cNvPicPr/>
                <p:nvPr/>
              </p:nvPicPr>
              <p:blipFill>
                <a:blip r:embed="rId192"/>
                <a:stretch>
                  <a:fillRect/>
                </a:stretch>
              </p:blipFill>
              <p:spPr>
                <a:xfrm>
                  <a:off x="1024108" y="4959299"/>
                  <a:ext cx="336240" cy="798480"/>
                </a:xfrm>
                <a:prstGeom prst="rect">
                  <a:avLst/>
                </a:prstGeom>
              </p:spPr>
            </p:pic>
          </mc:Fallback>
        </mc:AlternateContent>
        <mc:AlternateContent xmlns:mc="http://schemas.openxmlformats.org/markup-compatibility/2006">
          <mc:Choice xmlns:p14="http://schemas.microsoft.com/office/powerpoint/2010/main" Requires="p14">
            <p:contentPart p14:bwMode="auto" r:id="rId193">
              <p14:nvContentPartPr>
                <p14:cNvPr id="129" name="Ink 128">
                  <a:extLst>
                    <a:ext uri="{FF2B5EF4-FFF2-40B4-BE49-F238E27FC236}">
                      <a16:creationId xmlns:a16="http://schemas.microsoft.com/office/drawing/2014/main" id="{AA29A046-135C-1ADF-B076-F38F91AA732B}"/>
                    </a:ext>
                  </a:extLst>
                </p14:cNvPr>
                <p14:cNvContentPartPr/>
                <p14:nvPr/>
              </p14:nvContentPartPr>
              <p14:xfrm>
                <a:off x="1288348" y="5198339"/>
                <a:ext cx="132480" cy="322920"/>
              </p14:xfrm>
            </p:contentPart>
          </mc:Choice>
          <mc:Fallback>
            <p:pic>
              <p:nvPicPr>
                <p:cNvPr id="129" name="Ink 128">
                  <a:extLst>
                    <a:ext uri="{FF2B5EF4-FFF2-40B4-BE49-F238E27FC236}">
                      <a16:creationId xmlns:a16="http://schemas.microsoft.com/office/drawing/2014/main" id="{AA29A046-135C-1ADF-B076-F38F91AA732B}"/>
                    </a:ext>
                  </a:extLst>
                </p:cNvPr>
                <p:cNvPicPr/>
                <p:nvPr/>
              </p:nvPicPr>
              <p:blipFill>
                <a:blip r:embed="rId194"/>
                <a:stretch>
                  <a:fillRect/>
                </a:stretch>
              </p:blipFill>
              <p:spPr>
                <a:xfrm>
                  <a:off x="1284028" y="5194019"/>
                  <a:ext cx="141120" cy="331560"/>
                </a:xfrm>
                <a:prstGeom prst="rect">
                  <a:avLst/>
                </a:prstGeom>
              </p:spPr>
            </p:pic>
          </mc:Fallback>
        </mc:AlternateContent>
        <mc:AlternateContent xmlns:mc="http://schemas.openxmlformats.org/markup-compatibility/2006">
          <mc:Choice xmlns:p14="http://schemas.microsoft.com/office/powerpoint/2010/main" Requires="p14">
            <p:contentPart p14:bwMode="auto" r:id="rId195">
              <p14:nvContentPartPr>
                <p14:cNvPr id="130" name="Ink 129">
                  <a:extLst>
                    <a:ext uri="{FF2B5EF4-FFF2-40B4-BE49-F238E27FC236}">
                      <a16:creationId xmlns:a16="http://schemas.microsoft.com/office/drawing/2014/main" id="{2BE02BE4-A376-B4F7-6577-154AAE40FBA3}"/>
                    </a:ext>
                  </a:extLst>
                </p14:cNvPr>
                <p14:cNvContentPartPr/>
                <p14:nvPr/>
              </p14:nvContentPartPr>
              <p14:xfrm>
                <a:off x="1322548" y="5340179"/>
                <a:ext cx="117000" cy="25560"/>
              </p14:xfrm>
            </p:contentPart>
          </mc:Choice>
          <mc:Fallback>
            <p:pic>
              <p:nvPicPr>
                <p:cNvPr id="130" name="Ink 129">
                  <a:extLst>
                    <a:ext uri="{FF2B5EF4-FFF2-40B4-BE49-F238E27FC236}">
                      <a16:creationId xmlns:a16="http://schemas.microsoft.com/office/drawing/2014/main" id="{2BE02BE4-A376-B4F7-6577-154AAE40FBA3}"/>
                    </a:ext>
                  </a:extLst>
                </p:cNvPr>
                <p:cNvPicPr/>
                <p:nvPr/>
              </p:nvPicPr>
              <p:blipFill>
                <a:blip r:embed="rId196"/>
                <a:stretch>
                  <a:fillRect/>
                </a:stretch>
              </p:blipFill>
              <p:spPr>
                <a:xfrm>
                  <a:off x="1318228" y="5335859"/>
                  <a:ext cx="12564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197">
              <p14:nvContentPartPr>
                <p14:cNvPr id="131" name="Ink 130">
                  <a:extLst>
                    <a:ext uri="{FF2B5EF4-FFF2-40B4-BE49-F238E27FC236}">
                      <a16:creationId xmlns:a16="http://schemas.microsoft.com/office/drawing/2014/main" id="{80291059-EECA-E7A1-86AC-F947FC8E4F98}"/>
                    </a:ext>
                  </a:extLst>
                </p14:cNvPr>
                <p14:cNvContentPartPr/>
                <p14:nvPr/>
              </p14:nvContentPartPr>
              <p14:xfrm>
                <a:off x="1441708" y="5406059"/>
                <a:ext cx="222120" cy="132840"/>
              </p14:xfrm>
            </p:contentPart>
          </mc:Choice>
          <mc:Fallback>
            <p:pic>
              <p:nvPicPr>
                <p:cNvPr id="131" name="Ink 130">
                  <a:extLst>
                    <a:ext uri="{FF2B5EF4-FFF2-40B4-BE49-F238E27FC236}">
                      <a16:creationId xmlns:a16="http://schemas.microsoft.com/office/drawing/2014/main" id="{80291059-EECA-E7A1-86AC-F947FC8E4F98}"/>
                    </a:ext>
                  </a:extLst>
                </p:cNvPr>
                <p:cNvPicPr/>
                <p:nvPr/>
              </p:nvPicPr>
              <p:blipFill>
                <a:blip r:embed="rId198"/>
                <a:stretch>
                  <a:fillRect/>
                </a:stretch>
              </p:blipFill>
              <p:spPr>
                <a:xfrm>
                  <a:off x="1437388" y="5401739"/>
                  <a:ext cx="230760" cy="141480"/>
                </a:xfrm>
                <a:prstGeom prst="rect">
                  <a:avLst/>
                </a:prstGeom>
              </p:spPr>
            </p:pic>
          </mc:Fallback>
        </mc:AlternateContent>
        <mc:AlternateContent xmlns:mc="http://schemas.openxmlformats.org/markup-compatibility/2006">
          <mc:Choice xmlns:p14="http://schemas.microsoft.com/office/powerpoint/2010/main" Requires="p14">
            <p:contentPart p14:bwMode="auto" r:id="rId199">
              <p14:nvContentPartPr>
                <p14:cNvPr id="132" name="Ink 131">
                  <a:extLst>
                    <a:ext uri="{FF2B5EF4-FFF2-40B4-BE49-F238E27FC236}">
                      <a16:creationId xmlns:a16="http://schemas.microsoft.com/office/drawing/2014/main" id="{95B70D36-974D-F462-2DE1-E943D1131795}"/>
                    </a:ext>
                  </a:extLst>
                </p14:cNvPr>
                <p14:cNvContentPartPr/>
                <p14:nvPr/>
              </p14:nvContentPartPr>
              <p14:xfrm>
                <a:off x="1579948" y="5008259"/>
                <a:ext cx="65160" cy="722880"/>
              </p14:xfrm>
            </p:contentPart>
          </mc:Choice>
          <mc:Fallback>
            <p:pic>
              <p:nvPicPr>
                <p:cNvPr id="132" name="Ink 131">
                  <a:extLst>
                    <a:ext uri="{FF2B5EF4-FFF2-40B4-BE49-F238E27FC236}">
                      <a16:creationId xmlns:a16="http://schemas.microsoft.com/office/drawing/2014/main" id="{95B70D36-974D-F462-2DE1-E943D1131795}"/>
                    </a:ext>
                  </a:extLst>
                </p:cNvPr>
                <p:cNvPicPr/>
                <p:nvPr/>
              </p:nvPicPr>
              <p:blipFill>
                <a:blip r:embed="rId200"/>
                <a:stretch>
                  <a:fillRect/>
                </a:stretch>
              </p:blipFill>
              <p:spPr>
                <a:xfrm>
                  <a:off x="1575628" y="5003939"/>
                  <a:ext cx="73800" cy="731520"/>
                </a:xfrm>
                <a:prstGeom prst="rect">
                  <a:avLst/>
                </a:prstGeom>
              </p:spPr>
            </p:pic>
          </mc:Fallback>
        </mc:AlternateContent>
        <mc:AlternateContent xmlns:mc="http://schemas.openxmlformats.org/markup-compatibility/2006">
          <mc:Choice xmlns:p14="http://schemas.microsoft.com/office/powerpoint/2010/main" Requires="p14">
            <p:contentPart p14:bwMode="auto" r:id="rId201">
              <p14:nvContentPartPr>
                <p14:cNvPr id="133" name="Ink 132">
                  <a:extLst>
                    <a:ext uri="{FF2B5EF4-FFF2-40B4-BE49-F238E27FC236}">
                      <a16:creationId xmlns:a16="http://schemas.microsoft.com/office/drawing/2014/main" id="{CF0B924E-DC0D-3A9F-BE11-BCE3951C72AE}"/>
                    </a:ext>
                  </a:extLst>
                </p14:cNvPr>
                <p14:cNvContentPartPr/>
                <p14:nvPr/>
              </p14:nvContentPartPr>
              <p14:xfrm>
                <a:off x="1891708" y="5159459"/>
                <a:ext cx="74160" cy="21600"/>
              </p14:xfrm>
            </p:contentPart>
          </mc:Choice>
          <mc:Fallback>
            <p:pic>
              <p:nvPicPr>
                <p:cNvPr id="133" name="Ink 132">
                  <a:extLst>
                    <a:ext uri="{FF2B5EF4-FFF2-40B4-BE49-F238E27FC236}">
                      <a16:creationId xmlns:a16="http://schemas.microsoft.com/office/drawing/2014/main" id="{CF0B924E-DC0D-3A9F-BE11-BCE3951C72AE}"/>
                    </a:ext>
                  </a:extLst>
                </p:cNvPr>
                <p:cNvPicPr/>
                <p:nvPr/>
              </p:nvPicPr>
              <p:blipFill>
                <a:blip r:embed="rId202"/>
                <a:stretch>
                  <a:fillRect/>
                </a:stretch>
              </p:blipFill>
              <p:spPr>
                <a:xfrm>
                  <a:off x="1887388" y="5155139"/>
                  <a:ext cx="8280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203">
              <p14:nvContentPartPr>
                <p14:cNvPr id="134" name="Ink 133">
                  <a:extLst>
                    <a:ext uri="{FF2B5EF4-FFF2-40B4-BE49-F238E27FC236}">
                      <a16:creationId xmlns:a16="http://schemas.microsoft.com/office/drawing/2014/main" id="{8F374A1A-285A-185B-7D18-5F42B1E46C75}"/>
                    </a:ext>
                  </a:extLst>
                </p14:cNvPr>
                <p14:cNvContentPartPr/>
                <p14:nvPr/>
              </p14:nvContentPartPr>
              <p14:xfrm>
                <a:off x="1931668" y="5217059"/>
                <a:ext cx="119880" cy="23760"/>
              </p14:xfrm>
            </p:contentPart>
          </mc:Choice>
          <mc:Fallback>
            <p:pic>
              <p:nvPicPr>
                <p:cNvPr id="134" name="Ink 133">
                  <a:extLst>
                    <a:ext uri="{FF2B5EF4-FFF2-40B4-BE49-F238E27FC236}">
                      <a16:creationId xmlns:a16="http://schemas.microsoft.com/office/drawing/2014/main" id="{8F374A1A-285A-185B-7D18-5F42B1E46C75}"/>
                    </a:ext>
                  </a:extLst>
                </p:cNvPr>
                <p:cNvPicPr/>
                <p:nvPr/>
              </p:nvPicPr>
              <p:blipFill>
                <a:blip r:embed="rId204"/>
                <a:stretch>
                  <a:fillRect/>
                </a:stretch>
              </p:blipFill>
              <p:spPr>
                <a:xfrm>
                  <a:off x="1927348" y="5212739"/>
                  <a:ext cx="128520" cy="32400"/>
                </a:xfrm>
                <a:prstGeom prst="rect">
                  <a:avLst/>
                </a:prstGeom>
              </p:spPr>
            </p:pic>
          </mc:Fallback>
        </mc:AlternateContent>
        <mc:AlternateContent xmlns:mc="http://schemas.openxmlformats.org/markup-compatibility/2006">
          <mc:Choice xmlns:p14="http://schemas.microsoft.com/office/powerpoint/2010/main" Requires="p14">
            <p:contentPart p14:bwMode="auto" r:id="rId205">
              <p14:nvContentPartPr>
                <p14:cNvPr id="135" name="Ink 134">
                  <a:extLst>
                    <a:ext uri="{FF2B5EF4-FFF2-40B4-BE49-F238E27FC236}">
                      <a16:creationId xmlns:a16="http://schemas.microsoft.com/office/drawing/2014/main" id="{77964FEA-147B-02A7-73E1-C9472794E1EA}"/>
                    </a:ext>
                  </a:extLst>
                </p14:cNvPr>
                <p14:cNvContentPartPr/>
                <p14:nvPr/>
              </p14:nvContentPartPr>
              <p14:xfrm>
                <a:off x="2134348" y="5045699"/>
                <a:ext cx="173520" cy="171720"/>
              </p14:xfrm>
            </p:contentPart>
          </mc:Choice>
          <mc:Fallback>
            <p:pic>
              <p:nvPicPr>
                <p:cNvPr id="135" name="Ink 134">
                  <a:extLst>
                    <a:ext uri="{FF2B5EF4-FFF2-40B4-BE49-F238E27FC236}">
                      <a16:creationId xmlns:a16="http://schemas.microsoft.com/office/drawing/2014/main" id="{77964FEA-147B-02A7-73E1-C9472794E1EA}"/>
                    </a:ext>
                  </a:extLst>
                </p:cNvPr>
                <p:cNvPicPr/>
                <p:nvPr/>
              </p:nvPicPr>
              <p:blipFill>
                <a:blip r:embed="rId206"/>
                <a:stretch>
                  <a:fillRect/>
                </a:stretch>
              </p:blipFill>
              <p:spPr>
                <a:xfrm>
                  <a:off x="2130028" y="5041379"/>
                  <a:ext cx="182160" cy="180360"/>
                </a:xfrm>
                <a:prstGeom prst="rect">
                  <a:avLst/>
                </a:prstGeom>
              </p:spPr>
            </p:pic>
          </mc:Fallback>
        </mc:AlternateContent>
        <mc:AlternateContent xmlns:mc="http://schemas.openxmlformats.org/markup-compatibility/2006">
          <mc:Choice xmlns:p14="http://schemas.microsoft.com/office/powerpoint/2010/main" Requires="p14">
            <p:contentPart p14:bwMode="auto" r:id="rId207">
              <p14:nvContentPartPr>
                <p14:cNvPr id="136" name="Ink 135">
                  <a:extLst>
                    <a:ext uri="{FF2B5EF4-FFF2-40B4-BE49-F238E27FC236}">
                      <a16:creationId xmlns:a16="http://schemas.microsoft.com/office/drawing/2014/main" id="{44342C90-0666-6062-4DAE-1D35062AD204}"/>
                    </a:ext>
                  </a:extLst>
                </p14:cNvPr>
                <p14:cNvContentPartPr/>
                <p14:nvPr/>
              </p14:nvContentPartPr>
              <p14:xfrm>
                <a:off x="2387788" y="5142179"/>
                <a:ext cx="12960" cy="10080"/>
              </p14:xfrm>
            </p:contentPart>
          </mc:Choice>
          <mc:Fallback>
            <p:pic>
              <p:nvPicPr>
                <p:cNvPr id="136" name="Ink 135">
                  <a:extLst>
                    <a:ext uri="{FF2B5EF4-FFF2-40B4-BE49-F238E27FC236}">
                      <a16:creationId xmlns:a16="http://schemas.microsoft.com/office/drawing/2014/main" id="{44342C90-0666-6062-4DAE-1D35062AD204}"/>
                    </a:ext>
                  </a:extLst>
                </p:cNvPr>
                <p:cNvPicPr/>
                <p:nvPr/>
              </p:nvPicPr>
              <p:blipFill>
                <a:blip r:embed="rId208"/>
                <a:stretch>
                  <a:fillRect/>
                </a:stretch>
              </p:blipFill>
              <p:spPr>
                <a:xfrm>
                  <a:off x="2383468" y="5137859"/>
                  <a:ext cx="21600" cy="18720"/>
                </a:xfrm>
                <a:prstGeom prst="rect">
                  <a:avLst/>
                </a:prstGeom>
              </p:spPr>
            </p:pic>
          </mc:Fallback>
        </mc:AlternateContent>
        <mc:AlternateContent xmlns:mc="http://schemas.openxmlformats.org/markup-compatibility/2006">
          <mc:Choice xmlns:p14="http://schemas.microsoft.com/office/powerpoint/2010/main" Requires="p14">
            <p:contentPart p14:bwMode="auto" r:id="rId209">
              <p14:nvContentPartPr>
                <p14:cNvPr id="137" name="Ink 136">
                  <a:extLst>
                    <a:ext uri="{FF2B5EF4-FFF2-40B4-BE49-F238E27FC236}">
                      <a16:creationId xmlns:a16="http://schemas.microsoft.com/office/drawing/2014/main" id="{82BD93E0-0837-E6E1-A058-EE9EE6112686}"/>
                    </a:ext>
                  </a:extLst>
                </p14:cNvPr>
                <p14:cNvContentPartPr/>
                <p14:nvPr/>
              </p14:nvContentPartPr>
              <p14:xfrm>
                <a:off x="2464108" y="4991699"/>
                <a:ext cx="176400" cy="259560"/>
              </p14:xfrm>
            </p:contentPart>
          </mc:Choice>
          <mc:Fallback>
            <p:pic>
              <p:nvPicPr>
                <p:cNvPr id="137" name="Ink 136">
                  <a:extLst>
                    <a:ext uri="{FF2B5EF4-FFF2-40B4-BE49-F238E27FC236}">
                      <a16:creationId xmlns:a16="http://schemas.microsoft.com/office/drawing/2014/main" id="{82BD93E0-0837-E6E1-A058-EE9EE6112686}"/>
                    </a:ext>
                  </a:extLst>
                </p:cNvPr>
                <p:cNvPicPr/>
                <p:nvPr/>
              </p:nvPicPr>
              <p:blipFill>
                <a:blip r:embed="rId210"/>
                <a:stretch>
                  <a:fillRect/>
                </a:stretch>
              </p:blipFill>
              <p:spPr>
                <a:xfrm>
                  <a:off x="2459788" y="4987379"/>
                  <a:ext cx="185040" cy="268200"/>
                </a:xfrm>
                <a:prstGeom prst="rect">
                  <a:avLst/>
                </a:prstGeom>
              </p:spPr>
            </p:pic>
          </mc:Fallback>
        </mc:AlternateContent>
        <mc:AlternateContent xmlns:mc="http://schemas.openxmlformats.org/markup-compatibility/2006">
          <mc:Choice xmlns:p14="http://schemas.microsoft.com/office/powerpoint/2010/main" Requires="p14">
            <p:contentPart p14:bwMode="auto" r:id="rId211">
              <p14:nvContentPartPr>
                <p14:cNvPr id="138" name="Ink 137">
                  <a:extLst>
                    <a:ext uri="{FF2B5EF4-FFF2-40B4-BE49-F238E27FC236}">
                      <a16:creationId xmlns:a16="http://schemas.microsoft.com/office/drawing/2014/main" id="{B72B6615-C921-3B17-6291-93F37CED67F3}"/>
                    </a:ext>
                  </a:extLst>
                </p14:cNvPr>
                <p14:cNvContentPartPr/>
                <p14:nvPr/>
              </p14:nvContentPartPr>
              <p14:xfrm>
                <a:off x="2379148" y="5149019"/>
                <a:ext cx="27720" cy="14040"/>
              </p14:xfrm>
            </p:contentPart>
          </mc:Choice>
          <mc:Fallback>
            <p:pic>
              <p:nvPicPr>
                <p:cNvPr id="138" name="Ink 137">
                  <a:extLst>
                    <a:ext uri="{FF2B5EF4-FFF2-40B4-BE49-F238E27FC236}">
                      <a16:creationId xmlns:a16="http://schemas.microsoft.com/office/drawing/2014/main" id="{B72B6615-C921-3B17-6291-93F37CED67F3}"/>
                    </a:ext>
                  </a:extLst>
                </p:cNvPr>
                <p:cNvPicPr/>
                <p:nvPr/>
              </p:nvPicPr>
              <p:blipFill>
                <a:blip r:embed="rId212"/>
                <a:stretch>
                  <a:fillRect/>
                </a:stretch>
              </p:blipFill>
              <p:spPr>
                <a:xfrm>
                  <a:off x="2374828" y="5144699"/>
                  <a:ext cx="36360" cy="22680"/>
                </a:xfrm>
                <a:prstGeom prst="rect">
                  <a:avLst/>
                </a:prstGeom>
              </p:spPr>
            </p:pic>
          </mc:Fallback>
        </mc:AlternateContent>
        <mc:AlternateContent xmlns:mc="http://schemas.openxmlformats.org/markup-compatibility/2006">
          <mc:Choice xmlns:p14="http://schemas.microsoft.com/office/powerpoint/2010/main" Requires="p14">
            <p:contentPart p14:bwMode="auto" r:id="rId213">
              <p14:nvContentPartPr>
                <p14:cNvPr id="140" name="Ink 139">
                  <a:extLst>
                    <a:ext uri="{FF2B5EF4-FFF2-40B4-BE49-F238E27FC236}">
                      <a16:creationId xmlns:a16="http://schemas.microsoft.com/office/drawing/2014/main" id="{C9FFF188-18F5-F73B-0EC6-5EAC00A00481}"/>
                    </a:ext>
                  </a:extLst>
                </p14:cNvPr>
                <p14:cNvContentPartPr/>
                <p14:nvPr/>
              </p14:nvContentPartPr>
              <p14:xfrm>
                <a:off x="449188" y="6214259"/>
                <a:ext cx="75240" cy="336240"/>
              </p14:xfrm>
            </p:contentPart>
          </mc:Choice>
          <mc:Fallback>
            <p:pic>
              <p:nvPicPr>
                <p:cNvPr id="140" name="Ink 139">
                  <a:extLst>
                    <a:ext uri="{FF2B5EF4-FFF2-40B4-BE49-F238E27FC236}">
                      <a16:creationId xmlns:a16="http://schemas.microsoft.com/office/drawing/2014/main" id="{C9FFF188-18F5-F73B-0EC6-5EAC00A00481}"/>
                    </a:ext>
                  </a:extLst>
                </p:cNvPr>
                <p:cNvPicPr/>
                <p:nvPr/>
              </p:nvPicPr>
              <p:blipFill>
                <a:blip r:embed="rId214"/>
                <a:stretch>
                  <a:fillRect/>
                </a:stretch>
              </p:blipFill>
              <p:spPr>
                <a:xfrm>
                  <a:off x="444868" y="6209939"/>
                  <a:ext cx="83880" cy="344880"/>
                </a:xfrm>
                <a:prstGeom prst="rect">
                  <a:avLst/>
                </a:prstGeom>
              </p:spPr>
            </p:pic>
          </mc:Fallback>
        </mc:AlternateContent>
        <mc:AlternateContent xmlns:mc="http://schemas.openxmlformats.org/markup-compatibility/2006">
          <mc:Choice xmlns:p14="http://schemas.microsoft.com/office/powerpoint/2010/main" Requires="p14">
            <p:contentPart p14:bwMode="auto" r:id="rId215">
              <p14:nvContentPartPr>
                <p14:cNvPr id="141" name="Ink 140">
                  <a:extLst>
                    <a:ext uri="{FF2B5EF4-FFF2-40B4-BE49-F238E27FC236}">
                      <a16:creationId xmlns:a16="http://schemas.microsoft.com/office/drawing/2014/main" id="{F044AE35-4502-F216-BC4F-571BF7D3EF7A}"/>
                    </a:ext>
                  </a:extLst>
                </p14:cNvPr>
                <p14:cNvContentPartPr/>
                <p14:nvPr/>
              </p14:nvContentPartPr>
              <p14:xfrm>
                <a:off x="658708" y="6008699"/>
                <a:ext cx="236880" cy="641160"/>
              </p14:xfrm>
            </p:contentPart>
          </mc:Choice>
          <mc:Fallback>
            <p:pic>
              <p:nvPicPr>
                <p:cNvPr id="141" name="Ink 140">
                  <a:extLst>
                    <a:ext uri="{FF2B5EF4-FFF2-40B4-BE49-F238E27FC236}">
                      <a16:creationId xmlns:a16="http://schemas.microsoft.com/office/drawing/2014/main" id="{F044AE35-4502-F216-BC4F-571BF7D3EF7A}"/>
                    </a:ext>
                  </a:extLst>
                </p:cNvPr>
                <p:cNvPicPr/>
                <p:nvPr/>
              </p:nvPicPr>
              <p:blipFill>
                <a:blip r:embed="rId216"/>
                <a:stretch>
                  <a:fillRect/>
                </a:stretch>
              </p:blipFill>
              <p:spPr>
                <a:xfrm>
                  <a:off x="654388" y="6004379"/>
                  <a:ext cx="245520" cy="649800"/>
                </a:xfrm>
                <a:prstGeom prst="rect">
                  <a:avLst/>
                </a:prstGeom>
              </p:spPr>
            </p:pic>
          </mc:Fallback>
        </mc:AlternateContent>
        <mc:AlternateContent xmlns:mc="http://schemas.openxmlformats.org/markup-compatibility/2006">
          <mc:Choice xmlns:p14="http://schemas.microsoft.com/office/powerpoint/2010/main" Requires="p14">
            <p:contentPart p14:bwMode="auto" r:id="rId217">
              <p14:nvContentPartPr>
                <p14:cNvPr id="142" name="Ink 141">
                  <a:extLst>
                    <a:ext uri="{FF2B5EF4-FFF2-40B4-BE49-F238E27FC236}">
                      <a16:creationId xmlns:a16="http://schemas.microsoft.com/office/drawing/2014/main" id="{29318750-0B93-14C3-76F1-E7583DBD7758}"/>
                    </a:ext>
                  </a:extLst>
                </p14:cNvPr>
                <p14:cNvContentPartPr/>
                <p14:nvPr/>
              </p14:nvContentPartPr>
              <p14:xfrm>
                <a:off x="818548" y="6125339"/>
                <a:ext cx="131760" cy="350640"/>
              </p14:xfrm>
            </p:contentPart>
          </mc:Choice>
          <mc:Fallback>
            <p:pic>
              <p:nvPicPr>
                <p:cNvPr id="142" name="Ink 141">
                  <a:extLst>
                    <a:ext uri="{FF2B5EF4-FFF2-40B4-BE49-F238E27FC236}">
                      <a16:creationId xmlns:a16="http://schemas.microsoft.com/office/drawing/2014/main" id="{29318750-0B93-14C3-76F1-E7583DBD7758}"/>
                    </a:ext>
                  </a:extLst>
                </p:cNvPr>
                <p:cNvPicPr/>
                <p:nvPr/>
              </p:nvPicPr>
              <p:blipFill>
                <a:blip r:embed="rId218"/>
                <a:stretch>
                  <a:fillRect/>
                </a:stretch>
              </p:blipFill>
              <p:spPr>
                <a:xfrm>
                  <a:off x="814228" y="6121019"/>
                  <a:ext cx="140400" cy="359280"/>
                </a:xfrm>
                <a:prstGeom prst="rect">
                  <a:avLst/>
                </a:prstGeom>
              </p:spPr>
            </p:pic>
          </mc:Fallback>
        </mc:AlternateContent>
        <mc:AlternateContent xmlns:mc="http://schemas.openxmlformats.org/markup-compatibility/2006">
          <mc:Choice xmlns:p14="http://schemas.microsoft.com/office/powerpoint/2010/main" Requires="p14">
            <p:contentPart p14:bwMode="auto" r:id="rId219">
              <p14:nvContentPartPr>
                <p14:cNvPr id="143" name="Ink 142">
                  <a:extLst>
                    <a:ext uri="{FF2B5EF4-FFF2-40B4-BE49-F238E27FC236}">
                      <a16:creationId xmlns:a16="http://schemas.microsoft.com/office/drawing/2014/main" id="{47AF983B-E523-F551-125B-F8AE56F4DDD2}"/>
                    </a:ext>
                  </a:extLst>
                </p14:cNvPr>
                <p14:cNvContentPartPr/>
                <p14:nvPr/>
              </p14:nvContentPartPr>
              <p14:xfrm>
                <a:off x="970468" y="6061619"/>
                <a:ext cx="207000" cy="553680"/>
              </p14:xfrm>
            </p:contentPart>
          </mc:Choice>
          <mc:Fallback>
            <p:pic>
              <p:nvPicPr>
                <p:cNvPr id="143" name="Ink 142">
                  <a:extLst>
                    <a:ext uri="{FF2B5EF4-FFF2-40B4-BE49-F238E27FC236}">
                      <a16:creationId xmlns:a16="http://schemas.microsoft.com/office/drawing/2014/main" id="{47AF983B-E523-F551-125B-F8AE56F4DDD2}"/>
                    </a:ext>
                  </a:extLst>
                </p:cNvPr>
                <p:cNvPicPr/>
                <p:nvPr/>
              </p:nvPicPr>
              <p:blipFill>
                <a:blip r:embed="rId220"/>
                <a:stretch>
                  <a:fillRect/>
                </a:stretch>
              </p:blipFill>
              <p:spPr>
                <a:xfrm>
                  <a:off x="966148" y="6057299"/>
                  <a:ext cx="215640" cy="562320"/>
                </a:xfrm>
                <a:prstGeom prst="rect">
                  <a:avLst/>
                </a:prstGeom>
              </p:spPr>
            </p:pic>
          </mc:Fallback>
        </mc:AlternateContent>
        <mc:AlternateContent xmlns:mc="http://schemas.openxmlformats.org/markup-compatibility/2006">
          <mc:Choice xmlns:p14="http://schemas.microsoft.com/office/powerpoint/2010/main" Requires="p14">
            <p:contentPart p14:bwMode="auto" r:id="rId221">
              <p14:nvContentPartPr>
                <p14:cNvPr id="144" name="Ink 143">
                  <a:extLst>
                    <a:ext uri="{FF2B5EF4-FFF2-40B4-BE49-F238E27FC236}">
                      <a16:creationId xmlns:a16="http://schemas.microsoft.com/office/drawing/2014/main" id="{B2C426AE-0142-562E-ACB7-B58C0C499902}"/>
                    </a:ext>
                  </a:extLst>
                </p14:cNvPr>
                <p14:cNvContentPartPr/>
                <p14:nvPr/>
              </p14:nvContentPartPr>
              <p14:xfrm>
                <a:off x="1173148" y="6250979"/>
                <a:ext cx="182880" cy="308520"/>
              </p14:xfrm>
            </p:contentPart>
          </mc:Choice>
          <mc:Fallback>
            <p:pic>
              <p:nvPicPr>
                <p:cNvPr id="144" name="Ink 143">
                  <a:extLst>
                    <a:ext uri="{FF2B5EF4-FFF2-40B4-BE49-F238E27FC236}">
                      <a16:creationId xmlns:a16="http://schemas.microsoft.com/office/drawing/2014/main" id="{B2C426AE-0142-562E-ACB7-B58C0C499902}"/>
                    </a:ext>
                  </a:extLst>
                </p:cNvPr>
                <p:cNvPicPr/>
                <p:nvPr/>
              </p:nvPicPr>
              <p:blipFill>
                <a:blip r:embed="rId222"/>
                <a:stretch>
                  <a:fillRect/>
                </a:stretch>
              </p:blipFill>
              <p:spPr>
                <a:xfrm>
                  <a:off x="1168828" y="6246659"/>
                  <a:ext cx="191520" cy="317160"/>
                </a:xfrm>
                <a:prstGeom prst="rect">
                  <a:avLst/>
                </a:prstGeom>
              </p:spPr>
            </p:pic>
          </mc:Fallback>
        </mc:AlternateContent>
        <mc:AlternateContent xmlns:mc="http://schemas.openxmlformats.org/markup-compatibility/2006">
          <mc:Choice xmlns:p14="http://schemas.microsoft.com/office/powerpoint/2010/main" Requires="p14">
            <p:contentPart p14:bwMode="auto" r:id="rId223">
              <p14:nvContentPartPr>
                <p14:cNvPr id="145" name="Ink 144">
                  <a:extLst>
                    <a:ext uri="{FF2B5EF4-FFF2-40B4-BE49-F238E27FC236}">
                      <a16:creationId xmlns:a16="http://schemas.microsoft.com/office/drawing/2014/main" id="{5D386A1B-3EB8-0EF9-A4F6-033157275DEA}"/>
                    </a:ext>
                  </a:extLst>
                </p14:cNvPr>
                <p14:cNvContentPartPr/>
                <p14:nvPr/>
              </p14:nvContentPartPr>
              <p14:xfrm>
                <a:off x="1230388" y="6384179"/>
                <a:ext cx="132480" cy="15840"/>
              </p14:xfrm>
            </p:contentPart>
          </mc:Choice>
          <mc:Fallback>
            <p:pic>
              <p:nvPicPr>
                <p:cNvPr id="145" name="Ink 144">
                  <a:extLst>
                    <a:ext uri="{FF2B5EF4-FFF2-40B4-BE49-F238E27FC236}">
                      <a16:creationId xmlns:a16="http://schemas.microsoft.com/office/drawing/2014/main" id="{5D386A1B-3EB8-0EF9-A4F6-033157275DEA}"/>
                    </a:ext>
                  </a:extLst>
                </p:cNvPr>
                <p:cNvPicPr/>
                <p:nvPr/>
              </p:nvPicPr>
              <p:blipFill>
                <a:blip r:embed="rId224"/>
                <a:stretch>
                  <a:fillRect/>
                </a:stretch>
              </p:blipFill>
              <p:spPr>
                <a:xfrm>
                  <a:off x="1226068" y="6379859"/>
                  <a:ext cx="14112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225">
              <p14:nvContentPartPr>
                <p14:cNvPr id="147" name="Ink 146">
                  <a:extLst>
                    <a:ext uri="{FF2B5EF4-FFF2-40B4-BE49-F238E27FC236}">
                      <a16:creationId xmlns:a16="http://schemas.microsoft.com/office/drawing/2014/main" id="{140712D1-0FE0-0C6F-D815-02F95CDBC1A4}"/>
                    </a:ext>
                  </a:extLst>
                </p14:cNvPr>
                <p14:cNvContentPartPr/>
                <p14:nvPr/>
              </p14:nvContentPartPr>
              <p14:xfrm>
                <a:off x="1504708" y="6367619"/>
                <a:ext cx="169920" cy="156600"/>
              </p14:xfrm>
            </p:contentPart>
          </mc:Choice>
          <mc:Fallback>
            <p:pic>
              <p:nvPicPr>
                <p:cNvPr id="147" name="Ink 146">
                  <a:extLst>
                    <a:ext uri="{FF2B5EF4-FFF2-40B4-BE49-F238E27FC236}">
                      <a16:creationId xmlns:a16="http://schemas.microsoft.com/office/drawing/2014/main" id="{140712D1-0FE0-0C6F-D815-02F95CDBC1A4}"/>
                    </a:ext>
                  </a:extLst>
                </p:cNvPr>
                <p:cNvPicPr/>
                <p:nvPr/>
              </p:nvPicPr>
              <p:blipFill>
                <a:blip r:embed="rId226"/>
                <a:stretch>
                  <a:fillRect/>
                </a:stretch>
              </p:blipFill>
              <p:spPr>
                <a:xfrm>
                  <a:off x="1500388" y="6363299"/>
                  <a:ext cx="178560" cy="165240"/>
                </a:xfrm>
                <a:prstGeom prst="rect">
                  <a:avLst/>
                </a:prstGeom>
              </p:spPr>
            </p:pic>
          </mc:Fallback>
        </mc:AlternateContent>
        <mc:AlternateContent xmlns:mc="http://schemas.openxmlformats.org/markup-compatibility/2006">
          <mc:Choice xmlns:p14="http://schemas.microsoft.com/office/powerpoint/2010/main" Requires="p14">
            <p:contentPart p14:bwMode="auto" r:id="rId227">
              <p14:nvContentPartPr>
                <p14:cNvPr id="148" name="Ink 147">
                  <a:extLst>
                    <a:ext uri="{FF2B5EF4-FFF2-40B4-BE49-F238E27FC236}">
                      <a16:creationId xmlns:a16="http://schemas.microsoft.com/office/drawing/2014/main" id="{50A4A2E4-F2CE-1287-A49F-C2C92C1B527B}"/>
                    </a:ext>
                  </a:extLst>
                </p14:cNvPr>
                <p14:cNvContentPartPr/>
                <p14:nvPr/>
              </p14:nvContentPartPr>
              <p14:xfrm>
                <a:off x="1582108" y="6005459"/>
                <a:ext cx="154440" cy="727560"/>
              </p14:xfrm>
            </p:contentPart>
          </mc:Choice>
          <mc:Fallback>
            <p:pic>
              <p:nvPicPr>
                <p:cNvPr id="148" name="Ink 147">
                  <a:extLst>
                    <a:ext uri="{FF2B5EF4-FFF2-40B4-BE49-F238E27FC236}">
                      <a16:creationId xmlns:a16="http://schemas.microsoft.com/office/drawing/2014/main" id="{50A4A2E4-F2CE-1287-A49F-C2C92C1B527B}"/>
                    </a:ext>
                  </a:extLst>
                </p:cNvPr>
                <p:cNvPicPr/>
                <p:nvPr/>
              </p:nvPicPr>
              <p:blipFill>
                <a:blip r:embed="rId228"/>
                <a:stretch>
                  <a:fillRect/>
                </a:stretch>
              </p:blipFill>
              <p:spPr>
                <a:xfrm>
                  <a:off x="1577788" y="6001139"/>
                  <a:ext cx="163080" cy="736200"/>
                </a:xfrm>
                <a:prstGeom prst="rect">
                  <a:avLst/>
                </a:prstGeom>
              </p:spPr>
            </p:pic>
          </mc:Fallback>
        </mc:AlternateContent>
        <mc:AlternateContent xmlns:mc="http://schemas.openxmlformats.org/markup-compatibility/2006">
          <mc:Choice xmlns:p14="http://schemas.microsoft.com/office/powerpoint/2010/main" Requires="p14">
            <p:contentPart p14:bwMode="auto" r:id="rId229">
              <p14:nvContentPartPr>
                <p14:cNvPr id="149" name="Ink 148">
                  <a:extLst>
                    <a:ext uri="{FF2B5EF4-FFF2-40B4-BE49-F238E27FC236}">
                      <a16:creationId xmlns:a16="http://schemas.microsoft.com/office/drawing/2014/main" id="{636D49B5-49CB-C0C9-9D68-13A29FD56EB8}"/>
                    </a:ext>
                  </a:extLst>
                </p14:cNvPr>
                <p14:cNvContentPartPr/>
                <p14:nvPr/>
              </p14:nvContentPartPr>
              <p14:xfrm>
                <a:off x="1916188" y="6217499"/>
                <a:ext cx="113760" cy="29880"/>
              </p14:xfrm>
            </p:contentPart>
          </mc:Choice>
          <mc:Fallback>
            <p:pic>
              <p:nvPicPr>
                <p:cNvPr id="149" name="Ink 148">
                  <a:extLst>
                    <a:ext uri="{FF2B5EF4-FFF2-40B4-BE49-F238E27FC236}">
                      <a16:creationId xmlns:a16="http://schemas.microsoft.com/office/drawing/2014/main" id="{636D49B5-49CB-C0C9-9D68-13A29FD56EB8}"/>
                    </a:ext>
                  </a:extLst>
                </p:cNvPr>
                <p:cNvPicPr/>
                <p:nvPr/>
              </p:nvPicPr>
              <p:blipFill>
                <a:blip r:embed="rId230"/>
                <a:stretch>
                  <a:fillRect/>
                </a:stretch>
              </p:blipFill>
              <p:spPr>
                <a:xfrm>
                  <a:off x="1911868" y="6213179"/>
                  <a:ext cx="122400" cy="38520"/>
                </a:xfrm>
                <a:prstGeom prst="rect">
                  <a:avLst/>
                </a:prstGeom>
              </p:spPr>
            </p:pic>
          </mc:Fallback>
        </mc:AlternateContent>
        <mc:AlternateContent xmlns:mc="http://schemas.openxmlformats.org/markup-compatibility/2006">
          <mc:Choice xmlns:p14="http://schemas.microsoft.com/office/powerpoint/2010/main" Requires="p14">
            <p:contentPart p14:bwMode="auto" r:id="rId231">
              <p14:nvContentPartPr>
                <p14:cNvPr id="150" name="Ink 149">
                  <a:extLst>
                    <a:ext uri="{FF2B5EF4-FFF2-40B4-BE49-F238E27FC236}">
                      <a16:creationId xmlns:a16="http://schemas.microsoft.com/office/drawing/2014/main" id="{7673A947-2131-19F0-FBB3-E64C161D992A}"/>
                    </a:ext>
                  </a:extLst>
                </p14:cNvPr>
                <p14:cNvContentPartPr/>
                <p14:nvPr/>
              </p14:nvContentPartPr>
              <p14:xfrm>
                <a:off x="1919068" y="6279419"/>
                <a:ext cx="159480" cy="15840"/>
              </p14:xfrm>
            </p:contentPart>
          </mc:Choice>
          <mc:Fallback>
            <p:pic>
              <p:nvPicPr>
                <p:cNvPr id="150" name="Ink 149">
                  <a:extLst>
                    <a:ext uri="{FF2B5EF4-FFF2-40B4-BE49-F238E27FC236}">
                      <a16:creationId xmlns:a16="http://schemas.microsoft.com/office/drawing/2014/main" id="{7673A947-2131-19F0-FBB3-E64C161D992A}"/>
                    </a:ext>
                  </a:extLst>
                </p:cNvPr>
                <p:cNvPicPr/>
                <p:nvPr/>
              </p:nvPicPr>
              <p:blipFill>
                <a:blip r:embed="rId232"/>
                <a:stretch>
                  <a:fillRect/>
                </a:stretch>
              </p:blipFill>
              <p:spPr>
                <a:xfrm>
                  <a:off x="1914748" y="6275099"/>
                  <a:ext cx="16812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233">
              <p14:nvContentPartPr>
                <p14:cNvPr id="151" name="Ink 150">
                  <a:extLst>
                    <a:ext uri="{FF2B5EF4-FFF2-40B4-BE49-F238E27FC236}">
                      <a16:creationId xmlns:a16="http://schemas.microsoft.com/office/drawing/2014/main" id="{56CFDE86-8ABA-4ED4-50B6-548A9899F21C}"/>
                    </a:ext>
                  </a:extLst>
                </p14:cNvPr>
                <p14:cNvContentPartPr/>
                <p14:nvPr/>
              </p14:nvContentPartPr>
              <p14:xfrm>
                <a:off x="2254948" y="6151979"/>
                <a:ext cx="142920" cy="176040"/>
              </p14:xfrm>
            </p:contentPart>
          </mc:Choice>
          <mc:Fallback>
            <p:pic>
              <p:nvPicPr>
                <p:cNvPr id="151" name="Ink 150">
                  <a:extLst>
                    <a:ext uri="{FF2B5EF4-FFF2-40B4-BE49-F238E27FC236}">
                      <a16:creationId xmlns:a16="http://schemas.microsoft.com/office/drawing/2014/main" id="{56CFDE86-8ABA-4ED4-50B6-548A9899F21C}"/>
                    </a:ext>
                  </a:extLst>
                </p:cNvPr>
                <p:cNvPicPr/>
                <p:nvPr/>
              </p:nvPicPr>
              <p:blipFill>
                <a:blip r:embed="rId234"/>
                <a:stretch>
                  <a:fillRect/>
                </a:stretch>
              </p:blipFill>
              <p:spPr>
                <a:xfrm>
                  <a:off x="2250628" y="6147659"/>
                  <a:ext cx="151560" cy="184680"/>
                </a:xfrm>
                <a:prstGeom prst="rect">
                  <a:avLst/>
                </a:prstGeom>
              </p:spPr>
            </p:pic>
          </mc:Fallback>
        </mc:AlternateContent>
        <mc:AlternateContent xmlns:mc="http://schemas.openxmlformats.org/markup-compatibility/2006">
          <mc:Choice xmlns:p14="http://schemas.microsoft.com/office/powerpoint/2010/main" Requires="p14">
            <p:contentPart p14:bwMode="auto" r:id="rId235">
              <p14:nvContentPartPr>
                <p14:cNvPr id="152" name="Ink 151">
                  <a:extLst>
                    <a:ext uri="{FF2B5EF4-FFF2-40B4-BE49-F238E27FC236}">
                      <a16:creationId xmlns:a16="http://schemas.microsoft.com/office/drawing/2014/main" id="{047EA86E-99F5-9411-1520-3450E2F6F9A7}"/>
                    </a:ext>
                  </a:extLst>
                </p14:cNvPr>
                <p14:cNvContentPartPr/>
                <p14:nvPr/>
              </p14:nvContentPartPr>
              <p14:xfrm>
                <a:off x="2448268" y="6218219"/>
                <a:ext cx="37080" cy="6120"/>
              </p14:xfrm>
            </p:contentPart>
          </mc:Choice>
          <mc:Fallback>
            <p:pic>
              <p:nvPicPr>
                <p:cNvPr id="152" name="Ink 151">
                  <a:extLst>
                    <a:ext uri="{FF2B5EF4-FFF2-40B4-BE49-F238E27FC236}">
                      <a16:creationId xmlns:a16="http://schemas.microsoft.com/office/drawing/2014/main" id="{047EA86E-99F5-9411-1520-3450E2F6F9A7}"/>
                    </a:ext>
                  </a:extLst>
                </p:cNvPr>
                <p:cNvPicPr/>
                <p:nvPr/>
              </p:nvPicPr>
              <p:blipFill>
                <a:blip r:embed="rId236"/>
                <a:stretch>
                  <a:fillRect/>
                </a:stretch>
              </p:blipFill>
              <p:spPr>
                <a:xfrm>
                  <a:off x="2443948" y="6213899"/>
                  <a:ext cx="45720" cy="14760"/>
                </a:xfrm>
                <a:prstGeom prst="rect">
                  <a:avLst/>
                </a:prstGeom>
              </p:spPr>
            </p:pic>
          </mc:Fallback>
        </mc:AlternateContent>
        <mc:AlternateContent xmlns:mc="http://schemas.openxmlformats.org/markup-compatibility/2006">
          <mc:Choice xmlns:p14="http://schemas.microsoft.com/office/powerpoint/2010/main" Requires="p14">
            <p:contentPart p14:bwMode="auto" r:id="rId237">
              <p14:nvContentPartPr>
                <p14:cNvPr id="153" name="Ink 152">
                  <a:extLst>
                    <a:ext uri="{FF2B5EF4-FFF2-40B4-BE49-F238E27FC236}">
                      <a16:creationId xmlns:a16="http://schemas.microsoft.com/office/drawing/2014/main" id="{CE7FC3C6-9901-9DFC-8518-29D081283C27}"/>
                    </a:ext>
                  </a:extLst>
                </p14:cNvPr>
                <p14:cNvContentPartPr/>
                <p14:nvPr/>
              </p14:nvContentPartPr>
              <p14:xfrm>
                <a:off x="2582548" y="6092939"/>
                <a:ext cx="218520" cy="20880"/>
              </p14:xfrm>
            </p:contentPart>
          </mc:Choice>
          <mc:Fallback>
            <p:pic>
              <p:nvPicPr>
                <p:cNvPr id="153" name="Ink 152">
                  <a:extLst>
                    <a:ext uri="{FF2B5EF4-FFF2-40B4-BE49-F238E27FC236}">
                      <a16:creationId xmlns:a16="http://schemas.microsoft.com/office/drawing/2014/main" id="{CE7FC3C6-9901-9DFC-8518-29D081283C27}"/>
                    </a:ext>
                  </a:extLst>
                </p:cNvPr>
                <p:cNvPicPr/>
                <p:nvPr/>
              </p:nvPicPr>
              <p:blipFill>
                <a:blip r:embed="rId238"/>
                <a:stretch>
                  <a:fillRect/>
                </a:stretch>
              </p:blipFill>
              <p:spPr>
                <a:xfrm>
                  <a:off x="2578228" y="6088619"/>
                  <a:ext cx="227160" cy="29520"/>
                </a:xfrm>
                <a:prstGeom prst="rect">
                  <a:avLst/>
                </a:prstGeom>
              </p:spPr>
            </p:pic>
          </mc:Fallback>
        </mc:AlternateContent>
        <mc:AlternateContent xmlns:mc="http://schemas.openxmlformats.org/markup-compatibility/2006">
          <mc:Choice xmlns:p14="http://schemas.microsoft.com/office/powerpoint/2010/main" Requires="p14">
            <p:contentPart p14:bwMode="auto" r:id="rId239">
              <p14:nvContentPartPr>
                <p14:cNvPr id="154" name="Ink 153">
                  <a:extLst>
                    <a:ext uri="{FF2B5EF4-FFF2-40B4-BE49-F238E27FC236}">
                      <a16:creationId xmlns:a16="http://schemas.microsoft.com/office/drawing/2014/main" id="{989D3D6D-F465-AE5E-6F49-47140D388571}"/>
                    </a:ext>
                  </a:extLst>
                </p14:cNvPr>
                <p14:cNvContentPartPr/>
                <p14:nvPr/>
              </p14:nvContentPartPr>
              <p14:xfrm>
                <a:off x="2604508" y="6101579"/>
                <a:ext cx="116640" cy="241200"/>
              </p14:xfrm>
            </p:contentPart>
          </mc:Choice>
          <mc:Fallback>
            <p:pic>
              <p:nvPicPr>
                <p:cNvPr id="154" name="Ink 153">
                  <a:extLst>
                    <a:ext uri="{FF2B5EF4-FFF2-40B4-BE49-F238E27FC236}">
                      <a16:creationId xmlns:a16="http://schemas.microsoft.com/office/drawing/2014/main" id="{989D3D6D-F465-AE5E-6F49-47140D388571}"/>
                    </a:ext>
                  </a:extLst>
                </p:cNvPr>
                <p:cNvPicPr/>
                <p:nvPr/>
              </p:nvPicPr>
              <p:blipFill>
                <a:blip r:embed="rId240"/>
                <a:stretch>
                  <a:fillRect/>
                </a:stretch>
              </p:blipFill>
              <p:spPr>
                <a:xfrm>
                  <a:off x="2600188" y="6097259"/>
                  <a:ext cx="125280" cy="249840"/>
                </a:xfrm>
                <a:prstGeom prst="rect">
                  <a:avLst/>
                </a:prstGeom>
              </p:spPr>
            </p:pic>
          </mc:Fallback>
        </mc:AlternateContent>
        <mc:AlternateContent xmlns:mc="http://schemas.openxmlformats.org/markup-compatibility/2006">
          <mc:Choice xmlns:p14="http://schemas.microsoft.com/office/powerpoint/2010/main" Requires="p14">
            <p:contentPart p14:bwMode="auto" r:id="rId241">
              <p14:nvContentPartPr>
                <p14:cNvPr id="155" name="Ink 154">
                  <a:extLst>
                    <a:ext uri="{FF2B5EF4-FFF2-40B4-BE49-F238E27FC236}">
                      <a16:creationId xmlns:a16="http://schemas.microsoft.com/office/drawing/2014/main" id="{459A14FD-43A5-3B31-9D72-92A6134D3641}"/>
                    </a:ext>
                  </a:extLst>
                </p14:cNvPr>
                <p14:cNvContentPartPr/>
                <p14:nvPr/>
              </p14:nvContentPartPr>
              <p14:xfrm>
                <a:off x="2454028" y="6180059"/>
                <a:ext cx="50040" cy="31320"/>
              </p14:xfrm>
            </p:contentPart>
          </mc:Choice>
          <mc:Fallback>
            <p:pic>
              <p:nvPicPr>
                <p:cNvPr id="155" name="Ink 154">
                  <a:extLst>
                    <a:ext uri="{FF2B5EF4-FFF2-40B4-BE49-F238E27FC236}">
                      <a16:creationId xmlns:a16="http://schemas.microsoft.com/office/drawing/2014/main" id="{459A14FD-43A5-3B31-9D72-92A6134D3641}"/>
                    </a:ext>
                  </a:extLst>
                </p:cNvPr>
                <p:cNvPicPr/>
                <p:nvPr/>
              </p:nvPicPr>
              <p:blipFill>
                <a:blip r:embed="rId242"/>
                <a:stretch>
                  <a:fillRect/>
                </a:stretch>
              </p:blipFill>
              <p:spPr>
                <a:xfrm>
                  <a:off x="2449708" y="6175739"/>
                  <a:ext cx="58680" cy="399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43">
            <p14:nvContentPartPr>
              <p14:cNvPr id="157" name="Ink 156">
                <a:extLst>
                  <a:ext uri="{FF2B5EF4-FFF2-40B4-BE49-F238E27FC236}">
                    <a16:creationId xmlns:a16="http://schemas.microsoft.com/office/drawing/2014/main" id="{D056E985-2438-7609-E577-EE886E0504F3}"/>
                  </a:ext>
                </a:extLst>
              </p14:cNvPr>
              <p14:cNvContentPartPr/>
              <p14:nvPr/>
            </p14:nvContentPartPr>
            <p14:xfrm>
              <a:off x="6382348" y="1928459"/>
              <a:ext cx="1313640" cy="30240"/>
            </p14:xfrm>
          </p:contentPart>
        </mc:Choice>
        <mc:Fallback>
          <p:pic>
            <p:nvPicPr>
              <p:cNvPr id="157" name="Ink 156">
                <a:extLst>
                  <a:ext uri="{FF2B5EF4-FFF2-40B4-BE49-F238E27FC236}">
                    <a16:creationId xmlns:a16="http://schemas.microsoft.com/office/drawing/2014/main" id="{D056E985-2438-7609-E577-EE886E0504F3}"/>
                  </a:ext>
                </a:extLst>
              </p:cNvPr>
              <p:cNvPicPr/>
              <p:nvPr/>
            </p:nvPicPr>
            <p:blipFill>
              <a:blip r:embed="rId244"/>
              <a:stretch>
                <a:fillRect/>
              </a:stretch>
            </p:blipFill>
            <p:spPr>
              <a:xfrm>
                <a:off x="6378028" y="1924139"/>
                <a:ext cx="1322280" cy="38880"/>
              </a:xfrm>
              <a:prstGeom prst="rect">
                <a:avLst/>
              </a:prstGeom>
            </p:spPr>
          </p:pic>
        </mc:Fallback>
      </mc:AlternateContent>
      <mc:AlternateContent xmlns:mc="http://schemas.openxmlformats.org/markup-compatibility/2006">
        <mc:Choice xmlns:p14="http://schemas.microsoft.com/office/powerpoint/2010/main" Requires="p14">
          <p:contentPart p14:bwMode="auto" r:id="rId245">
            <p14:nvContentPartPr>
              <p14:cNvPr id="158" name="Ink 157">
                <a:extLst>
                  <a:ext uri="{FF2B5EF4-FFF2-40B4-BE49-F238E27FC236}">
                    <a16:creationId xmlns:a16="http://schemas.microsoft.com/office/drawing/2014/main" id="{C9E86468-FC79-9899-9900-E42475B1BC15}"/>
                  </a:ext>
                </a:extLst>
              </p14:cNvPr>
              <p14:cNvContentPartPr/>
              <p14:nvPr/>
            </p14:nvContentPartPr>
            <p14:xfrm>
              <a:off x="2478148" y="2107739"/>
              <a:ext cx="7200" cy="7200"/>
            </p14:xfrm>
          </p:contentPart>
        </mc:Choice>
        <mc:Fallback>
          <p:pic>
            <p:nvPicPr>
              <p:cNvPr id="158" name="Ink 157">
                <a:extLst>
                  <a:ext uri="{FF2B5EF4-FFF2-40B4-BE49-F238E27FC236}">
                    <a16:creationId xmlns:a16="http://schemas.microsoft.com/office/drawing/2014/main" id="{C9E86468-FC79-9899-9900-E42475B1BC15}"/>
                  </a:ext>
                </a:extLst>
              </p:cNvPr>
              <p:cNvPicPr/>
              <p:nvPr/>
            </p:nvPicPr>
            <p:blipFill>
              <a:blip r:embed="rId246"/>
              <a:stretch>
                <a:fillRect/>
              </a:stretch>
            </p:blipFill>
            <p:spPr>
              <a:xfrm>
                <a:off x="2473828" y="2103419"/>
                <a:ext cx="15840" cy="15840"/>
              </a:xfrm>
              <a:prstGeom prst="rect">
                <a:avLst/>
              </a:prstGeom>
            </p:spPr>
          </p:pic>
        </mc:Fallback>
      </mc:AlternateContent>
      <mc:AlternateContent xmlns:mc="http://schemas.openxmlformats.org/markup-compatibility/2006">
        <mc:Choice xmlns:p14="http://schemas.microsoft.com/office/powerpoint/2010/main" Requires="p14">
          <p:contentPart p14:bwMode="auto" r:id="rId247">
            <p14:nvContentPartPr>
              <p14:cNvPr id="159" name="Ink 158">
                <a:extLst>
                  <a:ext uri="{FF2B5EF4-FFF2-40B4-BE49-F238E27FC236}">
                    <a16:creationId xmlns:a16="http://schemas.microsoft.com/office/drawing/2014/main" id="{CF48EED8-6CA1-915E-396E-5F23A6D53111}"/>
                  </a:ext>
                </a:extLst>
              </p14:cNvPr>
              <p14:cNvContentPartPr/>
              <p14:nvPr/>
            </p14:nvContentPartPr>
            <p14:xfrm>
              <a:off x="3454468" y="1849619"/>
              <a:ext cx="191880" cy="18720"/>
            </p14:xfrm>
          </p:contentPart>
        </mc:Choice>
        <mc:Fallback>
          <p:pic>
            <p:nvPicPr>
              <p:cNvPr id="159" name="Ink 158">
                <a:extLst>
                  <a:ext uri="{FF2B5EF4-FFF2-40B4-BE49-F238E27FC236}">
                    <a16:creationId xmlns:a16="http://schemas.microsoft.com/office/drawing/2014/main" id="{CF48EED8-6CA1-915E-396E-5F23A6D53111}"/>
                  </a:ext>
                </a:extLst>
              </p:cNvPr>
              <p:cNvPicPr/>
              <p:nvPr/>
            </p:nvPicPr>
            <p:blipFill>
              <a:blip r:embed="rId248"/>
              <a:stretch>
                <a:fillRect/>
              </a:stretch>
            </p:blipFill>
            <p:spPr>
              <a:xfrm>
                <a:off x="3450148" y="1845299"/>
                <a:ext cx="200520" cy="27360"/>
              </a:xfrm>
              <a:prstGeom prst="rect">
                <a:avLst/>
              </a:prstGeom>
            </p:spPr>
          </p:pic>
        </mc:Fallback>
      </mc:AlternateContent>
      <mc:AlternateContent xmlns:mc="http://schemas.openxmlformats.org/markup-compatibility/2006">
        <mc:Choice xmlns:p14="http://schemas.microsoft.com/office/powerpoint/2010/main" Requires="p14">
          <p:contentPart p14:bwMode="auto" r:id="rId249">
            <p14:nvContentPartPr>
              <p14:cNvPr id="160" name="Ink 159">
                <a:extLst>
                  <a:ext uri="{FF2B5EF4-FFF2-40B4-BE49-F238E27FC236}">
                    <a16:creationId xmlns:a16="http://schemas.microsoft.com/office/drawing/2014/main" id="{E7744B9D-A7E0-A278-140E-354C53332632}"/>
                  </a:ext>
                </a:extLst>
              </p14:cNvPr>
              <p14:cNvContentPartPr/>
              <p14:nvPr/>
            </p14:nvContentPartPr>
            <p14:xfrm>
              <a:off x="1459708" y="2071739"/>
              <a:ext cx="272160" cy="58680"/>
            </p14:xfrm>
          </p:contentPart>
        </mc:Choice>
        <mc:Fallback>
          <p:pic>
            <p:nvPicPr>
              <p:cNvPr id="160" name="Ink 159">
                <a:extLst>
                  <a:ext uri="{FF2B5EF4-FFF2-40B4-BE49-F238E27FC236}">
                    <a16:creationId xmlns:a16="http://schemas.microsoft.com/office/drawing/2014/main" id="{E7744B9D-A7E0-A278-140E-354C53332632}"/>
                  </a:ext>
                </a:extLst>
              </p:cNvPr>
              <p:cNvPicPr/>
              <p:nvPr/>
            </p:nvPicPr>
            <p:blipFill>
              <a:blip r:embed="rId250"/>
              <a:stretch>
                <a:fillRect/>
              </a:stretch>
            </p:blipFill>
            <p:spPr>
              <a:xfrm>
                <a:off x="1455388" y="2067419"/>
                <a:ext cx="280800" cy="67320"/>
              </a:xfrm>
              <a:prstGeom prst="rect">
                <a:avLst/>
              </a:prstGeom>
            </p:spPr>
          </p:pic>
        </mc:Fallback>
      </mc:AlternateContent>
      <mc:AlternateContent xmlns:mc="http://schemas.openxmlformats.org/markup-compatibility/2006">
        <mc:Choice xmlns:p14="http://schemas.microsoft.com/office/powerpoint/2010/main" Requires="p14">
          <p:contentPart p14:bwMode="auto" r:id="rId251">
            <p14:nvContentPartPr>
              <p14:cNvPr id="161" name="Ink 160">
                <a:extLst>
                  <a:ext uri="{FF2B5EF4-FFF2-40B4-BE49-F238E27FC236}">
                    <a16:creationId xmlns:a16="http://schemas.microsoft.com/office/drawing/2014/main" id="{90254FF1-013F-E157-9AC6-2EE5E0DBAF5D}"/>
                  </a:ext>
                </a:extLst>
              </p14:cNvPr>
              <p14:cNvContentPartPr/>
              <p14:nvPr/>
            </p14:nvContentPartPr>
            <p14:xfrm>
              <a:off x="4598188" y="2080379"/>
              <a:ext cx="385920" cy="63720"/>
            </p14:xfrm>
          </p:contentPart>
        </mc:Choice>
        <mc:Fallback>
          <p:pic>
            <p:nvPicPr>
              <p:cNvPr id="161" name="Ink 160">
                <a:extLst>
                  <a:ext uri="{FF2B5EF4-FFF2-40B4-BE49-F238E27FC236}">
                    <a16:creationId xmlns:a16="http://schemas.microsoft.com/office/drawing/2014/main" id="{90254FF1-013F-E157-9AC6-2EE5E0DBAF5D}"/>
                  </a:ext>
                </a:extLst>
              </p:cNvPr>
              <p:cNvPicPr/>
              <p:nvPr/>
            </p:nvPicPr>
            <p:blipFill>
              <a:blip r:embed="rId252"/>
              <a:stretch>
                <a:fillRect/>
              </a:stretch>
            </p:blipFill>
            <p:spPr>
              <a:xfrm>
                <a:off x="4593868" y="2076059"/>
                <a:ext cx="394560" cy="72360"/>
              </a:xfrm>
              <a:prstGeom prst="rect">
                <a:avLst/>
              </a:prstGeom>
            </p:spPr>
          </p:pic>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017" y="160569"/>
            <a:ext cx="7513983" cy="764364"/>
          </a:xfrm>
        </p:spPr>
        <p:txBody>
          <a:bodyPr>
            <a:normAutofit/>
          </a:bodyPr>
          <a:lstStyle/>
          <a:p>
            <a:pPr algn="l"/>
            <a:r>
              <a:rPr lang="en-US" sz="3200" dirty="0"/>
              <a:t>Solution</a:t>
            </a:r>
            <a:endParaRPr lang="en-IN" sz="3200" dirty="0"/>
          </a:p>
        </p:txBody>
      </p:sp>
      <p:sp>
        <p:nvSpPr>
          <p:cNvPr id="5" name="Content Placeholder 1">
            <a:extLst>
              <a:ext uri="{FF2B5EF4-FFF2-40B4-BE49-F238E27FC236}">
                <a16:creationId xmlns:a16="http://schemas.microsoft.com/office/drawing/2014/main" id="{87DBECC6-E59F-49A1-BF51-3DCF0DD20F98}"/>
              </a:ext>
            </a:extLst>
          </p:cNvPr>
          <p:cNvSpPr>
            <a:spLocks noGrp="1" noRot="1" noChangeAspect="1" noMove="1" noResize="1" noEditPoints="1" noAdjustHandles="1" noChangeArrowheads="1" noChangeShapeType="1" noTextEdit="1"/>
          </p:cNvSpPr>
          <p:nvPr>
            <p:ph type="body" sz="quarter" idx="13"/>
          </p:nvPr>
        </p:nvSpPr>
        <p:spPr>
          <a:xfrm>
            <a:off x="642938" y="1600200"/>
            <a:ext cx="7620000" cy="2728913"/>
          </a:xfrm>
          <a:blipFill>
            <a:blip r:embed="rId2"/>
            <a:stretch>
              <a:fillRect l="-1111" t="-1077"/>
            </a:stretch>
          </a:blipFill>
        </p:spPr>
        <p:txBody>
          <a:bodyPr/>
          <a:lstStyle/>
          <a:p>
            <a:pPr>
              <a:defRPr/>
            </a:pPr>
            <a:r>
              <a:rPr lang="en-IN" dirty="0">
                <a:noFill/>
              </a:rPr>
              <a:t> </a:t>
            </a:r>
          </a:p>
        </p:txBody>
      </p:sp>
    </p:spTree>
    <p:extLst>
      <p:ext uri="{BB962C8B-B14F-4D97-AF65-F5344CB8AC3E}">
        <p14:creationId xmlns:p14="http://schemas.microsoft.com/office/powerpoint/2010/main" val="22625290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Rot="1" noChangeAspect="1" noMove="1" noResize="1" noEditPoints="1" noAdjustHandles="1" noChangeArrowheads="1" noChangeShapeType="1" noTextEdit="1"/>
          </p:cNvSpPr>
          <p:nvPr/>
        </p:nvSpPr>
        <p:spPr>
          <a:xfrm>
            <a:off x="136693" y="1424793"/>
            <a:ext cx="8505031" cy="1892569"/>
          </a:xfrm>
          <a:prstGeom prst="rect">
            <a:avLst/>
          </a:prstGeom>
          <a:blipFill>
            <a:blip r:embed="rId2"/>
            <a:stretch>
              <a:fillRect l="-1074" t="-2581"/>
            </a:stretch>
          </a:blipFill>
        </p:spPr>
        <p:txBody>
          <a:bodyPr/>
          <a:lstStyle/>
          <a:p>
            <a:pPr>
              <a:defRPr/>
            </a:pPr>
            <a:r>
              <a:rPr lang="en-IN">
                <a:noFill/>
              </a:rPr>
              <a:t> </a:t>
            </a:r>
          </a:p>
        </p:txBody>
      </p:sp>
      <p:sp>
        <p:nvSpPr>
          <p:cNvPr id="5" name="Rectangle 4"/>
          <p:cNvSpPr>
            <a:spLocks noRot="1" noChangeAspect="1" noMove="1" noResize="1" noEditPoints="1" noAdjustHandles="1" noChangeArrowheads="1" noChangeShapeType="1" noTextEdit="1"/>
          </p:cNvSpPr>
          <p:nvPr/>
        </p:nvSpPr>
        <p:spPr>
          <a:xfrm>
            <a:off x="136693" y="3519991"/>
            <a:ext cx="7976997" cy="2470869"/>
          </a:xfrm>
          <a:prstGeom prst="rect">
            <a:avLst/>
          </a:prstGeom>
          <a:blipFill>
            <a:blip r:embed="rId3"/>
            <a:stretch>
              <a:fillRect l="-1146" t="-1970"/>
            </a:stretch>
          </a:blipFill>
        </p:spPr>
        <p:txBody>
          <a:bodyPr/>
          <a:lstStyle/>
          <a:p>
            <a:pPr>
              <a:defRPr/>
            </a:pPr>
            <a:r>
              <a:rPr lang="en-IN">
                <a:noFill/>
              </a:rPr>
              <a:t> </a:t>
            </a:r>
          </a:p>
        </p:txBody>
      </p:sp>
      <p:sp>
        <p:nvSpPr>
          <p:cNvPr id="3" name="Title 2"/>
          <p:cNvSpPr>
            <a:spLocks noGrp="1"/>
          </p:cNvSpPr>
          <p:nvPr>
            <p:ph type="title"/>
          </p:nvPr>
        </p:nvSpPr>
        <p:spPr/>
        <p:txBody>
          <a:bodyPr/>
          <a:lstStyle/>
          <a:p>
            <a:endParaRPr lang="en-IN" dirty="0"/>
          </a:p>
        </p:txBody>
      </p:sp>
      <p:pic>
        <p:nvPicPr>
          <p:cNvPr id="8" name="Picture 7">
            <a:extLst>
              <a:ext uri="{FF2B5EF4-FFF2-40B4-BE49-F238E27FC236}">
                <a16:creationId xmlns:a16="http://schemas.microsoft.com/office/drawing/2014/main" id="{60125E61-731B-42DA-9C76-221839CCF53A}"/>
              </a:ext>
            </a:extLst>
          </p:cNvPr>
          <p:cNvPicPr>
            <a:picLocks noChangeAspect="1"/>
          </p:cNvPicPr>
          <p:nvPr/>
        </p:nvPicPr>
        <p:blipFill>
          <a:blip r:embed="rId4"/>
          <a:stretch>
            <a:fillRect/>
          </a:stretch>
        </p:blipFill>
        <p:spPr>
          <a:xfrm>
            <a:off x="1968426" y="160569"/>
            <a:ext cx="3943350" cy="895343"/>
          </a:xfrm>
          <a:prstGeom prst="rect">
            <a:avLst/>
          </a:prstGeom>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1050B83E-9AD6-0800-0C6E-9D6A120D39DB}"/>
                  </a:ext>
                </a:extLst>
              </p14:cNvPr>
              <p14:cNvContentPartPr/>
              <p14:nvPr/>
            </p14:nvContentPartPr>
            <p14:xfrm>
              <a:off x="2679388" y="2332019"/>
              <a:ext cx="606600" cy="30600"/>
            </p14:xfrm>
          </p:contentPart>
        </mc:Choice>
        <mc:Fallback>
          <p:pic>
            <p:nvPicPr>
              <p:cNvPr id="2" name="Ink 1">
                <a:extLst>
                  <a:ext uri="{FF2B5EF4-FFF2-40B4-BE49-F238E27FC236}">
                    <a16:creationId xmlns:a16="http://schemas.microsoft.com/office/drawing/2014/main" id="{1050B83E-9AD6-0800-0C6E-9D6A120D39DB}"/>
                  </a:ext>
                </a:extLst>
              </p:cNvPr>
              <p:cNvPicPr/>
              <p:nvPr/>
            </p:nvPicPr>
            <p:blipFill>
              <a:blip r:embed="rId6"/>
              <a:stretch>
                <a:fillRect/>
              </a:stretch>
            </p:blipFill>
            <p:spPr>
              <a:xfrm>
                <a:off x="2675068" y="2327699"/>
                <a:ext cx="615240" cy="392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9" name="Ink 8">
                <a:extLst>
                  <a:ext uri="{FF2B5EF4-FFF2-40B4-BE49-F238E27FC236}">
                    <a16:creationId xmlns:a16="http://schemas.microsoft.com/office/drawing/2014/main" id="{5318F2D0-E95D-6D89-36DD-529B711B34F4}"/>
                  </a:ext>
                </a:extLst>
              </p14:cNvPr>
              <p14:cNvContentPartPr/>
              <p14:nvPr/>
            </p14:nvContentPartPr>
            <p14:xfrm>
              <a:off x="1720708" y="5528099"/>
              <a:ext cx="5749200" cy="114840"/>
            </p14:xfrm>
          </p:contentPart>
        </mc:Choice>
        <mc:Fallback>
          <p:pic>
            <p:nvPicPr>
              <p:cNvPr id="9" name="Ink 8">
                <a:extLst>
                  <a:ext uri="{FF2B5EF4-FFF2-40B4-BE49-F238E27FC236}">
                    <a16:creationId xmlns:a16="http://schemas.microsoft.com/office/drawing/2014/main" id="{5318F2D0-E95D-6D89-36DD-529B711B34F4}"/>
                  </a:ext>
                </a:extLst>
              </p:cNvPr>
              <p:cNvPicPr/>
              <p:nvPr/>
            </p:nvPicPr>
            <p:blipFill>
              <a:blip r:embed="rId8"/>
              <a:stretch>
                <a:fillRect/>
              </a:stretch>
            </p:blipFill>
            <p:spPr>
              <a:xfrm>
                <a:off x="1716388" y="5523779"/>
                <a:ext cx="5757840" cy="12348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0" name="Ink 9">
                <a:extLst>
                  <a:ext uri="{FF2B5EF4-FFF2-40B4-BE49-F238E27FC236}">
                    <a16:creationId xmlns:a16="http://schemas.microsoft.com/office/drawing/2014/main" id="{4D4069C1-3643-D8AA-EB53-1628BF33BB07}"/>
                  </a:ext>
                </a:extLst>
              </p14:cNvPr>
              <p14:cNvContentPartPr/>
              <p14:nvPr/>
            </p14:nvContentPartPr>
            <p14:xfrm>
              <a:off x="1330468" y="5878379"/>
              <a:ext cx="1846080" cy="223560"/>
            </p14:xfrm>
          </p:contentPart>
        </mc:Choice>
        <mc:Fallback>
          <p:pic>
            <p:nvPicPr>
              <p:cNvPr id="10" name="Ink 9">
                <a:extLst>
                  <a:ext uri="{FF2B5EF4-FFF2-40B4-BE49-F238E27FC236}">
                    <a16:creationId xmlns:a16="http://schemas.microsoft.com/office/drawing/2014/main" id="{4D4069C1-3643-D8AA-EB53-1628BF33BB07}"/>
                  </a:ext>
                </a:extLst>
              </p:cNvPr>
              <p:cNvPicPr/>
              <p:nvPr/>
            </p:nvPicPr>
            <p:blipFill>
              <a:blip r:embed="rId10"/>
              <a:stretch>
                <a:fillRect/>
              </a:stretch>
            </p:blipFill>
            <p:spPr>
              <a:xfrm>
                <a:off x="1326148" y="5873699"/>
                <a:ext cx="1854720" cy="2322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1" name="Ink 10">
                <a:extLst>
                  <a:ext uri="{FF2B5EF4-FFF2-40B4-BE49-F238E27FC236}">
                    <a16:creationId xmlns:a16="http://schemas.microsoft.com/office/drawing/2014/main" id="{68A7AB2B-A5A9-0EDA-33F5-EEC8ABC3A45B}"/>
                  </a:ext>
                </a:extLst>
              </p14:cNvPr>
              <p14:cNvContentPartPr/>
              <p14:nvPr/>
            </p14:nvContentPartPr>
            <p14:xfrm>
              <a:off x="630268" y="4249739"/>
              <a:ext cx="2307600" cy="987120"/>
            </p14:xfrm>
          </p:contentPart>
        </mc:Choice>
        <mc:Fallback>
          <p:pic>
            <p:nvPicPr>
              <p:cNvPr id="11" name="Ink 10">
                <a:extLst>
                  <a:ext uri="{FF2B5EF4-FFF2-40B4-BE49-F238E27FC236}">
                    <a16:creationId xmlns:a16="http://schemas.microsoft.com/office/drawing/2014/main" id="{68A7AB2B-A5A9-0EDA-33F5-EEC8ABC3A45B}"/>
                  </a:ext>
                </a:extLst>
              </p:cNvPr>
              <p:cNvPicPr/>
              <p:nvPr/>
            </p:nvPicPr>
            <p:blipFill>
              <a:blip r:embed="rId12"/>
              <a:stretch>
                <a:fillRect/>
              </a:stretch>
            </p:blipFill>
            <p:spPr>
              <a:xfrm>
                <a:off x="625948" y="4245419"/>
                <a:ext cx="2316240" cy="99576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20" name="Ink 19">
                <a:extLst>
                  <a:ext uri="{FF2B5EF4-FFF2-40B4-BE49-F238E27FC236}">
                    <a16:creationId xmlns:a16="http://schemas.microsoft.com/office/drawing/2014/main" id="{DAE469A1-28BC-2A63-B594-58E38856E16A}"/>
                  </a:ext>
                </a:extLst>
              </p14:cNvPr>
              <p14:cNvContentPartPr/>
              <p14:nvPr/>
            </p14:nvContentPartPr>
            <p14:xfrm>
              <a:off x="3124708" y="4025819"/>
              <a:ext cx="2295360" cy="1136880"/>
            </p14:xfrm>
          </p:contentPart>
        </mc:Choice>
        <mc:Fallback>
          <p:pic>
            <p:nvPicPr>
              <p:cNvPr id="20" name="Ink 19">
                <a:extLst>
                  <a:ext uri="{FF2B5EF4-FFF2-40B4-BE49-F238E27FC236}">
                    <a16:creationId xmlns:a16="http://schemas.microsoft.com/office/drawing/2014/main" id="{DAE469A1-28BC-2A63-B594-58E38856E16A}"/>
                  </a:ext>
                </a:extLst>
              </p:cNvPr>
              <p:cNvPicPr/>
              <p:nvPr/>
            </p:nvPicPr>
            <p:blipFill>
              <a:blip r:embed="rId14"/>
              <a:stretch>
                <a:fillRect/>
              </a:stretch>
            </p:blipFill>
            <p:spPr>
              <a:xfrm>
                <a:off x="3120388" y="4021499"/>
                <a:ext cx="2304000" cy="1145520"/>
              </a:xfrm>
              <a:prstGeom prst="rect">
                <a:avLst/>
              </a:prstGeom>
            </p:spPr>
          </p:pic>
        </mc:Fallback>
      </mc:AlternateContent>
      <p:grpSp>
        <p:nvGrpSpPr>
          <p:cNvPr id="29" name="Group 28">
            <a:extLst>
              <a:ext uri="{FF2B5EF4-FFF2-40B4-BE49-F238E27FC236}">
                <a16:creationId xmlns:a16="http://schemas.microsoft.com/office/drawing/2014/main" id="{B6B322F0-6FC6-D581-88F2-E0212D6C9B91}"/>
              </a:ext>
            </a:extLst>
          </p:cNvPr>
          <p:cNvGrpSpPr/>
          <p:nvPr/>
        </p:nvGrpSpPr>
        <p:grpSpPr>
          <a:xfrm>
            <a:off x="1223188" y="5902859"/>
            <a:ext cx="4080240" cy="840240"/>
            <a:chOff x="1223188" y="5902859"/>
            <a:chExt cx="4080240" cy="840240"/>
          </a:xfrm>
        </p:grpSpPr>
        <mc:AlternateContent xmlns:mc="http://schemas.openxmlformats.org/markup-compatibility/2006">
          <mc:Choice xmlns:p14="http://schemas.microsoft.com/office/powerpoint/2010/main" Requires="p14">
            <p:contentPart p14:bwMode="auto" r:id="rId15">
              <p14:nvContentPartPr>
                <p14:cNvPr id="12" name="Ink 11">
                  <a:extLst>
                    <a:ext uri="{FF2B5EF4-FFF2-40B4-BE49-F238E27FC236}">
                      <a16:creationId xmlns:a16="http://schemas.microsoft.com/office/drawing/2014/main" id="{1C340AC7-9F94-254C-1DD7-1B697E44E423}"/>
                    </a:ext>
                  </a:extLst>
                </p14:cNvPr>
                <p14:cNvContentPartPr/>
                <p14:nvPr/>
              </p14:nvContentPartPr>
              <p14:xfrm>
                <a:off x="1223188" y="6163139"/>
                <a:ext cx="121320" cy="419760"/>
              </p14:xfrm>
            </p:contentPart>
          </mc:Choice>
          <mc:Fallback>
            <p:pic>
              <p:nvPicPr>
                <p:cNvPr id="12" name="Ink 11">
                  <a:extLst>
                    <a:ext uri="{FF2B5EF4-FFF2-40B4-BE49-F238E27FC236}">
                      <a16:creationId xmlns:a16="http://schemas.microsoft.com/office/drawing/2014/main" id="{1C340AC7-9F94-254C-1DD7-1B697E44E423}"/>
                    </a:ext>
                  </a:extLst>
                </p:cNvPr>
                <p:cNvPicPr/>
                <p:nvPr/>
              </p:nvPicPr>
              <p:blipFill>
                <a:blip r:embed="rId16"/>
                <a:stretch>
                  <a:fillRect/>
                </a:stretch>
              </p:blipFill>
              <p:spPr>
                <a:xfrm>
                  <a:off x="1218868" y="6158819"/>
                  <a:ext cx="129960" cy="4284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3" name="Ink 12">
                  <a:extLst>
                    <a:ext uri="{FF2B5EF4-FFF2-40B4-BE49-F238E27FC236}">
                      <a16:creationId xmlns:a16="http://schemas.microsoft.com/office/drawing/2014/main" id="{74032159-F411-0AB6-056F-CE8D7FD65B31}"/>
                    </a:ext>
                  </a:extLst>
                </p14:cNvPr>
                <p14:cNvContentPartPr/>
                <p14:nvPr/>
              </p14:nvContentPartPr>
              <p14:xfrm>
                <a:off x="1472308" y="6067379"/>
                <a:ext cx="208800" cy="509040"/>
              </p14:xfrm>
            </p:contentPart>
          </mc:Choice>
          <mc:Fallback>
            <p:pic>
              <p:nvPicPr>
                <p:cNvPr id="13" name="Ink 12">
                  <a:extLst>
                    <a:ext uri="{FF2B5EF4-FFF2-40B4-BE49-F238E27FC236}">
                      <a16:creationId xmlns:a16="http://schemas.microsoft.com/office/drawing/2014/main" id="{74032159-F411-0AB6-056F-CE8D7FD65B31}"/>
                    </a:ext>
                  </a:extLst>
                </p:cNvPr>
                <p:cNvPicPr/>
                <p:nvPr/>
              </p:nvPicPr>
              <p:blipFill>
                <a:blip r:embed="rId18"/>
                <a:stretch>
                  <a:fillRect/>
                </a:stretch>
              </p:blipFill>
              <p:spPr>
                <a:xfrm>
                  <a:off x="1467988" y="6063059"/>
                  <a:ext cx="217440" cy="51768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4" name="Ink 13">
                  <a:extLst>
                    <a:ext uri="{FF2B5EF4-FFF2-40B4-BE49-F238E27FC236}">
                      <a16:creationId xmlns:a16="http://schemas.microsoft.com/office/drawing/2014/main" id="{5572D008-59EC-B6C6-87D4-1242F6907564}"/>
                    </a:ext>
                  </a:extLst>
                </p14:cNvPr>
                <p14:cNvContentPartPr/>
                <p14:nvPr/>
              </p14:nvContentPartPr>
              <p14:xfrm>
                <a:off x="1637908" y="6202379"/>
                <a:ext cx="200160" cy="281160"/>
              </p14:xfrm>
            </p:contentPart>
          </mc:Choice>
          <mc:Fallback>
            <p:pic>
              <p:nvPicPr>
                <p:cNvPr id="14" name="Ink 13">
                  <a:extLst>
                    <a:ext uri="{FF2B5EF4-FFF2-40B4-BE49-F238E27FC236}">
                      <a16:creationId xmlns:a16="http://schemas.microsoft.com/office/drawing/2014/main" id="{5572D008-59EC-B6C6-87D4-1242F6907564}"/>
                    </a:ext>
                  </a:extLst>
                </p:cNvPr>
                <p:cNvPicPr/>
                <p:nvPr/>
              </p:nvPicPr>
              <p:blipFill>
                <a:blip r:embed="rId20"/>
                <a:stretch>
                  <a:fillRect/>
                </a:stretch>
              </p:blipFill>
              <p:spPr>
                <a:xfrm>
                  <a:off x="1633588" y="6198059"/>
                  <a:ext cx="208800" cy="2898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5" name="Ink 14">
                  <a:extLst>
                    <a:ext uri="{FF2B5EF4-FFF2-40B4-BE49-F238E27FC236}">
                      <a16:creationId xmlns:a16="http://schemas.microsoft.com/office/drawing/2014/main" id="{8B0F9B9C-0286-C251-9DBA-CACE66B09704}"/>
                    </a:ext>
                  </a:extLst>
                </p14:cNvPr>
                <p14:cNvContentPartPr/>
                <p14:nvPr/>
              </p14:nvContentPartPr>
              <p14:xfrm>
                <a:off x="2069548" y="6199859"/>
                <a:ext cx="160560" cy="282600"/>
              </p14:xfrm>
            </p:contentPart>
          </mc:Choice>
          <mc:Fallback>
            <p:pic>
              <p:nvPicPr>
                <p:cNvPr id="15" name="Ink 14">
                  <a:extLst>
                    <a:ext uri="{FF2B5EF4-FFF2-40B4-BE49-F238E27FC236}">
                      <a16:creationId xmlns:a16="http://schemas.microsoft.com/office/drawing/2014/main" id="{8B0F9B9C-0286-C251-9DBA-CACE66B09704}"/>
                    </a:ext>
                  </a:extLst>
                </p:cNvPr>
                <p:cNvPicPr/>
                <p:nvPr/>
              </p:nvPicPr>
              <p:blipFill>
                <a:blip r:embed="rId22"/>
                <a:stretch>
                  <a:fillRect/>
                </a:stretch>
              </p:blipFill>
              <p:spPr>
                <a:xfrm>
                  <a:off x="2065228" y="6195539"/>
                  <a:ext cx="169200" cy="29124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6" name="Ink 15">
                  <a:extLst>
                    <a:ext uri="{FF2B5EF4-FFF2-40B4-BE49-F238E27FC236}">
                      <a16:creationId xmlns:a16="http://schemas.microsoft.com/office/drawing/2014/main" id="{22D5FDB7-1AE6-84DD-1A44-6406D2B0FB19}"/>
                    </a:ext>
                  </a:extLst>
                </p14:cNvPr>
                <p14:cNvContentPartPr/>
                <p14:nvPr/>
              </p14:nvContentPartPr>
              <p14:xfrm>
                <a:off x="2430988" y="6172139"/>
                <a:ext cx="197280" cy="324000"/>
              </p14:xfrm>
            </p:contentPart>
          </mc:Choice>
          <mc:Fallback>
            <p:pic>
              <p:nvPicPr>
                <p:cNvPr id="16" name="Ink 15">
                  <a:extLst>
                    <a:ext uri="{FF2B5EF4-FFF2-40B4-BE49-F238E27FC236}">
                      <a16:creationId xmlns:a16="http://schemas.microsoft.com/office/drawing/2014/main" id="{22D5FDB7-1AE6-84DD-1A44-6406D2B0FB19}"/>
                    </a:ext>
                  </a:extLst>
                </p:cNvPr>
                <p:cNvPicPr/>
                <p:nvPr/>
              </p:nvPicPr>
              <p:blipFill>
                <a:blip r:embed="rId24"/>
                <a:stretch>
                  <a:fillRect/>
                </a:stretch>
              </p:blipFill>
              <p:spPr>
                <a:xfrm>
                  <a:off x="2426668" y="6167819"/>
                  <a:ext cx="205920" cy="33264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7" name="Ink 16">
                  <a:extLst>
                    <a:ext uri="{FF2B5EF4-FFF2-40B4-BE49-F238E27FC236}">
                      <a16:creationId xmlns:a16="http://schemas.microsoft.com/office/drawing/2014/main" id="{6260E51C-DE90-11D4-8114-8824A8E9EC89}"/>
                    </a:ext>
                  </a:extLst>
                </p14:cNvPr>
                <p14:cNvContentPartPr/>
                <p14:nvPr/>
              </p14:nvContentPartPr>
              <p14:xfrm>
                <a:off x="2483908" y="6335579"/>
                <a:ext cx="123840" cy="14760"/>
              </p14:xfrm>
            </p:contentPart>
          </mc:Choice>
          <mc:Fallback>
            <p:pic>
              <p:nvPicPr>
                <p:cNvPr id="17" name="Ink 16">
                  <a:extLst>
                    <a:ext uri="{FF2B5EF4-FFF2-40B4-BE49-F238E27FC236}">
                      <a16:creationId xmlns:a16="http://schemas.microsoft.com/office/drawing/2014/main" id="{6260E51C-DE90-11D4-8114-8824A8E9EC89}"/>
                    </a:ext>
                  </a:extLst>
                </p:cNvPr>
                <p:cNvPicPr/>
                <p:nvPr/>
              </p:nvPicPr>
              <p:blipFill>
                <a:blip r:embed="rId26"/>
                <a:stretch>
                  <a:fillRect/>
                </a:stretch>
              </p:blipFill>
              <p:spPr>
                <a:xfrm>
                  <a:off x="2479588" y="6331259"/>
                  <a:ext cx="132480" cy="234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8" name="Ink 17">
                  <a:extLst>
                    <a:ext uri="{FF2B5EF4-FFF2-40B4-BE49-F238E27FC236}">
                      <a16:creationId xmlns:a16="http://schemas.microsoft.com/office/drawing/2014/main" id="{C5BCD98B-41FD-C4F4-33AB-C058B711E5D7}"/>
                    </a:ext>
                  </a:extLst>
                </p14:cNvPr>
                <p14:cNvContentPartPr/>
                <p14:nvPr/>
              </p14:nvContentPartPr>
              <p14:xfrm>
                <a:off x="2731588" y="6443219"/>
                <a:ext cx="24480" cy="101520"/>
              </p14:xfrm>
            </p:contentPart>
          </mc:Choice>
          <mc:Fallback>
            <p:pic>
              <p:nvPicPr>
                <p:cNvPr id="18" name="Ink 17">
                  <a:extLst>
                    <a:ext uri="{FF2B5EF4-FFF2-40B4-BE49-F238E27FC236}">
                      <a16:creationId xmlns:a16="http://schemas.microsoft.com/office/drawing/2014/main" id="{C5BCD98B-41FD-C4F4-33AB-C058B711E5D7}"/>
                    </a:ext>
                  </a:extLst>
                </p:cNvPr>
                <p:cNvPicPr/>
                <p:nvPr/>
              </p:nvPicPr>
              <p:blipFill>
                <a:blip r:embed="rId28"/>
                <a:stretch>
                  <a:fillRect/>
                </a:stretch>
              </p:blipFill>
              <p:spPr>
                <a:xfrm>
                  <a:off x="2727268" y="6438899"/>
                  <a:ext cx="33120" cy="11016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9" name="Ink 18">
                  <a:extLst>
                    <a:ext uri="{FF2B5EF4-FFF2-40B4-BE49-F238E27FC236}">
                      <a16:creationId xmlns:a16="http://schemas.microsoft.com/office/drawing/2014/main" id="{F416D3AB-FD09-9855-A8CE-4DEBBCAD7668}"/>
                    </a:ext>
                  </a:extLst>
                </p14:cNvPr>
                <p14:cNvContentPartPr/>
                <p14:nvPr/>
              </p14:nvContentPartPr>
              <p14:xfrm>
                <a:off x="2757868" y="6090059"/>
                <a:ext cx="147600" cy="653040"/>
              </p14:xfrm>
            </p:contentPart>
          </mc:Choice>
          <mc:Fallback>
            <p:pic>
              <p:nvPicPr>
                <p:cNvPr id="19" name="Ink 18">
                  <a:extLst>
                    <a:ext uri="{FF2B5EF4-FFF2-40B4-BE49-F238E27FC236}">
                      <a16:creationId xmlns:a16="http://schemas.microsoft.com/office/drawing/2014/main" id="{F416D3AB-FD09-9855-A8CE-4DEBBCAD7668}"/>
                    </a:ext>
                  </a:extLst>
                </p:cNvPr>
                <p:cNvPicPr/>
                <p:nvPr/>
              </p:nvPicPr>
              <p:blipFill>
                <a:blip r:embed="rId30"/>
                <a:stretch>
                  <a:fillRect/>
                </a:stretch>
              </p:blipFill>
              <p:spPr>
                <a:xfrm>
                  <a:off x="2753548" y="6085739"/>
                  <a:ext cx="156240" cy="66168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1" name="Ink 20">
                  <a:extLst>
                    <a:ext uri="{FF2B5EF4-FFF2-40B4-BE49-F238E27FC236}">
                      <a16:creationId xmlns:a16="http://schemas.microsoft.com/office/drawing/2014/main" id="{E986645A-7EE3-B09A-7191-622BE6862B0D}"/>
                    </a:ext>
                  </a:extLst>
                </p14:cNvPr>
                <p14:cNvContentPartPr/>
                <p14:nvPr/>
              </p14:nvContentPartPr>
              <p14:xfrm>
                <a:off x="3578308" y="5935619"/>
                <a:ext cx="146520" cy="483480"/>
              </p14:xfrm>
            </p:contentPart>
          </mc:Choice>
          <mc:Fallback>
            <p:pic>
              <p:nvPicPr>
                <p:cNvPr id="21" name="Ink 20">
                  <a:extLst>
                    <a:ext uri="{FF2B5EF4-FFF2-40B4-BE49-F238E27FC236}">
                      <a16:creationId xmlns:a16="http://schemas.microsoft.com/office/drawing/2014/main" id="{E986645A-7EE3-B09A-7191-622BE6862B0D}"/>
                    </a:ext>
                  </a:extLst>
                </p:cNvPr>
                <p:cNvPicPr/>
                <p:nvPr/>
              </p:nvPicPr>
              <p:blipFill>
                <a:blip r:embed="rId32"/>
                <a:stretch>
                  <a:fillRect/>
                </a:stretch>
              </p:blipFill>
              <p:spPr>
                <a:xfrm>
                  <a:off x="3573988" y="5931299"/>
                  <a:ext cx="155160" cy="49212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2" name="Ink 21">
                  <a:extLst>
                    <a:ext uri="{FF2B5EF4-FFF2-40B4-BE49-F238E27FC236}">
                      <a16:creationId xmlns:a16="http://schemas.microsoft.com/office/drawing/2014/main" id="{2FDC074A-9150-B693-1A5F-DE920D2E1983}"/>
                    </a:ext>
                  </a:extLst>
                </p14:cNvPr>
                <p14:cNvContentPartPr/>
                <p14:nvPr/>
              </p14:nvContentPartPr>
              <p14:xfrm>
                <a:off x="3782428" y="5902859"/>
                <a:ext cx="218880" cy="655560"/>
              </p14:xfrm>
            </p:contentPart>
          </mc:Choice>
          <mc:Fallback>
            <p:pic>
              <p:nvPicPr>
                <p:cNvPr id="22" name="Ink 21">
                  <a:extLst>
                    <a:ext uri="{FF2B5EF4-FFF2-40B4-BE49-F238E27FC236}">
                      <a16:creationId xmlns:a16="http://schemas.microsoft.com/office/drawing/2014/main" id="{2FDC074A-9150-B693-1A5F-DE920D2E1983}"/>
                    </a:ext>
                  </a:extLst>
                </p:cNvPr>
                <p:cNvPicPr/>
                <p:nvPr/>
              </p:nvPicPr>
              <p:blipFill>
                <a:blip r:embed="rId34"/>
                <a:stretch>
                  <a:fillRect/>
                </a:stretch>
              </p:blipFill>
              <p:spPr>
                <a:xfrm>
                  <a:off x="3778108" y="5898539"/>
                  <a:ext cx="227520" cy="66420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3" name="Ink 22">
                  <a:extLst>
                    <a:ext uri="{FF2B5EF4-FFF2-40B4-BE49-F238E27FC236}">
                      <a16:creationId xmlns:a16="http://schemas.microsoft.com/office/drawing/2014/main" id="{803B24BD-5EDF-8ABF-7B54-EAE4A7812316}"/>
                    </a:ext>
                  </a:extLst>
                </p14:cNvPr>
                <p14:cNvContentPartPr/>
                <p14:nvPr/>
              </p14:nvContentPartPr>
              <p14:xfrm>
                <a:off x="3968908" y="6062339"/>
                <a:ext cx="187560" cy="345600"/>
              </p14:xfrm>
            </p:contentPart>
          </mc:Choice>
          <mc:Fallback>
            <p:pic>
              <p:nvPicPr>
                <p:cNvPr id="23" name="Ink 22">
                  <a:extLst>
                    <a:ext uri="{FF2B5EF4-FFF2-40B4-BE49-F238E27FC236}">
                      <a16:creationId xmlns:a16="http://schemas.microsoft.com/office/drawing/2014/main" id="{803B24BD-5EDF-8ABF-7B54-EAE4A7812316}"/>
                    </a:ext>
                  </a:extLst>
                </p:cNvPr>
                <p:cNvPicPr/>
                <p:nvPr/>
              </p:nvPicPr>
              <p:blipFill>
                <a:blip r:embed="rId36"/>
                <a:stretch>
                  <a:fillRect/>
                </a:stretch>
              </p:blipFill>
              <p:spPr>
                <a:xfrm>
                  <a:off x="3964588" y="6058019"/>
                  <a:ext cx="196200" cy="35424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4" name="Ink 23">
                  <a:extLst>
                    <a:ext uri="{FF2B5EF4-FFF2-40B4-BE49-F238E27FC236}">
                      <a16:creationId xmlns:a16="http://schemas.microsoft.com/office/drawing/2014/main" id="{08DE95AF-2E6B-5ABE-16A9-356DB41412CF}"/>
                    </a:ext>
                  </a:extLst>
                </p14:cNvPr>
                <p14:cNvContentPartPr/>
                <p14:nvPr/>
              </p14:nvContentPartPr>
              <p14:xfrm>
                <a:off x="4307668" y="6094739"/>
                <a:ext cx="149400" cy="260640"/>
              </p14:xfrm>
            </p:contentPart>
          </mc:Choice>
          <mc:Fallback>
            <p:pic>
              <p:nvPicPr>
                <p:cNvPr id="24" name="Ink 23">
                  <a:extLst>
                    <a:ext uri="{FF2B5EF4-FFF2-40B4-BE49-F238E27FC236}">
                      <a16:creationId xmlns:a16="http://schemas.microsoft.com/office/drawing/2014/main" id="{08DE95AF-2E6B-5ABE-16A9-356DB41412CF}"/>
                    </a:ext>
                  </a:extLst>
                </p:cNvPr>
                <p:cNvPicPr/>
                <p:nvPr/>
              </p:nvPicPr>
              <p:blipFill>
                <a:blip r:embed="rId38"/>
                <a:stretch>
                  <a:fillRect/>
                </a:stretch>
              </p:blipFill>
              <p:spPr>
                <a:xfrm>
                  <a:off x="4303348" y="6090419"/>
                  <a:ext cx="158040" cy="26928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5" name="Ink 24">
                  <a:extLst>
                    <a:ext uri="{FF2B5EF4-FFF2-40B4-BE49-F238E27FC236}">
                      <a16:creationId xmlns:a16="http://schemas.microsoft.com/office/drawing/2014/main" id="{82E2F6BC-94B7-C04D-5EE5-DD4B383ED2F3}"/>
                    </a:ext>
                  </a:extLst>
                </p14:cNvPr>
                <p14:cNvContentPartPr/>
                <p14:nvPr/>
              </p14:nvContentPartPr>
              <p14:xfrm>
                <a:off x="4673068" y="6101219"/>
                <a:ext cx="194400" cy="334080"/>
              </p14:xfrm>
            </p:contentPart>
          </mc:Choice>
          <mc:Fallback>
            <p:pic>
              <p:nvPicPr>
                <p:cNvPr id="25" name="Ink 24">
                  <a:extLst>
                    <a:ext uri="{FF2B5EF4-FFF2-40B4-BE49-F238E27FC236}">
                      <a16:creationId xmlns:a16="http://schemas.microsoft.com/office/drawing/2014/main" id="{82E2F6BC-94B7-C04D-5EE5-DD4B383ED2F3}"/>
                    </a:ext>
                  </a:extLst>
                </p:cNvPr>
                <p:cNvPicPr/>
                <p:nvPr/>
              </p:nvPicPr>
              <p:blipFill>
                <a:blip r:embed="rId40"/>
                <a:stretch>
                  <a:fillRect/>
                </a:stretch>
              </p:blipFill>
              <p:spPr>
                <a:xfrm>
                  <a:off x="4668748" y="6096899"/>
                  <a:ext cx="203040" cy="34272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6" name="Ink 25">
                  <a:extLst>
                    <a:ext uri="{FF2B5EF4-FFF2-40B4-BE49-F238E27FC236}">
                      <a16:creationId xmlns:a16="http://schemas.microsoft.com/office/drawing/2014/main" id="{2AF38F30-233B-961C-16A5-83C3F7A974D4}"/>
                    </a:ext>
                  </a:extLst>
                </p14:cNvPr>
                <p14:cNvContentPartPr/>
                <p14:nvPr/>
              </p14:nvContentPartPr>
              <p14:xfrm>
                <a:off x="4741828" y="6263579"/>
                <a:ext cx="114120" cy="5040"/>
              </p14:xfrm>
            </p:contentPart>
          </mc:Choice>
          <mc:Fallback>
            <p:pic>
              <p:nvPicPr>
                <p:cNvPr id="26" name="Ink 25">
                  <a:extLst>
                    <a:ext uri="{FF2B5EF4-FFF2-40B4-BE49-F238E27FC236}">
                      <a16:creationId xmlns:a16="http://schemas.microsoft.com/office/drawing/2014/main" id="{2AF38F30-233B-961C-16A5-83C3F7A974D4}"/>
                    </a:ext>
                  </a:extLst>
                </p:cNvPr>
                <p:cNvPicPr/>
                <p:nvPr/>
              </p:nvPicPr>
              <p:blipFill>
                <a:blip r:embed="rId42"/>
                <a:stretch>
                  <a:fillRect/>
                </a:stretch>
              </p:blipFill>
              <p:spPr>
                <a:xfrm>
                  <a:off x="4737508" y="6259259"/>
                  <a:ext cx="122760" cy="1368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7" name="Ink 26">
                  <a:extLst>
                    <a:ext uri="{FF2B5EF4-FFF2-40B4-BE49-F238E27FC236}">
                      <a16:creationId xmlns:a16="http://schemas.microsoft.com/office/drawing/2014/main" id="{45D0CD3F-B02D-77CA-36B4-83DB951C5926}"/>
                    </a:ext>
                  </a:extLst>
                </p14:cNvPr>
                <p14:cNvContentPartPr/>
                <p14:nvPr/>
              </p14:nvContentPartPr>
              <p14:xfrm>
                <a:off x="4964668" y="6324419"/>
                <a:ext cx="257040" cy="81360"/>
              </p14:xfrm>
            </p:contentPart>
          </mc:Choice>
          <mc:Fallback>
            <p:pic>
              <p:nvPicPr>
                <p:cNvPr id="27" name="Ink 26">
                  <a:extLst>
                    <a:ext uri="{FF2B5EF4-FFF2-40B4-BE49-F238E27FC236}">
                      <a16:creationId xmlns:a16="http://schemas.microsoft.com/office/drawing/2014/main" id="{45D0CD3F-B02D-77CA-36B4-83DB951C5926}"/>
                    </a:ext>
                  </a:extLst>
                </p:cNvPr>
                <p:cNvPicPr/>
                <p:nvPr/>
              </p:nvPicPr>
              <p:blipFill>
                <a:blip r:embed="rId44"/>
                <a:stretch>
                  <a:fillRect/>
                </a:stretch>
              </p:blipFill>
              <p:spPr>
                <a:xfrm>
                  <a:off x="4960348" y="6320099"/>
                  <a:ext cx="265680" cy="9000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8" name="Ink 27">
                  <a:extLst>
                    <a:ext uri="{FF2B5EF4-FFF2-40B4-BE49-F238E27FC236}">
                      <a16:creationId xmlns:a16="http://schemas.microsoft.com/office/drawing/2014/main" id="{58F274D2-B990-85EF-13B3-CF830CA31CFB}"/>
                    </a:ext>
                  </a:extLst>
                </p14:cNvPr>
                <p14:cNvContentPartPr/>
                <p14:nvPr/>
              </p14:nvContentPartPr>
              <p14:xfrm>
                <a:off x="5119468" y="5969459"/>
                <a:ext cx="183960" cy="756720"/>
              </p14:xfrm>
            </p:contentPart>
          </mc:Choice>
          <mc:Fallback>
            <p:pic>
              <p:nvPicPr>
                <p:cNvPr id="28" name="Ink 27">
                  <a:extLst>
                    <a:ext uri="{FF2B5EF4-FFF2-40B4-BE49-F238E27FC236}">
                      <a16:creationId xmlns:a16="http://schemas.microsoft.com/office/drawing/2014/main" id="{58F274D2-B990-85EF-13B3-CF830CA31CFB}"/>
                    </a:ext>
                  </a:extLst>
                </p:cNvPr>
                <p:cNvPicPr/>
                <p:nvPr/>
              </p:nvPicPr>
              <p:blipFill>
                <a:blip r:embed="rId46"/>
                <a:stretch>
                  <a:fillRect/>
                </a:stretch>
              </p:blipFill>
              <p:spPr>
                <a:xfrm>
                  <a:off x="5115148" y="5965139"/>
                  <a:ext cx="192600" cy="7653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7">
            <p14:nvContentPartPr>
              <p14:cNvPr id="30" name="Ink 29">
                <a:extLst>
                  <a:ext uri="{FF2B5EF4-FFF2-40B4-BE49-F238E27FC236}">
                    <a16:creationId xmlns:a16="http://schemas.microsoft.com/office/drawing/2014/main" id="{3CF0DE45-E919-0B17-14E2-E83D2236BD7E}"/>
                  </a:ext>
                </a:extLst>
              </p14:cNvPr>
              <p14:cNvContentPartPr/>
              <p14:nvPr/>
            </p14:nvContentPartPr>
            <p14:xfrm>
              <a:off x="5645068" y="4218779"/>
              <a:ext cx="2483280" cy="825480"/>
            </p14:xfrm>
          </p:contentPart>
        </mc:Choice>
        <mc:Fallback>
          <p:pic>
            <p:nvPicPr>
              <p:cNvPr id="30" name="Ink 29">
                <a:extLst>
                  <a:ext uri="{FF2B5EF4-FFF2-40B4-BE49-F238E27FC236}">
                    <a16:creationId xmlns:a16="http://schemas.microsoft.com/office/drawing/2014/main" id="{3CF0DE45-E919-0B17-14E2-E83D2236BD7E}"/>
                  </a:ext>
                </a:extLst>
              </p:cNvPr>
              <p:cNvPicPr/>
              <p:nvPr/>
            </p:nvPicPr>
            <p:blipFill>
              <a:blip r:embed="rId48"/>
              <a:stretch>
                <a:fillRect/>
              </a:stretch>
            </p:blipFill>
            <p:spPr>
              <a:xfrm>
                <a:off x="5640748" y="4214459"/>
                <a:ext cx="2491920" cy="834120"/>
              </a:xfrm>
              <a:prstGeom prst="rect">
                <a:avLst/>
              </a:prstGeom>
            </p:spPr>
          </p:pic>
        </mc:Fallback>
      </mc:AlternateContent>
      <p:grpSp>
        <p:nvGrpSpPr>
          <p:cNvPr id="40" name="Group 39">
            <a:extLst>
              <a:ext uri="{FF2B5EF4-FFF2-40B4-BE49-F238E27FC236}">
                <a16:creationId xmlns:a16="http://schemas.microsoft.com/office/drawing/2014/main" id="{6A088DEB-27C2-A9FE-082F-6C808148EE60}"/>
              </a:ext>
            </a:extLst>
          </p:cNvPr>
          <p:cNvGrpSpPr/>
          <p:nvPr/>
        </p:nvGrpSpPr>
        <p:grpSpPr>
          <a:xfrm>
            <a:off x="6153748" y="5784059"/>
            <a:ext cx="1681200" cy="747000"/>
            <a:chOff x="6153748" y="5784059"/>
            <a:chExt cx="1681200" cy="747000"/>
          </a:xfrm>
        </p:grpSpPr>
        <mc:AlternateContent xmlns:mc="http://schemas.openxmlformats.org/markup-compatibility/2006">
          <mc:Choice xmlns:p14="http://schemas.microsoft.com/office/powerpoint/2010/main" Requires="p14">
            <p:contentPart p14:bwMode="auto" r:id="rId49">
              <p14:nvContentPartPr>
                <p14:cNvPr id="31" name="Ink 30">
                  <a:extLst>
                    <a:ext uri="{FF2B5EF4-FFF2-40B4-BE49-F238E27FC236}">
                      <a16:creationId xmlns:a16="http://schemas.microsoft.com/office/drawing/2014/main" id="{511EA403-183B-26CE-93B8-99C77098072A}"/>
                    </a:ext>
                  </a:extLst>
                </p14:cNvPr>
                <p14:cNvContentPartPr/>
                <p14:nvPr/>
              </p14:nvContentPartPr>
              <p14:xfrm>
                <a:off x="6153748" y="5842739"/>
                <a:ext cx="104760" cy="459360"/>
              </p14:xfrm>
            </p:contentPart>
          </mc:Choice>
          <mc:Fallback>
            <p:pic>
              <p:nvPicPr>
                <p:cNvPr id="31" name="Ink 30">
                  <a:extLst>
                    <a:ext uri="{FF2B5EF4-FFF2-40B4-BE49-F238E27FC236}">
                      <a16:creationId xmlns:a16="http://schemas.microsoft.com/office/drawing/2014/main" id="{511EA403-183B-26CE-93B8-99C77098072A}"/>
                    </a:ext>
                  </a:extLst>
                </p:cNvPr>
                <p:cNvPicPr/>
                <p:nvPr/>
              </p:nvPicPr>
              <p:blipFill>
                <a:blip r:embed="rId50"/>
                <a:stretch>
                  <a:fillRect/>
                </a:stretch>
              </p:blipFill>
              <p:spPr>
                <a:xfrm>
                  <a:off x="6149428" y="5838419"/>
                  <a:ext cx="113400" cy="46800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2" name="Ink 31">
                  <a:extLst>
                    <a:ext uri="{FF2B5EF4-FFF2-40B4-BE49-F238E27FC236}">
                      <a16:creationId xmlns:a16="http://schemas.microsoft.com/office/drawing/2014/main" id="{0B83AF04-99B6-8466-B440-36671367064C}"/>
                    </a:ext>
                  </a:extLst>
                </p14:cNvPr>
                <p14:cNvContentPartPr/>
                <p14:nvPr/>
              </p14:nvContentPartPr>
              <p14:xfrm>
                <a:off x="6367588" y="5784059"/>
                <a:ext cx="193320" cy="633600"/>
              </p14:xfrm>
            </p:contentPart>
          </mc:Choice>
          <mc:Fallback>
            <p:pic>
              <p:nvPicPr>
                <p:cNvPr id="32" name="Ink 31">
                  <a:extLst>
                    <a:ext uri="{FF2B5EF4-FFF2-40B4-BE49-F238E27FC236}">
                      <a16:creationId xmlns:a16="http://schemas.microsoft.com/office/drawing/2014/main" id="{0B83AF04-99B6-8466-B440-36671367064C}"/>
                    </a:ext>
                  </a:extLst>
                </p:cNvPr>
                <p:cNvPicPr/>
                <p:nvPr/>
              </p:nvPicPr>
              <p:blipFill>
                <a:blip r:embed="rId52"/>
                <a:stretch>
                  <a:fillRect/>
                </a:stretch>
              </p:blipFill>
              <p:spPr>
                <a:xfrm>
                  <a:off x="6363268" y="5779739"/>
                  <a:ext cx="201960" cy="64224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3" name="Ink 32">
                  <a:extLst>
                    <a:ext uri="{FF2B5EF4-FFF2-40B4-BE49-F238E27FC236}">
                      <a16:creationId xmlns:a16="http://schemas.microsoft.com/office/drawing/2014/main" id="{54D375A2-FF90-1285-7D4C-80BD10BFF2DA}"/>
                    </a:ext>
                  </a:extLst>
                </p14:cNvPr>
                <p14:cNvContentPartPr/>
                <p14:nvPr/>
              </p14:nvContentPartPr>
              <p14:xfrm>
                <a:off x="6570988" y="6001499"/>
                <a:ext cx="57600" cy="321120"/>
              </p14:xfrm>
            </p:contentPart>
          </mc:Choice>
          <mc:Fallback>
            <p:pic>
              <p:nvPicPr>
                <p:cNvPr id="33" name="Ink 32">
                  <a:extLst>
                    <a:ext uri="{FF2B5EF4-FFF2-40B4-BE49-F238E27FC236}">
                      <a16:creationId xmlns:a16="http://schemas.microsoft.com/office/drawing/2014/main" id="{54D375A2-FF90-1285-7D4C-80BD10BFF2DA}"/>
                    </a:ext>
                  </a:extLst>
                </p:cNvPr>
                <p:cNvPicPr/>
                <p:nvPr/>
              </p:nvPicPr>
              <p:blipFill>
                <a:blip r:embed="rId54"/>
                <a:stretch>
                  <a:fillRect/>
                </a:stretch>
              </p:blipFill>
              <p:spPr>
                <a:xfrm>
                  <a:off x="6566668" y="5997179"/>
                  <a:ext cx="66240" cy="32976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4" name="Ink 33">
                  <a:extLst>
                    <a:ext uri="{FF2B5EF4-FFF2-40B4-BE49-F238E27FC236}">
                      <a16:creationId xmlns:a16="http://schemas.microsoft.com/office/drawing/2014/main" id="{2755C26B-5250-FCCC-4D6C-C0857F34CE81}"/>
                    </a:ext>
                  </a:extLst>
                </p14:cNvPr>
                <p14:cNvContentPartPr/>
                <p14:nvPr/>
              </p14:nvContentPartPr>
              <p14:xfrm>
                <a:off x="6572068" y="5930579"/>
                <a:ext cx="209880" cy="396720"/>
              </p14:xfrm>
            </p:contentPart>
          </mc:Choice>
          <mc:Fallback>
            <p:pic>
              <p:nvPicPr>
                <p:cNvPr id="34" name="Ink 33">
                  <a:extLst>
                    <a:ext uri="{FF2B5EF4-FFF2-40B4-BE49-F238E27FC236}">
                      <a16:creationId xmlns:a16="http://schemas.microsoft.com/office/drawing/2014/main" id="{2755C26B-5250-FCCC-4D6C-C0857F34CE81}"/>
                    </a:ext>
                  </a:extLst>
                </p:cNvPr>
                <p:cNvPicPr/>
                <p:nvPr/>
              </p:nvPicPr>
              <p:blipFill>
                <a:blip r:embed="rId56"/>
                <a:stretch>
                  <a:fillRect/>
                </a:stretch>
              </p:blipFill>
              <p:spPr>
                <a:xfrm>
                  <a:off x="6567748" y="5926259"/>
                  <a:ext cx="218520" cy="40536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5" name="Ink 34">
                  <a:extLst>
                    <a:ext uri="{FF2B5EF4-FFF2-40B4-BE49-F238E27FC236}">
                      <a16:creationId xmlns:a16="http://schemas.microsoft.com/office/drawing/2014/main" id="{AC6C9E6D-9586-4B37-363F-43D65FD45116}"/>
                    </a:ext>
                  </a:extLst>
                </p14:cNvPr>
                <p14:cNvContentPartPr/>
                <p14:nvPr/>
              </p14:nvContentPartPr>
              <p14:xfrm>
                <a:off x="6960148" y="5979899"/>
                <a:ext cx="163800" cy="320040"/>
              </p14:xfrm>
            </p:contentPart>
          </mc:Choice>
          <mc:Fallback>
            <p:pic>
              <p:nvPicPr>
                <p:cNvPr id="35" name="Ink 34">
                  <a:extLst>
                    <a:ext uri="{FF2B5EF4-FFF2-40B4-BE49-F238E27FC236}">
                      <a16:creationId xmlns:a16="http://schemas.microsoft.com/office/drawing/2014/main" id="{AC6C9E6D-9586-4B37-363F-43D65FD45116}"/>
                    </a:ext>
                  </a:extLst>
                </p:cNvPr>
                <p:cNvPicPr/>
                <p:nvPr/>
              </p:nvPicPr>
              <p:blipFill>
                <a:blip r:embed="rId58"/>
                <a:stretch>
                  <a:fillRect/>
                </a:stretch>
              </p:blipFill>
              <p:spPr>
                <a:xfrm>
                  <a:off x="6955828" y="5975579"/>
                  <a:ext cx="172440" cy="32868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36" name="Ink 35">
                  <a:extLst>
                    <a:ext uri="{FF2B5EF4-FFF2-40B4-BE49-F238E27FC236}">
                      <a16:creationId xmlns:a16="http://schemas.microsoft.com/office/drawing/2014/main" id="{E65E788D-FE1E-2D8C-515E-33448A540B85}"/>
                    </a:ext>
                  </a:extLst>
                </p14:cNvPr>
                <p14:cNvContentPartPr/>
                <p14:nvPr/>
              </p14:nvContentPartPr>
              <p14:xfrm>
                <a:off x="7311148" y="5989259"/>
                <a:ext cx="178200" cy="314640"/>
              </p14:xfrm>
            </p:contentPart>
          </mc:Choice>
          <mc:Fallback>
            <p:pic>
              <p:nvPicPr>
                <p:cNvPr id="36" name="Ink 35">
                  <a:extLst>
                    <a:ext uri="{FF2B5EF4-FFF2-40B4-BE49-F238E27FC236}">
                      <a16:creationId xmlns:a16="http://schemas.microsoft.com/office/drawing/2014/main" id="{E65E788D-FE1E-2D8C-515E-33448A540B85}"/>
                    </a:ext>
                  </a:extLst>
                </p:cNvPr>
                <p:cNvPicPr/>
                <p:nvPr/>
              </p:nvPicPr>
              <p:blipFill>
                <a:blip r:embed="rId60"/>
                <a:stretch>
                  <a:fillRect/>
                </a:stretch>
              </p:blipFill>
              <p:spPr>
                <a:xfrm>
                  <a:off x="7306828" y="5984939"/>
                  <a:ext cx="186840" cy="32328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37" name="Ink 36">
                  <a:extLst>
                    <a:ext uri="{FF2B5EF4-FFF2-40B4-BE49-F238E27FC236}">
                      <a16:creationId xmlns:a16="http://schemas.microsoft.com/office/drawing/2014/main" id="{4F4B4830-8252-7DE5-FC14-BC6FFA77F370}"/>
                    </a:ext>
                  </a:extLst>
                </p14:cNvPr>
                <p14:cNvContentPartPr/>
                <p14:nvPr/>
              </p14:nvContentPartPr>
              <p14:xfrm>
                <a:off x="7352908" y="6158819"/>
                <a:ext cx="122760" cy="24480"/>
              </p14:xfrm>
            </p:contentPart>
          </mc:Choice>
          <mc:Fallback>
            <p:pic>
              <p:nvPicPr>
                <p:cNvPr id="37" name="Ink 36">
                  <a:extLst>
                    <a:ext uri="{FF2B5EF4-FFF2-40B4-BE49-F238E27FC236}">
                      <a16:creationId xmlns:a16="http://schemas.microsoft.com/office/drawing/2014/main" id="{4F4B4830-8252-7DE5-FC14-BC6FFA77F370}"/>
                    </a:ext>
                  </a:extLst>
                </p:cNvPr>
                <p:cNvPicPr/>
                <p:nvPr/>
              </p:nvPicPr>
              <p:blipFill>
                <a:blip r:embed="rId62"/>
                <a:stretch>
                  <a:fillRect/>
                </a:stretch>
              </p:blipFill>
              <p:spPr>
                <a:xfrm>
                  <a:off x="7348588" y="6154499"/>
                  <a:ext cx="131400" cy="3312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38" name="Ink 37">
                  <a:extLst>
                    <a:ext uri="{FF2B5EF4-FFF2-40B4-BE49-F238E27FC236}">
                      <a16:creationId xmlns:a16="http://schemas.microsoft.com/office/drawing/2014/main" id="{CCA9A2E7-592F-28DB-A930-49136D4626DA}"/>
                    </a:ext>
                  </a:extLst>
                </p14:cNvPr>
                <p14:cNvContentPartPr/>
                <p14:nvPr/>
              </p14:nvContentPartPr>
              <p14:xfrm>
                <a:off x="7523548" y="6179699"/>
                <a:ext cx="235800" cy="206640"/>
              </p14:xfrm>
            </p:contentPart>
          </mc:Choice>
          <mc:Fallback>
            <p:pic>
              <p:nvPicPr>
                <p:cNvPr id="38" name="Ink 37">
                  <a:extLst>
                    <a:ext uri="{FF2B5EF4-FFF2-40B4-BE49-F238E27FC236}">
                      <a16:creationId xmlns:a16="http://schemas.microsoft.com/office/drawing/2014/main" id="{CCA9A2E7-592F-28DB-A930-49136D4626DA}"/>
                    </a:ext>
                  </a:extLst>
                </p:cNvPr>
                <p:cNvPicPr/>
                <p:nvPr/>
              </p:nvPicPr>
              <p:blipFill>
                <a:blip r:embed="rId64"/>
                <a:stretch>
                  <a:fillRect/>
                </a:stretch>
              </p:blipFill>
              <p:spPr>
                <a:xfrm>
                  <a:off x="7519228" y="6175379"/>
                  <a:ext cx="244440" cy="21528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39" name="Ink 38">
                  <a:extLst>
                    <a:ext uri="{FF2B5EF4-FFF2-40B4-BE49-F238E27FC236}">
                      <a16:creationId xmlns:a16="http://schemas.microsoft.com/office/drawing/2014/main" id="{E576460E-C1C4-125E-5306-48AF82BCA952}"/>
                    </a:ext>
                  </a:extLst>
                </p14:cNvPr>
                <p14:cNvContentPartPr/>
                <p14:nvPr/>
              </p14:nvContentPartPr>
              <p14:xfrm>
                <a:off x="7681948" y="5808179"/>
                <a:ext cx="153000" cy="722880"/>
              </p14:xfrm>
            </p:contentPart>
          </mc:Choice>
          <mc:Fallback>
            <p:pic>
              <p:nvPicPr>
                <p:cNvPr id="39" name="Ink 38">
                  <a:extLst>
                    <a:ext uri="{FF2B5EF4-FFF2-40B4-BE49-F238E27FC236}">
                      <a16:creationId xmlns:a16="http://schemas.microsoft.com/office/drawing/2014/main" id="{E576460E-C1C4-125E-5306-48AF82BCA952}"/>
                    </a:ext>
                  </a:extLst>
                </p:cNvPr>
                <p:cNvPicPr/>
                <p:nvPr/>
              </p:nvPicPr>
              <p:blipFill>
                <a:blip r:embed="rId66"/>
                <a:stretch>
                  <a:fillRect/>
                </a:stretch>
              </p:blipFill>
              <p:spPr>
                <a:xfrm>
                  <a:off x="7677628" y="5803859"/>
                  <a:ext cx="161640" cy="7315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7">
            <p14:nvContentPartPr>
              <p14:cNvPr id="6" name="Ink 5">
                <a:extLst>
                  <a:ext uri="{FF2B5EF4-FFF2-40B4-BE49-F238E27FC236}">
                    <a16:creationId xmlns:a16="http://schemas.microsoft.com/office/drawing/2014/main" id="{F5CC932A-F0FF-565A-E83C-761BAF0B190F}"/>
                  </a:ext>
                </a:extLst>
              </p14:cNvPr>
              <p14:cNvContentPartPr/>
              <p14:nvPr/>
            </p14:nvContentPartPr>
            <p14:xfrm>
              <a:off x="2582188" y="2750699"/>
              <a:ext cx="709200" cy="57600"/>
            </p14:xfrm>
          </p:contentPart>
        </mc:Choice>
        <mc:Fallback>
          <p:pic>
            <p:nvPicPr>
              <p:cNvPr id="6" name="Ink 5">
                <a:extLst>
                  <a:ext uri="{FF2B5EF4-FFF2-40B4-BE49-F238E27FC236}">
                    <a16:creationId xmlns:a16="http://schemas.microsoft.com/office/drawing/2014/main" id="{F5CC932A-F0FF-565A-E83C-761BAF0B190F}"/>
                  </a:ext>
                </a:extLst>
              </p:cNvPr>
              <p:cNvPicPr/>
              <p:nvPr/>
            </p:nvPicPr>
            <p:blipFill>
              <a:blip r:embed="rId68"/>
              <a:stretch>
                <a:fillRect/>
              </a:stretch>
            </p:blipFill>
            <p:spPr>
              <a:xfrm>
                <a:off x="2577868" y="2746379"/>
                <a:ext cx="717840" cy="6624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7" name="Ink 6">
                <a:extLst>
                  <a:ext uri="{FF2B5EF4-FFF2-40B4-BE49-F238E27FC236}">
                    <a16:creationId xmlns:a16="http://schemas.microsoft.com/office/drawing/2014/main" id="{18C289AD-E8DC-E050-DEF2-0A15566F654F}"/>
                  </a:ext>
                </a:extLst>
              </p14:cNvPr>
              <p14:cNvContentPartPr/>
              <p14:nvPr/>
            </p14:nvContentPartPr>
            <p14:xfrm>
              <a:off x="2722948" y="3274859"/>
              <a:ext cx="794520" cy="48600"/>
            </p14:xfrm>
          </p:contentPart>
        </mc:Choice>
        <mc:Fallback>
          <p:pic>
            <p:nvPicPr>
              <p:cNvPr id="7" name="Ink 6">
                <a:extLst>
                  <a:ext uri="{FF2B5EF4-FFF2-40B4-BE49-F238E27FC236}">
                    <a16:creationId xmlns:a16="http://schemas.microsoft.com/office/drawing/2014/main" id="{18C289AD-E8DC-E050-DEF2-0A15566F654F}"/>
                  </a:ext>
                </a:extLst>
              </p:cNvPr>
              <p:cNvPicPr/>
              <p:nvPr/>
            </p:nvPicPr>
            <p:blipFill>
              <a:blip r:embed="rId70"/>
              <a:stretch>
                <a:fillRect/>
              </a:stretch>
            </p:blipFill>
            <p:spPr>
              <a:xfrm>
                <a:off x="2718628" y="3270539"/>
                <a:ext cx="803160" cy="57240"/>
              </a:xfrm>
              <a:prstGeom prst="rect">
                <a:avLst/>
              </a:prstGeom>
            </p:spPr>
          </p:pic>
        </mc:Fallback>
      </mc:AlternateContent>
      <p:grpSp>
        <p:nvGrpSpPr>
          <p:cNvPr id="63" name="Group 62">
            <a:extLst>
              <a:ext uri="{FF2B5EF4-FFF2-40B4-BE49-F238E27FC236}">
                <a16:creationId xmlns:a16="http://schemas.microsoft.com/office/drawing/2014/main" id="{240D6E76-1D4B-CE2B-E8E9-800D722FA8D7}"/>
              </a:ext>
            </a:extLst>
          </p:cNvPr>
          <p:cNvGrpSpPr/>
          <p:nvPr/>
        </p:nvGrpSpPr>
        <p:grpSpPr>
          <a:xfrm>
            <a:off x="3766948" y="2929259"/>
            <a:ext cx="4773240" cy="819360"/>
            <a:chOff x="3766948" y="2929259"/>
            <a:chExt cx="4773240" cy="819360"/>
          </a:xfrm>
        </p:grpSpPr>
        <mc:AlternateContent xmlns:mc="http://schemas.openxmlformats.org/markup-compatibility/2006">
          <mc:Choice xmlns:p14="http://schemas.microsoft.com/office/powerpoint/2010/main" Requires="p14">
            <p:contentPart p14:bwMode="auto" r:id="rId71">
              <p14:nvContentPartPr>
                <p14:cNvPr id="41" name="Ink 40">
                  <a:extLst>
                    <a:ext uri="{FF2B5EF4-FFF2-40B4-BE49-F238E27FC236}">
                      <a16:creationId xmlns:a16="http://schemas.microsoft.com/office/drawing/2014/main" id="{AEB2FA78-A17D-B478-4EEE-0B9C34D81E80}"/>
                    </a:ext>
                  </a:extLst>
                </p14:cNvPr>
                <p14:cNvContentPartPr/>
                <p14:nvPr/>
              </p14:nvContentPartPr>
              <p14:xfrm>
                <a:off x="3766948" y="3079739"/>
                <a:ext cx="127440" cy="488880"/>
              </p14:xfrm>
            </p:contentPart>
          </mc:Choice>
          <mc:Fallback>
            <p:pic>
              <p:nvPicPr>
                <p:cNvPr id="41" name="Ink 40">
                  <a:extLst>
                    <a:ext uri="{FF2B5EF4-FFF2-40B4-BE49-F238E27FC236}">
                      <a16:creationId xmlns:a16="http://schemas.microsoft.com/office/drawing/2014/main" id="{AEB2FA78-A17D-B478-4EEE-0B9C34D81E80}"/>
                    </a:ext>
                  </a:extLst>
                </p:cNvPr>
                <p:cNvPicPr/>
                <p:nvPr/>
              </p:nvPicPr>
              <p:blipFill>
                <a:blip r:embed="rId72"/>
                <a:stretch>
                  <a:fillRect/>
                </a:stretch>
              </p:blipFill>
              <p:spPr>
                <a:xfrm>
                  <a:off x="3762628" y="3075419"/>
                  <a:ext cx="136080" cy="49752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42" name="Ink 41">
                  <a:extLst>
                    <a:ext uri="{FF2B5EF4-FFF2-40B4-BE49-F238E27FC236}">
                      <a16:creationId xmlns:a16="http://schemas.microsoft.com/office/drawing/2014/main" id="{B2A9A8A8-89B9-7A0B-6422-509D0E66CAAC}"/>
                    </a:ext>
                  </a:extLst>
                </p14:cNvPr>
                <p14:cNvContentPartPr/>
                <p14:nvPr/>
              </p14:nvContentPartPr>
              <p14:xfrm>
                <a:off x="4052788" y="2963099"/>
                <a:ext cx="303840" cy="702360"/>
              </p14:xfrm>
            </p:contentPart>
          </mc:Choice>
          <mc:Fallback>
            <p:pic>
              <p:nvPicPr>
                <p:cNvPr id="42" name="Ink 41">
                  <a:extLst>
                    <a:ext uri="{FF2B5EF4-FFF2-40B4-BE49-F238E27FC236}">
                      <a16:creationId xmlns:a16="http://schemas.microsoft.com/office/drawing/2014/main" id="{B2A9A8A8-89B9-7A0B-6422-509D0E66CAAC}"/>
                    </a:ext>
                  </a:extLst>
                </p:cNvPr>
                <p:cNvPicPr/>
                <p:nvPr/>
              </p:nvPicPr>
              <p:blipFill>
                <a:blip r:embed="rId74"/>
                <a:stretch>
                  <a:fillRect/>
                </a:stretch>
              </p:blipFill>
              <p:spPr>
                <a:xfrm>
                  <a:off x="4048468" y="2958779"/>
                  <a:ext cx="312480" cy="71100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43" name="Ink 42">
                  <a:extLst>
                    <a:ext uri="{FF2B5EF4-FFF2-40B4-BE49-F238E27FC236}">
                      <a16:creationId xmlns:a16="http://schemas.microsoft.com/office/drawing/2014/main" id="{C9B06BA1-5E1C-FD2F-9CAC-8191677375D7}"/>
                    </a:ext>
                  </a:extLst>
                </p14:cNvPr>
                <p14:cNvContentPartPr/>
                <p14:nvPr/>
              </p14:nvContentPartPr>
              <p14:xfrm>
                <a:off x="4209748" y="3129779"/>
                <a:ext cx="159840" cy="392040"/>
              </p14:xfrm>
            </p:contentPart>
          </mc:Choice>
          <mc:Fallback>
            <p:pic>
              <p:nvPicPr>
                <p:cNvPr id="43" name="Ink 42">
                  <a:extLst>
                    <a:ext uri="{FF2B5EF4-FFF2-40B4-BE49-F238E27FC236}">
                      <a16:creationId xmlns:a16="http://schemas.microsoft.com/office/drawing/2014/main" id="{C9B06BA1-5E1C-FD2F-9CAC-8191677375D7}"/>
                    </a:ext>
                  </a:extLst>
                </p:cNvPr>
                <p:cNvPicPr/>
                <p:nvPr/>
              </p:nvPicPr>
              <p:blipFill>
                <a:blip r:embed="rId76"/>
                <a:stretch>
                  <a:fillRect/>
                </a:stretch>
              </p:blipFill>
              <p:spPr>
                <a:xfrm>
                  <a:off x="4205428" y="3125459"/>
                  <a:ext cx="168480" cy="40068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45" name="Ink 44">
                  <a:extLst>
                    <a:ext uri="{FF2B5EF4-FFF2-40B4-BE49-F238E27FC236}">
                      <a16:creationId xmlns:a16="http://schemas.microsoft.com/office/drawing/2014/main" id="{13F6F3C7-47A0-4109-964C-91081C22AE19}"/>
                    </a:ext>
                  </a:extLst>
                </p14:cNvPr>
                <p14:cNvContentPartPr/>
                <p14:nvPr/>
              </p14:nvContentPartPr>
              <p14:xfrm>
                <a:off x="4479748" y="3213659"/>
                <a:ext cx="175680" cy="277920"/>
              </p14:xfrm>
            </p:contentPart>
          </mc:Choice>
          <mc:Fallback>
            <p:pic>
              <p:nvPicPr>
                <p:cNvPr id="45" name="Ink 44">
                  <a:extLst>
                    <a:ext uri="{FF2B5EF4-FFF2-40B4-BE49-F238E27FC236}">
                      <a16:creationId xmlns:a16="http://schemas.microsoft.com/office/drawing/2014/main" id="{13F6F3C7-47A0-4109-964C-91081C22AE19}"/>
                    </a:ext>
                  </a:extLst>
                </p:cNvPr>
                <p:cNvPicPr/>
                <p:nvPr/>
              </p:nvPicPr>
              <p:blipFill>
                <a:blip r:embed="rId78"/>
                <a:stretch>
                  <a:fillRect/>
                </a:stretch>
              </p:blipFill>
              <p:spPr>
                <a:xfrm>
                  <a:off x="4475428" y="3209339"/>
                  <a:ext cx="184320" cy="28656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46" name="Ink 45">
                  <a:extLst>
                    <a:ext uri="{FF2B5EF4-FFF2-40B4-BE49-F238E27FC236}">
                      <a16:creationId xmlns:a16="http://schemas.microsoft.com/office/drawing/2014/main" id="{788229E3-D978-F201-9D19-B30F53194BB4}"/>
                    </a:ext>
                  </a:extLst>
                </p14:cNvPr>
                <p14:cNvContentPartPr/>
                <p14:nvPr/>
              </p14:nvContentPartPr>
              <p14:xfrm>
                <a:off x="4801948" y="3163259"/>
                <a:ext cx="146880" cy="377280"/>
              </p14:xfrm>
            </p:contentPart>
          </mc:Choice>
          <mc:Fallback>
            <p:pic>
              <p:nvPicPr>
                <p:cNvPr id="46" name="Ink 45">
                  <a:extLst>
                    <a:ext uri="{FF2B5EF4-FFF2-40B4-BE49-F238E27FC236}">
                      <a16:creationId xmlns:a16="http://schemas.microsoft.com/office/drawing/2014/main" id="{788229E3-D978-F201-9D19-B30F53194BB4}"/>
                    </a:ext>
                  </a:extLst>
                </p:cNvPr>
                <p:cNvPicPr/>
                <p:nvPr/>
              </p:nvPicPr>
              <p:blipFill>
                <a:blip r:embed="rId80"/>
                <a:stretch>
                  <a:fillRect/>
                </a:stretch>
              </p:blipFill>
              <p:spPr>
                <a:xfrm>
                  <a:off x="4797628" y="3158939"/>
                  <a:ext cx="155520" cy="38592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47" name="Ink 46">
                  <a:extLst>
                    <a:ext uri="{FF2B5EF4-FFF2-40B4-BE49-F238E27FC236}">
                      <a16:creationId xmlns:a16="http://schemas.microsoft.com/office/drawing/2014/main" id="{E02EDE6C-78A3-88C5-C86A-7EFDA8602EE4}"/>
                    </a:ext>
                  </a:extLst>
                </p14:cNvPr>
                <p14:cNvContentPartPr/>
                <p14:nvPr/>
              </p14:nvContentPartPr>
              <p14:xfrm>
                <a:off x="4789348" y="3350459"/>
                <a:ext cx="130320" cy="58680"/>
              </p14:xfrm>
            </p:contentPart>
          </mc:Choice>
          <mc:Fallback>
            <p:pic>
              <p:nvPicPr>
                <p:cNvPr id="47" name="Ink 46">
                  <a:extLst>
                    <a:ext uri="{FF2B5EF4-FFF2-40B4-BE49-F238E27FC236}">
                      <a16:creationId xmlns:a16="http://schemas.microsoft.com/office/drawing/2014/main" id="{E02EDE6C-78A3-88C5-C86A-7EFDA8602EE4}"/>
                    </a:ext>
                  </a:extLst>
                </p:cNvPr>
                <p:cNvPicPr/>
                <p:nvPr/>
              </p:nvPicPr>
              <p:blipFill>
                <a:blip r:embed="rId82"/>
                <a:stretch>
                  <a:fillRect/>
                </a:stretch>
              </p:blipFill>
              <p:spPr>
                <a:xfrm>
                  <a:off x="4785028" y="3346139"/>
                  <a:ext cx="138960" cy="6732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48" name="Ink 47">
                  <a:extLst>
                    <a:ext uri="{FF2B5EF4-FFF2-40B4-BE49-F238E27FC236}">
                      <a16:creationId xmlns:a16="http://schemas.microsoft.com/office/drawing/2014/main" id="{7FFB2351-F78B-0766-D7FD-AF459E0E5649}"/>
                    </a:ext>
                  </a:extLst>
                </p14:cNvPr>
                <p14:cNvContentPartPr/>
                <p14:nvPr/>
              </p14:nvContentPartPr>
              <p14:xfrm>
                <a:off x="5038468" y="3539819"/>
                <a:ext cx="47520" cy="208800"/>
              </p14:xfrm>
            </p:contentPart>
          </mc:Choice>
          <mc:Fallback>
            <p:pic>
              <p:nvPicPr>
                <p:cNvPr id="48" name="Ink 47">
                  <a:extLst>
                    <a:ext uri="{FF2B5EF4-FFF2-40B4-BE49-F238E27FC236}">
                      <a16:creationId xmlns:a16="http://schemas.microsoft.com/office/drawing/2014/main" id="{7FFB2351-F78B-0766-D7FD-AF459E0E5649}"/>
                    </a:ext>
                  </a:extLst>
                </p:cNvPr>
                <p:cNvPicPr/>
                <p:nvPr/>
              </p:nvPicPr>
              <p:blipFill>
                <a:blip r:embed="rId84"/>
                <a:stretch>
                  <a:fillRect/>
                </a:stretch>
              </p:blipFill>
              <p:spPr>
                <a:xfrm>
                  <a:off x="5034148" y="3535499"/>
                  <a:ext cx="56160" cy="21744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49" name="Ink 48">
                  <a:extLst>
                    <a:ext uri="{FF2B5EF4-FFF2-40B4-BE49-F238E27FC236}">
                      <a16:creationId xmlns:a16="http://schemas.microsoft.com/office/drawing/2014/main" id="{45B7BA79-DEB2-AC6B-4726-9FAB0B4FC6A5}"/>
                    </a:ext>
                  </a:extLst>
                </p14:cNvPr>
                <p14:cNvContentPartPr/>
                <p14:nvPr/>
              </p14:nvContentPartPr>
              <p14:xfrm>
                <a:off x="5343748" y="3193859"/>
                <a:ext cx="211320" cy="217800"/>
              </p14:xfrm>
            </p:contentPart>
          </mc:Choice>
          <mc:Fallback>
            <p:pic>
              <p:nvPicPr>
                <p:cNvPr id="49" name="Ink 48">
                  <a:extLst>
                    <a:ext uri="{FF2B5EF4-FFF2-40B4-BE49-F238E27FC236}">
                      <a16:creationId xmlns:a16="http://schemas.microsoft.com/office/drawing/2014/main" id="{45B7BA79-DEB2-AC6B-4726-9FAB0B4FC6A5}"/>
                    </a:ext>
                  </a:extLst>
                </p:cNvPr>
                <p:cNvPicPr/>
                <p:nvPr/>
              </p:nvPicPr>
              <p:blipFill>
                <a:blip r:embed="rId86"/>
                <a:stretch>
                  <a:fillRect/>
                </a:stretch>
              </p:blipFill>
              <p:spPr>
                <a:xfrm>
                  <a:off x="5339428" y="3189539"/>
                  <a:ext cx="219960" cy="22644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50" name="Ink 49">
                  <a:extLst>
                    <a:ext uri="{FF2B5EF4-FFF2-40B4-BE49-F238E27FC236}">
                      <a16:creationId xmlns:a16="http://schemas.microsoft.com/office/drawing/2014/main" id="{8B800122-3869-458B-75AA-F6E5C44315E4}"/>
                    </a:ext>
                  </a:extLst>
                </p14:cNvPr>
                <p14:cNvContentPartPr/>
                <p14:nvPr/>
              </p14:nvContentPartPr>
              <p14:xfrm>
                <a:off x="5716708" y="3110699"/>
                <a:ext cx="193320" cy="323640"/>
              </p14:xfrm>
            </p:contentPart>
          </mc:Choice>
          <mc:Fallback>
            <p:pic>
              <p:nvPicPr>
                <p:cNvPr id="50" name="Ink 49">
                  <a:extLst>
                    <a:ext uri="{FF2B5EF4-FFF2-40B4-BE49-F238E27FC236}">
                      <a16:creationId xmlns:a16="http://schemas.microsoft.com/office/drawing/2014/main" id="{8B800122-3869-458B-75AA-F6E5C44315E4}"/>
                    </a:ext>
                  </a:extLst>
                </p:cNvPr>
                <p:cNvPicPr/>
                <p:nvPr/>
              </p:nvPicPr>
              <p:blipFill>
                <a:blip r:embed="rId88"/>
                <a:stretch>
                  <a:fillRect/>
                </a:stretch>
              </p:blipFill>
              <p:spPr>
                <a:xfrm>
                  <a:off x="5712388" y="3106379"/>
                  <a:ext cx="201960" cy="33228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51" name="Ink 50">
                  <a:extLst>
                    <a:ext uri="{FF2B5EF4-FFF2-40B4-BE49-F238E27FC236}">
                      <a16:creationId xmlns:a16="http://schemas.microsoft.com/office/drawing/2014/main" id="{7858B272-AFE1-0C81-642F-37C4FEA5DB54}"/>
                    </a:ext>
                  </a:extLst>
                </p14:cNvPr>
                <p14:cNvContentPartPr/>
                <p14:nvPr/>
              </p14:nvContentPartPr>
              <p14:xfrm>
                <a:off x="6032068" y="3141299"/>
                <a:ext cx="189360" cy="288360"/>
              </p14:xfrm>
            </p:contentPart>
          </mc:Choice>
          <mc:Fallback>
            <p:pic>
              <p:nvPicPr>
                <p:cNvPr id="51" name="Ink 50">
                  <a:extLst>
                    <a:ext uri="{FF2B5EF4-FFF2-40B4-BE49-F238E27FC236}">
                      <a16:creationId xmlns:a16="http://schemas.microsoft.com/office/drawing/2014/main" id="{7858B272-AFE1-0C81-642F-37C4FEA5DB54}"/>
                    </a:ext>
                  </a:extLst>
                </p:cNvPr>
                <p:cNvPicPr/>
                <p:nvPr/>
              </p:nvPicPr>
              <p:blipFill>
                <a:blip r:embed="rId90"/>
                <a:stretch>
                  <a:fillRect/>
                </a:stretch>
              </p:blipFill>
              <p:spPr>
                <a:xfrm>
                  <a:off x="6027748" y="3136979"/>
                  <a:ext cx="198000" cy="29700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52" name="Ink 51">
                  <a:extLst>
                    <a:ext uri="{FF2B5EF4-FFF2-40B4-BE49-F238E27FC236}">
                      <a16:creationId xmlns:a16="http://schemas.microsoft.com/office/drawing/2014/main" id="{05DA28AA-9D98-5E73-594B-78CA9F723447}"/>
                    </a:ext>
                  </a:extLst>
                </p14:cNvPr>
                <p14:cNvContentPartPr/>
                <p14:nvPr/>
              </p14:nvContentPartPr>
              <p14:xfrm>
                <a:off x="6363988" y="3120419"/>
                <a:ext cx="155520" cy="338400"/>
              </p14:xfrm>
            </p:contentPart>
          </mc:Choice>
          <mc:Fallback>
            <p:pic>
              <p:nvPicPr>
                <p:cNvPr id="52" name="Ink 51">
                  <a:extLst>
                    <a:ext uri="{FF2B5EF4-FFF2-40B4-BE49-F238E27FC236}">
                      <a16:creationId xmlns:a16="http://schemas.microsoft.com/office/drawing/2014/main" id="{05DA28AA-9D98-5E73-594B-78CA9F723447}"/>
                    </a:ext>
                  </a:extLst>
                </p:cNvPr>
                <p:cNvPicPr/>
                <p:nvPr/>
              </p:nvPicPr>
              <p:blipFill>
                <a:blip r:embed="rId92"/>
                <a:stretch>
                  <a:fillRect/>
                </a:stretch>
              </p:blipFill>
              <p:spPr>
                <a:xfrm>
                  <a:off x="6359668" y="3116099"/>
                  <a:ext cx="164160" cy="34704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53" name="Ink 52">
                  <a:extLst>
                    <a:ext uri="{FF2B5EF4-FFF2-40B4-BE49-F238E27FC236}">
                      <a16:creationId xmlns:a16="http://schemas.microsoft.com/office/drawing/2014/main" id="{AC2F7469-7AC4-03FD-2A3A-1E4FFA479C9E}"/>
                    </a:ext>
                  </a:extLst>
                </p14:cNvPr>
                <p14:cNvContentPartPr/>
                <p14:nvPr/>
              </p14:nvContentPartPr>
              <p14:xfrm>
                <a:off x="6350668" y="3268019"/>
                <a:ext cx="135360" cy="29520"/>
              </p14:xfrm>
            </p:contentPart>
          </mc:Choice>
          <mc:Fallback>
            <p:pic>
              <p:nvPicPr>
                <p:cNvPr id="53" name="Ink 52">
                  <a:extLst>
                    <a:ext uri="{FF2B5EF4-FFF2-40B4-BE49-F238E27FC236}">
                      <a16:creationId xmlns:a16="http://schemas.microsoft.com/office/drawing/2014/main" id="{AC2F7469-7AC4-03FD-2A3A-1E4FFA479C9E}"/>
                    </a:ext>
                  </a:extLst>
                </p:cNvPr>
                <p:cNvPicPr/>
                <p:nvPr/>
              </p:nvPicPr>
              <p:blipFill>
                <a:blip r:embed="rId94"/>
                <a:stretch>
                  <a:fillRect/>
                </a:stretch>
              </p:blipFill>
              <p:spPr>
                <a:xfrm>
                  <a:off x="6346348" y="3263699"/>
                  <a:ext cx="144000" cy="3816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54" name="Ink 53">
                  <a:extLst>
                    <a:ext uri="{FF2B5EF4-FFF2-40B4-BE49-F238E27FC236}">
                      <a16:creationId xmlns:a16="http://schemas.microsoft.com/office/drawing/2014/main" id="{2205249D-576B-AB7C-6BCC-96D5C3CC5064}"/>
                    </a:ext>
                  </a:extLst>
                </p14:cNvPr>
                <p14:cNvContentPartPr/>
                <p14:nvPr/>
              </p14:nvContentPartPr>
              <p14:xfrm>
                <a:off x="6641908" y="3413819"/>
                <a:ext cx="210600" cy="126000"/>
              </p14:xfrm>
            </p:contentPart>
          </mc:Choice>
          <mc:Fallback>
            <p:pic>
              <p:nvPicPr>
                <p:cNvPr id="54" name="Ink 53">
                  <a:extLst>
                    <a:ext uri="{FF2B5EF4-FFF2-40B4-BE49-F238E27FC236}">
                      <a16:creationId xmlns:a16="http://schemas.microsoft.com/office/drawing/2014/main" id="{2205249D-576B-AB7C-6BCC-96D5C3CC5064}"/>
                    </a:ext>
                  </a:extLst>
                </p:cNvPr>
                <p:cNvPicPr/>
                <p:nvPr/>
              </p:nvPicPr>
              <p:blipFill>
                <a:blip r:embed="rId96"/>
                <a:stretch>
                  <a:fillRect/>
                </a:stretch>
              </p:blipFill>
              <p:spPr>
                <a:xfrm>
                  <a:off x="6637588" y="3409499"/>
                  <a:ext cx="219240" cy="13464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55" name="Ink 54">
                  <a:extLst>
                    <a:ext uri="{FF2B5EF4-FFF2-40B4-BE49-F238E27FC236}">
                      <a16:creationId xmlns:a16="http://schemas.microsoft.com/office/drawing/2014/main" id="{909C78F5-8070-3182-738A-85A21D9853F0}"/>
                    </a:ext>
                  </a:extLst>
                </p14:cNvPr>
                <p14:cNvContentPartPr/>
                <p14:nvPr/>
              </p14:nvContentPartPr>
              <p14:xfrm>
                <a:off x="7029988" y="3129779"/>
                <a:ext cx="211320" cy="222840"/>
              </p14:xfrm>
            </p:contentPart>
          </mc:Choice>
          <mc:Fallback>
            <p:pic>
              <p:nvPicPr>
                <p:cNvPr id="55" name="Ink 54">
                  <a:extLst>
                    <a:ext uri="{FF2B5EF4-FFF2-40B4-BE49-F238E27FC236}">
                      <a16:creationId xmlns:a16="http://schemas.microsoft.com/office/drawing/2014/main" id="{909C78F5-8070-3182-738A-85A21D9853F0}"/>
                    </a:ext>
                  </a:extLst>
                </p:cNvPr>
                <p:cNvPicPr/>
                <p:nvPr/>
              </p:nvPicPr>
              <p:blipFill>
                <a:blip r:embed="rId98"/>
                <a:stretch>
                  <a:fillRect/>
                </a:stretch>
              </p:blipFill>
              <p:spPr>
                <a:xfrm>
                  <a:off x="7025668" y="3125459"/>
                  <a:ext cx="219960" cy="23148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56" name="Ink 55">
                  <a:extLst>
                    <a:ext uri="{FF2B5EF4-FFF2-40B4-BE49-F238E27FC236}">
                      <a16:creationId xmlns:a16="http://schemas.microsoft.com/office/drawing/2014/main" id="{4E422D83-1FAF-B512-D2D0-E5AFEAF3156A}"/>
                    </a:ext>
                  </a:extLst>
                </p14:cNvPr>
                <p14:cNvContentPartPr/>
                <p14:nvPr/>
              </p14:nvContentPartPr>
              <p14:xfrm>
                <a:off x="7431388" y="3079019"/>
                <a:ext cx="144720" cy="312480"/>
              </p14:xfrm>
            </p:contentPart>
          </mc:Choice>
          <mc:Fallback>
            <p:pic>
              <p:nvPicPr>
                <p:cNvPr id="56" name="Ink 55">
                  <a:extLst>
                    <a:ext uri="{FF2B5EF4-FFF2-40B4-BE49-F238E27FC236}">
                      <a16:creationId xmlns:a16="http://schemas.microsoft.com/office/drawing/2014/main" id="{4E422D83-1FAF-B512-D2D0-E5AFEAF3156A}"/>
                    </a:ext>
                  </a:extLst>
                </p:cNvPr>
                <p:cNvPicPr/>
                <p:nvPr/>
              </p:nvPicPr>
              <p:blipFill>
                <a:blip r:embed="rId100"/>
                <a:stretch>
                  <a:fillRect/>
                </a:stretch>
              </p:blipFill>
              <p:spPr>
                <a:xfrm>
                  <a:off x="7427068" y="3074699"/>
                  <a:ext cx="153360" cy="32112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57" name="Ink 56">
                  <a:extLst>
                    <a:ext uri="{FF2B5EF4-FFF2-40B4-BE49-F238E27FC236}">
                      <a16:creationId xmlns:a16="http://schemas.microsoft.com/office/drawing/2014/main" id="{6632B31D-E2FD-78C2-5451-2E647D4AAF9F}"/>
                    </a:ext>
                  </a:extLst>
                </p14:cNvPr>
                <p14:cNvContentPartPr/>
                <p14:nvPr/>
              </p14:nvContentPartPr>
              <p14:xfrm>
                <a:off x="7731628" y="3112859"/>
                <a:ext cx="171000" cy="251280"/>
              </p14:xfrm>
            </p:contentPart>
          </mc:Choice>
          <mc:Fallback>
            <p:pic>
              <p:nvPicPr>
                <p:cNvPr id="57" name="Ink 56">
                  <a:extLst>
                    <a:ext uri="{FF2B5EF4-FFF2-40B4-BE49-F238E27FC236}">
                      <a16:creationId xmlns:a16="http://schemas.microsoft.com/office/drawing/2014/main" id="{6632B31D-E2FD-78C2-5451-2E647D4AAF9F}"/>
                    </a:ext>
                  </a:extLst>
                </p:cNvPr>
                <p:cNvPicPr/>
                <p:nvPr/>
              </p:nvPicPr>
              <p:blipFill>
                <a:blip r:embed="rId102"/>
                <a:stretch>
                  <a:fillRect/>
                </a:stretch>
              </p:blipFill>
              <p:spPr>
                <a:xfrm>
                  <a:off x="7727308" y="3108539"/>
                  <a:ext cx="179640" cy="25992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58" name="Ink 57">
                  <a:extLst>
                    <a:ext uri="{FF2B5EF4-FFF2-40B4-BE49-F238E27FC236}">
                      <a16:creationId xmlns:a16="http://schemas.microsoft.com/office/drawing/2014/main" id="{68AA4104-5030-9A8B-66D1-0FDC16A70E32}"/>
                    </a:ext>
                  </a:extLst>
                </p14:cNvPr>
                <p14:cNvContentPartPr/>
                <p14:nvPr/>
              </p14:nvContentPartPr>
              <p14:xfrm>
                <a:off x="8086948" y="3039419"/>
                <a:ext cx="132480" cy="324000"/>
              </p14:xfrm>
            </p:contentPart>
          </mc:Choice>
          <mc:Fallback>
            <p:pic>
              <p:nvPicPr>
                <p:cNvPr id="58" name="Ink 57">
                  <a:extLst>
                    <a:ext uri="{FF2B5EF4-FFF2-40B4-BE49-F238E27FC236}">
                      <a16:creationId xmlns:a16="http://schemas.microsoft.com/office/drawing/2014/main" id="{68AA4104-5030-9A8B-66D1-0FDC16A70E32}"/>
                    </a:ext>
                  </a:extLst>
                </p:cNvPr>
                <p:cNvPicPr/>
                <p:nvPr/>
              </p:nvPicPr>
              <p:blipFill>
                <a:blip r:embed="rId104"/>
                <a:stretch>
                  <a:fillRect/>
                </a:stretch>
              </p:blipFill>
              <p:spPr>
                <a:xfrm>
                  <a:off x="8082628" y="3035099"/>
                  <a:ext cx="141120" cy="33264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59" name="Ink 58">
                  <a:extLst>
                    <a:ext uri="{FF2B5EF4-FFF2-40B4-BE49-F238E27FC236}">
                      <a16:creationId xmlns:a16="http://schemas.microsoft.com/office/drawing/2014/main" id="{E48E88AA-B82E-965F-45CE-3BCA6943B68F}"/>
                    </a:ext>
                  </a:extLst>
                </p14:cNvPr>
                <p14:cNvContentPartPr/>
                <p14:nvPr/>
              </p14:nvContentPartPr>
              <p14:xfrm>
                <a:off x="8085148" y="3223379"/>
                <a:ext cx="132480" cy="7200"/>
              </p14:xfrm>
            </p:contentPart>
          </mc:Choice>
          <mc:Fallback>
            <p:pic>
              <p:nvPicPr>
                <p:cNvPr id="59" name="Ink 58">
                  <a:extLst>
                    <a:ext uri="{FF2B5EF4-FFF2-40B4-BE49-F238E27FC236}">
                      <a16:creationId xmlns:a16="http://schemas.microsoft.com/office/drawing/2014/main" id="{E48E88AA-B82E-965F-45CE-3BCA6943B68F}"/>
                    </a:ext>
                  </a:extLst>
                </p:cNvPr>
                <p:cNvPicPr/>
                <p:nvPr/>
              </p:nvPicPr>
              <p:blipFill>
                <a:blip r:embed="rId106"/>
                <a:stretch>
                  <a:fillRect/>
                </a:stretch>
              </p:blipFill>
              <p:spPr>
                <a:xfrm>
                  <a:off x="8080828" y="3219059"/>
                  <a:ext cx="141120" cy="1584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60" name="Ink 59">
                  <a:extLst>
                    <a:ext uri="{FF2B5EF4-FFF2-40B4-BE49-F238E27FC236}">
                      <a16:creationId xmlns:a16="http://schemas.microsoft.com/office/drawing/2014/main" id="{9CA157D7-4304-9959-0ECE-0888FFDB2CCA}"/>
                    </a:ext>
                  </a:extLst>
                </p14:cNvPr>
                <p14:cNvContentPartPr/>
                <p14:nvPr/>
              </p14:nvContentPartPr>
              <p14:xfrm>
                <a:off x="8273428" y="3282779"/>
                <a:ext cx="145080" cy="226080"/>
              </p14:xfrm>
            </p:contentPart>
          </mc:Choice>
          <mc:Fallback>
            <p:pic>
              <p:nvPicPr>
                <p:cNvPr id="60" name="Ink 59">
                  <a:extLst>
                    <a:ext uri="{FF2B5EF4-FFF2-40B4-BE49-F238E27FC236}">
                      <a16:creationId xmlns:a16="http://schemas.microsoft.com/office/drawing/2014/main" id="{9CA157D7-4304-9959-0ECE-0888FFDB2CCA}"/>
                    </a:ext>
                  </a:extLst>
                </p:cNvPr>
                <p:cNvPicPr/>
                <p:nvPr/>
              </p:nvPicPr>
              <p:blipFill>
                <a:blip r:embed="rId108"/>
                <a:stretch>
                  <a:fillRect/>
                </a:stretch>
              </p:blipFill>
              <p:spPr>
                <a:xfrm>
                  <a:off x="8269108" y="3278459"/>
                  <a:ext cx="153720" cy="23472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61" name="Ink 60">
                  <a:extLst>
                    <a:ext uri="{FF2B5EF4-FFF2-40B4-BE49-F238E27FC236}">
                      <a16:creationId xmlns:a16="http://schemas.microsoft.com/office/drawing/2014/main" id="{616697EB-E394-8D50-ED19-BB7692AA2EAA}"/>
                    </a:ext>
                  </a:extLst>
                </p14:cNvPr>
                <p14:cNvContentPartPr/>
                <p14:nvPr/>
              </p14:nvContentPartPr>
              <p14:xfrm>
                <a:off x="8344348" y="2929259"/>
                <a:ext cx="195840" cy="759600"/>
              </p14:xfrm>
            </p:contentPart>
          </mc:Choice>
          <mc:Fallback>
            <p:pic>
              <p:nvPicPr>
                <p:cNvPr id="61" name="Ink 60">
                  <a:extLst>
                    <a:ext uri="{FF2B5EF4-FFF2-40B4-BE49-F238E27FC236}">
                      <a16:creationId xmlns:a16="http://schemas.microsoft.com/office/drawing/2014/main" id="{616697EB-E394-8D50-ED19-BB7692AA2EAA}"/>
                    </a:ext>
                  </a:extLst>
                </p:cNvPr>
                <p:cNvPicPr/>
                <p:nvPr/>
              </p:nvPicPr>
              <p:blipFill>
                <a:blip r:embed="rId110"/>
                <a:stretch>
                  <a:fillRect/>
                </a:stretch>
              </p:blipFill>
              <p:spPr>
                <a:xfrm>
                  <a:off x="8340028" y="2924939"/>
                  <a:ext cx="204480" cy="768240"/>
                </a:xfrm>
                <a:prstGeom prst="rect">
                  <a:avLst/>
                </a:prstGeom>
              </p:spPr>
            </p:pic>
          </mc:Fallback>
        </mc:AlternateContent>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
          <p:cNvSpPr>
            <a:spLocks noChangeArrowheads="1"/>
          </p:cNvSpPr>
          <p:nvPr/>
        </p:nvSpPr>
        <p:spPr bwMode="auto">
          <a:xfrm>
            <a:off x="239713" y="2405063"/>
            <a:ext cx="8609012"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defTabSz="914400" eaLnBrk="1" hangingPunct="1">
              <a:spcBef>
                <a:spcPct val="50000"/>
              </a:spcBef>
              <a:buFontTx/>
              <a:buNone/>
            </a:pPr>
            <a:endParaRPr lang="en-US" altLang="en-US">
              <a:solidFill>
                <a:srgbClr val="0000FF"/>
              </a:solidFill>
              <a:latin typeface="Times New Roman" panose="02020603050405020304" pitchFamily="18" charset="0"/>
              <a:cs typeface="Times New Roman" panose="02020603050405020304" pitchFamily="18" charset="0"/>
            </a:endParaRPr>
          </a:p>
          <a:p>
            <a:pPr algn="just" defTabSz="914400" eaLnBrk="1" hangingPunct="1">
              <a:spcBef>
                <a:spcPct val="50000"/>
              </a:spcBef>
              <a:buFontTx/>
              <a:buNone/>
            </a:pPr>
            <a:endParaRPr lang="en-US" altLang="en-US">
              <a:solidFill>
                <a:srgbClr val="0000FF"/>
              </a:solidFill>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a:xfrm>
            <a:off x="132522" y="160569"/>
            <a:ext cx="7487478" cy="764364"/>
          </a:xfrm>
        </p:spPr>
        <p:txBody>
          <a:bodyPr>
            <a:normAutofit/>
          </a:bodyPr>
          <a:lstStyle/>
          <a:p>
            <a:pPr algn="l"/>
            <a:r>
              <a:rPr lang="en-US" sz="3200" dirty="0"/>
              <a:t>Example-2</a:t>
            </a:r>
            <a:endParaRPr lang="en-IN" sz="3200" dirty="0"/>
          </a:p>
        </p:txBody>
      </p:sp>
      <p:sp>
        <p:nvSpPr>
          <p:cNvPr id="48131" name="Slide Number Placeholder 3"/>
          <p:cNvSpPr>
            <a:spLocks noGrp="1" noChangeArrowheads="1"/>
          </p:cNvSpPr>
          <p:nvPr>
            <p:ph type="sldNum" sz="quarter" idx="4294967295"/>
          </p:nvPr>
        </p:nvSpPr>
        <p:spPr bwMode="auto">
          <a:xfrm>
            <a:off x="70104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BDDAB791-F031-473C-A8F7-E3DD4AD614A0}" type="slidenum">
              <a:rPr lang="en-US" altLang="en-US" sz="1800">
                <a:solidFill>
                  <a:srgbClr val="898989"/>
                </a:solidFill>
              </a:rPr>
              <a:pPr algn="l" eaLnBrk="0" hangingPunct="0">
                <a:spcBef>
                  <a:spcPct val="0"/>
                </a:spcBef>
                <a:buFontTx/>
                <a:buNone/>
              </a:pPr>
              <a:t>33</a:t>
            </a:fld>
            <a:endParaRPr lang="en-US" altLang="en-US" sz="1800">
              <a:solidFill>
                <a:srgbClr val="898989"/>
              </a:solidFill>
            </a:endParaRPr>
          </a:p>
        </p:txBody>
      </p:sp>
      <p:sp>
        <p:nvSpPr>
          <p:cNvPr id="2" name="TextBox 1"/>
          <p:cNvSpPr txBox="1"/>
          <p:nvPr/>
        </p:nvSpPr>
        <p:spPr>
          <a:xfrm>
            <a:off x="226633" y="1045266"/>
            <a:ext cx="7874000" cy="3268662"/>
          </a:xfrm>
          <a:prstGeom prst="rect">
            <a:avLst/>
          </a:prstGeom>
          <a:noFill/>
        </p:spPr>
        <p:txBody>
          <a:bodyPr>
            <a:spAutoFit/>
          </a:bodyPr>
          <a:lstStyle/>
          <a:p>
            <a:pPr eaLnBrk="1" fontAlgn="auto" hangingPunct="1">
              <a:lnSpc>
                <a:spcPct val="150000"/>
              </a:lnSpc>
              <a:spcBef>
                <a:spcPts val="0"/>
              </a:spcBef>
              <a:spcAft>
                <a:spcPts val="0"/>
              </a:spcAft>
              <a:defRPr/>
            </a:pPr>
            <a:r>
              <a:rPr lang="en-IN" sz="2000" dirty="0">
                <a:latin typeface="Times New Roman" panose="02020603050405020304" pitchFamily="18" charset="0"/>
                <a:ea typeface="Tahoma" panose="020B0604030504040204" pitchFamily="34" charset="0"/>
                <a:cs typeface="Times New Roman" panose="02020603050405020304" pitchFamily="18" charset="0"/>
              </a:rPr>
              <a:t>A simple binary communication channel carries messages by using only two signals, say 0 and 1. For a given binary channel, 40% of the time a 1 is transmitted; the probability that a transmitted 0 is correctly received is 0.90, and the probability that a transmitted 1 is correctly received is 0.95. Determine</a:t>
            </a:r>
          </a:p>
          <a:p>
            <a:pPr marL="342900" indent="-342900" eaLnBrk="1" fontAlgn="auto" hangingPunct="1">
              <a:lnSpc>
                <a:spcPct val="150000"/>
              </a:lnSpc>
              <a:spcBef>
                <a:spcPts val="0"/>
              </a:spcBef>
              <a:spcAft>
                <a:spcPts val="0"/>
              </a:spcAft>
              <a:buFontTx/>
              <a:buAutoNum type="alphaLcParenBoth"/>
              <a:defRPr/>
            </a:pPr>
            <a:r>
              <a:rPr lang="en-IN" sz="2000" dirty="0">
                <a:latin typeface="Times New Roman" panose="02020603050405020304" pitchFamily="18" charset="0"/>
                <a:ea typeface="Tahoma" panose="020B0604030504040204" pitchFamily="34" charset="0"/>
                <a:cs typeface="Times New Roman" panose="02020603050405020304" pitchFamily="18" charset="0"/>
              </a:rPr>
              <a:t>The probability of a 1 being received, and</a:t>
            </a:r>
          </a:p>
          <a:p>
            <a:pPr marL="342900" indent="-342900" eaLnBrk="1" fontAlgn="auto" hangingPunct="1">
              <a:lnSpc>
                <a:spcPct val="150000"/>
              </a:lnSpc>
              <a:spcBef>
                <a:spcPts val="0"/>
              </a:spcBef>
              <a:spcAft>
                <a:spcPts val="0"/>
              </a:spcAft>
              <a:buFontTx/>
              <a:buAutoNum type="alphaLcParenBoth"/>
              <a:defRPr/>
            </a:pPr>
            <a:r>
              <a:rPr lang="en-IN" sz="2000" dirty="0">
                <a:latin typeface="Times New Roman" panose="02020603050405020304" pitchFamily="18" charset="0"/>
                <a:ea typeface="Tahoma" panose="020B0604030504040204" pitchFamily="34" charset="0"/>
                <a:cs typeface="Times New Roman" panose="02020603050405020304" pitchFamily="18" charset="0"/>
              </a:rPr>
              <a:t>Given a 1 is received, the probability that 1 was transmitted.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160569"/>
            <a:ext cx="7620000" cy="764364"/>
          </a:xfrm>
        </p:spPr>
        <p:txBody>
          <a:bodyPr>
            <a:normAutofit/>
          </a:bodyPr>
          <a:lstStyle/>
          <a:p>
            <a:pPr algn="l"/>
            <a:r>
              <a:rPr lang="en-US" sz="3200" dirty="0"/>
              <a:t>Solution</a:t>
            </a:r>
            <a:endParaRPr lang="en-IN" sz="3200" dirty="0"/>
          </a:p>
        </p:txBody>
      </p:sp>
      <p:sp>
        <p:nvSpPr>
          <p:cNvPr id="9" name="Content Placeholder 1">
            <a:extLst>
              <a:ext uri="{FF2B5EF4-FFF2-40B4-BE49-F238E27FC236}">
                <a16:creationId xmlns:a16="http://schemas.microsoft.com/office/drawing/2014/main" id="{804A6B85-2E04-4061-88CA-75DAB3139980}"/>
              </a:ext>
            </a:extLst>
          </p:cNvPr>
          <p:cNvSpPr txBox="1">
            <a:spLocks noRot="1" noChangeAspect="1" noMove="1" noResize="1" noEditPoints="1" noAdjustHandles="1" noChangeArrowheads="1" noChangeShapeType="1" noTextEdit="1"/>
          </p:cNvSpPr>
          <p:nvPr/>
        </p:nvSpPr>
        <p:spPr>
          <a:xfrm>
            <a:off x="0" y="1493838"/>
            <a:ext cx="8229600" cy="4525962"/>
          </a:xfrm>
          <a:prstGeom prst="rect">
            <a:avLst/>
          </a:prstGeom>
          <a:blipFill>
            <a:blip r:embed="rId2"/>
            <a:stretch>
              <a:fillRect l="-1111" t="-1077" b="-404"/>
            </a:stretch>
          </a:blipFill>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defRPr/>
            </a:pPr>
            <a:r>
              <a:rPr lang="en-IN">
                <a:noFill/>
              </a:rPr>
              <a:t> </a:t>
            </a:r>
            <a:endParaRPr lang="en-IN" dirty="0">
              <a:no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160569"/>
            <a:ext cx="7620000" cy="764364"/>
          </a:xfrm>
        </p:spPr>
        <p:txBody>
          <a:bodyPr/>
          <a:lstStyle/>
          <a:p>
            <a:pPr algn="l"/>
            <a:r>
              <a:rPr lang="en-US" dirty="0"/>
              <a:t>Solution</a:t>
            </a:r>
            <a:endParaRPr lang="en-IN" dirty="0"/>
          </a:p>
        </p:txBody>
      </p:sp>
      <p:pic>
        <p:nvPicPr>
          <p:cNvPr id="50178" name="Content Placeholder 4"/>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795337" y="3139464"/>
            <a:ext cx="6657975" cy="3297237"/>
          </a:xfrm>
        </p:spPr>
      </p:pic>
      <p:sp>
        <p:nvSpPr>
          <p:cNvPr id="50179" name="TextBox 5"/>
          <p:cNvSpPr txBox="1">
            <a:spLocks noChangeArrowheads="1"/>
          </p:cNvSpPr>
          <p:nvPr/>
        </p:nvSpPr>
        <p:spPr bwMode="auto">
          <a:xfrm>
            <a:off x="1509299" y="6251757"/>
            <a:ext cx="57372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IN" altLang="en-US" sz="1800" dirty="0"/>
              <a:t>         Probabilities associated with a binary channel</a:t>
            </a:r>
          </a:p>
        </p:txBody>
      </p:sp>
      <p:pic>
        <p:nvPicPr>
          <p:cNvPr id="2" name="Picture 1"/>
          <p:cNvPicPr>
            <a:picLocks noChangeAspect="1"/>
          </p:cNvPicPr>
          <p:nvPr/>
        </p:nvPicPr>
        <p:blipFill>
          <a:blip r:embed="rId3"/>
          <a:stretch>
            <a:fillRect/>
          </a:stretch>
        </p:blipFill>
        <p:spPr>
          <a:xfrm>
            <a:off x="486082" y="1179443"/>
            <a:ext cx="5172596" cy="1960021"/>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sp>
        <p:nvSpPr>
          <p:cNvPr id="4" name="Text Placeholder 3"/>
          <p:cNvSpPr>
            <a:spLocks noGrp="1"/>
          </p:cNvSpPr>
          <p:nvPr>
            <p:ph type="body" sz="quarter" idx="13"/>
          </p:nvPr>
        </p:nvSpPr>
        <p:spPr>
          <a:xfrm>
            <a:off x="643304" y="2964658"/>
            <a:ext cx="7620000" cy="2728913"/>
          </a:xfrm>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IN" dirty="0"/>
          </a:p>
        </p:txBody>
      </p:sp>
      <p:pic>
        <p:nvPicPr>
          <p:cNvPr id="5" name="Content Placeholder 4"/>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2335972" y="197063"/>
            <a:ext cx="2978150" cy="1474788"/>
          </a:xfrm>
        </p:spPr>
      </p:pic>
      <p:pic>
        <p:nvPicPr>
          <p:cNvPr id="5120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304" y="2964658"/>
            <a:ext cx="6994525" cy="50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9325" y="4098925"/>
            <a:ext cx="6192838"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1">
            <a:extLst>
              <a:ext uri="{FF2B5EF4-FFF2-40B4-BE49-F238E27FC236}">
                <a16:creationId xmlns:a16="http://schemas.microsoft.com/office/drawing/2014/main" id="{272D3F5A-82A2-47F8-BE73-CE57CBD15984}"/>
              </a:ext>
            </a:extLst>
          </p:cNvPr>
          <p:cNvSpPr txBox="1">
            <a:spLocks noRot="1" noChangeAspect="1" noMove="1" noResize="1" noEditPoints="1" noAdjustHandles="1" noChangeArrowheads="1" noChangeShapeType="1" noTextEdit="1"/>
          </p:cNvSpPr>
          <p:nvPr/>
        </p:nvSpPr>
        <p:spPr>
          <a:xfrm>
            <a:off x="0" y="1493838"/>
            <a:ext cx="8229600" cy="4525962"/>
          </a:xfrm>
          <a:prstGeom prst="rect">
            <a:avLst/>
          </a:prstGeom>
          <a:blipFill>
            <a:blip r:embed="rId5"/>
            <a:stretch>
              <a:fillRect l="-963" t="-942"/>
            </a:stretch>
          </a:blipFill>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defRPr/>
            </a:pPr>
            <a:endParaRPr lang="en-IN">
              <a:noFill/>
            </a:endParaRPr>
          </a:p>
          <a:p>
            <a:pPr>
              <a:defRPr/>
            </a:pPr>
            <a:endParaRPr lang="en-IN">
              <a:noFill/>
            </a:endParaRPr>
          </a:p>
          <a:p>
            <a:pPr>
              <a:defRPr/>
            </a:pPr>
            <a:endParaRPr lang="en-IN">
              <a:noFill/>
            </a:endParaRPr>
          </a:p>
          <a:p>
            <a:pPr>
              <a:defRPr/>
            </a:pPr>
            <a:endParaRPr lang="en-IN">
              <a:noFill/>
            </a:endParaRPr>
          </a:p>
          <a:p>
            <a:pPr>
              <a:defRPr/>
            </a:pPr>
            <a:endParaRPr lang="en-IN">
              <a:noFill/>
            </a:endParaRPr>
          </a:p>
          <a:p>
            <a:pPr>
              <a:defRPr/>
            </a:pPr>
            <a:endParaRPr lang="en-IN">
              <a:noFill/>
            </a:endParaRPr>
          </a:p>
          <a:p>
            <a:pPr>
              <a:defRPr/>
            </a:pPr>
            <a:r>
              <a:rPr lang="en-IN">
                <a:noFill/>
              </a:rPr>
              <a:t> </a:t>
            </a:r>
            <a:endParaRPr lang="en-IN" dirty="0">
              <a:no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60569"/>
            <a:ext cx="7620000" cy="764364"/>
          </a:xfrm>
        </p:spPr>
        <p:txBody>
          <a:bodyPr/>
          <a:lstStyle/>
          <a:p>
            <a:pPr algn="l"/>
            <a:r>
              <a:rPr lang="en-US" dirty="0"/>
              <a:t>Example-3</a:t>
            </a:r>
            <a:endParaRPr lang="en-IN" dirty="0"/>
          </a:p>
        </p:txBody>
      </p:sp>
      <p:sp>
        <p:nvSpPr>
          <p:cNvPr id="2" name="Content Placeholder 1"/>
          <p:cNvSpPr>
            <a:spLocks noGrp="1"/>
          </p:cNvSpPr>
          <p:nvPr>
            <p:ph idx="4294967295"/>
          </p:nvPr>
        </p:nvSpPr>
        <p:spPr>
          <a:xfrm>
            <a:off x="621102" y="1020417"/>
            <a:ext cx="8126084" cy="5677014"/>
          </a:xfrm>
        </p:spPr>
        <p:txBody>
          <a:bodyPr rtlCol="0">
            <a:normAutofit fontScale="92500" lnSpcReduction="10000"/>
          </a:bodyPr>
          <a:lstStyle/>
          <a:p>
            <a:pPr marL="0" indent="0" algn="just">
              <a:lnSpc>
                <a:spcPct val="150000"/>
              </a:lnSpc>
              <a:spcBef>
                <a:spcPts val="0"/>
              </a:spcBef>
              <a:buNone/>
              <a:defRPr/>
            </a:pPr>
            <a:r>
              <a:rPr lang="en-US" sz="2000" dirty="0">
                <a:cs typeface="Times New Roman" panose="02020603050405020304" pitchFamily="18" charset="0"/>
              </a:rPr>
              <a:t>A data science team is developing a predictive model to determine whether a  user will click on an online advertisement. The likelihood of a user clicking on  an ad depends on the type of device they are using. The team has categorized  the devices into three types: desktop, tablet, and mobile.</a:t>
            </a:r>
          </a:p>
          <a:p>
            <a:pPr marL="0" indent="0" algn="just">
              <a:lnSpc>
                <a:spcPct val="150000"/>
              </a:lnSpc>
              <a:spcBef>
                <a:spcPts val="0"/>
              </a:spcBef>
              <a:buNone/>
              <a:defRPr/>
            </a:pPr>
            <a:r>
              <a:rPr lang="en-US" sz="2000" dirty="0">
                <a:cs typeface="Times New Roman" panose="02020603050405020304" pitchFamily="18" charset="0"/>
              </a:rPr>
              <a:t>The probabilities of a user using each type of device are as follows:</a:t>
            </a:r>
          </a:p>
          <a:p>
            <a:pPr algn="just">
              <a:lnSpc>
                <a:spcPct val="150000"/>
              </a:lnSpc>
              <a:spcBef>
                <a:spcPts val="0"/>
              </a:spcBef>
              <a:buFont typeface="Courier New" panose="02070309020205020404" pitchFamily="49" charset="0"/>
              <a:buChar char="o"/>
              <a:defRPr/>
            </a:pPr>
            <a:r>
              <a:rPr lang="en-US" sz="2000" dirty="0">
                <a:cs typeface="Times New Roman" panose="02020603050405020304" pitchFamily="18" charset="0"/>
              </a:rPr>
              <a:t>The probability that a user uses a desktop is 0.5.</a:t>
            </a:r>
          </a:p>
          <a:p>
            <a:pPr algn="just">
              <a:lnSpc>
                <a:spcPct val="150000"/>
              </a:lnSpc>
              <a:spcBef>
                <a:spcPts val="0"/>
              </a:spcBef>
              <a:buFont typeface="Courier New" panose="02070309020205020404" pitchFamily="49" charset="0"/>
              <a:buChar char="o"/>
              <a:defRPr/>
            </a:pPr>
            <a:r>
              <a:rPr lang="en-US" sz="2000" dirty="0">
                <a:cs typeface="Times New Roman" panose="02020603050405020304" pitchFamily="18" charset="0"/>
              </a:rPr>
              <a:t>The probability that a user uses a tablet is 0.2.</a:t>
            </a:r>
          </a:p>
          <a:p>
            <a:pPr algn="just">
              <a:lnSpc>
                <a:spcPct val="150000"/>
              </a:lnSpc>
              <a:spcBef>
                <a:spcPts val="0"/>
              </a:spcBef>
              <a:buFont typeface="Courier New" panose="02070309020205020404" pitchFamily="49" charset="0"/>
              <a:buChar char="o"/>
              <a:defRPr/>
            </a:pPr>
            <a:r>
              <a:rPr lang="en-US" sz="2000" dirty="0">
                <a:cs typeface="Times New Roman" panose="02020603050405020304" pitchFamily="18" charset="0"/>
              </a:rPr>
              <a:t>The probability that a user uses a mobile device is 0.3. </a:t>
            </a:r>
          </a:p>
          <a:p>
            <a:pPr algn="just">
              <a:lnSpc>
                <a:spcPct val="150000"/>
              </a:lnSpc>
              <a:spcBef>
                <a:spcPts val="0"/>
              </a:spcBef>
              <a:buFont typeface="Courier New" panose="02070309020205020404" pitchFamily="49" charset="0"/>
              <a:buChar char="o"/>
              <a:defRPr/>
            </a:pPr>
            <a:r>
              <a:rPr lang="en-US" sz="2000" dirty="0">
                <a:cs typeface="Times New Roman" panose="02020603050405020304" pitchFamily="18" charset="0"/>
              </a:rPr>
              <a:t>The probability of clicking on an ad given that the user is on a desktop is 0.04.</a:t>
            </a:r>
          </a:p>
          <a:p>
            <a:pPr algn="just">
              <a:lnSpc>
                <a:spcPct val="150000"/>
              </a:lnSpc>
              <a:spcBef>
                <a:spcPts val="0"/>
              </a:spcBef>
              <a:buFont typeface="Courier New" panose="02070309020205020404" pitchFamily="49" charset="0"/>
              <a:buChar char="o"/>
              <a:defRPr/>
            </a:pPr>
            <a:r>
              <a:rPr lang="en-US" sz="2000" dirty="0">
                <a:cs typeface="Times New Roman" panose="02020603050405020304" pitchFamily="18" charset="0"/>
              </a:rPr>
              <a:t>The probability of clicking on an ad given that the user is on a tablet is 0.06.</a:t>
            </a:r>
          </a:p>
          <a:p>
            <a:pPr algn="just">
              <a:lnSpc>
                <a:spcPct val="150000"/>
              </a:lnSpc>
              <a:spcBef>
                <a:spcPts val="0"/>
              </a:spcBef>
              <a:buFont typeface="Courier New" panose="02070309020205020404" pitchFamily="49" charset="0"/>
              <a:buChar char="o"/>
              <a:defRPr/>
            </a:pPr>
            <a:r>
              <a:rPr lang="en-US" sz="2000" dirty="0">
                <a:cs typeface="Times New Roman" panose="02020603050405020304" pitchFamily="18" charset="0"/>
              </a:rPr>
              <a:t>The probability of clicking on an ad given that the user is on a mobile device is 0.1.</a:t>
            </a:r>
          </a:p>
          <a:p>
            <a:pPr marL="0" indent="0" algn="just">
              <a:lnSpc>
                <a:spcPct val="150000"/>
              </a:lnSpc>
              <a:spcBef>
                <a:spcPts val="0"/>
              </a:spcBef>
              <a:buNone/>
              <a:defRPr/>
            </a:pPr>
            <a:r>
              <a:rPr lang="en-US" sz="2000" dirty="0">
                <a:solidFill>
                  <a:srgbClr val="FF0000"/>
                </a:solidFill>
                <a:cs typeface="Times New Roman" panose="02020603050405020304" pitchFamily="18" charset="0"/>
              </a:rPr>
              <a:t>What is the overall probability that a user will click on an ad?</a:t>
            </a:r>
          </a:p>
          <a:p>
            <a:pPr>
              <a:defRPr/>
            </a:pPr>
            <a:endParaRPr lang="en-IN"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6017" y="160569"/>
            <a:ext cx="7513983" cy="764364"/>
          </a:xfrm>
        </p:spPr>
        <p:txBody>
          <a:bodyPr>
            <a:normAutofit/>
          </a:bodyPr>
          <a:lstStyle/>
          <a:p>
            <a:pPr algn="l"/>
            <a:r>
              <a:rPr lang="en-US" sz="3200" dirty="0"/>
              <a:t>Solution</a:t>
            </a:r>
            <a:endParaRPr lang="en-IN" sz="3200" dirty="0"/>
          </a:p>
        </p:txBody>
      </p:sp>
      <p:sp>
        <p:nvSpPr>
          <p:cNvPr id="7" name="Content Placeholder 1">
            <a:extLst>
              <a:ext uri="{FF2B5EF4-FFF2-40B4-BE49-F238E27FC236}">
                <a16:creationId xmlns:a16="http://schemas.microsoft.com/office/drawing/2014/main" id="{9662795A-77A1-4B64-B6F7-5BEDDCD45D2E}"/>
              </a:ext>
            </a:extLst>
          </p:cNvPr>
          <p:cNvSpPr>
            <a:spLocks noGrp="1" noRot="1" noChangeAspect="1" noMove="1" noResize="1" noEditPoints="1" noAdjustHandles="1" noChangeArrowheads="1" noChangeShapeType="1" noTextEdit="1"/>
          </p:cNvSpPr>
          <p:nvPr>
            <p:ph type="body" sz="quarter" idx="13"/>
          </p:nvPr>
        </p:nvSpPr>
        <p:spPr>
          <a:xfrm>
            <a:off x="642938" y="1600200"/>
            <a:ext cx="8050212" cy="4376738"/>
          </a:xfrm>
          <a:blipFill>
            <a:blip r:embed="rId2"/>
            <a:stretch>
              <a:fillRect l="-741" t="-2066"/>
            </a:stretch>
          </a:blipFill>
        </p:spPr>
        <p:txBody>
          <a:bodyPr/>
          <a:lstStyle/>
          <a:p>
            <a:pPr>
              <a:defRPr/>
            </a:pPr>
            <a:r>
              <a:rPr lang="en-IN">
                <a:noFill/>
              </a:rPr>
              <a:t>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normAutofit/>
          </a:bodyPr>
          <a:lstStyle/>
          <a:p>
            <a:pPr algn="l"/>
            <a:r>
              <a:rPr lang="en-US" sz="3200" dirty="0"/>
              <a:t>Example-4</a:t>
            </a:r>
            <a:endParaRPr lang="en-IN" sz="3200" dirty="0"/>
          </a:p>
        </p:txBody>
      </p:sp>
      <p:sp>
        <p:nvSpPr>
          <p:cNvPr id="54274" name="Content Placeholder 1"/>
          <p:cNvSpPr>
            <a:spLocks noGrp="1" noChangeArrowheads="1"/>
          </p:cNvSpPr>
          <p:nvPr>
            <p:ph idx="4294967295"/>
          </p:nvPr>
        </p:nvSpPr>
        <p:spPr>
          <a:xfrm>
            <a:off x="517585" y="1095476"/>
            <a:ext cx="8126083" cy="4362450"/>
          </a:xfrm>
        </p:spPr>
        <p:txBody>
          <a:bodyPr>
            <a:normAutofit fontScale="70000" lnSpcReduction="20000"/>
          </a:bodyPr>
          <a:lstStyle/>
          <a:p>
            <a:pPr marL="0" indent="0" fontAlgn="base">
              <a:spcAft>
                <a:spcPct val="0"/>
              </a:spcAft>
              <a:buNone/>
            </a:pPr>
            <a:br>
              <a:rPr lang="en-US" altLang="en-US" dirty="0">
                <a:solidFill>
                  <a:srgbClr val="3D3D3D"/>
                </a:solidFill>
                <a:latin typeface="inherit"/>
              </a:rPr>
            </a:br>
            <a:endParaRPr lang="en-US" altLang="en-US" dirty="0">
              <a:solidFill>
                <a:srgbClr val="3D3D3D"/>
              </a:solidFill>
              <a:latin typeface="inherit"/>
            </a:endParaRPr>
          </a:p>
          <a:p>
            <a:pPr algn="just" fontAlgn="base">
              <a:lnSpc>
                <a:spcPct val="150000"/>
              </a:lnSpc>
              <a:spcBef>
                <a:spcPct val="0"/>
              </a:spcBef>
              <a:spcAft>
                <a:spcPct val="0"/>
              </a:spcAft>
              <a:buFont typeface="Courier New" panose="02070309020205020404" pitchFamily="49" charset="0"/>
              <a:buChar char="o"/>
            </a:pPr>
            <a:r>
              <a:rPr lang="en-US" altLang="en-US" sz="3100" dirty="0">
                <a:solidFill>
                  <a:srgbClr val="000000"/>
                </a:solidFill>
                <a:cs typeface="Times New Roman" panose="02020603050405020304" pitchFamily="18" charset="0"/>
              </a:rPr>
              <a:t>Forest A occupies 50% of the total land in a certain park and 20% of the plants in this forest are poisonous. </a:t>
            </a:r>
          </a:p>
          <a:p>
            <a:pPr algn="just" fontAlgn="base">
              <a:lnSpc>
                <a:spcPct val="150000"/>
              </a:lnSpc>
              <a:spcBef>
                <a:spcPct val="0"/>
              </a:spcBef>
              <a:spcAft>
                <a:spcPct val="0"/>
              </a:spcAft>
              <a:buFont typeface="Courier New" panose="02070309020205020404" pitchFamily="49" charset="0"/>
              <a:buChar char="o"/>
            </a:pPr>
            <a:r>
              <a:rPr lang="en-US" altLang="en-US" sz="3100" dirty="0">
                <a:solidFill>
                  <a:srgbClr val="000000"/>
                </a:solidFill>
                <a:cs typeface="Times New Roman" panose="02020603050405020304" pitchFamily="18" charset="0"/>
              </a:rPr>
              <a:t>Forest B occupies 30% of the total land and 40% of the plants in it are poisonous. </a:t>
            </a:r>
          </a:p>
          <a:p>
            <a:pPr algn="just" fontAlgn="base">
              <a:lnSpc>
                <a:spcPct val="150000"/>
              </a:lnSpc>
              <a:spcBef>
                <a:spcPct val="0"/>
              </a:spcBef>
              <a:spcAft>
                <a:spcPct val="0"/>
              </a:spcAft>
              <a:buFont typeface="Courier New" panose="02070309020205020404" pitchFamily="49" charset="0"/>
              <a:buChar char="o"/>
            </a:pPr>
            <a:r>
              <a:rPr lang="en-US" altLang="en-US" sz="3100" dirty="0">
                <a:solidFill>
                  <a:srgbClr val="000000"/>
                </a:solidFill>
                <a:cs typeface="Times New Roman" panose="02020603050405020304" pitchFamily="18" charset="0"/>
              </a:rPr>
              <a:t>Forest C occupies the remaining 20% of the land and 70% of the plants in it are poisonous. </a:t>
            </a:r>
          </a:p>
          <a:p>
            <a:pPr algn="just" fontAlgn="base">
              <a:lnSpc>
                <a:spcPct val="150000"/>
              </a:lnSpc>
              <a:spcBef>
                <a:spcPct val="0"/>
              </a:spcBef>
              <a:spcAft>
                <a:spcPct val="0"/>
              </a:spcAft>
              <a:buFont typeface="Wingdings" panose="05000000000000000000" pitchFamily="2" charset="2"/>
              <a:buChar char="Ø"/>
            </a:pPr>
            <a:r>
              <a:rPr lang="en-US" altLang="en-US" sz="3100" dirty="0">
                <a:solidFill>
                  <a:srgbClr val="000000"/>
                </a:solidFill>
                <a:cs typeface="Times New Roman" panose="02020603050405020304" pitchFamily="18" charset="0"/>
              </a:rPr>
              <a:t>If we randomly enter this park and pick a plant from the ground, what is the probability that it will be poisonous?</a:t>
            </a:r>
            <a:endParaRPr lang="en-US" altLang="en-US" sz="3100" dirty="0">
              <a:solidFill>
                <a:srgbClr val="3D3D3D"/>
              </a:solidFill>
              <a:cs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normAutofit/>
          </a:bodyPr>
          <a:lstStyle/>
          <a:p>
            <a:pPr algn="l"/>
            <a:r>
              <a:rPr lang="en-US" sz="3200" dirty="0"/>
              <a:t>Given:</a:t>
            </a:r>
            <a:endParaRPr lang="en-IN" sz="3200" dirty="0"/>
          </a:p>
        </p:txBody>
      </p:sp>
      <p:pic>
        <p:nvPicPr>
          <p:cNvPr id="55298" name="Content Placeholder 4"/>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984044" y="1473993"/>
            <a:ext cx="4992687" cy="3910013"/>
          </a:xfr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0" y="160569"/>
            <a:ext cx="7620000" cy="764364"/>
          </a:xfrm>
        </p:spPr>
        <p:txBody>
          <a:bodyPr>
            <a:normAutofit/>
          </a:bodyPr>
          <a:lstStyle/>
          <a:p>
            <a:pPr algn="l"/>
            <a:r>
              <a:rPr lang="en-US" sz="3200" dirty="0"/>
              <a:t>Solution</a:t>
            </a:r>
            <a:endParaRPr lang="en-IN" sz="3200" dirty="0"/>
          </a:p>
        </p:txBody>
      </p:sp>
      <p:sp>
        <p:nvSpPr>
          <p:cNvPr id="4" name="Rectangle 1"/>
          <p:cNvSpPr>
            <a:spLocks noGrp="1" noChangeArrowheads="1"/>
          </p:cNvSpPr>
          <p:nvPr>
            <p:ph idx="4294967295"/>
          </p:nvPr>
        </p:nvSpPr>
        <p:spPr>
          <a:xfrm>
            <a:off x="137426" y="1768517"/>
            <a:ext cx="8640417" cy="3804118"/>
          </a:xfrm>
          <a:ln>
            <a:miter lim="800000"/>
            <a:headEnd/>
            <a:tailEnd/>
          </a:ln>
        </p:spPr>
        <p:txBody>
          <a:bodyPr wrap="square" rtlCol="0">
            <a:spAutoFit/>
          </a:bodyPr>
          <a:lstStyle/>
          <a:p>
            <a:pPr marL="0" indent="0" algn="just" fontAlgn="base">
              <a:buNone/>
              <a:defRPr/>
            </a:pPr>
            <a:r>
              <a:rPr lang="en-US" sz="2400" dirty="0"/>
              <a:t> </a:t>
            </a:r>
            <a:r>
              <a:rPr lang="en-US" sz="2400" dirty="0">
                <a:cs typeface="Times New Roman" panose="02020603050405020304" pitchFamily="18" charset="0"/>
              </a:rPr>
              <a:t>If we let P(</a:t>
            </a:r>
            <a:r>
              <a:rPr lang="en-US" sz="2400" i="1" dirty="0">
                <a:cs typeface="Times New Roman" panose="02020603050405020304" pitchFamily="18" charset="0"/>
              </a:rPr>
              <a:t>P</a:t>
            </a:r>
            <a:r>
              <a:rPr lang="en-US" sz="2400" dirty="0">
                <a:cs typeface="Times New Roman" panose="02020603050405020304" pitchFamily="18" charset="0"/>
              </a:rPr>
              <a:t>) = the probability of the plant being poisonous, and </a:t>
            </a:r>
            <a:r>
              <a:rPr lang="en-US" sz="2400" i="1" dirty="0">
                <a:cs typeface="Times New Roman" panose="02020603050405020304" pitchFamily="18" charset="0"/>
              </a:rPr>
              <a:t>P(B</a:t>
            </a:r>
            <a:r>
              <a:rPr lang="en-US" sz="2400" i="1" baseline="-25000" dirty="0">
                <a:cs typeface="Times New Roman" panose="02020603050405020304" pitchFamily="18" charset="0"/>
              </a:rPr>
              <a:t>i</a:t>
            </a:r>
            <a:r>
              <a:rPr lang="en-US" sz="2400" i="1" dirty="0">
                <a:cs typeface="Times New Roman" panose="02020603050405020304" pitchFamily="18" charset="0"/>
              </a:rPr>
              <a:t>)</a:t>
            </a:r>
            <a:r>
              <a:rPr lang="en-US" sz="2400" dirty="0">
                <a:cs typeface="Times New Roman" panose="02020603050405020304" pitchFamily="18" charset="0"/>
              </a:rPr>
              <a:t> be the probability that we’ve entered one of the three forests, then we can compute the probability of a randomly chosen plant being poisonous as:</a:t>
            </a:r>
          </a:p>
          <a:p>
            <a:pPr marL="0" indent="0" fontAlgn="base">
              <a:buNone/>
              <a:defRPr/>
            </a:pPr>
            <a:r>
              <a:rPr lang="en-US" sz="2400" dirty="0">
                <a:cs typeface="Times New Roman" panose="02020603050405020304" pitchFamily="18" charset="0"/>
              </a:rPr>
              <a:t>P(P) = ΣP(</a:t>
            </a:r>
            <a:r>
              <a:rPr lang="en-US" sz="2400" dirty="0" err="1">
                <a:cs typeface="Times New Roman" panose="02020603050405020304" pitchFamily="18" charset="0"/>
              </a:rPr>
              <a:t>P|B</a:t>
            </a:r>
            <a:r>
              <a:rPr lang="en-US" sz="2400" baseline="-25000" dirty="0" err="1">
                <a:cs typeface="Times New Roman" panose="02020603050405020304" pitchFamily="18" charset="0"/>
              </a:rPr>
              <a:t>i</a:t>
            </a:r>
            <a:r>
              <a:rPr lang="en-US" sz="2400" dirty="0">
                <a:cs typeface="Times New Roman" panose="02020603050405020304" pitchFamily="18" charset="0"/>
              </a:rPr>
              <a:t>)*P(B</a:t>
            </a:r>
            <a:r>
              <a:rPr lang="en-US" sz="2400" baseline="-25000" dirty="0">
                <a:cs typeface="Times New Roman" panose="02020603050405020304" pitchFamily="18" charset="0"/>
              </a:rPr>
              <a:t>i</a:t>
            </a:r>
            <a:r>
              <a:rPr lang="en-US" sz="2400" dirty="0">
                <a:cs typeface="Times New Roman" panose="02020603050405020304" pitchFamily="18" charset="0"/>
              </a:rPr>
              <a:t>)</a:t>
            </a:r>
          </a:p>
          <a:p>
            <a:pPr marL="0" indent="0" fontAlgn="base">
              <a:buNone/>
              <a:defRPr/>
            </a:pPr>
            <a:r>
              <a:rPr lang="en-US" sz="2400" dirty="0">
                <a:cs typeface="Times New Roman" panose="02020603050405020304" pitchFamily="18" charset="0"/>
              </a:rPr>
              <a:t>P(P) = P(P|B</a:t>
            </a:r>
            <a:r>
              <a:rPr lang="en-US" sz="2400" baseline="-25000" dirty="0">
                <a:cs typeface="Times New Roman" panose="02020603050405020304" pitchFamily="18" charset="0"/>
              </a:rPr>
              <a:t>1</a:t>
            </a:r>
            <a:r>
              <a:rPr lang="en-US" sz="2400" dirty="0">
                <a:cs typeface="Times New Roman" panose="02020603050405020304" pitchFamily="18" charset="0"/>
              </a:rPr>
              <a:t>)*P(B</a:t>
            </a:r>
            <a:r>
              <a:rPr lang="en-US" sz="2400" baseline="-25000" dirty="0">
                <a:cs typeface="Times New Roman" panose="02020603050405020304" pitchFamily="18" charset="0"/>
              </a:rPr>
              <a:t>1</a:t>
            </a:r>
            <a:r>
              <a:rPr lang="en-US" sz="2400" dirty="0">
                <a:cs typeface="Times New Roman" panose="02020603050405020304" pitchFamily="18" charset="0"/>
              </a:rPr>
              <a:t>) + P(P|B</a:t>
            </a:r>
            <a:r>
              <a:rPr lang="en-US" sz="2400" baseline="-25000" dirty="0">
                <a:cs typeface="Times New Roman" panose="02020603050405020304" pitchFamily="18" charset="0"/>
              </a:rPr>
              <a:t>2</a:t>
            </a:r>
            <a:r>
              <a:rPr lang="en-US" sz="2400" dirty="0">
                <a:cs typeface="Times New Roman" panose="02020603050405020304" pitchFamily="18" charset="0"/>
              </a:rPr>
              <a:t>)*P(B</a:t>
            </a:r>
            <a:r>
              <a:rPr lang="en-US" sz="2400" baseline="-25000" dirty="0">
                <a:cs typeface="Times New Roman" panose="02020603050405020304" pitchFamily="18" charset="0"/>
              </a:rPr>
              <a:t>2</a:t>
            </a:r>
            <a:r>
              <a:rPr lang="en-US" sz="2400" dirty="0">
                <a:cs typeface="Times New Roman" panose="02020603050405020304" pitchFamily="18" charset="0"/>
              </a:rPr>
              <a:t>) + P(P|B</a:t>
            </a:r>
            <a:r>
              <a:rPr lang="en-US" sz="2400" baseline="-25000" dirty="0">
                <a:cs typeface="Times New Roman" panose="02020603050405020304" pitchFamily="18" charset="0"/>
              </a:rPr>
              <a:t>3</a:t>
            </a:r>
            <a:r>
              <a:rPr lang="en-US" sz="2400" dirty="0">
                <a:cs typeface="Times New Roman" panose="02020603050405020304" pitchFamily="18" charset="0"/>
              </a:rPr>
              <a:t>)*P(B</a:t>
            </a:r>
            <a:r>
              <a:rPr lang="en-US" sz="2400" baseline="-25000" dirty="0">
                <a:cs typeface="Times New Roman" panose="02020603050405020304" pitchFamily="18" charset="0"/>
              </a:rPr>
              <a:t>3</a:t>
            </a:r>
            <a:r>
              <a:rPr lang="en-US" sz="2400" dirty="0">
                <a:cs typeface="Times New Roman" panose="02020603050405020304" pitchFamily="18" charset="0"/>
              </a:rPr>
              <a:t>)</a:t>
            </a:r>
          </a:p>
          <a:p>
            <a:pPr marL="0" indent="0" fontAlgn="base">
              <a:buNone/>
              <a:defRPr/>
            </a:pPr>
            <a:r>
              <a:rPr lang="en-US" sz="2400" dirty="0">
                <a:cs typeface="Times New Roman" panose="02020603050405020304" pitchFamily="18" charset="0"/>
              </a:rPr>
              <a:t>P(P) = (0.20)*(0.50) + (0.40)*(0.30) + (0.70)*(0.20)</a:t>
            </a:r>
          </a:p>
          <a:p>
            <a:pPr marL="0" indent="0" fontAlgn="base">
              <a:buNone/>
              <a:defRPr/>
            </a:pPr>
            <a:r>
              <a:rPr lang="en-US" sz="2400" dirty="0">
                <a:cs typeface="Times New Roman" panose="02020603050405020304" pitchFamily="18" charset="0"/>
              </a:rPr>
              <a:t>P(P) = </a:t>
            </a:r>
            <a:r>
              <a:rPr lang="en-US" sz="2400" b="1" dirty="0">
                <a:cs typeface="Times New Roman" panose="02020603050405020304" pitchFamily="18" charset="0"/>
              </a:rPr>
              <a:t>0.36</a:t>
            </a:r>
            <a:endParaRPr lang="en-US" sz="2400" dirty="0">
              <a:cs typeface="Times New Roman" panose="02020603050405020304" pitchFamily="18" charset="0"/>
            </a:endParaRPr>
          </a:p>
          <a:p>
            <a:pPr marL="371475" indent="-371475">
              <a:spcBef>
                <a:spcPct val="50000"/>
              </a:spcBef>
              <a:defRPr/>
            </a:pPr>
            <a:endParaRPr lang="en-US" sz="2000" dirty="0">
              <a:latin typeface="Calibri" pitchFamily="34" charset="0"/>
            </a:endParaRPr>
          </a:p>
        </p:txBody>
      </p:sp>
      <p:pic>
        <p:nvPicPr>
          <p:cNvPr id="2" name="Picture 1"/>
          <p:cNvPicPr>
            <a:picLocks noChangeAspect="1"/>
          </p:cNvPicPr>
          <p:nvPr/>
        </p:nvPicPr>
        <p:blipFill>
          <a:blip r:embed="rId2"/>
          <a:stretch>
            <a:fillRect/>
          </a:stretch>
        </p:blipFill>
        <p:spPr>
          <a:xfrm>
            <a:off x="1948964" y="924934"/>
            <a:ext cx="3943350" cy="8641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normAutofit/>
          </a:bodyPr>
          <a:lstStyle/>
          <a:p>
            <a:pPr algn="l"/>
            <a:r>
              <a:rPr lang="en-US" sz="3200" dirty="0"/>
              <a:t>Example-5</a:t>
            </a:r>
            <a:endParaRPr lang="en-IN" sz="3200" dirty="0"/>
          </a:p>
        </p:txBody>
      </p:sp>
      <p:sp>
        <p:nvSpPr>
          <p:cNvPr id="57346" name="Content Placeholder 1"/>
          <p:cNvSpPr>
            <a:spLocks noGrp="1" noChangeArrowheads="1"/>
          </p:cNvSpPr>
          <p:nvPr>
            <p:ph idx="4294967295"/>
          </p:nvPr>
        </p:nvSpPr>
        <p:spPr>
          <a:xfrm>
            <a:off x="759125" y="1166019"/>
            <a:ext cx="7677509" cy="1982623"/>
          </a:xfrm>
        </p:spPr>
        <p:txBody>
          <a:bodyPr>
            <a:normAutofit/>
          </a:bodyPr>
          <a:lstStyle/>
          <a:p>
            <a:pPr marL="0" indent="0" algn="just" fontAlgn="base">
              <a:lnSpc>
                <a:spcPct val="150000"/>
              </a:lnSpc>
              <a:spcAft>
                <a:spcPct val="0"/>
              </a:spcAft>
              <a:buNone/>
            </a:pPr>
            <a:r>
              <a:rPr lang="en-US" altLang="en-US" sz="2000" dirty="0">
                <a:solidFill>
                  <a:srgbClr val="444444"/>
                </a:solidFill>
                <a:ea typeface="Tahoma" panose="020B0604030504040204" pitchFamily="34" charset="0"/>
                <a:cs typeface="Times New Roman" panose="02020603050405020304" pitchFamily="18" charset="0"/>
              </a:rPr>
              <a:t>A person has undertaken a mining job. The probabilities of completion of  the job on time with and without rain are 0.42 and 0.90 respectively. If the probability that it will rain is 0.45, then determine the probability that the mining job will be completed on time.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lstStyle/>
          <a:p>
            <a:pPr algn="l"/>
            <a:r>
              <a:rPr lang="en-US" dirty="0"/>
              <a:t>Solution</a:t>
            </a:r>
            <a:endParaRPr lang="en-IN" dirty="0"/>
          </a:p>
        </p:txBody>
      </p:sp>
      <p:sp>
        <p:nvSpPr>
          <p:cNvPr id="58370" name="Content Placeholder 1"/>
          <p:cNvSpPr>
            <a:spLocks noGrp="1" noChangeArrowheads="1"/>
          </p:cNvSpPr>
          <p:nvPr>
            <p:ph idx="4294967295"/>
          </p:nvPr>
        </p:nvSpPr>
        <p:spPr>
          <a:xfrm>
            <a:off x="638355" y="1520342"/>
            <a:ext cx="7979433" cy="3474352"/>
          </a:xfrm>
        </p:spPr>
        <p:txBody>
          <a:bodyPr>
            <a:normAutofit fontScale="92500"/>
          </a:bodyPr>
          <a:lstStyle/>
          <a:p>
            <a:pPr marL="0" indent="0" fontAlgn="base">
              <a:lnSpc>
                <a:spcPct val="150000"/>
              </a:lnSpc>
              <a:spcAft>
                <a:spcPct val="0"/>
              </a:spcAft>
              <a:buNone/>
            </a:pPr>
            <a:r>
              <a:rPr lang="en-US" altLang="en-US" sz="2100" dirty="0">
                <a:solidFill>
                  <a:srgbClr val="444444"/>
                </a:solidFill>
                <a:cs typeface="Tahoma" panose="020B0604030504040204" pitchFamily="34" charset="0"/>
              </a:rPr>
              <a:t>Let A be the event that the mining job will be completed on time and B be the event that it rains. We have,</a:t>
            </a:r>
          </a:p>
          <a:p>
            <a:pPr marL="0" indent="0" fontAlgn="base">
              <a:lnSpc>
                <a:spcPct val="150000"/>
              </a:lnSpc>
              <a:spcAft>
                <a:spcPct val="0"/>
              </a:spcAft>
              <a:buNone/>
            </a:pPr>
            <a:r>
              <a:rPr lang="en-US" altLang="en-US" sz="2100" dirty="0">
                <a:solidFill>
                  <a:srgbClr val="444444"/>
                </a:solidFill>
                <a:cs typeface="Tahoma" panose="020B0604030504040204" pitchFamily="34" charset="0"/>
              </a:rPr>
              <a:t>P(B) = 0.45,</a:t>
            </a:r>
          </a:p>
          <a:p>
            <a:pPr marL="0" indent="0" fontAlgn="base">
              <a:lnSpc>
                <a:spcPct val="150000"/>
              </a:lnSpc>
              <a:spcAft>
                <a:spcPct val="0"/>
              </a:spcAft>
              <a:buNone/>
            </a:pPr>
            <a:r>
              <a:rPr lang="en-US" altLang="en-US" sz="2100" dirty="0">
                <a:solidFill>
                  <a:srgbClr val="444444"/>
                </a:solidFill>
                <a:cs typeface="Tahoma" panose="020B0604030504040204" pitchFamily="34" charset="0"/>
              </a:rPr>
              <a:t>P(no rain) = P(B′) = 1 − P(B) = 1 − 0.45 = 0.55</a:t>
            </a:r>
          </a:p>
          <a:p>
            <a:pPr marL="0" indent="0" fontAlgn="base">
              <a:lnSpc>
                <a:spcPct val="150000"/>
              </a:lnSpc>
              <a:spcAft>
                <a:spcPct val="0"/>
              </a:spcAft>
              <a:buNone/>
            </a:pPr>
            <a:r>
              <a:rPr lang="en-US" altLang="en-US" sz="2100" dirty="0">
                <a:solidFill>
                  <a:srgbClr val="444444"/>
                </a:solidFill>
                <a:cs typeface="Tahoma" panose="020B0604030504040204" pitchFamily="34" charset="0"/>
              </a:rPr>
              <a:t>By multiplication law of probability,</a:t>
            </a:r>
          </a:p>
          <a:p>
            <a:pPr marL="0" indent="0" fontAlgn="base">
              <a:lnSpc>
                <a:spcPct val="150000"/>
              </a:lnSpc>
              <a:spcAft>
                <a:spcPct val="0"/>
              </a:spcAft>
              <a:buNone/>
            </a:pPr>
            <a:r>
              <a:rPr lang="en-US" altLang="en-US" sz="2100" dirty="0">
                <a:solidFill>
                  <a:srgbClr val="444444"/>
                </a:solidFill>
                <a:cs typeface="Tahoma" panose="020B0604030504040204" pitchFamily="34" charset="0"/>
              </a:rPr>
              <a:t>P(A|B) = 0.42</a:t>
            </a:r>
          </a:p>
          <a:p>
            <a:pPr marL="0" indent="0" fontAlgn="base">
              <a:lnSpc>
                <a:spcPct val="150000"/>
              </a:lnSpc>
              <a:spcAft>
                <a:spcPct val="0"/>
              </a:spcAft>
              <a:buNone/>
            </a:pPr>
            <a:r>
              <a:rPr lang="en-US" altLang="en-US" sz="2100" dirty="0">
                <a:solidFill>
                  <a:srgbClr val="444444"/>
                </a:solidFill>
                <a:cs typeface="Tahoma" panose="020B0604030504040204" pitchFamily="34" charset="0"/>
              </a:rPr>
              <a:t>P(A|B′) = 0.90</a:t>
            </a:r>
          </a:p>
          <a:p>
            <a:pPr fontAlgn="base">
              <a:spcAft>
                <a:spcPct val="0"/>
              </a:spcAft>
            </a:pPr>
            <a:endParaRPr lang="en-I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60569"/>
            <a:ext cx="7620000" cy="764364"/>
          </a:xfrm>
        </p:spPr>
        <p:txBody>
          <a:bodyPr/>
          <a:lstStyle/>
          <a:p>
            <a:pPr algn="l"/>
            <a:r>
              <a:rPr lang="en-US" dirty="0"/>
              <a:t>Solution</a:t>
            </a:r>
            <a:endParaRPr lang="en-IN" dirty="0"/>
          </a:p>
        </p:txBody>
      </p:sp>
      <p:sp>
        <p:nvSpPr>
          <p:cNvPr id="7" name="Content Placeholder 1">
            <a:extLst>
              <a:ext uri="{FF2B5EF4-FFF2-40B4-BE49-F238E27FC236}">
                <a16:creationId xmlns:a16="http://schemas.microsoft.com/office/drawing/2014/main" id="{BE31797B-AEF2-49D8-8AE0-0BB94511F409}"/>
              </a:ext>
            </a:extLst>
          </p:cNvPr>
          <p:cNvSpPr>
            <a:spLocks noGrp="1" noChangeArrowheads="1"/>
          </p:cNvSpPr>
          <p:nvPr>
            <p:ph type="body" sz="quarter" idx="13"/>
          </p:nvPr>
        </p:nvSpPr>
        <p:spPr>
          <a:xfrm>
            <a:off x="448574" y="1338470"/>
            <a:ext cx="8324490" cy="4572000"/>
          </a:xfrm>
        </p:spPr>
        <p:txBody>
          <a:bodyPr>
            <a:normAutofit/>
          </a:bodyPr>
          <a:lstStyle/>
          <a:p>
            <a:pPr marL="0" indent="0" fontAlgn="base">
              <a:spcAft>
                <a:spcPct val="0"/>
              </a:spcAft>
              <a:buNone/>
            </a:pPr>
            <a:r>
              <a:rPr lang="en-US" altLang="en-US" sz="2600" dirty="0">
                <a:solidFill>
                  <a:srgbClr val="444444"/>
                </a:solidFill>
                <a:latin typeface="+mn-lt"/>
                <a:ea typeface="Tahoma" panose="020B0604030504040204" pitchFamily="34" charset="0"/>
                <a:cs typeface="Times New Roman" panose="02020603050405020304" pitchFamily="18" charset="0"/>
              </a:rPr>
              <a:t>Since, events B and B′ form partitions of the sample space S, </a:t>
            </a:r>
          </a:p>
          <a:p>
            <a:pPr marL="0" indent="0" fontAlgn="base">
              <a:spcAft>
                <a:spcPct val="0"/>
              </a:spcAft>
              <a:buNone/>
            </a:pPr>
            <a:r>
              <a:rPr lang="en-US" altLang="en-US" sz="2600" dirty="0">
                <a:solidFill>
                  <a:srgbClr val="444444"/>
                </a:solidFill>
                <a:latin typeface="+mn-lt"/>
                <a:ea typeface="Tahoma" panose="020B0604030504040204" pitchFamily="34" charset="0"/>
                <a:cs typeface="Times New Roman" panose="02020603050405020304" pitchFamily="18" charset="0"/>
              </a:rPr>
              <a:t>by total probability theorem, we have</a:t>
            </a:r>
          </a:p>
          <a:p>
            <a:pPr marL="0" indent="0" fontAlgn="base">
              <a:spcAft>
                <a:spcPct val="0"/>
              </a:spcAft>
              <a:buNone/>
            </a:pPr>
            <a:r>
              <a:rPr lang="en-US" altLang="en-US" sz="2600" dirty="0">
                <a:solidFill>
                  <a:srgbClr val="444444"/>
                </a:solidFill>
                <a:latin typeface="+mn-lt"/>
                <a:ea typeface="Tahoma" panose="020B0604030504040204" pitchFamily="34" charset="0"/>
                <a:cs typeface="Times New Roman" panose="02020603050405020304" pitchFamily="18" charset="0"/>
              </a:rPr>
              <a:t>P(A) = P(B) P(A|B) + P(B′) P(A|B′)</a:t>
            </a:r>
          </a:p>
          <a:p>
            <a:pPr marL="0" indent="0" fontAlgn="base">
              <a:spcAft>
                <a:spcPct val="0"/>
              </a:spcAft>
              <a:buNone/>
            </a:pPr>
            <a:r>
              <a:rPr lang="en-US" altLang="en-US" sz="2600" dirty="0">
                <a:solidFill>
                  <a:srgbClr val="444444"/>
                </a:solidFill>
                <a:latin typeface="+mn-lt"/>
                <a:ea typeface="Tahoma" panose="020B0604030504040204" pitchFamily="34" charset="0"/>
                <a:cs typeface="Times New Roman" panose="02020603050405020304" pitchFamily="18" charset="0"/>
              </a:rPr>
              <a:t>       =0.45 × 0.42 + 0.55 × 0.9</a:t>
            </a:r>
          </a:p>
          <a:p>
            <a:pPr marL="0" indent="0" fontAlgn="base">
              <a:spcAft>
                <a:spcPct val="0"/>
              </a:spcAft>
              <a:buNone/>
            </a:pPr>
            <a:r>
              <a:rPr lang="en-US" altLang="en-US" sz="2600" dirty="0">
                <a:solidFill>
                  <a:srgbClr val="444444"/>
                </a:solidFill>
                <a:latin typeface="+mn-lt"/>
                <a:ea typeface="Tahoma" panose="020B0604030504040204" pitchFamily="34" charset="0"/>
                <a:cs typeface="Times New Roman" panose="02020603050405020304" pitchFamily="18" charset="0"/>
              </a:rPr>
              <a:t>       = 0.189 + 0.495 = 0.684</a:t>
            </a:r>
          </a:p>
          <a:p>
            <a:pPr marL="0" indent="0" fontAlgn="base">
              <a:spcAft>
                <a:spcPct val="0"/>
              </a:spcAft>
              <a:buNone/>
            </a:pPr>
            <a:r>
              <a:rPr lang="en-US" altLang="en-US" sz="2600" dirty="0">
                <a:solidFill>
                  <a:srgbClr val="444444"/>
                </a:solidFill>
                <a:latin typeface="+mn-lt"/>
                <a:ea typeface="Tahoma" panose="020B0604030504040204" pitchFamily="34" charset="0"/>
                <a:cs typeface="Times New Roman" panose="02020603050405020304" pitchFamily="18" charset="0"/>
              </a:rPr>
              <a:t>So, the probability that the job will be completed on time is </a:t>
            </a:r>
          </a:p>
          <a:p>
            <a:pPr marL="0" indent="0" fontAlgn="base">
              <a:spcAft>
                <a:spcPct val="0"/>
              </a:spcAft>
              <a:buNone/>
            </a:pPr>
            <a:r>
              <a:rPr lang="en-US" altLang="en-US" sz="2600" dirty="0">
                <a:solidFill>
                  <a:srgbClr val="FF0000"/>
                </a:solidFill>
                <a:latin typeface="+mn-lt"/>
                <a:ea typeface="Tahoma" panose="020B0604030504040204" pitchFamily="34" charset="0"/>
                <a:cs typeface="Times New Roman" panose="02020603050405020304" pitchFamily="18" charset="0"/>
              </a:rPr>
              <a:t>0.684.</a:t>
            </a:r>
          </a:p>
          <a:p>
            <a:pPr fontAlgn="base">
              <a:spcAft>
                <a:spcPct val="0"/>
              </a:spcAft>
            </a:pPr>
            <a:endParaRPr lang="en-IN" altLang="en-US" dirty="0">
              <a:ea typeface="Tahoma" panose="020B060403050404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Glossary</a:t>
            </a:r>
            <a:endParaRPr lang="en-IN" dirty="0"/>
          </a:p>
        </p:txBody>
      </p:sp>
      <p:sp>
        <p:nvSpPr>
          <p:cNvPr id="2" name="Content Placeholder 1"/>
          <p:cNvSpPr>
            <a:spLocks noGrp="1" noRot="1" noChangeAspect="1" noMove="1" noResize="1" noEditPoints="1" noAdjustHandles="1" noChangeArrowheads="1" noChangeShapeType="1" noTextEdit="1"/>
          </p:cNvSpPr>
          <p:nvPr>
            <p:ph type="body" sz="quarter" idx="13"/>
          </p:nvPr>
        </p:nvSpPr>
        <p:spPr>
          <a:blipFill>
            <a:blip r:embed="rId2"/>
            <a:stretch>
              <a:fillRect l="-815" t="-1471" r="-1778"/>
            </a:stretch>
          </a:blipFill>
        </p:spPr>
        <p:txBody>
          <a:bodyPr/>
          <a:lstStyle/>
          <a:p>
            <a:pPr>
              <a:defRPr/>
            </a:pPr>
            <a:r>
              <a:rPr lang="en-IN" dirty="0">
                <a:noFill/>
              </a:rPr>
              <a:t>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lstStyle/>
          <a:p>
            <a:pPr algn="l"/>
            <a:r>
              <a:rPr lang="en-US" dirty="0"/>
              <a:t>Important Formulae</a:t>
            </a:r>
            <a:endParaRPr lang="en-IN" dirty="0"/>
          </a:p>
        </p:txBody>
      </p:sp>
      <p:pic>
        <p:nvPicPr>
          <p:cNvPr id="6144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142999"/>
            <a:ext cx="5791200" cy="2766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4"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4090987"/>
            <a:ext cx="5791200" cy="209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normAutofit/>
          </a:bodyPr>
          <a:lstStyle/>
          <a:p>
            <a:pPr algn="l"/>
            <a:r>
              <a:rPr lang="en-US" sz="3200" dirty="0"/>
              <a:t>Important Formulae</a:t>
            </a:r>
            <a:endParaRPr lang="en-IN" sz="3200" dirty="0"/>
          </a:p>
        </p:txBody>
      </p:sp>
      <p:pic>
        <p:nvPicPr>
          <p:cNvPr id="6246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917" y="924933"/>
            <a:ext cx="5057775"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5"/>
          <p:cNvGrpSpPr/>
          <p:nvPr/>
        </p:nvGrpSpPr>
        <p:grpSpPr>
          <a:xfrm>
            <a:off x="522127" y="4748551"/>
            <a:ext cx="5268878" cy="1101396"/>
            <a:chOff x="1473413" y="5299249"/>
            <a:chExt cx="5268878" cy="1101396"/>
          </a:xfrm>
        </p:grpSpPr>
        <mc:AlternateContent xmlns:mc="http://schemas.openxmlformats.org/markup-compatibility/2006" xmlns:a14="http://schemas.microsoft.com/office/drawing/2010/main">
          <mc:Choice Requires="a14">
            <p:sp>
              <p:nvSpPr>
                <p:cNvPr id="4" name="TextBox 3"/>
                <p:cNvSpPr txBox="1"/>
                <p:nvPr/>
              </p:nvSpPr>
              <p:spPr>
                <a:xfrm>
                  <a:off x="1473413" y="5299249"/>
                  <a:ext cx="4317592" cy="27699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𝐵</m:t>
                            </m:r>
                          </m:e>
                        </m:d>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𝐵</m:t>
                            </m:r>
                          </m:e>
                          <m:e>
                            <m:r>
                              <a:rPr lang="en-US" b="0" i="1" smtClean="0">
                                <a:latin typeface="Cambria Math" panose="02040503050406030204" pitchFamily="18" charset="0"/>
                              </a:rPr>
                              <m:t>𝐴</m:t>
                            </m:r>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e>
                        </m:d>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𝐵</m:t>
                            </m:r>
                          </m:e>
                          <m:e>
                            <m:r>
                              <a:rPr lang="en-US" b="0" i="1" smtClean="0">
                                <a:latin typeface="Cambria Math" panose="02040503050406030204" pitchFamily="18" charset="0"/>
                              </a:rPr>
                              <m:t>𝐴</m:t>
                            </m:r>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e>
                        </m:d>
                      </m:oMath>
                    </m:oMathPara>
                  </a14:m>
                  <a:endParaRPr lang="en-US" b="0" dirty="0">
                    <a:ea typeface="Cambria Math" panose="02040503050406030204" pitchFamily="18" charset="0"/>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1473413" y="5299249"/>
                  <a:ext cx="4317592" cy="276999"/>
                </a:xfrm>
                <a:prstGeom prst="rect">
                  <a:avLst/>
                </a:prstGeom>
                <a:blipFill>
                  <a:blip r:embed="rId3"/>
                  <a:stretch>
                    <a:fillRect b="-652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1473413" y="5813946"/>
                  <a:ext cx="5268878" cy="586699"/>
                </a:xfrm>
                <a:prstGeom prst="rect">
                  <a:avLst/>
                </a:prstGeom>
                <a:noFill/>
              </p:spPr>
              <p:txBody>
                <a:bodyPr wrap="none" lIns="0" tIns="0" rIns="0" bIns="0" rtlCol="0">
                  <a:spAutoFit/>
                </a:bodyPr>
                <a:lstStyle/>
                <a:p>
                  <a:pPr/>
                  <a14:m>
                    <m:oMathPara xmlns:m="http://schemas.openxmlformats.org/officeDocument/2006/math">
                      <m:oMath>
                        <m:r>
                          <a:rPr lang="en-IN"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𝐴</m:t>
                            </m:r>
                          </m:e>
                          <m:e>
                            <m:r>
                              <a:rPr lang="en-US" b="0" i="1" smtClean="0">
                                <a:latin typeface="Cambria Math" panose="02040503050406030204" pitchFamily="18" charset="0"/>
                                <a:ea typeface="Cambria Math" panose="02040503050406030204" pitchFamily="18" charset="0"/>
                              </a:rPr>
                              <m:t>𝐵</m:t>
                            </m:r>
                          </m:e>
                        </m:d>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𝐴</m:t>
                                </m:r>
                              </m:e>
                            </m:d>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num>
                          <m:den>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den>
                        </m:f>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𝑜𝑟</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𝐵</m:t>
                            </m:r>
                          </m:e>
                          <m:e>
                            <m:r>
                              <a:rPr lang="en-US" b="0" i="1" smtClean="0">
                                <a:latin typeface="Cambria Math" panose="02040503050406030204" pitchFamily="18" charset="0"/>
                                <a:ea typeface="Cambria Math" panose="02040503050406030204" pitchFamily="18" charset="0"/>
                              </a:rPr>
                              <m:t>𝐴</m:t>
                            </m:r>
                          </m:e>
                        </m:d>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𝐵</m:t>
                                </m:r>
                              </m:e>
                            </m:d>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num>
                          <m:den>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den>
                        </m:f>
                      </m:oMath>
                    </m:oMathPara>
                  </a14:m>
                  <a:endParaRPr lang="en-IN" dirty="0"/>
                </a:p>
              </p:txBody>
            </p:sp>
          </mc:Choice>
          <mc:Fallback xmlns="">
            <p:sp>
              <p:nvSpPr>
                <p:cNvPr id="5" name="TextBox 4"/>
                <p:cNvSpPr txBox="1">
                  <a:spLocks noRot="1" noChangeAspect="1" noMove="1" noResize="1" noEditPoints="1" noAdjustHandles="1" noChangeArrowheads="1" noChangeShapeType="1" noTextEdit="1"/>
                </p:cNvSpPr>
                <p:nvPr/>
              </p:nvSpPr>
              <p:spPr>
                <a:xfrm>
                  <a:off x="1473413" y="5813946"/>
                  <a:ext cx="5268878" cy="586699"/>
                </a:xfrm>
                <a:prstGeom prst="rect">
                  <a:avLst/>
                </a:prstGeom>
                <a:blipFill>
                  <a:blip r:embed="rId4"/>
                  <a:stretch>
                    <a:fillRect/>
                  </a:stretch>
                </a:blipFill>
              </p:spPr>
              <p:txBody>
                <a:bodyPr/>
                <a:lstStyle/>
                <a:p>
                  <a:r>
                    <a:rPr lang="en-IN">
                      <a:noFill/>
                    </a:rPr>
                    <a:t> </a:t>
                  </a:r>
                </a:p>
              </p:txBody>
            </p:sp>
          </mc:Fallback>
        </mc:AlternateContent>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
          <p:cNvSpPr>
            <a:spLocks noChangeArrowheads="1"/>
          </p:cNvSpPr>
          <p:nvPr/>
        </p:nvSpPr>
        <p:spPr bwMode="auto">
          <a:xfrm>
            <a:off x="76200" y="1192135"/>
            <a:ext cx="8915400" cy="4662815"/>
          </a:xfrm>
          <a:prstGeom prst="rect">
            <a:avLst/>
          </a:prstGeom>
          <a:noFill/>
          <a:ln w="9525">
            <a:noFill/>
            <a:miter lim="800000"/>
            <a:headEnd/>
            <a:tailEnd/>
          </a:ln>
        </p:spPr>
        <p:txBody>
          <a:bodyPr>
            <a:spAutoFit/>
          </a:bodyPr>
          <a:lstStyle/>
          <a:p>
            <a:pPr algn="just" defTabSz="914400" eaLnBrk="1" hangingPunct="1">
              <a:spcBef>
                <a:spcPct val="50000"/>
              </a:spcBef>
              <a:defRPr/>
            </a:pPr>
            <a:r>
              <a:rPr lang="en-US" sz="2000" dirty="0">
                <a:highlight>
                  <a:srgbClr val="FFFF00"/>
                </a:highlight>
                <a:cs typeface="Times New Roman" panose="02020603050405020304" pitchFamily="18" charset="0"/>
              </a:rPr>
              <a:t>Example 1</a:t>
            </a:r>
            <a:r>
              <a:rPr lang="en-US" sz="2000" dirty="0">
                <a:cs typeface="Times New Roman" panose="02020603050405020304" pitchFamily="18" charset="0"/>
              </a:rPr>
              <a:t>.</a:t>
            </a:r>
          </a:p>
          <a:p>
            <a:pPr algn="just" defTabSz="914400" eaLnBrk="1" hangingPunct="1">
              <a:spcBef>
                <a:spcPct val="50000"/>
              </a:spcBef>
              <a:defRPr/>
            </a:pPr>
            <a:r>
              <a:rPr lang="en-US" sz="2000" dirty="0">
                <a:cs typeface="Times New Roman" panose="02020603050405020304" pitchFamily="18" charset="0"/>
              </a:rPr>
              <a:t> An office has 4 secretaries handling respectively 20%, 60%,15% and 5% of the files of all government reports. The probability that they misfile such reports are respectively 0.05, 0.1, 0.1 and 0.05. Find the probability that the misfiled report can be blamed on the first secretary.</a:t>
            </a:r>
          </a:p>
          <a:p>
            <a:pPr algn="just" defTabSz="914400" eaLnBrk="1" hangingPunct="1">
              <a:spcBef>
                <a:spcPct val="50000"/>
              </a:spcBef>
              <a:defRPr/>
            </a:pPr>
            <a:r>
              <a:rPr lang="en-US" sz="2000" b="1" dirty="0">
                <a:solidFill>
                  <a:srgbClr val="FF0000"/>
                </a:solidFill>
                <a:cs typeface="Times New Roman" panose="02020603050405020304" pitchFamily="18" charset="0"/>
              </a:rPr>
              <a:t>Ans: 0.1143 </a:t>
            </a:r>
          </a:p>
          <a:p>
            <a:pPr algn="just" defTabSz="914400" eaLnBrk="1" hangingPunct="1">
              <a:spcBef>
                <a:spcPct val="50000"/>
              </a:spcBef>
              <a:defRPr/>
            </a:pPr>
            <a:r>
              <a:rPr lang="en-US" sz="2000" dirty="0">
                <a:highlight>
                  <a:srgbClr val="FFFF00"/>
                </a:highlight>
                <a:cs typeface="Times New Roman" panose="02020603050405020304" pitchFamily="18" charset="0"/>
              </a:rPr>
              <a:t>Example 2</a:t>
            </a:r>
            <a:r>
              <a:rPr lang="en-US" sz="2000" dirty="0">
                <a:cs typeface="Times New Roman" panose="02020603050405020304" pitchFamily="18" charset="0"/>
              </a:rPr>
              <a:t>. </a:t>
            </a:r>
          </a:p>
          <a:p>
            <a:pPr algn="just" defTabSz="914400" eaLnBrk="1" hangingPunct="1">
              <a:spcBef>
                <a:spcPct val="50000"/>
              </a:spcBef>
              <a:defRPr/>
            </a:pPr>
            <a:r>
              <a:rPr lang="en-US" sz="2000" dirty="0">
                <a:cs typeface="Times New Roman" panose="02020603050405020304" pitchFamily="18" charset="0"/>
              </a:rPr>
              <a:t>In a class 70% are boys and 30% are girls. 5% of boys and 3% of girls are irregular to the classes. What is the probability of a student selected at random is irregular to the classes and what is the probability that the irregular student is a girl? </a:t>
            </a:r>
          </a:p>
          <a:p>
            <a:pPr algn="just" defTabSz="914400" eaLnBrk="1" hangingPunct="1">
              <a:spcBef>
                <a:spcPct val="50000"/>
              </a:spcBef>
              <a:defRPr/>
            </a:pPr>
            <a:r>
              <a:rPr lang="en-US" sz="2000" b="1" dirty="0">
                <a:solidFill>
                  <a:srgbClr val="FF0000"/>
                </a:solidFill>
                <a:cs typeface="Times New Roman" panose="02020603050405020304" pitchFamily="18" charset="0"/>
              </a:rPr>
              <a:t>Ans: P(Irregular Student) = 0.044, P( Irregular and Girl) = 0.009</a:t>
            </a:r>
          </a:p>
          <a:p>
            <a:pPr algn="just" defTabSz="914400" eaLnBrk="1" hangingPunct="1">
              <a:spcBef>
                <a:spcPct val="50000"/>
              </a:spcBef>
              <a:defRPr/>
            </a:pPr>
            <a:endParaRPr lang="en-US" dirty="0">
              <a:solidFill>
                <a:srgbClr val="0000FF"/>
              </a:solidFill>
              <a:latin typeface="Arial" charset="0"/>
              <a:cs typeface="Arial" charset="0"/>
            </a:endParaRPr>
          </a:p>
        </p:txBody>
      </p:sp>
      <p:sp>
        <p:nvSpPr>
          <p:cNvPr id="2" name="Title 1"/>
          <p:cNvSpPr>
            <a:spLocks noGrp="1"/>
          </p:cNvSpPr>
          <p:nvPr>
            <p:ph type="title"/>
          </p:nvPr>
        </p:nvSpPr>
        <p:spPr>
          <a:xfrm>
            <a:off x="76200" y="160569"/>
            <a:ext cx="7543800" cy="764364"/>
          </a:xfrm>
        </p:spPr>
        <p:txBody>
          <a:bodyPr>
            <a:normAutofit/>
          </a:bodyPr>
          <a:lstStyle/>
          <a:p>
            <a:pPr algn="l"/>
            <a:r>
              <a:rPr lang="en-US" sz="3200" dirty="0"/>
              <a:t>Practice Problems</a:t>
            </a:r>
            <a:endParaRPr lang="en-IN" sz="3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
          <p:cNvSpPr>
            <a:spLocks noChangeArrowheads="1"/>
          </p:cNvSpPr>
          <p:nvPr/>
        </p:nvSpPr>
        <p:spPr bwMode="auto">
          <a:xfrm>
            <a:off x="319177" y="1076688"/>
            <a:ext cx="8419382" cy="4657685"/>
          </a:xfrm>
          <a:prstGeom prst="rect">
            <a:avLst/>
          </a:prstGeom>
          <a:noFill/>
          <a:ln w="9525">
            <a:noFill/>
            <a:miter lim="800000"/>
            <a:headEnd/>
            <a:tailEnd/>
          </a:ln>
        </p:spPr>
        <p:txBody>
          <a:bodyPr wrap="square">
            <a:spAutoFit/>
          </a:bodyPr>
          <a:lstStyle/>
          <a:p>
            <a:pPr algn="just" defTabSz="914400" eaLnBrk="1" hangingPunct="1">
              <a:spcBef>
                <a:spcPct val="50000"/>
              </a:spcBef>
              <a:defRPr/>
            </a:pPr>
            <a:r>
              <a:rPr lang="en-US" dirty="0">
                <a:solidFill>
                  <a:srgbClr val="FF0000"/>
                </a:solidFill>
                <a:highlight>
                  <a:srgbClr val="FFFF00"/>
                </a:highlight>
                <a:cs typeface="Times New Roman" panose="02020603050405020304" pitchFamily="18" charset="0"/>
              </a:rPr>
              <a:t>Example 3</a:t>
            </a:r>
            <a:r>
              <a:rPr lang="en-US" dirty="0">
                <a:solidFill>
                  <a:srgbClr val="FF0000"/>
                </a:solidFill>
                <a:cs typeface="Times New Roman" panose="02020603050405020304" pitchFamily="18" charset="0"/>
              </a:rPr>
              <a:t>.</a:t>
            </a:r>
            <a:r>
              <a:rPr lang="en-US" dirty="0">
                <a:solidFill>
                  <a:srgbClr val="0000FF"/>
                </a:solidFill>
                <a:cs typeface="Times New Roman" panose="02020603050405020304" pitchFamily="18" charset="0"/>
              </a:rPr>
              <a:t> </a:t>
            </a:r>
          </a:p>
          <a:p>
            <a:pPr algn="just" defTabSz="914400" eaLnBrk="1" hangingPunct="1">
              <a:spcBef>
                <a:spcPct val="50000"/>
              </a:spcBef>
              <a:defRPr/>
            </a:pPr>
            <a:r>
              <a:rPr lang="en-US" dirty="0">
                <a:cs typeface="Times New Roman" panose="02020603050405020304" pitchFamily="18" charset="0"/>
              </a:rPr>
              <a:t>Three machines A, B and C produce respectively 60%, 30% and 10% of the total number of items of a factory. The percentage of defective outputs of these machines are 2%, 3% and 4%. An item is selected at random and is found to be defective.</a:t>
            </a:r>
          </a:p>
          <a:p>
            <a:pPr algn="just" defTabSz="914400" eaLnBrk="1" hangingPunct="1">
              <a:spcBef>
                <a:spcPct val="50000"/>
              </a:spcBef>
              <a:defRPr/>
            </a:pPr>
            <a:r>
              <a:rPr lang="en-US" dirty="0">
                <a:cs typeface="Times New Roman" panose="02020603050405020304" pitchFamily="18" charset="0"/>
              </a:rPr>
              <a:t> (</a:t>
            </a:r>
            <a:r>
              <a:rPr lang="en-US" dirty="0" err="1">
                <a:cs typeface="Times New Roman" panose="02020603050405020304" pitchFamily="18" charset="0"/>
              </a:rPr>
              <a:t>i</a:t>
            </a:r>
            <a:r>
              <a:rPr lang="en-US" dirty="0">
                <a:cs typeface="Times New Roman" panose="02020603050405020304" pitchFamily="18" charset="0"/>
              </a:rPr>
              <a:t>) Find the probability that the item was not defective and  produced by machine C?</a:t>
            </a:r>
          </a:p>
          <a:p>
            <a:pPr algn="just" defTabSz="914400" eaLnBrk="1" hangingPunct="1">
              <a:spcBef>
                <a:spcPct val="50000"/>
              </a:spcBef>
              <a:defRPr/>
            </a:pPr>
            <a:r>
              <a:rPr lang="en-US" b="1" dirty="0">
                <a:solidFill>
                  <a:srgbClr val="FF0000"/>
                </a:solidFill>
                <a:cs typeface="Times New Roman" panose="02020603050405020304" pitchFamily="18" charset="0"/>
              </a:rPr>
              <a:t>Ans: 0.096</a:t>
            </a:r>
          </a:p>
          <a:p>
            <a:pPr algn="just" defTabSz="914400" eaLnBrk="1" hangingPunct="1">
              <a:spcBef>
                <a:spcPct val="50000"/>
              </a:spcBef>
              <a:defRPr/>
            </a:pPr>
            <a:r>
              <a:rPr lang="en-US" dirty="0">
                <a:cs typeface="Times New Roman" panose="02020603050405020304" pitchFamily="18" charset="0"/>
              </a:rPr>
              <a:t> (ii) What is the probability that the item was produced by machine C or B? </a:t>
            </a:r>
            <a:r>
              <a:rPr lang="en-US" b="1" dirty="0">
                <a:solidFill>
                  <a:srgbClr val="FF0000"/>
                </a:solidFill>
                <a:cs typeface="Times New Roman" panose="02020603050405020304" pitchFamily="18" charset="0"/>
              </a:rPr>
              <a:t>Ans: 0.4</a:t>
            </a:r>
          </a:p>
          <a:p>
            <a:pPr marL="12700" eaLnBrk="1" fontAlgn="auto" hangingPunct="1">
              <a:spcBef>
                <a:spcPts val="680"/>
              </a:spcBef>
              <a:spcAft>
                <a:spcPts val="0"/>
              </a:spcAft>
              <a:defRPr/>
            </a:pPr>
            <a:r>
              <a:rPr lang="en-US" dirty="0">
                <a:highlight>
                  <a:srgbClr val="FFFF00"/>
                </a:highlight>
                <a:cs typeface="Times New Roman" panose="02020603050405020304" pitchFamily="18" charset="0"/>
              </a:rPr>
              <a:t>Example: 4 </a:t>
            </a:r>
          </a:p>
          <a:p>
            <a:pPr marL="12700" eaLnBrk="1" fontAlgn="auto" hangingPunct="1">
              <a:spcBef>
                <a:spcPts val="680"/>
              </a:spcBef>
              <a:spcAft>
                <a:spcPts val="0"/>
              </a:spcAft>
              <a:defRPr/>
            </a:pPr>
            <a:r>
              <a:rPr lang="en-US" dirty="0">
                <a:cs typeface="Times New Roman" panose="02020603050405020304" pitchFamily="18" charset="0"/>
              </a:rPr>
              <a:t>A</a:t>
            </a:r>
            <a:r>
              <a:rPr lang="en-US" spc="-150" dirty="0">
                <a:cs typeface="Times New Roman" panose="02020603050405020304" pitchFamily="18" charset="0"/>
              </a:rPr>
              <a:t> </a:t>
            </a:r>
            <a:r>
              <a:rPr lang="en-US" dirty="0">
                <a:cs typeface="Times New Roman" panose="02020603050405020304" pitchFamily="18" charset="0"/>
              </a:rPr>
              <a:t>card</a:t>
            </a:r>
            <a:r>
              <a:rPr lang="en-US" spc="5" dirty="0">
                <a:cs typeface="Times New Roman" panose="02020603050405020304" pitchFamily="18" charset="0"/>
              </a:rPr>
              <a:t> </a:t>
            </a:r>
            <a:r>
              <a:rPr lang="en-US" dirty="0">
                <a:cs typeface="Times New Roman" panose="02020603050405020304" pitchFamily="18" charset="0"/>
              </a:rPr>
              <a:t>is</a:t>
            </a:r>
            <a:r>
              <a:rPr lang="en-US" spc="10" dirty="0">
                <a:cs typeface="Times New Roman" panose="02020603050405020304" pitchFamily="18" charset="0"/>
              </a:rPr>
              <a:t> </a:t>
            </a:r>
            <a:r>
              <a:rPr lang="en-US" spc="-5" dirty="0">
                <a:cs typeface="Times New Roman" panose="02020603050405020304" pitchFamily="18" charset="0"/>
              </a:rPr>
              <a:t>randomly</a:t>
            </a:r>
            <a:r>
              <a:rPr lang="en-US" spc="10" dirty="0">
                <a:cs typeface="Times New Roman" panose="02020603050405020304" pitchFamily="18" charset="0"/>
              </a:rPr>
              <a:t> </a:t>
            </a:r>
            <a:r>
              <a:rPr lang="en-US" spc="-5" dirty="0">
                <a:cs typeface="Times New Roman" panose="02020603050405020304" pitchFamily="18" charset="0"/>
              </a:rPr>
              <a:t>drawn</a:t>
            </a:r>
            <a:r>
              <a:rPr lang="en-US" spc="25" dirty="0">
                <a:cs typeface="Times New Roman" panose="02020603050405020304" pitchFamily="18" charset="0"/>
              </a:rPr>
              <a:t> </a:t>
            </a:r>
            <a:r>
              <a:rPr lang="en-US" dirty="0">
                <a:cs typeface="Times New Roman" panose="02020603050405020304" pitchFamily="18" charset="0"/>
              </a:rPr>
              <a:t>from</a:t>
            </a:r>
            <a:r>
              <a:rPr lang="en-US" spc="-20" dirty="0">
                <a:cs typeface="Times New Roman" panose="02020603050405020304" pitchFamily="18" charset="0"/>
              </a:rPr>
              <a:t> </a:t>
            </a:r>
            <a:r>
              <a:rPr lang="en-US" dirty="0">
                <a:cs typeface="Times New Roman" panose="02020603050405020304" pitchFamily="18" charset="0"/>
              </a:rPr>
              <a:t>an</a:t>
            </a:r>
            <a:r>
              <a:rPr lang="en-US" spc="-5" dirty="0">
                <a:cs typeface="Times New Roman" panose="02020603050405020304" pitchFamily="18" charset="0"/>
              </a:rPr>
              <a:t> incomplete</a:t>
            </a:r>
            <a:r>
              <a:rPr lang="en-US" spc="30" dirty="0">
                <a:cs typeface="Times New Roman" panose="02020603050405020304" pitchFamily="18" charset="0"/>
              </a:rPr>
              <a:t> </a:t>
            </a:r>
            <a:r>
              <a:rPr lang="en-US" spc="-5" dirty="0">
                <a:cs typeface="Times New Roman" panose="02020603050405020304" pitchFamily="18" charset="0"/>
              </a:rPr>
              <a:t>deck</a:t>
            </a:r>
            <a:r>
              <a:rPr lang="en-US" spc="5" dirty="0">
                <a:cs typeface="Times New Roman" panose="02020603050405020304" pitchFamily="18" charset="0"/>
              </a:rPr>
              <a:t> </a:t>
            </a:r>
            <a:r>
              <a:rPr lang="en-US" dirty="0">
                <a:cs typeface="Times New Roman" panose="02020603050405020304" pitchFamily="18" charset="0"/>
              </a:rPr>
              <a:t>of</a:t>
            </a:r>
            <a:r>
              <a:rPr lang="en-US" spc="5" dirty="0">
                <a:cs typeface="Times New Roman" panose="02020603050405020304" pitchFamily="18" charset="0"/>
              </a:rPr>
              <a:t> </a:t>
            </a:r>
            <a:r>
              <a:rPr lang="en-US" spc="-5" dirty="0">
                <a:cs typeface="Times New Roman" panose="02020603050405020304" pitchFamily="18" charset="0"/>
              </a:rPr>
              <a:t>cards</a:t>
            </a:r>
            <a:r>
              <a:rPr lang="en-US" spc="5" dirty="0">
                <a:cs typeface="Times New Roman" panose="02020603050405020304" pitchFamily="18" charset="0"/>
              </a:rPr>
              <a:t> </a:t>
            </a:r>
            <a:r>
              <a:rPr lang="en-US" dirty="0">
                <a:cs typeface="Times New Roman" panose="02020603050405020304" pitchFamily="18" charset="0"/>
              </a:rPr>
              <a:t>from</a:t>
            </a:r>
            <a:r>
              <a:rPr lang="en-US" spc="-10" dirty="0">
                <a:cs typeface="Times New Roman" panose="02020603050405020304" pitchFamily="18" charset="0"/>
              </a:rPr>
              <a:t> </a:t>
            </a:r>
            <a:r>
              <a:rPr lang="en-US" spc="-5" dirty="0">
                <a:cs typeface="Times New Roman" panose="02020603050405020304" pitchFamily="18" charset="0"/>
              </a:rPr>
              <a:t>which</a:t>
            </a:r>
            <a:r>
              <a:rPr lang="en-US" spc="20" dirty="0">
                <a:cs typeface="Times New Roman" panose="02020603050405020304" pitchFamily="18" charset="0"/>
              </a:rPr>
              <a:t> </a:t>
            </a:r>
            <a:r>
              <a:rPr lang="en-US" dirty="0">
                <a:cs typeface="Times New Roman" panose="02020603050405020304" pitchFamily="18" charset="0"/>
              </a:rPr>
              <a:t>the</a:t>
            </a:r>
            <a:r>
              <a:rPr lang="en-US" spc="-10" dirty="0">
                <a:cs typeface="Times New Roman" panose="02020603050405020304" pitchFamily="18" charset="0"/>
              </a:rPr>
              <a:t> </a:t>
            </a:r>
            <a:r>
              <a:rPr lang="en-US" dirty="0">
                <a:cs typeface="Times New Roman" panose="02020603050405020304" pitchFamily="18" charset="0"/>
              </a:rPr>
              <a:t>ace of</a:t>
            </a:r>
            <a:r>
              <a:rPr lang="en-US" spc="-15" dirty="0">
                <a:cs typeface="Times New Roman" panose="02020603050405020304" pitchFamily="18" charset="0"/>
              </a:rPr>
              <a:t> </a:t>
            </a:r>
            <a:r>
              <a:rPr lang="en-US" spc="-5" dirty="0">
                <a:cs typeface="Times New Roman" panose="02020603050405020304" pitchFamily="18" charset="0"/>
              </a:rPr>
              <a:t>diamonds</a:t>
            </a:r>
            <a:r>
              <a:rPr lang="en-US" spc="10" dirty="0">
                <a:cs typeface="Times New Roman" panose="02020603050405020304" pitchFamily="18" charset="0"/>
              </a:rPr>
              <a:t> </a:t>
            </a:r>
            <a:r>
              <a:rPr lang="en-US" spc="-5" dirty="0">
                <a:cs typeface="Times New Roman" panose="02020603050405020304" pitchFamily="18" charset="0"/>
              </a:rPr>
              <a:t>is</a:t>
            </a:r>
            <a:r>
              <a:rPr lang="en-US" spc="-10" dirty="0">
                <a:cs typeface="Times New Roman" panose="02020603050405020304" pitchFamily="18" charset="0"/>
              </a:rPr>
              <a:t> </a:t>
            </a:r>
            <a:r>
              <a:rPr lang="en-US" spc="-5" dirty="0">
                <a:cs typeface="Times New Roman" panose="02020603050405020304" pitchFamily="18" charset="0"/>
              </a:rPr>
              <a:t>missing.</a:t>
            </a:r>
            <a:endParaRPr lang="en-US" dirty="0">
              <a:cs typeface="Times New Roman" panose="02020603050405020304" pitchFamily="18" charset="0"/>
            </a:endParaRPr>
          </a:p>
          <a:p>
            <a:pPr marL="351155" indent="-339090" eaLnBrk="1" fontAlgn="auto" hangingPunct="1">
              <a:spcBef>
                <a:spcPts val="580"/>
              </a:spcBef>
              <a:spcAft>
                <a:spcPts val="0"/>
              </a:spcAft>
              <a:buFontTx/>
              <a:buAutoNum type="arabicPeriod"/>
              <a:tabLst>
                <a:tab pos="351790" algn="l"/>
              </a:tabLst>
              <a:defRPr/>
            </a:pPr>
            <a:r>
              <a:rPr lang="en-US" dirty="0">
                <a:cs typeface="Times New Roman" panose="02020603050405020304" pitchFamily="18" charset="0"/>
              </a:rPr>
              <a:t>What</a:t>
            </a:r>
            <a:r>
              <a:rPr lang="en-US" spc="-20" dirty="0">
                <a:cs typeface="Times New Roman" panose="02020603050405020304" pitchFamily="18" charset="0"/>
              </a:rPr>
              <a:t> </a:t>
            </a:r>
            <a:r>
              <a:rPr lang="en-US" spc="-5" dirty="0">
                <a:cs typeface="Times New Roman" panose="02020603050405020304" pitchFamily="18" charset="0"/>
              </a:rPr>
              <a:t>is</a:t>
            </a:r>
            <a:r>
              <a:rPr lang="en-US" spc="-10" dirty="0">
                <a:cs typeface="Times New Roman" panose="02020603050405020304" pitchFamily="18" charset="0"/>
              </a:rPr>
              <a:t> </a:t>
            </a:r>
            <a:r>
              <a:rPr lang="en-US" dirty="0">
                <a:cs typeface="Times New Roman" panose="02020603050405020304" pitchFamily="18" charset="0"/>
              </a:rPr>
              <a:t>the</a:t>
            </a:r>
            <a:r>
              <a:rPr lang="en-US" spc="-5" dirty="0">
                <a:cs typeface="Times New Roman" panose="02020603050405020304" pitchFamily="18" charset="0"/>
              </a:rPr>
              <a:t> probability</a:t>
            </a:r>
            <a:r>
              <a:rPr lang="en-US" spc="30" dirty="0">
                <a:cs typeface="Times New Roman" panose="02020603050405020304" pitchFamily="18" charset="0"/>
              </a:rPr>
              <a:t> </a:t>
            </a:r>
            <a:r>
              <a:rPr lang="en-US" dirty="0">
                <a:cs typeface="Times New Roman" panose="02020603050405020304" pitchFamily="18" charset="0"/>
              </a:rPr>
              <a:t>that</a:t>
            </a:r>
            <a:r>
              <a:rPr lang="en-US" spc="-20" dirty="0">
                <a:cs typeface="Times New Roman" panose="02020603050405020304" pitchFamily="18" charset="0"/>
              </a:rPr>
              <a:t> </a:t>
            </a:r>
            <a:r>
              <a:rPr lang="en-US" dirty="0">
                <a:cs typeface="Times New Roman" panose="02020603050405020304" pitchFamily="18" charset="0"/>
              </a:rPr>
              <a:t>the</a:t>
            </a:r>
            <a:r>
              <a:rPr lang="en-US" spc="-5" dirty="0">
                <a:cs typeface="Times New Roman" panose="02020603050405020304" pitchFamily="18" charset="0"/>
              </a:rPr>
              <a:t> </a:t>
            </a:r>
            <a:r>
              <a:rPr lang="en-US" dirty="0">
                <a:cs typeface="Times New Roman" panose="02020603050405020304" pitchFamily="18" charset="0"/>
              </a:rPr>
              <a:t>card</a:t>
            </a:r>
            <a:r>
              <a:rPr lang="en-US" spc="-15" dirty="0">
                <a:cs typeface="Times New Roman" panose="02020603050405020304" pitchFamily="18" charset="0"/>
              </a:rPr>
              <a:t> </a:t>
            </a:r>
            <a:r>
              <a:rPr lang="en-US" spc="-5" dirty="0">
                <a:cs typeface="Times New Roman" panose="02020603050405020304" pitchFamily="18" charset="0"/>
              </a:rPr>
              <a:t>is</a:t>
            </a:r>
            <a:r>
              <a:rPr lang="en-US" spc="-10" dirty="0">
                <a:cs typeface="Times New Roman" panose="02020603050405020304" pitchFamily="18" charset="0"/>
              </a:rPr>
              <a:t> </a:t>
            </a:r>
            <a:r>
              <a:rPr lang="en-US" spc="-5" dirty="0">
                <a:cs typeface="Times New Roman" panose="02020603050405020304" pitchFamily="18" charset="0"/>
              </a:rPr>
              <a:t>“clubs”? </a:t>
            </a:r>
            <a:r>
              <a:rPr lang="en-US" b="1" spc="-5" dirty="0">
                <a:solidFill>
                  <a:srgbClr val="FF0000"/>
                </a:solidFill>
                <a:cs typeface="Times New Roman" panose="02020603050405020304" pitchFamily="18" charset="0"/>
              </a:rPr>
              <a:t>( Ans. 13/51)</a:t>
            </a:r>
            <a:endParaRPr lang="en-US" b="1" dirty="0">
              <a:solidFill>
                <a:srgbClr val="FF0000"/>
              </a:solidFill>
              <a:cs typeface="Times New Roman" panose="02020603050405020304" pitchFamily="18" charset="0"/>
            </a:endParaRPr>
          </a:p>
          <a:p>
            <a:pPr marL="351155" indent="-339090" eaLnBrk="1" fontAlgn="auto" hangingPunct="1">
              <a:spcBef>
                <a:spcPts val="575"/>
              </a:spcBef>
              <a:spcAft>
                <a:spcPts val="0"/>
              </a:spcAft>
              <a:buFontTx/>
              <a:buAutoNum type="arabicPeriod"/>
              <a:tabLst>
                <a:tab pos="351790" algn="l"/>
              </a:tabLst>
              <a:defRPr/>
            </a:pPr>
            <a:r>
              <a:rPr lang="en-US" dirty="0">
                <a:cs typeface="Times New Roman" panose="02020603050405020304" pitchFamily="18" charset="0"/>
              </a:rPr>
              <a:t>What</a:t>
            </a:r>
            <a:r>
              <a:rPr lang="en-US" spc="-20" dirty="0">
                <a:cs typeface="Times New Roman" panose="02020603050405020304" pitchFamily="18" charset="0"/>
              </a:rPr>
              <a:t> </a:t>
            </a:r>
            <a:r>
              <a:rPr lang="en-US" spc="-5" dirty="0">
                <a:cs typeface="Times New Roman" panose="02020603050405020304" pitchFamily="18" charset="0"/>
              </a:rPr>
              <a:t>is</a:t>
            </a:r>
            <a:r>
              <a:rPr lang="en-US" spc="-10" dirty="0">
                <a:cs typeface="Times New Roman" panose="02020603050405020304" pitchFamily="18" charset="0"/>
              </a:rPr>
              <a:t> </a:t>
            </a:r>
            <a:r>
              <a:rPr lang="en-US" dirty="0">
                <a:cs typeface="Times New Roman" panose="02020603050405020304" pitchFamily="18" charset="0"/>
              </a:rPr>
              <a:t>the</a:t>
            </a:r>
            <a:r>
              <a:rPr lang="en-US" spc="-5" dirty="0">
                <a:cs typeface="Times New Roman" panose="02020603050405020304" pitchFamily="18" charset="0"/>
              </a:rPr>
              <a:t> probability</a:t>
            </a:r>
            <a:r>
              <a:rPr lang="en-US" spc="35" dirty="0">
                <a:cs typeface="Times New Roman" panose="02020603050405020304" pitchFamily="18" charset="0"/>
              </a:rPr>
              <a:t> </a:t>
            </a:r>
            <a:r>
              <a:rPr lang="en-US" dirty="0">
                <a:cs typeface="Times New Roman" panose="02020603050405020304" pitchFamily="18" charset="0"/>
              </a:rPr>
              <a:t>that</a:t>
            </a:r>
            <a:r>
              <a:rPr lang="en-US" spc="-20" dirty="0">
                <a:cs typeface="Times New Roman" panose="02020603050405020304" pitchFamily="18" charset="0"/>
              </a:rPr>
              <a:t> </a:t>
            </a:r>
            <a:r>
              <a:rPr lang="en-US" dirty="0">
                <a:cs typeface="Times New Roman" panose="02020603050405020304" pitchFamily="18" charset="0"/>
              </a:rPr>
              <a:t>the</a:t>
            </a:r>
            <a:r>
              <a:rPr lang="en-US" spc="-10" dirty="0">
                <a:cs typeface="Times New Roman" panose="02020603050405020304" pitchFamily="18" charset="0"/>
              </a:rPr>
              <a:t> </a:t>
            </a:r>
            <a:r>
              <a:rPr lang="en-US" dirty="0">
                <a:cs typeface="Times New Roman" panose="02020603050405020304" pitchFamily="18" charset="0"/>
              </a:rPr>
              <a:t>card</a:t>
            </a:r>
            <a:r>
              <a:rPr lang="en-US" spc="-10" dirty="0">
                <a:cs typeface="Times New Roman" panose="02020603050405020304" pitchFamily="18" charset="0"/>
              </a:rPr>
              <a:t> </a:t>
            </a:r>
            <a:r>
              <a:rPr lang="en-US" spc="-5" dirty="0">
                <a:cs typeface="Times New Roman" panose="02020603050405020304" pitchFamily="18" charset="0"/>
              </a:rPr>
              <a:t>is</a:t>
            </a:r>
            <a:r>
              <a:rPr lang="en-US" spc="-10" dirty="0">
                <a:cs typeface="Times New Roman" panose="02020603050405020304" pitchFamily="18" charset="0"/>
              </a:rPr>
              <a:t> </a:t>
            </a:r>
            <a:r>
              <a:rPr lang="en-US" dirty="0">
                <a:cs typeface="Times New Roman" panose="02020603050405020304" pitchFamily="18" charset="0"/>
              </a:rPr>
              <a:t>a</a:t>
            </a:r>
            <a:r>
              <a:rPr lang="en-US" spc="-10" dirty="0">
                <a:cs typeface="Times New Roman" panose="02020603050405020304" pitchFamily="18" charset="0"/>
              </a:rPr>
              <a:t> </a:t>
            </a:r>
            <a:r>
              <a:rPr lang="en-US" spc="-5" dirty="0">
                <a:cs typeface="Times New Roman" panose="02020603050405020304" pitchFamily="18" charset="0"/>
              </a:rPr>
              <a:t>“queen”? </a:t>
            </a:r>
            <a:r>
              <a:rPr lang="en-US" b="1" spc="-5" dirty="0">
                <a:solidFill>
                  <a:srgbClr val="FF0000"/>
                </a:solidFill>
                <a:cs typeface="Times New Roman" panose="02020603050405020304" pitchFamily="18" charset="0"/>
              </a:rPr>
              <a:t>(Ans. 4/51)</a:t>
            </a:r>
            <a:endParaRPr lang="en-US" b="1" dirty="0">
              <a:solidFill>
                <a:srgbClr val="FF0000"/>
              </a:solidFill>
              <a:cs typeface="Times New Roman" panose="02020603050405020304" pitchFamily="18" charset="0"/>
            </a:endParaRPr>
          </a:p>
          <a:p>
            <a:pPr marL="334010" indent="-321945" eaLnBrk="1" fontAlgn="auto" hangingPunct="1">
              <a:spcBef>
                <a:spcPts val="580"/>
              </a:spcBef>
              <a:spcAft>
                <a:spcPts val="0"/>
              </a:spcAft>
              <a:buFontTx/>
              <a:buAutoNum type="arabicPeriod"/>
              <a:tabLst>
                <a:tab pos="334645" algn="l"/>
              </a:tabLst>
              <a:defRPr/>
            </a:pPr>
            <a:r>
              <a:rPr lang="en-US" dirty="0">
                <a:cs typeface="Times New Roman" panose="02020603050405020304" pitchFamily="18" charset="0"/>
              </a:rPr>
              <a:t>Are</a:t>
            </a:r>
            <a:r>
              <a:rPr lang="en-US" spc="-20" dirty="0">
                <a:cs typeface="Times New Roman" panose="02020603050405020304" pitchFamily="18" charset="0"/>
              </a:rPr>
              <a:t> </a:t>
            </a:r>
            <a:r>
              <a:rPr lang="en-US" dirty="0">
                <a:cs typeface="Times New Roman" panose="02020603050405020304" pitchFamily="18" charset="0"/>
              </a:rPr>
              <a:t>the</a:t>
            </a:r>
            <a:r>
              <a:rPr lang="en-US" spc="-5" dirty="0">
                <a:cs typeface="Times New Roman" panose="02020603050405020304" pitchFamily="18" charset="0"/>
              </a:rPr>
              <a:t> events </a:t>
            </a:r>
            <a:r>
              <a:rPr lang="en-US" dirty="0">
                <a:cs typeface="Times New Roman" panose="02020603050405020304" pitchFamily="18" charset="0"/>
              </a:rPr>
              <a:t>“clubs”</a:t>
            </a:r>
            <a:r>
              <a:rPr lang="en-US" spc="-5" dirty="0">
                <a:cs typeface="Times New Roman" panose="02020603050405020304" pitchFamily="18" charset="0"/>
              </a:rPr>
              <a:t> and</a:t>
            </a:r>
            <a:r>
              <a:rPr lang="en-US" spc="-10" dirty="0">
                <a:cs typeface="Times New Roman" panose="02020603050405020304" pitchFamily="18" charset="0"/>
              </a:rPr>
              <a:t> </a:t>
            </a:r>
            <a:r>
              <a:rPr lang="en-US" spc="-5" dirty="0">
                <a:cs typeface="Times New Roman" panose="02020603050405020304" pitchFamily="18" charset="0"/>
              </a:rPr>
              <a:t>“queen”</a:t>
            </a:r>
            <a:r>
              <a:rPr lang="en-US" spc="5" dirty="0">
                <a:cs typeface="Times New Roman" panose="02020603050405020304" pitchFamily="18" charset="0"/>
              </a:rPr>
              <a:t> </a:t>
            </a:r>
            <a:r>
              <a:rPr lang="en-US" spc="-10" dirty="0">
                <a:cs typeface="Times New Roman" panose="02020603050405020304" pitchFamily="18" charset="0"/>
              </a:rPr>
              <a:t>independent </a:t>
            </a:r>
            <a:r>
              <a:rPr lang="en-US" b="1" spc="-10" dirty="0">
                <a:solidFill>
                  <a:srgbClr val="FF0000"/>
                </a:solidFill>
                <a:cs typeface="Times New Roman" panose="02020603050405020304" pitchFamily="18" charset="0"/>
              </a:rPr>
              <a:t>(Ans. No)</a:t>
            </a:r>
            <a:endParaRPr lang="en-US" b="1" dirty="0">
              <a:solidFill>
                <a:srgbClr val="FF0000"/>
              </a:solidFill>
              <a:cs typeface="Times New Roman" panose="02020603050405020304" pitchFamily="18" charset="0"/>
            </a:endParaRPr>
          </a:p>
        </p:txBody>
      </p:sp>
      <p:sp>
        <p:nvSpPr>
          <p:cNvPr id="2" name="Title 1"/>
          <p:cNvSpPr>
            <a:spLocks noGrp="1"/>
          </p:cNvSpPr>
          <p:nvPr>
            <p:ph type="title"/>
          </p:nvPr>
        </p:nvSpPr>
        <p:spPr>
          <a:xfrm>
            <a:off x="0" y="160569"/>
            <a:ext cx="7620000" cy="764364"/>
          </a:xfrm>
        </p:spPr>
        <p:txBody>
          <a:bodyPr/>
          <a:lstStyle/>
          <a:p>
            <a:pPr algn="l"/>
            <a:r>
              <a:rPr lang="en-US" dirty="0"/>
              <a:t>Practice Problems</a:t>
            </a:r>
            <a:endParaRPr lang="en-IN"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160569"/>
            <a:ext cx="7620000" cy="764364"/>
          </a:xfrm>
        </p:spPr>
        <p:txBody>
          <a:bodyPr/>
          <a:lstStyle/>
          <a:p>
            <a:pPr algn="l"/>
            <a:r>
              <a:rPr lang="en-US" dirty="0"/>
              <a:t>Practice Problems</a:t>
            </a:r>
            <a:endParaRPr lang="en-IN" dirty="0"/>
          </a:p>
        </p:txBody>
      </p:sp>
      <p:sp>
        <p:nvSpPr>
          <p:cNvPr id="6" name="Content Placeholder 1">
            <a:extLst>
              <a:ext uri="{FF2B5EF4-FFF2-40B4-BE49-F238E27FC236}">
                <a16:creationId xmlns:a16="http://schemas.microsoft.com/office/drawing/2014/main" id="{6207B1CE-E919-48EA-A6AB-5BAAEE87349D}"/>
              </a:ext>
            </a:extLst>
          </p:cNvPr>
          <p:cNvSpPr>
            <a:spLocks noGrp="1"/>
          </p:cNvSpPr>
          <p:nvPr>
            <p:ph type="body" sz="quarter" idx="13"/>
          </p:nvPr>
        </p:nvSpPr>
        <p:spPr>
          <a:xfrm>
            <a:off x="642938" y="1600200"/>
            <a:ext cx="7620000" cy="4562475"/>
          </a:xfrm>
        </p:spPr>
        <p:txBody>
          <a:bodyPr rtlCol="0">
            <a:normAutofit lnSpcReduction="10000"/>
          </a:bodyPr>
          <a:lstStyle/>
          <a:p>
            <a:pPr marL="0" indent="0">
              <a:spcBef>
                <a:spcPts val="680"/>
              </a:spcBef>
              <a:buNone/>
              <a:defRPr/>
            </a:pPr>
            <a:r>
              <a:rPr lang="en-US" sz="2000" dirty="0">
                <a:highlight>
                  <a:srgbClr val="FFFF00"/>
                </a:highlight>
                <a:latin typeface="+mn-lt"/>
                <a:cs typeface="Times New Roman" panose="02020603050405020304" pitchFamily="18" charset="0"/>
              </a:rPr>
              <a:t>Example: 5</a:t>
            </a:r>
          </a:p>
          <a:p>
            <a:pPr marL="0" indent="0" algn="just">
              <a:lnSpc>
                <a:spcPct val="150000"/>
              </a:lnSpc>
              <a:spcBef>
                <a:spcPts val="680"/>
              </a:spcBef>
              <a:buNone/>
              <a:defRPr/>
            </a:pPr>
            <a:r>
              <a:rPr lang="en-US" sz="2000" dirty="0">
                <a:solidFill>
                  <a:srgbClr val="000000"/>
                </a:solidFill>
                <a:latin typeface="+mn-lt"/>
                <a:ea typeface="Tahoma" panose="020B0604030504040204" pitchFamily="34" charset="0"/>
                <a:cs typeface="Tahoma" panose="020B0604030504040204" pitchFamily="34" charset="0"/>
              </a:rPr>
              <a:t>Three companies produce the same tool and supply it to the market. Company A produces 30% of the tools for the market and the remaining 70% of the tools are produced in companies B and C. 98% of the tools produced in company A, 95% of the tools produced in company B and 97% of the tools produced in company C are not defective. What percent of tools should be produced by companies B and C so that a tool picked at random in the market will have a probability of being non defective equal to 96%?</a:t>
            </a:r>
          </a:p>
          <a:p>
            <a:pPr marL="12700" algn="just">
              <a:lnSpc>
                <a:spcPct val="150000"/>
              </a:lnSpc>
              <a:spcBef>
                <a:spcPts val="680"/>
              </a:spcBef>
              <a:defRPr/>
            </a:pPr>
            <a:r>
              <a:rPr lang="en-US" sz="2000" b="1" dirty="0">
                <a:solidFill>
                  <a:srgbClr val="FF0000"/>
                </a:solidFill>
                <a:highlight>
                  <a:srgbClr val="FFFF00"/>
                </a:highlight>
                <a:latin typeface="+mn-lt"/>
                <a:ea typeface="Tahoma" panose="020B0604030504040204" pitchFamily="34" charset="0"/>
                <a:cs typeface="Tahoma" panose="020B0604030504040204" pitchFamily="34" charset="0"/>
              </a:rPr>
              <a:t>Ans: 0.164</a:t>
            </a:r>
          </a:p>
          <a:p>
            <a:pPr>
              <a:defRPr/>
            </a:pP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2619" y="160569"/>
            <a:ext cx="7537381" cy="764364"/>
          </a:xfrm>
        </p:spPr>
        <p:txBody>
          <a:bodyPr/>
          <a:lstStyle/>
          <a:p>
            <a:pPr algn="l"/>
            <a:r>
              <a:rPr lang="en-US" dirty="0"/>
              <a:t>Practice Problems</a:t>
            </a:r>
            <a:endParaRPr lang="en-IN" dirty="0"/>
          </a:p>
        </p:txBody>
      </p:sp>
      <p:sp>
        <p:nvSpPr>
          <p:cNvPr id="2" name="Content Placeholder 1"/>
          <p:cNvSpPr>
            <a:spLocks noGrp="1"/>
          </p:cNvSpPr>
          <p:nvPr>
            <p:ph idx="4294967295"/>
          </p:nvPr>
        </p:nvSpPr>
        <p:spPr>
          <a:xfrm>
            <a:off x="534837" y="1187083"/>
            <a:ext cx="7777381" cy="4918075"/>
          </a:xfrm>
        </p:spPr>
        <p:txBody>
          <a:bodyPr>
            <a:normAutofit/>
          </a:bodyPr>
          <a:lstStyle/>
          <a:p>
            <a:pPr marL="0" indent="0">
              <a:buNone/>
              <a:defRPr/>
            </a:pPr>
            <a:r>
              <a:rPr lang="en-US" sz="2000" dirty="0">
                <a:highlight>
                  <a:srgbClr val="FFFF00"/>
                </a:highlight>
                <a:cs typeface="Times New Roman" panose="02020603050405020304" pitchFamily="18" charset="0"/>
              </a:rPr>
              <a:t>Example: 6</a:t>
            </a:r>
            <a:endParaRPr lang="en-US" sz="2000" dirty="0"/>
          </a:p>
          <a:p>
            <a:pPr marL="0" indent="0">
              <a:buNone/>
              <a:defRPr/>
            </a:pPr>
            <a:r>
              <a:rPr lang="en-US" sz="2000" dirty="0">
                <a:solidFill>
                  <a:srgbClr val="231F20"/>
                </a:solidFill>
              </a:rPr>
              <a:t>A sample of 500 respondents was selected in a large metropolitan area to study consumer behavior, with the following results:</a:t>
            </a:r>
          </a:p>
          <a:p>
            <a:pPr>
              <a:defRPr/>
            </a:pPr>
            <a:endParaRPr lang="en-US" sz="2000" dirty="0">
              <a:solidFill>
                <a:srgbClr val="231F20"/>
              </a:solidFill>
            </a:endParaRPr>
          </a:p>
          <a:p>
            <a:pPr>
              <a:defRPr/>
            </a:pPr>
            <a:endParaRPr lang="en-US" sz="2000" dirty="0">
              <a:solidFill>
                <a:srgbClr val="231F20"/>
              </a:solidFill>
            </a:endParaRPr>
          </a:p>
          <a:p>
            <a:pPr>
              <a:defRPr/>
            </a:pPr>
            <a:endParaRPr lang="en-US" sz="2000" dirty="0">
              <a:solidFill>
                <a:srgbClr val="231F20"/>
              </a:solidFill>
            </a:endParaRPr>
          </a:p>
          <a:p>
            <a:pPr>
              <a:defRPr/>
            </a:pPr>
            <a:endParaRPr lang="en-US" sz="2000" dirty="0">
              <a:solidFill>
                <a:srgbClr val="231F20"/>
              </a:solidFill>
            </a:endParaRPr>
          </a:p>
          <a:p>
            <a:pPr>
              <a:defRPr/>
            </a:pPr>
            <a:endParaRPr lang="en-US" sz="2000" dirty="0">
              <a:solidFill>
                <a:srgbClr val="231F20"/>
              </a:solidFill>
            </a:endParaRPr>
          </a:p>
          <a:p>
            <a:pPr>
              <a:defRPr/>
            </a:pPr>
            <a:endParaRPr lang="en-US" sz="2000" dirty="0">
              <a:solidFill>
                <a:srgbClr val="231F20"/>
              </a:solidFill>
            </a:endParaRPr>
          </a:p>
          <a:p>
            <a:pPr marL="0" indent="0">
              <a:buNone/>
              <a:defRPr/>
            </a:pPr>
            <a:r>
              <a:rPr lang="en-US" sz="2000" b="1" dirty="0">
                <a:solidFill>
                  <a:srgbClr val="231F20"/>
                </a:solidFill>
              </a:rPr>
              <a:t>a. </a:t>
            </a:r>
            <a:r>
              <a:rPr lang="en-US" sz="2000" dirty="0">
                <a:solidFill>
                  <a:srgbClr val="231F20"/>
                </a:solidFill>
              </a:rPr>
              <a:t>Suppose the respondent chosen is a female. What is the probability that she does not enjoy shopping for clothing? </a:t>
            </a:r>
            <a:r>
              <a:rPr lang="en-US" sz="2000" dirty="0">
                <a:solidFill>
                  <a:srgbClr val="FF0000"/>
                </a:solidFill>
              </a:rPr>
              <a:t>(Ans: 0.1384)</a:t>
            </a:r>
          </a:p>
          <a:p>
            <a:pPr marL="0" indent="0">
              <a:buNone/>
              <a:defRPr/>
            </a:pPr>
            <a:r>
              <a:rPr lang="en-US" sz="2000" b="1" dirty="0">
                <a:solidFill>
                  <a:srgbClr val="231F20"/>
                </a:solidFill>
              </a:rPr>
              <a:t>b. </a:t>
            </a:r>
            <a:r>
              <a:rPr lang="en-US" sz="2000" dirty="0">
                <a:solidFill>
                  <a:srgbClr val="231F20"/>
                </a:solidFill>
              </a:rPr>
              <a:t>Suppose the respondent chosen enjoys shopping for clothing. What is the probability that the individual is a male</a:t>
            </a:r>
            <a:r>
              <a:rPr lang="en-US" sz="2000" dirty="0">
                <a:solidFill>
                  <a:srgbClr val="FF0000"/>
                </a:solidFill>
              </a:rPr>
              <a:t>?(Ans: 0.56)</a:t>
            </a:r>
          </a:p>
          <a:p>
            <a:pPr>
              <a:defRPr/>
            </a:pPr>
            <a:endParaRPr lang="en-US" sz="2000" dirty="0"/>
          </a:p>
        </p:txBody>
      </p:sp>
      <p:pic>
        <p:nvPicPr>
          <p:cNvPr id="6656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0588" y="2486923"/>
            <a:ext cx="5111750" cy="162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45774" y="160569"/>
            <a:ext cx="7474226" cy="764364"/>
          </a:xfrm>
        </p:spPr>
        <p:txBody>
          <a:bodyPr/>
          <a:lstStyle/>
          <a:p>
            <a:pPr algn="l"/>
            <a:r>
              <a:rPr lang="en-US" dirty="0"/>
              <a:t>Practice Problems</a:t>
            </a:r>
            <a:endParaRPr lang="en-IN" dirty="0"/>
          </a:p>
        </p:txBody>
      </p:sp>
      <p:sp>
        <p:nvSpPr>
          <p:cNvPr id="6" name="Content Placeholder 1">
            <a:extLst>
              <a:ext uri="{FF2B5EF4-FFF2-40B4-BE49-F238E27FC236}">
                <a16:creationId xmlns:a16="http://schemas.microsoft.com/office/drawing/2014/main" id="{69C9C3A6-3FB6-48B2-84D8-AA77E19E9C5A}"/>
              </a:ext>
            </a:extLst>
          </p:cNvPr>
          <p:cNvSpPr>
            <a:spLocks noGrp="1"/>
          </p:cNvSpPr>
          <p:nvPr>
            <p:ph type="body" sz="quarter" idx="13"/>
          </p:nvPr>
        </p:nvSpPr>
        <p:spPr>
          <a:xfrm>
            <a:off x="338137" y="1161255"/>
            <a:ext cx="7931219" cy="5199787"/>
          </a:xfrm>
        </p:spPr>
        <p:txBody>
          <a:bodyPr>
            <a:noAutofit/>
          </a:bodyPr>
          <a:lstStyle/>
          <a:p>
            <a:pPr marL="0" indent="0" algn="just">
              <a:buNone/>
              <a:defRPr/>
            </a:pPr>
            <a:r>
              <a:rPr lang="en-US" sz="2000" dirty="0">
                <a:highlight>
                  <a:srgbClr val="FFFF00"/>
                </a:highlight>
                <a:latin typeface="+mn-lt"/>
                <a:cs typeface="Times New Roman" panose="02020603050405020304" pitchFamily="18" charset="0"/>
              </a:rPr>
              <a:t>Example: 7</a:t>
            </a:r>
          </a:p>
          <a:p>
            <a:pPr marL="0" indent="0" algn="just">
              <a:buNone/>
              <a:defRPr/>
            </a:pPr>
            <a:r>
              <a:rPr lang="en-US" sz="2000" dirty="0">
                <a:solidFill>
                  <a:srgbClr val="231F20"/>
                </a:solidFill>
                <a:latin typeface="+mn-lt"/>
              </a:rPr>
              <a:t>A standard deck of cards is being used to play a game. There are four suits (hearts, diamonds, clubs, and spades), each having 13 faces (ace, 2, 3, 4, 5, 6, 7, 8, 9, 10, jack, queen, and king), making a total of 52 cards. This complete deck is thoroughly mixed, and you will receive the first 2 cards from the deck without replacement.</a:t>
            </a:r>
          </a:p>
          <a:p>
            <a:pPr marL="0" indent="0" algn="just">
              <a:buNone/>
              <a:defRPr/>
            </a:pPr>
            <a:r>
              <a:rPr lang="en-US" sz="2000" b="1" dirty="0">
                <a:solidFill>
                  <a:srgbClr val="231F20"/>
                </a:solidFill>
                <a:latin typeface="+mn-lt"/>
              </a:rPr>
              <a:t>a. </a:t>
            </a:r>
            <a:r>
              <a:rPr lang="en-US" sz="2000" dirty="0">
                <a:solidFill>
                  <a:srgbClr val="231F20"/>
                </a:solidFill>
                <a:latin typeface="+mn-lt"/>
              </a:rPr>
              <a:t>What is the probability that both cards are queens</a:t>
            </a:r>
            <a:r>
              <a:rPr lang="en-US" sz="2000" dirty="0">
                <a:solidFill>
                  <a:srgbClr val="FF0000"/>
                </a:solidFill>
                <a:latin typeface="+mn-lt"/>
              </a:rPr>
              <a:t>? (Ans: 0.0045)</a:t>
            </a:r>
          </a:p>
          <a:p>
            <a:pPr marL="0" indent="0" algn="just">
              <a:buNone/>
              <a:defRPr/>
            </a:pPr>
            <a:r>
              <a:rPr lang="en-US" sz="2000" b="1" dirty="0">
                <a:solidFill>
                  <a:srgbClr val="231F20"/>
                </a:solidFill>
                <a:latin typeface="+mn-lt"/>
              </a:rPr>
              <a:t>b. </a:t>
            </a:r>
            <a:r>
              <a:rPr lang="en-US" sz="2000" dirty="0">
                <a:solidFill>
                  <a:srgbClr val="231F20"/>
                </a:solidFill>
                <a:latin typeface="+mn-lt"/>
              </a:rPr>
              <a:t>What is the probability that the first card is a 10 and the second card is a 5 or 6? </a:t>
            </a:r>
            <a:r>
              <a:rPr lang="en-US" sz="2000" dirty="0">
                <a:solidFill>
                  <a:srgbClr val="FF0000"/>
                </a:solidFill>
                <a:latin typeface="+mn-lt"/>
              </a:rPr>
              <a:t>(Ans: 0.012)</a:t>
            </a:r>
          </a:p>
          <a:p>
            <a:pPr marL="0" indent="0" algn="just">
              <a:buNone/>
              <a:defRPr/>
            </a:pPr>
            <a:r>
              <a:rPr lang="en-US" sz="2000" b="1" dirty="0">
                <a:solidFill>
                  <a:srgbClr val="231F20"/>
                </a:solidFill>
                <a:latin typeface="+mn-lt"/>
              </a:rPr>
              <a:t>c. </a:t>
            </a:r>
            <a:r>
              <a:rPr lang="en-US" sz="2000" dirty="0">
                <a:solidFill>
                  <a:srgbClr val="231F20"/>
                </a:solidFill>
                <a:latin typeface="+mn-lt"/>
              </a:rPr>
              <a:t>If you were sampling with replacement, what would be the answer in (a)? </a:t>
            </a:r>
            <a:r>
              <a:rPr lang="en-US" sz="2000" dirty="0">
                <a:solidFill>
                  <a:srgbClr val="FF0000"/>
                </a:solidFill>
                <a:latin typeface="+mn-lt"/>
              </a:rPr>
              <a:t>(Ans: 0.0059)</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p:txBody>
          <a:bodyPr>
            <a:normAutofit/>
          </a:bodyPr>
          <a:lstStyle/>
          <a:p>
            <a:r>
              <a:rPr lang="en-US" sz="5400" dirty="0">
                <a:solidFill>
                  <a:schemeClr val="tx1"/>
                </a:solidFill>
                <a:latin typeface="+mn-lt"/>
              </a:rPr>
              <a:t>Thanks </a:t>
            </a:r>
            <a:endParaRPr lang="en-IN" sz="5400" dirty="0">
              <a:solidFill>
                <a:schemeClr val="tx1"/>
              </a:solidFill>
              <a:latin typeface="+mn-lt"/>
            </a:endParaRPr>
          </a:p>
        </p:txBody>
      </p:sp>
    </p:spTree>
  </p:cSld>
  <p:clrMapOvr>
    <a:masterClrMapping/>
  </p:clrMapOvr>
</p:sld>
</file>

<file path=ppt/theme/theme1.xml><?xml version="1.0" encoding="utf-8"?>
<a:theme xmlns:a="http://schemas.openxmlformats.org/drawingml/2006/main" name="ISM_Session_3">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NotebookType xmlns="2723f1bc-7802-4c44-b827-a549654b530e" xsi:nil="true"/>
    <FolderType xmlns="2723f1bc-7802-4c44-b827-a549654b530e" xsi:nil="true"/>
    <LMS_Mappings xmlns="2723f1bc-7802-4c44-b827-a549654b530e" xsi:nil="true"/>
    <DefaultSectionNames xmlns="2723f1bc-7802-4c44-b827-a549654b530e" xsi:nil="true"/>
    <AppVersion xmlns="2723f1bc-7802-4c44-b827-a549654b530e" xsi:nil="true"/>
    <TeamsChannelId xmlns="2723f1bc-7802-4c44-b827-a549654b530e" xsi:nil="true"/>
    <IsNotebookLocked xmlns="2723f1bc-7802-4c44-b827-a549654b530e" xsi:nil="true"/>
    <CultureName xmlns="2723f1bc-7802-4c44-b827-a549654b530e" xsi:nil="true"/>
    <Students xmlns="2723f1bc-7802-4c44-b827-a549654b530e">
      <UserInfo>
        <DisplayName/>
        <AccountId xsi:nil="true"/>
        <AccountType/>
      </UserInfo>
    </Students>
    <Templates xmlns="2723f1bc-7802-4c44-b827-a549654b530e" xsi:nil="true"/>
    <Self_Registration_Enabled xmlns="2723f1bc-7802-4c44-b827-a549654b530e" xsi:nil="true"/>
    <Invited_Students xmlns="2723f1bc-7802-4c44-b827-a549654b530e" xsi:nil="true"/>
    <Teachers xmlns="2723f1bc-7802-4c44-b827-a549654b530e">
      <UserInfo>
        <DisplayName/>
        <AccountId xsi:nil="true"/>
        <AccountType/>
      </UserInfo>
    </Teachers>
    <Student_Groups xmlns="2723f1bc-7802-4c44-b827-a549654b530e">
      <UserInfo>
        <DisplayName/>
        <AccountId xsi:nil="true"/>
        <AccountType/>
      </UserInfo>
    </Student_Groups>
    <Teams_Channel_Section_Location xmlns="2723f1bc-7802-4c44-b827-a549654b530e" xsi:nil="true"/>
    <Owner xmlns="2723f1bc-7802-4c44-b827-a549654b530e">
      <UserInfo>
        <DisplayName/>
        <AccountId xsi:nil="true"/>
        <AccountType/>
      </UserInfo>
    </Owner>
    <Distribution_Groups xmlns="2723f1bc-7802-4c44-b827-a549654b530e" xsi:nil="true"/>
    <Math_Settings xmlns="2723f1bc-7802-4c44-b827-a549654b530e" xsi:nil="true"/>
    <Has_Teacher_Only_SectionGroup xmlns="2723f1bc-7802-4c44-b827-a549654b530e" xsi:nil="true"/>
    <Is_Collaboration_Space_Locked xmlns="2723f1bc-7802-4c44-b827-a549654b530e" xsi:nil="true"/>
    <Invited_Teachers xmlns="2723f1bc-7802-4c44-b827-a549654b530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507BA72441AEE45A3CAE1ADD5070980" ma:contentTypeVersion="28" ma:contentTypeDescription="Create a new document." ma:contentTypeScope="" ma:versionID="8e86f45206d69f05d65aef40a1733e8e">
  <xsd:schema xmlns:xsd="http://www.w3.org/2001/XMLSchema" xmlns:xs="http://www.w3.org/2001/XMLSchema" xmlns:p="http://schemas.microsoft.com/office/2006/metadata/properties" xmlns:ns2="2723f1bc-7802-4c44-b827-a549654b530e" targetNamespace="http://schemas.microsoft.com/office/2006/metadata/properties" ma:root="true" ma:fieldsID="7466106287e23552aae4aa153fe08158" ns2:_="">
    <xsd:import namespace="2723f1bc-7802-4c44-b827-a549654b530e"/>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23f1bc-7802-4c44-b827-a549654b530e"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C25E25F-3220-4CDE-8AD3-58331190B5E4}">
  <ds:schemaRefs>
    <ds:schemaRef ds:uri="http://schemas.microsoft.com/sharepoint/v3/contenttype/forms"/>
  </ds:schemaRefs>
</ds:datastoreItem>
</file>

<file path=customXml/itemProps2.xml><?xml version="1.0" encoding="utf-8"?>
<ds:datastoreItem xmlns:ds="http://schemas.openxmlformats.org/officeDocument/2006/customXml" ds:itemID="{2304E16C-9A6A-4EDC-A564-C3A9BCE85472}">
  <ds:schemaRefs>
    <ds:schemaRef ds:uri="http://schemas.microsoft.com/office/2006/metadata/properties"/>
    <ds:schemaRef ds:uri="http://purl.org/dc/dcmitype/"/>
    <ds:schemaRef ds:uri="http://www.w3.org/XML/1998/namespace"/>
    <ds:schemaRef ds:uri="http://schemas.openxmlformats.org/package/2006/metadata/core-properties"/>
    <ds:schemaRef ds:uri="a9dc28a7-d8e6-4f19-9468-c0fb7d17e397"/>
    <ds:schemaRef ds:uri="http://schemas.microsoft.com/office/2006/documentManagement/types"/>
    <ds:schemaRef ds:uri="http://purl.org/dc/elements/1.1/"/>
    <ds:schemaRef ds:uri="http://schemas.microsoft.com/office/infopath/2007/PartnerControls"/>
    <ds:schemaRef ds:uri="http://purl.org/dc/terms/"/>
  </ds:schemaRefs>
</ds:datastoreItem>
</file>

<file path=customXml/itemProps3.xml><?xml version="1.0" encoding="utf-8"?>
<ds:datastoreItem xmlns:ds="http://schemas.openxmlformats.org/officeDocument/2006/customXml" ds:itemID="{2BEA6AE7-1CF7-4ED3-B997-44195FE03D5E}"/>
</file>

<file path=docProps/app.xml><?xml version="1.0" encoding="utf-8"?>
<Properties xmlns="http://schemas.openxmlformats.org/officeDocument/2006/extended-properties" xmlns:vt="http://schemas.openxmlformats.org/officeDocument/2006/docPropsVTypes">
  <Template>ISM_Session_3</Template>
  <TotalTime>4394</TotalTime>
  <Words>2525</Words>
  <Application>Microsoft Office PowerPoint</Application>
  <PresentationFormat>On-screen Show (4:3)</PresentationFormat>
  <Paragraphs>288</Paragraphs>
  <Slides>53</Slides>
  <Notes>1</Notes>
  <HiddenSlides>0</HiddenSlides>
  <MMClips>0</MMClips>
  <ScaleCrop>false</ScaleCrop>
  <HeadingPairs>
    <vt:vector size="8" baseType="variant">
      <vt:variant>
        <vt:lpstr>Fonts Used</vt:lpstr>
      </vt:variant>
      <vt:variant>
        <vt:i4>16</vt:i4>
      </vt:variant>
      <vt:variant>
        <vt:lpstr>Theme</vt:lpstr>
      </vt:variant>
      <vt:variant>
        <vt:i4>2</vt:i4>
      </vt:variant>
      <vt:variant>
        <vt:lpstr>Embedded OLE Servers</vt:lpstr>
      </vt:variant>
      <vt:variant>
        <vt:i4>1</vt:i4>
      </vt:variant>
      <vt:variant>
        <vt:lpstr>Slide Titles</vt:lpstr>
      </vt:variant>
      <vt:variant>
        <vt:i4>53</vt:i4>
      </vt:variant>
    </vt:vector>
  </HeadingPairs>
  <TitlesOfParts>
    <vt:vector size="72" baseType="lpstr">
      <vt:lpstr>Arial</vt:lpstr>
      <vt:lpstr>Arial MT</vt:lpstr>
      <vt:lpstr>Calibri</vt:lpstr>
      <vt:lpstr>Calibri Light</vt:lpstr>
      <vt:lpstr>Cambria</vt:lpstr>
      <vt:lpstr>Cambria Math</vt:lpstr>
      <vt:lpstr>Courier New</vt:lpstr>
      <vt:lpstr>Helvetica</vt:lpstr>
      <vt:lpstr>Helvetica Light</vt:lpstr>
      <vt:lpstr>Helvetica Neue</vt:lpstr>
      <vt:lpstr>inherit</vt:lpstr>
      <vt:lpstr>Lucida Sans Unicode</vt:lpstr>
      <vt:lpstr>Symbol</vt:lpstr>
      <vt:lpstr>Tahoma</vt:lpstr>
      <vt:lpstr>Times New Roman</vt:lpstr>
      <vt:lpstr>Wingdings</vt:lpstr>
      <vt:lpstr>ISM_Session_3</vt:lpstr>
      <vt:lpstr>2_Office Theme</vt:lpstr>
      <vt:lpstr>Equation</vt:lpstr>
      <vt:lpstr>Introduction  to Statistical Methods </vt:lpstr>
      <vt:lpstr>PowerPoint Presentation</vt:lpstr>
      <vt:lpstr>Contact Session 3 </vt:lpstr>
      <vt:lpstr> Agenda </vt:lpstr>
      <vt:lpstr> Conditional Probability </vt:lpstr>
      <vt:lpstr>Conditional Probability: Example</vt:lpstr>
      <vt:lpstr> Conditional Probability </vt:lpstr>
      <vt:lpstr>Conditional Probability</vt:lpstr>
      <vt:lpstr>Multiplication rule</vt:lpstr>
      <vt:lpstr>Example - 1</vt:lpstr>
      <vt:lpstr>PowerPoint Presentation</vt:lpstr>
      <vt:lpstr>Example - 2</vt:lpstr>
      <vt:lpstr>Solution</vt:lpstr>
      <vt:lpstr> Example: 3 </vt:lpstr>
      <vt:lpstr>Solution</vt:lpstr>
      <vt:lpstr> Solution: </vt:lpstr>
      <vt:lpstr>Independent Events</vt:lpstr>
      <vt:lpstr> Example - 4</vt:lpstr>
      <vt:lpstr>Solution</vt:lpstr>
      <vt:lpstr>Example- 5</vt:lpstr>
      <vt:lpstr>Solution</vt:lpstr>
      <vt:lpstr>Example- 6</vt:lpstr>
      <vt:lpstr>Solution</vt:lpstr>
      <vt:lpstr>Miscellaneous Examples</vt:lpstr>
      <vt:lpstr>Contd….</vt:lpstr>
      <vt:lpstr>Total Probability</vt:lpstr>
      <vt:lpstr>S= A1 U A2 U … U Ak</vt:lpstr>
      <vt:lpstr>Proof</vt:lpstr>
      <vt:lpstr>The theorem of total probability (Tree Diagram)</vt:lpstr>
      <vt:lpstr>Example-1</vt:lpstr>
      <vt:lpstr>Solution</vt:lpstr>
      <vt:lpstr>PowerPoint Presentation</vt:lpstr>
      <vt:lpstr>Example-2</vt:lpstr>
      <vt:lpstr>Solution</vt:lpstr>
      <vt:lpstr>Solution</vt:lpstr>
      <vt:lpstr>PowerPoint Presentation</vt:lpstr>
      <vt:lpstr>Example-3</vt:lpstr>
      <vt:lpstr>Solution</vt:lpstr>
      <vt:lpstr>Example-4</vt:lpstr>
      <vt:lpstr>Given:</vt:lpstr>
      <vt:lpstr>Solution</vt:lpstr>
      <vt:lpstr>Example-5</vt:lpstr>
      <vt:lpstr>Solution</vt:lpstr>
      <vt:lpstr>Solution</vt:lpstr>
      <vt:lpstr>Glossary</vt:lpstr>
      <vt:lpstr>Important Formulae</vt:lpstr>
      <vt:lpstr>Important Formulae</vt:lpstr>
      <vt:lpstr>Practice Problems</vt:lpstr>
      <vt:lpstr>Practice Problems</vt:lpstr>
      <vt:lpstr>Practice Problems</vt:lpstr>
      <vt:lpstr>Practice Problems</vt:lpstr>
      <vt:lpstr>Practice Problems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Linear Algebra and Optimization</dc:title>
  <dc:creator>ARK and Vamsidhar</dc:creator>
  <cp:lastModifiedBy>Srinath Naidu .</cp:lastModifiedBy>
  <cp:revision>284</cp:revision>
  <dcterms:created xsi:type="dcterms:W3CDTF">2022-04-16T13:09:39Z</dcterms:created>
  <dcterms:modified xsi:type="dcterms:W3CDTF">2026-08-09T08:09:04Z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0x0101008507BA72441AEE45A3CAE1ADD5070980</vt:lpwstr>
  </property>
</Properties>
</file>