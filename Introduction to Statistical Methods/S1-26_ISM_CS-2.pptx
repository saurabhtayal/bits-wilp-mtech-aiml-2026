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entation.xml" ContentType="application/vnd.openxmlformats-officedocument.presentationml.presentation.main+xml"/>
  <Override PartName="/ppt/notesSlides/notesSlide5.xml" ContentType="application/vnd.openxmlformats-officedocument.presentationml.notes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2.xml" ContentType="application/vnd.openxmlformats-officedocument.presentationml.notesSlid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slideMasters/slideMaster1.xml" ContentType="application/vnd.openxmlformats-officedocument.presentationml.slideMaster+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handoutMasters/handoutMaster1.xml" ContentType="application/vnd.openxmlformats-officedocument.presentationml.handoutMaster+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99.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3"/>
  </p:notesMasterIdLst>
  <p:handoutMasterIdLst>
    <p:handoutMasterId r:id="rId54"/>
  </p:handoutMasterIdLst>
  <p:sldIdLst>
    <p:sldId id="470" r:id="rId2"/>
    <p:sldId id="492" r:id="rId3"/>
    <p:sldId id="778" r:id="rId4"/>
    <p:sldId id="779" r:id="rId5"/>
    <p:sldId id="462" r:id="rId6"/>
    <p:sldId id="2886" r:id="rId7"/>
    <p:sldId id="458" r:id="rId8"/>
    <p:sldId id="459" r:id="rId9"/>
    <p:sldId id="1665" r:id="rId10"/>
    <p:sldId id="1646" r:id="rId11"/>
    <p:sldId id="1647" r:id="rId12"/>
    <p:sldId id="1648" r:id="rId13"/>
    <p:sldId id="1649" r:id="rId14"/>
    <p:sldId id="2877" r:id="rId15"/>
    <p:sldId id="2878" r:id="rId16"/>
    <p:sldId id="2879" r:id="rId17"/>
    <p:sldId id="1599" r:id="rId18"/>
    <p:sldId id="2858" r:id="rId19"/>
    <p:sldId id="1639" r:id="rId20"/>
    <p:sldId id="1637" r:id="rId21"/>
    <p:sldId id="2870" r:id="rId22"/>
    <p:sldId id="307" r:id="rId23"/>
    <p:sldId id="507" r:id="rId24"/>
    <p:sldId id="2852" r:id="rId25"/>
    <p:sldId id="452" r:id="rId26"/>
    <p:sldId id="453" r:id="rId27"/>
    <p:sldId id="2864" r:id="rId28"/>
    <p:sldId id="2865" r:id="rId29"/>
    <p:sldId id="2866" r:id="rId30"/>
    <p:sldId id="2867" r:id="rId31"/>
    <p:sldId id="268" r:id="rId32"/>
    <p:sldId id="2869" r:id="rId33"/>
    <p:sldId id="2871" r:id="rId34"/>
    <p:sldId id="2881" r:id="rId35"/>
    <p:sldId id="264" r:id="rId36"/>
    <p:sldId id="2883" r:id="rId37"/>
    <p:sldId id="265" r:id="rId38"/>
    <p:sldId id="2884" r:id="rId39"/>
    <p:sldId id="2882" r:id="rId40"/>
    <p:sldId id="259" r:id="rId41"/>
    <p:sldId id="2888" r:id="rId42"/>
    <p:sldId id="2887" r:id="rId43"/>
    <p:sldId id="1590" r:id="rId44"/>
    <p:sldId id="2857" r:id="rId45"/>
    <p:sldId id="2862" r:id="rId46"/>
    <p:sldId id="2859" r:id="rId47"/>
    <p:sldId id="261" r:id="rId48"/>
    <p:sldId id="263" r:id="rId49"/>
    <p:sldId id="2876" r:id="rId50"/>
    <p:sldId id="2880" r:id="rId51"/>
    <p:sldId id="575" r:id="rId52"/>
  </p:sldIdLst>
  <p:sldSz cx="9144000" cy="6858000" type="screen4x3"/>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F223649-5A1E-4E5C-9950-B4514F00FC3B}">
          <p14:sldIdLst>
            <p14:sldId id="470"/>
            <p14:sldId id="492"/>
            <p14:sldId id="778"/>
            <p14:sldId id="779"/>
            <p14:sldId id="462"/>
            <p14:sldId id="2886"/>
            <p14:sldId id="458"/>
            <p14:sldId id="459"/>
            <p14:sldId id="1665"/>
            <p14:sldId id="1646"/>
            <p14:sldId id="1647"/>
            <p14:sldId id="1648"/>
            <p14:sldId id="1649"/>
            <p14:sldId id="2877"/>
            <p14:sldId id="2878"/>
            <p14:sldId id="2879"/>
            <p14:sldId id="1599"/>
            <p14:sldId id="2858"/>
            <p14:sldId id="1639"/>
            <p14:sldId id="1637"/>
            <p14:sldId id="2870"/>
            <p14:sldId id="307"/>
            <p14:sldId id="507"/>
            <p14:sldId id="2852"/>
            <p14:sldId id="452"/>
            <p14:sldId id="453"/>
            <p14:sldId id="2864"/>
            <p14:sldId id="2865"/>
            <p14:sldId id="2866"/>
            <p14:sldId id="2867"/>
            <p14:sldId id="268"/>
            <p14:sldId id="2869"/>
            <p14:sldId id="2871"/>
            <p14:sldId id="2881"/>
            <p14:sldId id="264"/>
            <p14:sldId id="2883"/>
            <p14:sldId id="265"/>
            <p14:sldId id="2884"/>
            <p14:sldId id="2882"/>
            <p14:sldId id="259"/>
            <p14:sldId id="2888"/>
            <p14:sldId id="2887"/>
            <p14:sldId id="1590"/>
            <p14:sldId id="2857"/>
            <p14:sldId id="2862"/>
            <p14:sldId id="2859"/>
            <p14:sldId id="261"/>
            <p14:sldId id="263"/>
            <p14:sldId id="2876"/>
            <p14:sldId id="2880"/>
            <p14:sldId id="575"/>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909">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9110" autoAdjust="0"/>
  </p:normalViewPr>
  <p:slideViewPr>
    <p:cSldViewPr showGuides="1">
      <p:cViewPr varScale="1">
        <p:scale>
          <a:sx n="63" d="100"/>
          <a:sy n="63" d="100"/>
        </p:scale>
        <p:origin x="1404" y="56"/>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08" y="54"/>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19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1963"/>
          </a:xfrm>
          <a:prstGeom prst="rect">
            <a:avLst/>
          </a:prstGeom>
        </p:spPr>
        <p:txBody>
          <a:bodyPr vert="horz" lIns="91440" tIns="45720" rIns="91440" bIns="45720" rtlCol="0"/>
          <a:lstStyle>
            <a:lvl1pPr algn="r">
              <a:defRPr sz="1200"/>
            </a:lvl1pPr>
          </a:lstStyle>
          <a:p>
            <a:fld id="{3CFFB1D5-221C-4C9C-BBBC-9726FAA49C7B}" type="datetimeFigureOut">
              <a:rPr lang="en-US" smtClean="0"/>
              <a:t>8/9/2026</a:t>
            </a:fld>
            <a:endParaRPr lang="en-US"/>
          </a:p>
        </p:txBody>
      </p:sp>
      <p:sp>
        <p:nvSpPr>
          <p:cNvPr id="4" name="Footer Placeholder 3"/>
          <p:cNvSpPr>
            <a:spLocks noGrp="1"/>
          </p:cNvSpPr>
          <p:nvPr>
            <p:ph type="ftr" sz="quarter" idx="2"/>
          </p:nvPr>
        </p:nvSpPr>
        <p:spPr>
          <a:xfrm>
            <a:off x="0" y="8772525"/>
            <a:ext cx="3038475" cy="46196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772525"/>
            <a:ext cx="3038475" cy="461963"/>
          </a:xfrm>
          <a:prstGeom prst="rect">
            <a:avLst/>
          </a:prstGeom>
        </p:spPr>
        <p:txBody>
          <a:bodyPr vert="horz" lIns="91440" tIns="45720" rIns="91440" bIns="45720" rtlCol="0" anchor="b"/>
          <a:lstStyle>
            <a:lvl1pPr algn="r">
              <a:defRPr sz="1200"/>
            </a:lvl1pPr>
          </a:lstStyle>
          <a:p>
            <a:fld id="{5585B7C5-6057-4F29-8696-65B28EF557C0}"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05:06.637"/>
    </inkml:context>
    <inkml:brush xml:id="br0">
      <inkml:brushProperty name="width" value="0.05292" units="cm"/>
      <inkml:brushProperty name="height" value="0.05292" units="cm"/>
      <inkml:brushProperty name="color" value="#FF0000"/>
    </inkml:brush>
  </inkml:definitions>
  <inkml:trace contextRef="#ctx0" brushRef="#br0">13068 6007 171 0,'0'0'731'0,"0"0"-135"0,0 0-146 0,0 0-80 0,0 0-93 0,-6-7-39 0,6 7-44 15,-11 0-15-15,11 0-22 0,-15 2-7 0,15-2-4 16,-22 2-13-16,12 1-19 0,-3 1-10 16,3 1-16-16,-1 0-16 0,0-1-12 0,2 2-11 15,1 1-14-15,1-2-2 0,3 2-7 0,3 0 19 16,2-1 38-16,3 0 19 0,7-1 9 0,6-4 1 0,13-4 5 16,15-6-4-16,18-9-14 0,6-7 9 0,8-8 5 15,21-12-6-15,7-8 28 0,3-6-64 0,3-7 29 16,0-5-77-16,-1-2-10 0,-1-4-17 15,0-3-26-15,6-5-53 0,1-4-89 0,5-5-87 0,23-17-100 16,-29 19-65-16,0 3-145 0,0 4-669 0,-5 2-848 16</inkml:trace>
  <inkml:trace contextRef="#ctx0" brushRef="#br0" timeOffset="1824.27">14559 6909 160 0,'-2'-6'521'0,"-1"0"-103"0,1 0-44 0,2 6-59 16,-4-9-51-16,4 9-40 0,-4-11-49 0,4 11-24 0,-4-6-19 0,4 6-22 0,-4-6-2 0,4 6-3 0,0 0 2 0,0 0-11 0,0 0 13 0,-5 6-5 0,5-6-18 0,-2 10-17 15,3-2-3-15,0-1 13 0,1 1 11 0,-1 1 5 16,2 0 21-16,3 0-2 0,1-1 16 0,0-1 2 0,3 2-4 15,4-1 24-15,1-2-26 0,7 0 0 16,6-3-18-16,3-3 0 0,10-2-9 0,10-6-10 16,14-4-9-16,4-6-14 0,5-5 20 0,8-3-18 0,25-11-12 15,2-8-11-15,10-4 27 0,4-5-70 0,4-8 33 16,11-4-84-16,39-21-2 0,-2 0-82 0,1 2-44 16,0 3-71-16,-31 16-84 0,35-15-70 0,-34 17-103 15,-3 2-112-15,-6-1-438 0,-7 1-671 0</inkml:trace>
  <inkml:trace contextRef="#ctx0" brushRef="#br0" timeOffset="7908.1">9722 14490 23 0,'32'74'81'0,"12"13"-20"0,4 1-22 0,3-2-6 0,2-5-29 0,2-2-40 0,5-3-34 0,1-4 24 0</inkml:trace>
  <inkml:trace contextRef="#ctx0" brushRef="#br0" timeOffset="13722.38">11106 14828 585 0,'12'-13'457'16,"-1"1"-107"-16,-2 0-78 0,0 1-68 0,-1 4-119 15,-2 0-75-15,-1 2-64 0,-5 5-18 0,7-4-34 16,-7 4-22-16,0 0-30 0,0 0-35 0,6 5-205 15,-6-5 145-15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05:53.398"/>
    </inkml:context>
    <inkml:brush xml:id="br0">
      <inkml:brushProperty name="width" value="0.05292" units="cm"/>
      <inkml:brushProperty name="height" value="0.05292" units="cm"/>
      <inkml:brushProperty name="color" value="#FF0000"/>
    </inkml:brush>
  </inkml:definitions>
  <inkml:trace contextRef="#ctx0" brushRef="#br0">14282 13853 150 0,'0'0'546'0,"0"0"-166"0,4-7-72 0,-4 7-83 0,0 0-43 0,1-6-70 0,-1 6-44 0,0 0-43 0,0 0-13 0,3-6-19 0,-3 6-21 0,0 0-14 16,0 0-16-16,0 0-4 0,0 0-34 0,0 0-37 0,0 0-64 0,-9 2-240 0,9-2 90 0</inkml:trace>
  <inkml:trace contextRef="#ctx0" brushRef="#br0" timeOffset="12961.69">6597 6269 115 0,'-2'-6'249'0,"2"6"-65"0,-8-3-19 0,0-1-38 0,-1 2-15 16,-2-2-18-16,-1 0 10 0,0 2-7 0,-5-3-6 0,1 1-8 0,0 0-11 0,-3 0-7 0,1-1-2 0,0 2-1 0,-3 0-6 0,1 0-5 0,-1 0-10 15,-1 2-4-15,0 1-6 0,-1 1-8 0,0 0-3 16,4 1-3-16,-3 1-3 0,3-1-5 0,1 1 1 16,2 1-7-16,1-1 4 0,4 1 5 0,1 1 2 15,2 1 10-15,3-2 14 0,5-4 9 0,-5 10 13 16,5-4 5-16,6-1-1 0,3 1-7 0,4 0 0 16,4-2-8-16,1 1-12 0,6-1 0 0,3 2 11 0,5-2-1 15,2 0 0-15,6 0 5 0,-1-1 16 16,7 0-4-16,4 0 10 0,5-2 12 0,1-1-13 15,2 0 1-15,3 0-7 0,6 0 16 0,8 0-14 16,4 0-9-16,1 0 10 0,0 0 4 0,-2 1-5 16,2 0 17-16,2 0-14 0,0 1 2 0,0-1-9 15,2 0-11-15,2 0-10 0,-2 2-5 0,1-2 24 16,0 1-11-16,-3 1-10 0,2-1-4 0,3-1-7 0,-3 2-9 16,1 0-5-16,3 0-2 0,-1 1 1 0,1 0-3 15,-2 2-3-15,-2-1-1 0,1 1 0 0,-2-2-2 16,1 2 2-16,-1-3-3 0,0 1 1 0,1-3-3 15,0-1 1-15,-1-1 2 0,-2-3-5 0,-3 0 2 16,0-3 1-16,-5 0 0 0,0-3 2 0,-3 1-2 16,-3-2 8-16,-1-2 7 0,-2 0-3 0,-1-1 1 15,-2 0-4-15,-1 0-3 0,-9 1-3 0,0-1 1 16,-3 0-4-16,-1 0 1 0,-2-1-3 0,-3 2 3 16,-1-2-4-16,-6 1-1 0,-4 3 1 0,-3-2 3 15,-2 1-3-15,-6 2-1 0,1-1 4 0,-3 0-2 16,-3 0 18-16,-1 0 2 0,-4 0-4 0,1 2-7 15,-4-3 0-15,1-1-8 0,-3 2 6 0,-4-1-6 16,-1-2 0-16,0 0-1 0,-5 0-2 0,-4-4-1 16,-2 0-1-16,-5-4 0 0,-4 1-1 0,-8-5-2 15,-3 1 1-15,-1-1 1 0,-4 0-1 0,-10-4 1 16,2 2 1-16,-5-3-2 0,4 4-1 0,-4-2 2 16,0 3 1-16,-2-2-2 0,1 2-1 0,-3 1-1 15,1-1 7-15,0 2-4 0,-1 3 1 0,2-2 5 16,-2 1 8-16,6 4-6 0,-1 0 2 0,-6-2-4 0,8 3 1 15,-2 2 7-15,0-1-1 0,0 0-3 0,-2 2 4 16,-10-2-4-16,-2 3 0 0,0 0-1 16,-4 2-1-16,-3 2-1 0,-2 0-1 0,-3 3 1 0,0 0 2 15,-3 2-3-15,-1 1-2 0,-1 1 6 0,-1 1-7 16,-2 1 1-16,1 0-4 0,-3 3 2 0,0-1 1 16,1 0-2-16,3 1 5 0,-1 1-3 15,4-2 0-15,0 1-4 0,6 1 4 0,8-2-4 0,-1 2-1 16,-10-1 5-16,1-1 3 0,10 0-6 0,-10 2 3 15,0-1-1-15,-2 1-6 0,0-1 5 0,2 1-6 16,1 1 9-16,-3 3-2 0,2-1 0 16,-3 4-1-16,1-1 2 0,-1 5-4 0,-1 1 5 0,-3 2-2 15,7 4 1-15,-4 2 1 0,6 1-2 0,0 3 2 16,3 1 1-16,4-1-2 0,3 3 0 16,4 1-1-16,3-2 2 0,3 1-4 0,6-1 4 0,8-5-8 15,4 2-42-15,2-2-16 0,6-1-47 0,3-3-16 16,7 1-75-16,-1 1-48 0,6-4-52 0,4 2-62 15,-2 1-85-15,6 0-485 0,-1-1-509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06:11.867"/>
    </inkml:context>
    <inkml:brush xml:id="br0">
      <inkml:brushProperty name="width" value="0.05292" units="cm"/>
      <inkml:brushProperty name="height" value="0.05292" units="cm"/>
      <inkml:brushProperty name="color" value="#FF0000"/>
    </inkml:brush>
  </inkml:definitions>
  <inkml:trace contextRef="#ctx0" brushRef="#br0">11525 13413 412 0,'0'0'338'0,"-7"-9"-76"0,7 9-36 16,-4-7-53-16,4 7-18 0,-4-6-28 0,4 6-12 0,0 0-16 0,-5-6 8 0,5 6-32 0,0 0 20 0,-3-7-25 0,3 7 17 0,0 0-37 0,0 0 11 0,0 0-31 15,-5-5 15-15,5 5-19 16,0 0 23-16,0 0-22 0,0 0 27 0,0 0-31 0,-14 2 32 0,14-2-33 16,-9 1 38-16,9-1-25 0,-14 2 22 0,14-2-31 15,-14 1 39-15,14-1-28 0,-16 3 13 0,16-3-7 16,-18 2 17-16,7-1-13 0,0 0 32 0,1 2-27 15,-2-1 13-15,-1 0-4 0,2 0 11 0,-1 1-19 16,2 1-1-16,0-1 13 0,-3 1 11 0,4-1-20 16,0 1-4-16,-1 1 5 0,1 1-3 0,1-1-9 15,2 2-4-15,-3 0 8 0,0 1 10 0,3 1-4 0,-1 1-9 16,-3 0-8-16,4 3-2 0,-1-1-7 0,0 1 5 16,-1 0 8-16,2 0 9 0,-1 2-17 0,-2-1 8 15,3 1-20-15,-2 1 24 0,2 1-14 0,-2-1 9 16,1 1-15-16,-1 2 26 0,1-2-22 0,2-2-6 15,-1 0 16-15,-3 1-23 0,5 0-1 0,-5 1 2 16,4-2-1-16,-1 2 15 0,-2 1-6 0,2-2 5 16,-1 1-4-16,1 1 3 0,0-1 15 0,-1 0-4 15,3 0-8-15,-2-1-8 0,1 1 1 0,-1-1-6 16,2 0-5-16,-2 2 2 0,3-3 1 0,-1 2-1 16,0 0 3-16,0 1 0 0,0-2 5 0,2 1-5 15,-3 1-4-15,2 0-2 0,0-2-1 0,1 1-3 16,-1 1-2-16,1-1 1 0,-1 0-2 0,3-2 2 15,-2 2-3-15,-1-1 2 0,2 1-7 0,1-3-2 16,-3 2 5-16,3 0-10 0,-2 0 11 0,-3-2 1 16,3 3 1-16,0 0-5 0,-1-1 4 0,-2 1 0 15,3-1 41-15,-2 1-15 0,0 0 5 0,-1-2-7 16,1 2-6-16,0 1-4 0,-1-1 3 0,2 1-9 16,1-1-5-16,-1 1 13 0,-1 0-19 0,3-1-2 15,-1 1 4-15,-1-1 5 0,2 0-11 0,0 1 2 16,-1-3 1-16,1 2 1 0,1-1 4 0,1 0-2 0,1 0 3 15,-2 0-3-15,1-1-2 0,0 0 2 16,-1 0-2-16,3-2 2 0,-2 2 0 0,0-2-3 0,-1 0 8 16,3 1-5-16,-1-1-3 0,-2 1 2 0,3-1 0 15,-2 3 0-15,2-3 0 0,-2 2 7 16,3 0-8-16,0-1 5 0,0 1-5 0,-1-2-17 0,1 0 21 16,1 1-23-16,-1-1 29 0,1 1-22 15,-1-1 20-15,4-1-23 0,-3 1 26 0,1 0-22 16,-2 1 22-16,4-1-22 0,-2 0 25 0,3 0-12 15,-1 1 46-15,1-2 0 0,-1 3-12 0,3 0-1 0,-1-1-10 16,3 1-2-16,-3-1-5 0,0-2-5 0,2 1-7 16,-3-2-3-16,1 1 1 0,0-2-4 0,0 2 4 15,-1 0-4-15,1-2 0 0,-1-1 35 0,1 1-44 16,0 0 41-16,-1 1-23 0,-2-2 57 0,1 2-37 16,2-1 28-16,-2 1-42 0,1-2 32 0,-1 3-31 15,2-1 38-15,-3 0-42 0,2 1 34 0,0-1-41 16,0 0 32-16,0-1-42 0,-2 0 35 0,1 0-41 0,-1-2 38 15,-1 0-41-15,1 0 37 0,-2-1-41 16,0-2 39-16,0 1-38 0,-1-2 36 0,-4-4-34 16,6 8 36-16,-6-8-37 0,7 8 43 0,-7-8-42 15,6 6 47-15,-6-6-23 0,0 0 38 0,6 4-43 0,-6-4 36 16,0 0-44-16,9-1 36 0,-9 1-45 0,8-6 41 16,-8 6-43-16,11-5 38 0,-5-1-42 15,-1 3 43-15,0-3-45 0,0 3 42 0,1-4-40 16,-2 3 40-16,1-1-42 0,0-1 42 0,2 1-44 15,-1-2 48-15,-1 2-47 0,2-1 39 0,-2-1-41 16,1 3 44-16,-1-2-44 0,2 1 41 0,-2 1-37 16,1-1 35-16,1 0-39 0,-1-1 6 0,2 1 2 0,-1-1 2 15,1-1 4-15,-2 1 4 0,3 0-2 0,-1 0 3 16,-2-1 5-16,2-1 0 0,2 1 6 0,-1-1-7 16,-1 0 2-16,0-2-1 0,2 0 0 0,-1 1 2 15,-3-2 2-15,4 0-23 0,-1 1 28 0,-2-3-29 16,0 2 36-16,2 0-33 0,-1 0 30 0,-2-2-24 15,1 1 37-15,-1-1-12 0,0 2 26 0,1-1-28 16,-3 1 23-16,1-2-31 0,-1 3 26 0,-2-2-19 16,3 1 17-16,-1-2-38 0,-1 1 37 0,1 0-11 15,-2 1-2-15,1-3-3 0,-1 2-4 0,2-3-1 16,-1 1 1-16,-1 0-6 0,3 0 1 0,-4 1 0 16,3-2-3-16,0 2 0 0,0-2 1 0,1 0 0 15,-2 2-3-15,2-1 3 0,0 1-1 0,-1-1 4 16,0 2-3-16,1-1 2 0,0 0-2 0,-1-2-1 15,2 1 2-15,-1 1 0 0,0-1 1 0,-1 0-22 16,0-1 34-16,0 2-24 0,0-1 36 0,-3 0-32 16,5-1 28-16,-3 1-36 0,-2 0 33 0,2 0-25 15,-1 1 38-15,0 1-16 0,-1-1 51 0,0 0-49 16,0 1-1-16,1-1-2 0,-1-1-2 0,0 2-2 16,-1-3-4-16,0 0-2 0,0-1 11 0,0-1-14 15,-1 0 0-15,0 2-1 0,-1-2 2 0,1 0-5 16,0-1 2-16,-2 1 42 0,3-1-53 0,-1 1 45 15,-2 0-46-15,2 1 42 0,0 0-39 0,-2 0 46 0,3 1-45 16,-2-1 38-16,-2 1-49 0,4-1 55 16,-4-1-58-16,4 1 44 0,-5 0-44 0,4-1 48 15,-3 0-46-15,1 1 47 0,-2 0-48 0,3-1 44 0,-2-1-43 16,0 0 49-16,0 1-54 0,3-1 49 0,-3 1-43 16,1 0 47-16,2-1-44 0,-1 1 59 0,-1 1-49 15,3-1 0-15,-3-1 13 0,2 1-12 0,1 1-2 16,-2-2 4-16,-1 2 0 0,3 0 5 0,-1 0 0 15,-3 1-3-15,3 1-2 0,-2-2 0 0,2 3-15 16,-3-2 18-16,1 4-16 0,1-3 18 16,-2 1 4-16,0 0-6 0,-1 0 1 0,0 0-2 0,0 2 0 15,-1-4-2-15,-1 3 0 0,3 0 0 16,-5-1 0-16,3 1 0 0,0-1 0 0,-1 0 0 0,2 1 0 16,-2-2 0-16,0 1 0 0,3 0 0 0,-2 0 0 15,0-1 0-15,-1 0 0 0,3 1 0 0,-1 0 0 16,3 0 0-16,-2 2 0 0,0 0 0 0,-1-1 0 15,0 1 0-15,1 1 0 0,-1 0 0 0,0-1 0 16,-1 2 0-16,0 0 0 0,-2 0 0 0,2-1 0 16,-3 1 0-16,0 0 0 0,-1 1 0 0,-3-1 0 15,-1 2 0-15,1-2 0 0,-6 1 0 0,1 0 0 16,0-1 0-16,3 3 0 0,-3 0 0 0,3 0 0 16,-2 1 0-16,2 1 0 0,-1-2 0 0,1 2 0 0,1 1 0 15,-2 0 0-15,0 2 0 0,-3-1 0 0,0 2-66 16,-3 2-169-16,-6 0-116 0,-4 1-58 15,-4 3-130-15,-1 0-182 0,-9 2-241 0,-1 0-594 0,-3-1-1195 16</inkml:trace>
  <inkml:trace contextRef="#ctx0" brushRef="#br0" timeOffset="3109.4">15376 13164 521 0,'-1'-7'681'0,"-2"-2"-143"0,1 4-92 0,-1-1-88 0,2-2-71 0,1 8-53 0,-3-9-35 0,3 9-26 0,-2-9-21 16,2 9-13-16,-3-7-10 0,3 7 1 0,0 0 7 0,-1-8 2 0,1 8 9 0,0 0 5 0,0 0-14 0,10-3 6 0,-10 3-26 0,18 0-17 0,-7-1-10 0,5 0 1 0,2-3-8 0,7 0-13 16,7-6-12-16,10-3-11 0,3-3-12 15,14-8-2-15,7-1-7 0,4-5-8 0,24-11-2 16,7-2-10-16,6-6 0 0,8-3-8 0,5-6-23 16,2-4-24-16,6-2-50 0,6-4-79 0,5-2-20 0,-1 3-44 15,1-1-53-15,-6 2-67 0,-6 1-64 16,-8 5-74-16,-12 4-537 0,-15 4-649 0</inkml:trace>
  <inkml:trace contextRef="#ctx0" brushRef="#br0" timeOffset="4117.17">13055 14906 946 0,'0'0'516'0,"15"-1"-196"0,-15 1-206 0,0 0-238 0,11 3-428 0,-11-3-67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06:43.951"/>
    </inkml:context>
    <inkml:brush xml:id="br0">
      <inkml:brushProperty name="width" value="0.05292" units="cm"/>
      <inkml:brushProperty name="height" value="0.05292" units="cm"/>
      <inkml:brushProperty name="color" value="#FF0000"/>
    </inkml:brush>
  </inkml:definitions>
  <inkml:trace contextRef="#ctx0" brushRef="#br0">22443 8670 400 0,'0'0'303'0,"-4"8"-38"0,4-8-27 0,-1 10-42 0,1-10-8 0,-4 11-10 0,4-11-3 0,0 11 11 0,0-11-37 0,0 12 12 16,0-12-31-16,2 9 26 0,-2-9-22 0,0 9 17 0,0-9-16 0,2 7 4 0,-2-7 3 0,0 7 6 16,0-7 3-16,0 0 3 0,0 6-2 0,0-6-2 0,0 0 16 15,0 0-24-15,0 0-20 0,0 0-19 0,12-1-3 0,-3-5-25 16,1-5-2-16,5-2-22 0,6-5 4 0,7-6-2 15,2-3-8-15,10-9-3 0,2-2 2 16,6-4-8-16,1-2-15 0,6-3-6 16,0-4-8-16,14-8 11 0,3-1-21 0,-1-1 18 0,2 2-37 15,0-2-12-15,-4 1-67 0,-10 10-68 0,-4 2-104 16,-2 1-118-16,-4 0-163 0,-2 4-648 0,-6 0-812 16</inkml:trace>
  <inkml:trace contextRef="#ctx0" brushRef="#br0" timeOffset="2491.73">10020 14008 128 0,'0'0'389'0,"0"0"-104"0,0 0-60 0,0 0-49 0,0 0-40 0,0 0-18 0,0 0-12 0,6-3-9 0,-6 3-12 0,0 0-13 0,0 0-13 0,0 0-10 0,0 0-13 0,0 0-5 0,9-4-41 16,-9 4-68-16,0 0-119 0,0 0-337 0,0 0-38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07:16.593"/>
    </inkml:context>
    <inkml:brush xml:id="br0">
      <inkml:brushProperty name="width" value="0.05292" units="cm"/>
      <inkml:brushProperty name="height" value="0.05292" units="cm"/>
      <inkml:brushProperty name="color" value="#FF0000"/>
    </inkml:brush>
  </inkml:definitions>
  <inkml:trace contextRef="#ctx0" brushRef="#br0">18894 7795 381 0,'-5'-7'491'0,"1"1"-123"0,4 6-81 0,-4-8-67 16,4 8-24-16,0 0-47 0,-8-4-7 0,8 4-42 0,-6 5 5 0,6-5-35 0,-3 7 16 0,3-7-23 0,-3 7 21 0,3-7-21 0,-3 7 39 0,3-7-4 0,0 0 29 0,2 7 5 0,-2-7 19 0,0 0 0 0,11 0-1 0,-11 0-14 0,18-6 4 0,-5-1-8 0,5-2-25 0,1-5-15 0,5-1 3 0,7-6 0 0,1-2-12 0,2 0 1 0,10-10-10 0,1-1-9 0,2-4-18 16,3-3 0-16,5-6-18 0,15-12 2 0,5-3-7 0,7-4-7 0,5-2-25 0,8-3-9 0,1 0-8 0,3 1-32 0,1 1-21 0,2 1-23 0,5 2-69 0,1 3-33 15,0 6-85-15,0 2-2 0,-5 7-92 0,-4 4-116 16,-23 13-412-16,-3 4-476 0</inkml:trace>
  <inkml:trace contextRef="#ctx0" brushRef="#br0" timeOffset="1351.93">19297 11389 562 0,'-8'5'487'0,"8"-5"-91"0,-7 2-91 0,7-2-54 0,-7 7-46 0,7-7-6 0,-6 9-25 0,3-3 8 0,1-2-23 0,2-4 14 0,-2 14-20 0,2-14 16 0,2 12-15 0,-1-6 35 0,1 0-22 0,2-1 6 0,3-1-6 0,2 0-10 0,-9-4-22 0,23 0-9 0,-4-5-6 0,4-1-6 15,7-5-36-15,9-9 1 0,11-9-36 0,2-5-5 0,6-2-19 0,4-6 18 0,3-1-19 0,17-12 12 0,-1-2-17 0,1-2 17 0,-1-4-8 0,2 2-10 0,4-4-10 0,0 0-49 0,3-3-38 0,0 1-81 0,1-3-76 0,-3 4-81 0,-2 1-125 0,-8 7-170 0,-4 1-446 0,-19 11-680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07:41.564"/>
    </inkml:context>
    <inkml:brush xml:id="br0">
      <inkml:brushProperty name="width" value="0.05292" units="cm"/>
      <inkml:brushProperty name="height" value="0.05292" units="cm"/>
      <inkml:brushProperty name="color" value="#FF0000"/>
    </inkml:brush>
  </inkml:definitions>
  <inkml:trace contextRef="#ctx0" brushRef="#br0">16507 10765 703 0,'-14'-4'626'0,"6"0"-147"0,-1 0-96 0,2 0-84 16,0 2-64-16,-1-2-50 0,8 4-21 0,-12-5-40 0,12 5-18 0,-10-5 6 0,10 5-25 0,-10-3 13 0,10 3-12 0,-8-2 27 0,8 2-11 0,0 0 31 0,0 0-11 0,-7-4 22 0,7 4-19 0,0 0 17 0,8-6-27 0,-8 6 14 0,15-8-15 0,-6 3 2 16,0-4-8-16,5 2-13 0,-1-6-15 0,4 1-11 15,1-5-14-15,2-2-5 0,0-2-11 0,5-5 20 16,-1-3 0-16,4-2-6 0,0-4-6 0,4-8 4 15,0-4-3-15,3 0-2 0,-1-4-5 0,2-1 22 16,1-2-35-16,3 1-3 0,1-2 9 0,2-1-39 16,2-1-4-16,3 1-25 0,0-1-39 0,0 2-27 15,3 2-27-15,-3 2-30 0,-1 4-34 0,-5 2-43 0,-4 7-61 16,-8 9-82-16,-3 3-41 0,-8 5-123 16,-6 6-596-16,-6 5-750 0</inkml:trace>
  <inkml:trace contextRef="#ctx0" brushRef="#br0" timeOffset="2289.29">19720 12396 512 0,'0'0'557'0,"-3"11"-129"0,3-11-83 0,-3 9-26 0,3-9-24 0,-3 13-19 0,3-13-13 0,0 11-25 0,0-11-18 0,0 14-12 0,0-14-12 0,0 10-8 0,0-10-3 0,3 10-4 0,-3-10-10 0,3 11 6 0,-3-11 3 0,8 8 0 0,-8-8-18 0,12 8 23 0,-5-5-24 0,6-2 15 0,-2 1-42 0,6-4 49 0,3 1-28 0,2-4 50 0,4-1-33 16,3-3 41-16,2-3-33 0,7-5 8 0,-2-3-30 0,5-2-16 0,6-11-7 0,-1 2-43 0,2-5-6 0,1-1-34 0,1-2 7 0,1-4-10 0,2 0-15 0,-3 0 40 0,1-4-64 0,1 0 40 0,-1 1-56 0,2-3 19 0,-2 3-86 0,-1 0-29 0,1 3-108 0,-3 3-61 0,1 3-93 15,-5 5-86-15,-6 7-147 0,-5 3-101 16,-1 2-137-16,-7 5-620 0,-1 4-1070 0</inkml:trace>
  <inkml:trace contextRef="#ctx0" brushRef="#br0" timeOffset="8454.82">5465 8889 766 0,'13'-9'602'0,"-2"2"-149"0,1 1-145 0,2 0-177 0,-4 1-109 0,3 2-106 0,1 1-78 0,-1 1-107 0,3 0-283 0,-3 0-62 0</inkml:trace>
  <inkml:trace contextRef="#ctx0" brushRef="#br0" timeOffset="15437.18">11691 12431 384 0,'0'0'314'0,"-16"-1"-76"0,16 1-46 0,0 0-43 0,-9-3-35 0,9 3-24 0,0 0-16 0,0 0-14 16,0 0 4-16,-4-6-2 0,4 6 3 0,0 0 1 15,0 0-4-15,0 0 2 0,4-5-5 0,-4 5-9 0,0 0-2 16,0 0-10-16,0 0-5 0,0 0-2 0,0 0-7 15,0 0-2-15,0 0 1 0,0 0-3 0,0 0 2 16,0 0-5-16,0 0 3 0,0 0 1 0,0 0-3 16,0 0 2-16,0 0 1 0,-8 3 9 0,8-3 24 0,0 0 7 15,7 6 13-15,-7-6-3 0,11 6 2 16,-1-2-5-16,-1 0 18 0,7 2-20 0,-2 2 15 16,5-1-16-16,0 2 13 0,4 0-19 15,5 2 14-15,0-1-9 0,4 1 21 0,0-2-17 16,8 2 18-16,2 0-9 0,0-2 20 0,3 1-18 15,2-2 22-15,2 0-26 0,1-1 10 0,3-1-11 0,1 1 7 16,1-3-32-16,1 0 9 0,4-1-26 0,3 1 17 16,12 0-15-16,2-1 15 0,1 0-21 0,1-1 16 0,2 0-21 15,-3 3 11-15,-1-1-17 0,5-2 21 0,-8 2-6 16,2-2-23-16,-1 0 22 0,-2 2-27 16,1 0 17-16,-9-2-22 0,8 1 20 0,-9-2-29 0,0 0 20 15,1 1-13-15,-2-1 19 0,1 1-2 0,-2 0-2 16,2 2-6-16,0-2-20 0,8 2 24 0,1-1-21 15,-11 0 22-15,12 1-22 0,-12 0 23 0,9 1-25 16,-9-2 22-16,-2 2-19 0,0 0 15 0,0 0 6 16,-3-2-3-16,1 2-1 0,-1 2-3 0,-1-4 0 15,0 2-22-15,0-1 18 0,0 3-13 16,0-3 22-16,-1 1-21 0,1 1 25 0,2-1-6 0,-2 1-4 16,0-3 0-16,-1 4-15 0,1-3 21 0,0 1-7 15,-3-1 2-15,3 2 1 0,-3-1-2 0,-1 0-2 16,2 3-5-16,-2-2 3 0,3 0-15 0,-4 2 22 15,3-2-5-15,0 0 2 0,-2 1 2 0,0-1-8 16,1 0 7-16,-3 2 19 0,1-3-1 0,-1 0 12 16,-2 2-22-16,1 1 17 0,-2-4-23 0,2 2-5 15,-2-3 3-15,3 2 15 0,-2-3-18 0,2 3-3 16,0-1 4-16,0-2-1 0,0 0-8 0,2 1 7 16,0-1-1-16,0-2 2 0,0 1 13 0,-1 0-20 0,49 1 7 15,-53 3 14-15,-4-4-22 16,6 0 19-16,-7 1-17 0,7 0 15 15,-2 0-14-15,2 0 13 0,-1 1-7 0,-1 1 10 0,2-2 3 0,2 1 5 16,-2 1-6 0,1-2 2-16,-3 2-3 0,3 1-7 0,-2-3 4 0,1 2-1 0,-2-1-1 15,1 0 15-15,0-1-20 16,-10 2-5-16,11-2-2 0,-8 1 7 0,1-2-3 16,0 0 0-16,0 0-2 0,1 0 2 0,1-1-7 15,-3 0 2-15,9-1-10 16,-4-2 1-16,4-1-9 0,-3-2-1 15,2-1 2-15,-1-3-1 16,0 1 3-16,0-2-2 0,-2-1 11 0,4 0 3 16,-4-2 2-16,1 2-1 0,-2-2 4 0,2 0-22 0,-2-1 20 15,2 2-10-15,-2-1 19 0,1-1-20 0,-1 0 24 16,-1 2-21-16,1-2 19 0,0 1-18 0,-4-1 15 0,0 4-11 0,0-4 18 0,-2 0-20 16,-2 2 19-16,-5 3-18 0,-2-3 16 0,0 3-15 0,1-2 19 0,-2 0-20 15,1 0 20-15,-1 0-20 0,1-2 20 0,-1 3-25 0,-1-3 21 16,-1 1-14-16,-1 3 19 0,-1-3-22 15,1 1 19-15,-5 3-20 0,-1-2 22 0,0 3-24 0,-1-3 18 0,-1 2-15 16,-1 0 20-16,-1-1-19 0,0-1 18 0,-4 3-19 16,2-1 17-16,-1 1-14 0,-4-3 18 0,5 3-17 15,-5-3 16-15,-1 2-16 0,1-4 18 0,-3 6-19 16,-1-2 25-16,-1 0-19 0,2-2 18 0,-2 3-5 16,-1-2-1-16,-1 2-1 15,-2-3-5-15,2 1-1 0,-2 2-4 16,0 0 7-16,1-3-3 0,-2 3-1 0,1-2 0 0,-2 3 2 15,2-3-3-15,-1 4-3 0,0-1 0 16,-1 0 3-16,1 0-3 0,1-1 4 0,-2 1-18 0,1 1 19 0,0-1-17 16,1 0 21-16,-3 0-25 0,0-1 24 0,3 3-20 0,-2-2 22 15,-1-2-18-15,-1 1 18 0,0-1-18 16,-2 0 16-16,-4-1-19 0,-2 1 16 0,-4-1-13 16,-2 1 19-16,-5 0-19 0,-5 1 19 15,-4 0-16-15,-4 2 12 0,-3 3-17 16,-8 0 23-16,-4-1-23 0,-1 4 23 0,-3-1-22 0,-1 1 23 0,-2-1-20 0,1 1 17 15,0-1-17-15,0 0 0 0,-1-2 3 16,1 1 16-16,1-3-18 0,-2 0 25 0,1-2-28 0,-1 1 23 16,-10-4-24-16,2 2 16 0,-1-3-15 0,11 4 14 15,0-2-12-15,2 2 17 0,-1 1-20 0,2 0 21 16,0 0-19-16,3 4 16 0,-1-2-16 16,-1 2 16-16,3 1-16 0,-2 1 22 0,2-2-24 15,-2 1 21-15,-1 1-17 0,1 1 12 0,-4-1-18 0,-3 3 19 16,0-2-16-16,-4 2 23 0,-9 1-22 15,-3 3 19-15,1-1-15 0,0 3 15 0,-1 0-22 0,2 3 21 16,-2 1-19-16,4-1 19 0,1 3-2 16,4-2-1-16,1 2-2 0,2-1-2 0,11-2 1 0,0-1-4 0,3 0 6 15,-1-3-2-15,2 0-6 0,0 0 22 0,-1-3-20 16,-2-2 15-16,1 1-26 0,-1-2 12 0,-3-2-2 16,-4 0-2-16,0-2 3 0,-4-3 1 0,1 1-6 15,-13-1 4-15,3-1 2 0,0-1-2 0,-2 1 1 16,2-2 2-16,1 1 1 0,9 2-4 0,-9-2 1 0,10 3-17 15,-1-1 20-15,1 2-18 0,0-1 22 16,3 1-1-16,1 0-4 0,4 2 0 0,-1 1 1 0,2 0 8 16,6 1 1-16,-4 0 2 0,2 4-3 15,-3-1-1-15,2 2-3 0,-3-1 4 0,0 3-10 16,3-1 12-16,-4 0-6 0,0 2 2 0,-2-1 1 0,0 2 16 16,0-2-16-16,1 1 9 0,-1 0-12 0,1 0 16 15,3 0-22-15,0-1 6 0,1 1-5 0,1-1 12 16,2-1-23-16,-1-2 25 0,3 4-22 15,5-4 20-15,0-2-19 0,1 2 6 0,2-2-12 16,-4 0 22-16,2 0-21 0,-2-3 21 0,0 0-20 0,-2-2 21 16,-9-2-20-16,1 0 18 0,0-2-23 15,-1-2 18-15,-1 1-10 0,0-1 19 0,-1-3-24 16,1 1 24-16,1-1-24 0,-1-3 0 0,2 2 0 0,-1-2 11 16,0 1-4-16,3-1 6 0,-3 1-7 0,3-1 3 15,-2 1-6-15,1-1-5 0,-2 4 10 0,-1-3-7 16,2 3 14-16,-2-2-3 0,0 3 2 0,0 0-4 0,-3 1 7 15,2 1 2-15,-4 0 5 0,2 1 8 0,-4 1-1 16,1 1 0-16,-2 1-2 0,0 2-9 16,-1 1 1-16,0-1 1 0,4 2-4 0,0 2 3 15,1-1-5-15,1 3 6 0,2 0-12 0,3 1 6 16,-1 2 4-16,3 0-6 0,1 3 0 0,1 0-3 16,1 4 5-16,1 1 17 0,1 1 4 0,-1 3-3 15,-6 6 14-15,2 1 0 0,0 1-4 0,2 4-8 16,-1 0 8-16,4 1-3 0,-1 2 17 0,5 0 0 15,6-7-7-15,4 1-2 0,1 0-9 0,4-1 27 16,6-5 20-16,5 2-40 0,4-5-8 0,4 2 10 16,3-3-8-16,3 2 0 0,6 0-2 0,5 0-8 15,6 1-2-15,4-1-5 0,5-1-2 0,3-1-1 16,2-2 1-16,2-2-3 0,-1 0 1 0,-2-3-3 0,0-3-4 16,0 1 2-16,3-3-4 0,-2 2 1 15,0-4-5-15,-1-1-11 0,-1-1-26 0,-2-1-36 0,2 0-35 16,-2-5-44-16,6-1-46 0,-4-2-79 0,2-2-48 15,-1-2-87-15,-2-3-57 0,6-2-98 0,-3-1-126 16,2-5-308-16,-2 0-604 0</inkml:trace>
  <inkml:trace contextRef="#ctx0" brushRef="#br0" timeOffset="15663.29">12623 12540 1171 0,'0'7'826'0,"0"-7"-159"0,-2 10-169 0,2-10-109 0,-3 8-193 0,3-8-142 0,-4 7-124 0,4-7-55 0,-2 10-54 0,2-10-85 0,-2 7-59 0,2-7-105 0,-1 7-337 0,1-7-281 0</inkml:trace>
  <inkml:trace contextRef="#ctx0" brushRef="#br0" timeOffset="17434.9">12698 11520 326 0,'0'0'231'0,"0"0"-52"0,-16 0-37 15,16 0-32-15,-12-2-9 0,12 2 7 0,-10-2 8 16,10 2 8-16,-13-1 6 0,13 1 2 0,-10-4-1 15,10 4-21-15,-11-4 15 0,11 4-4 0,-8-4 8 16,8 4-19-16,-8-4-5 0,8 4-9 0,0 0-13 16,-6-2-10-16,6 2-15 0,0 0 8 0,0 0-11 15,8-4 23-15,-8 4-12 0,15 3 9 0,-1 0-18 16,1 1 13-16,7 3-21 0,4 0 8 0,4 3-24 0,9 2 17 16,3 0-18-16,4 0 45 0,1 0-3 15,4 1 29-15,2-1-9 0,9 0 26 0,-7-1-26 16,9 0-1-16,-8-2-18 0,11 0 26 0,1 0-40 15,3-1 5-15,2-2-21 0,1-1 20 0,8 0-17 0,0-2-8 16,2-1-9-16,4 2 16 0,4-3-25 0,3 1 14 16,5-1-22-16,4 1 19 0,5-1-29 15,2 1 20-15,21 0-22 0,-2 0 25 0,2 1-30 0,-1 0 20 16,0-1-25-16,-2 2 19 0,-21-2-16 0,1 1 16 16,-3 1-14-16,-2 0 20 0,-2 0-12 0,1 0 27 15,-3-1-23-15,-3 2 9 0,-1 1-10 16,-3-3 22-16,-2 0-21 0,-3 1 20 0,-2-1-24 15,-3 2 16-15,-1-1-18 0,1 0 21 0,-2 2-20 16,1 1 18-16,0 0-22 0,1 0 20 0,-1 0-26 0,0-2 18 16,0 2-12-16,-3-4 10 0,1 1-14 15,2-1 12-15,-1-3-15 0,2 0 16 0,-4-3-18 0,4-2 12 16,-4-1-13-16,1 1 17 0,-4-3-15 0,0-3 19 16,0 3-18-16,-3-2 17 0,0 2-21 15,1-2 18-15,-2 1-16 0,1-1 15 0,-1-1-16 16,0 0 20-16,-3 0-20 0,1-3 19 0,-1 0-21 15,-2-2 18-15,-1-2 3 0,-2 2-4 16,-3-5 2-16,1 2-1 0,-2-3-4 0,-4-1 1 16,0 1 2-16,-3-2 2 0,-12 3 1 0,-2-1-11 0,-3 1 13 0,-2-2-11 15,-5-2 14-15,-4-2-18 0,-3-1 18 0,-5-1-18 16,-5 1-2-16,-3 1 3 0,-5-4-3 16,1 5 4-16,-5-3 0 0,-4 3 1 0,2-7 15 0,-3 5-15 15,-2-2 12-15,1 4-14 0,-2-2 15 0,1 6-14 16,0 1 7-16,-2 0-11 0,0 1 11 0,0 1-10 15,0 1 18-15,-5 0-4 0,2 1-3 16,-5-1 0-16,-2 0-2 0,-3 0 0 16,-3 1 0-16,-5-3-4 0,-6 0 3 0,-1 1 3 15,-4 1-17-15,-2-1 14 0,-10-1-10 0,-3-2 12 0,-1 1-20 16,-1 1 24-16,-2 2-16 0,1 0 17 0,2 1-18 0,8 4 19 16,-2 1-17-16,1 3 11 0,2-2-14 0,-1 2 14 15,1 1-9-15,-2 2 13 0,0 0-14 0,1 1 2 16,-2 1 0-16,0 1-1 0,-1 1 2 0,-2-1 4 15,2 0 0-15,-1 1 12 16,2 0-18-16,0 1 12 0,1 1-11 0,-1 0 16 0,9 0-22 0,-9-2 19 16,0 4-7-16,-2-2 0 0,1 1-10 0,-2 0 14 15,-3 0-14-15,-2 1 16 0,0 0-16 0,-2-1 14 16,-2 2-12-16,1-2 14 0,-2 0-12 0,0-2 11 16,-12 1-12-16,-2 0 13 0,0-1-17 0,-1-2 10 15,0-1-7-15,-3 0 12 0,-1-1-11 0,1-1 13 16,-1-1-15-16,0 0 15 0,3-2-18 0,-3 0 9 15,0 0-11-15,-2 0 12 0,3-1-14 0,-3-1 2 16,0 1 1-16,2 2 11 0,3-1-13 0,-2 0 18 16,4 0-19-16,-2 0 16 0,0 2-16 0,-3-3 20 15,0 3-25-15,0-1 9 0,1 1 0 0,-1 0 16 16,0 0-15-16,3 0 17 0,-2 1-15 0,1-1 17 0,-4 0-22 16,2 2 15-16,-3-2-8 0,2 1 13 0,-3 2-16 15,0-1 16-15,1 2-11 0,3-1 8 0,1 0-11 16,1 1 7-16,1 0-5 0,1 1 12 0,4 0-20 15,-1 0 19-15,11 2-17 0,1 0 17 0,0 2-16 16,-1-2 14-16,1 1-12 0,3 0 14 0,-1 0-14 16,2 1 14-16,2 2-15 0,-1 0 12 0,0-2-10 15,2 3 16-15,-1 1-17 0,2-2 0 0,-3 2 3 16,0 1-4-16,-9 1 7 0,12-2 1 0,-10 5-3 16,10-4 0-16,-2 1 3 0,3 0 12 0,0 1-16 15,2 0 15-15,0 1-14 0,5 1 13 0,0 2-16 16,1-2 0-16,3 1 2 0,1 4 1 0,2-1-3 15,3 5 16-15,0 2-7 0,2 0 7 0,0 7-15 16,-4 6 13-16,2 4 6 0,0 4-18 0,3 2 17 16,3 4-19-16,4 3 13 0,3 0-11 15,3 0 15-15,7-5-14 0,3-1 14 0,4 1-13 0,3-2 13 16,7 1-10-16,4-3 19 0,3-3-3 0,5-2-3 16,2-1 9-16,6-1-2 0,6-3 3 0,2-5-12 15,5-1 1-15,5-4 4 0,9-7-11 0,10 0-1 16,9-5-10-16,9-6-30 0,6-6-34 0,5-5-33 0,3-1-75 15,4-5-100-15,-1-2-79 0,0-1-143 0,-2-2-717 16,-2-2-824-16</inkml:trace>
  <inkml:trace contextRef="#ctx0" brushRef="#br0" timeOffset="17617.22">13417 11144 1494 0,'0'0'860'0,"0"0"-225"0,0 0-292 0,0 0-310 0,-8 3-286 0,8-3-720 0,-5 4-565 0</inkml:trace>
  <inkml:trace contextRef="#ctx0" brushRef="#br0" timeOffset="19779.82">13582 10890 37 0,'0'0'425'0,"-12"-1"-87"0,12 1-64 16,-9-2-45-16,9 2-43 0,0 0-27 0,-13-1-19 15,13 1-5-15,0 0 4 0,0 0-3 0,0 0-8 16,-11 1-3-16,11-1-15 0,0 0-8 0,0 0-25 16,0 0-11-16,0 0-23 0,0 0-3 0,0 0-43 15,1 7-96-15,-1-7-87 0,0 0-179 0,7 4-345 16,-7-4-215-16</inkml:trace>
  <inkml:trace contextRef="#ctx0" brushRef="#br0" timeOffset="20512.11">13534 11066 272 0,'0'0'580'0,"0"0"-128"0,0 0-110 0,-5 5-67 0,5-5-56 0,0 0-44 0,0 0-42 0,0 0-29 0,0 0-15 0,0 0 21 0,0 0 2 0,13-3 36 0,0-4-7 0,5-6 6 0,6-4-10 0,9-7-1 0,9-9-45 0,8-5 18 0,5-2-32 15,6-5 4-15,15-10-30 0,2-4-2 0,1-3-52 16,2-2-26-16,3-4-55 0,4-1-61 0,-1-1-26 16,4-1-61-16,0-1-75 0,-2 0-61 0,-1 0-481 15,-2-2-392-15</inkml:trace>
  <inkml:trace contextRef="#ctx0" brushRef="#br0" timeOffset="167617.07">13919 3555 253 0,'0'0'304'0,"0"0"-53"0,-13 2-37 0,13-2-46 0,0 0-30 0,-12 3-26 0,12-3-16 0,0 0-13 0,-9 3-7 0,9-3-17 0,0 0-8 0,-9 1-10 0,9-1 5 0,0 0-3 16,-10 2 0-16,10-2 7 0,-8 2 9 0,8-2-9 0,-9 3 9 0,9-3 10 0,-12 2-16 0,12-2 8 0,-12 2-22 0,12-2 18 0,-13 4-15 15,13-4 9-15,-12 4 0 0,12-4 14 0,-10 2-25 16,10-2 7-16,0 0-16 0,-13 3 7 0,13-3-13 16,0 0 15-16,-10 2-22 0,10-2 12 0,0 0-18 15,0 0 13-15,0 0-14 0,0 0 6 0,0 0-7 16,0 0 6-16,9-6-13 0,-1 3 9 0,2-3-17 15,4 1 17-15,-1-1-20 0,3-2 12 0,2 0 7 16,4-2-14-16,-1 1 8 0,5-4-2 16,2 0-2-16,6-2 6 0,1-2-2 0,0 2 23 0,-1-1 7 15,-2 1-3-15,-2 4-7 0,-2 0-1 0,-8 3-9 16,3-1-2-16,-6 4-5 0,-2 1-1 0,2 1-2 16,-4 0-2-16,-13 3-1 0,21 2 3 0,-10 2 6 15,-4 1-6-15,-1 4 2 0,-2 3 1 0,-2 1 1 16,-4 5-1-16,-2 4 3 0,-3 0 2 0,-2 6-5 0,-3-2 6 15,0 4 2-15,-1-4 0 0,-2 1-1 16,2-1 0-16,-1-4-1 0,0 0 2 0,2-3-4 16,1-2 11-16,-1-1 5 0,2-2 0 0,0-2 1 0,1 0-6 15,0-2 0-15,1-1-8 0,1 0 6 0,0-2 18 16,3-1 23-16,-1 0-13 0,1-1 1 16,-1-1-14-16,5-4 4 0,-6 7-20 0,6-7-1 15,0 0-4-15,0 0-7 0,18 0 2 0,-5-3-1 16,4-2-3-16,3 0-1 0,4-2 0 0,5 0 0 15,3 0 1-15,1-2-3 0,3 2-2 0,0 0-1 0,0 1 0 16,-2 1 0-16,3-1-1 0,-3 4 1 16,-5-1-3-16,-2 3 5 0,0 1 1 0,-6 2-1 0,-3 2 1 15,0 0-4-15,-4 0 3 0,-1 4 0 0,-3 0-1 16,-3 4 3-16,-5-2 5 0,-2 3-5 16,-4 1 10-16,-3 4-9 0,-7 4 13 0,-2 0-8 0,-7 4 15 15,0-2 2-15,-4-1 78 0,-3 0 13 0,-3-3-15 16,0 0-28-16,-2-2 5 0,-1-2-5 0,-2-2 5 15,-1-1-21-15,0-3 6 0,4-2-25 0,3-3 3 16,-5-1-19-16,9-3 13 0,-1 1-23 0,2-3 7 16,0-1-18-16,8-2-5 0,-3-3-31 0,8 0-91 15,1-4-66-15,4-1-71 0,4-3-70 0,6-3-24 16,6-2-77-16,3-5-76 0,7-1-402 0,3-3-480 16</inkml:trace>
  <inkml:trace contextRef="#ctx0" brushRef="#br0" timeOffset="169162.89">14913 3303 212 0,'0'-13'555'0,"-5"1"-111"0,3 1-114 0,-1 0-19 16,1 3-45-16,-1-1-22 0,0 1-64 0,2 2-33 0,0 0-30 0,1 6-15 0,-3-8-24 0,3 8 2 0,0 0-7 0,5 5 3 0,1 4-5 0,1 4 42 0,5 5-22 0,1 6-15 0,4 8-12 0,-1 1 56 0,2 4-8 0,-3 0-15 0,2 0-21 0,-3 0-13 0,2-1-8 0,-3-1-9 0,0 0-10 0,-3-7-6 16,-1 0-5-16,1-3-5 0,-3-3-5 0,0-3-3 0,-3-3 0 15,1-1 2-15,0-1 59 0,-1-3 21 0,0 0 32 16,-2-3 27-16,1 1 16 0,0-3-41 0,-3-6 8 15,2 9-57-15,-2-9 14 0,0 0-46 0,0 0 19 16,0 0-45-16,-6-10 29 0,3 1-46 0,-6-1 31 16,2-3-40-16,-2 1 30 0,-4-3-2 0,0-1-13 15,-2 2-3-15,-2-1-5 0,-1 4-2 0,-3-2-3 16,0 6 1-16,-2 0-1 0,-1 3 0 0,-2 4 13 16,-1 3-12-16,-3 4 3 0,-1 1-25 0,3 6 32 15,1 2-31-15,4-1 28 0,3 3-24 0,2 0 24 16,6-1-26-16,6-2 29 0,3 1-2 0,3-3-6 15,3 1 4-15,5-2-2 0,3 2 0 0,8-4 0 16,3-1-5-16,3-3-6 0,4-4-4 0,2-2 2 16,8-2 0-16,4-4 3 0,2-4-23 0,-1 0 27 15,-1-6-21-15,0-1 25 0,0-2-34 0,-2-1 18 16,-2-1 2-16,-2 0 2 0,-5-4 2 0,-2 3 0 0,-4-1 20 16,-6 4-23-16,-3 0 18 0,-2 4-16 0,-3-1 22 15,-4 5-19-15,-3-1 14 0,-2 0-20 16,-3 4 22-16,-3 3-21 0,-3-3 23 0,-3 4-23 15,-4 2 24-15,-1 1-22 0,-5 3 16 0,-2 3-14 16,-2 3 3-16,-1-2 0 0,-3 5 3 0,4 1 0 16,-1 2 3-16,2 0 3 0,3-1-18 0,6 1 23 15,-2 2-18-15,5 0 22 0,2-2-19 0,3 0 19 16,2 0-2-16,3-1 4 0,1-1 16 0,3 0-20 0,3 1-2 16,1-3 0-16,3-1 2 0,-1-2-21 0,3 0 19 15,4-3-19-15,-1-2 23 0,-1-1-24 0,5-2 20 16,-1-2-21-16,1-2 27 0,0-2-28 0,-1 0 19 15,0-3-19-15,-4 1 19 0,0-3 0 0,-2-3-9 16,-2 1 1-16,-1 0-2 0,-4-1 1 0,1-1 1 16,-5 2 18-16,-1 2-22 0,-1-1 20 15,-1 1-23-15,-1 0 26 0,-5 1-27 0,3 3 19 0,-2-2-20 16,0 3 22-16,-1 1-25 0,2 2 27 0,5 4-27 16,-12-2 7-16,12 2-3 0,-8 6 2 0,4 0 5 15,2 0 5-15,1 2-1 0,4 2 4 0,-1 1-19 16,6-1 20-16,-2 3-17 0,5-2 23 0,-1 1-23 15,5 1 24-15,-1-3-22 0,3 1 22 0,1-3-16 16,0 1 13-16,-2-3-16 0,1-2 16 0,2-1-18 16,-1 0 25-16,-2-2-30 0,1-1 30 0,0-1-24 15,-1-3 2-15,-2-1-6 0,-1-1 2 0,0 0 2 16,-3-2 0-16,-1-2 2 0,-1-1 3 0,-3-1 16 16,-3 0-21-16,0 0 13 0,-1-1-16 0,-2 1 15 15,-2 0-13-15,-1-1 13 0,-1 1-15 0,-2 1 17 0,0 3-17 16,2 0 15-16,-1 2-17 0,-1 2 13 0,7 4-12 15,-12-4 18-15,12 4-20 0,-11 3 20 16,11-3-16-16,-6 5 15 0,6-5-12 0,0 13 14 16,1-8-14-16,4 2 3 0,-1 1 0 0,5-1 1 15,1-1 1-15,-1-1-1 0,3 1 3 0,2-1 2 0,-3-3-1 16,3 2 2-16,-1-4-3 0,1 0 0 16,0-3 0-16,1 0-1 0,2-2 17 0,-4-1-19 15,2-3 21-15,-2 0-23 0,1-3 13 0,0-2-15 0,-2 0 12 16,-3-2-14-16,0-1 13 0,-3 0-15 0,2 0 21 15,-5 1-24-15,1 1 23 0,-2 2-17 16,0 0 22-16,-2 1-18 0,3 2 17 0,-1 1-18 16,-2 2 8-16,0 7-15 0,3-8 13 0,-3 8-13 0,0 0 17 15,5 9-12-15,1 2 16 0,-2 3-9 0,5 7 13 16,0 6-18-16,4 2 3 0,1 6 2 16,1 3-9-16,1 2 18 0,0 2-14 0,0 3 14 0,0-1 0 15,1 2 0-15,-1-1-2 0,-3 0 3 0,1-2-3 16,-2 0 6-16,-3-1 3 0,1-2 4 0,-4-9-2 15,-3-1-2-15,-1-5-21 0,0-4 26 0,-2-2-9 16,-3-2 54-16,-1-3-43 0,-1-2 41 0,-2-4-53 16,-1-3 38-16,-2-2-8 0,-3-4-10 0,-1-4-12 15,-6-5 0-15,1-6-7 0,0-5-5 0,-2-6 0 16,1-7 2-16,4-3-9 0,4-3-33 0,3-1 51 16,7-1-51-16,2 4 39 0,5-4-8 0,1-2 10 15,6 3-19-15,2 1 4 0,0 0-8 0,4 3 4 16,-2 0 0-16,5 2-1 0,-1 2 4 0,-2 4 28 0,3 0-31 15,-5 6 40-15,-1 0-44 0,1 4 34 0,-5 1-33 16,1 2 29-16,-3 3-27 0,0 2 28 0,-3-1-29 16,2 1 29-16,-3 2-35 0,-1 1 32 0,-2 0-35 15,1 2 24-15,-3 6-27 0,-3-9 32 16,3 9-32-16,-10-4 34 0,10 4-33 0,-13 0 29 16,13 0-28-16,-15 4 19 0,9-1-17 0,-1 2 27 0,3 1-27 15,-1 1 34-15,0 2-31 0,4-1 30 0,-3 2-29 16,4 0 31-16,4 0-29 0,-3 2 34 0,4-1-34 15,0 1 8-15,2 1 0 0,-1-1 0 0,3 0 3 16,1 1 0-16,1-1 1 0,-2 0 3 0,1 0 3 16,-1 0-6-16,0 0 2 0,-1-1 1 0,0 0 0 15,-3 1-6-15,0-1 10 0,-1 1-3 0,0-2 5 16,-4 3-25-16,0-2 29 0,-2 1-26 0,-1 2 31 16,-1 0-32-16,-2-2 34 0,1 0-32 0,-2 0 29 15,0-1-61-15,0 0-37 0,0-4-80 0,0 0-107 16,-3-1-118-16,4-1-85 0,-2-2-156 0,8-3-479 0,-15 0-724 15</inkml:trace>
  <inkml:trace contextRef="#ctx0" brushRef="#br0" timeOffset="169305.85">16299 3531 891 0,'0'0'623'0,"10"-2"-138"16,-10 2-114-16,8-2-91 0,-8 2-60 0,0 0-49 0,0 0-38 0,12 1-44 0,-12-1-74 0,4 4-134 0,-4-4-204 0,0 10-568 0,0-10-453 0</inkml:trace>
  <inkml:trace contextRef="#ctx0" brushRef="#br0" timeOffset="172859.23">16917 4059 120 0,'0'-7'381'0,"0"7"-90"0,0-12-32 0,0 12-29 16,1-10-26-16,-1 10-40 0,0-10-11 0,0 10-43 15,0-6-10-15,0 6-29 0,0 0 45 0,0 0-33 16,0 0 32-16,0 0 19 0,-11 7-2 0,7 3-19 0,0 1 60 16,-1 6-29-16,-1 4-26 0,-2 2 36 0,2 3-24 15,-1 3-22-15,2-2-18 0,0 0-13 0,2-1-7 16,2-1 4-16,1 1-15 0,0-1-11 0,1-1-4 15,2-2-11-15,2-1-2 0,2 0 2 0,3-3 32 16,-1-2-11-16,1 0 10 0,4-3-19 0,1-2 0 16,1-3-14-16,0-1 0 0,2-3 11 0,0 0 11 15,1-3-13-15,-2-1-4 0,1-1-14 0,-1-3 3 16,-1 0-8-16,1-2 9 0,-5 1 15 16,0-2-9-16,-2-2-5 0,-1 2 0 0,-4-2-6 15,-1 1-5-15,-1-1-3 0,-3 2 0 0,-3-2-4 0,-1 1-5 16,-2 0 0-16,-3 2 1 0,-4 0-9 0,0 1 6 15,-2 2 0-15,0 0-1 0,-3 2-1 0,1 1 1 16,1 3-2-16,0-1-3 0,0 2-2 0,1 0-19 16,3 2-34-16,0 2-73 0,4-1-37 15,3 1-52-15,2 0-74 0,1-2-86 0,5 2-80 0,3-1-544 16,1-3-607-16</inkml:trace>
  <inkml:trace contextRef="#ctx0" brushRef="#br0" timeOffset="174306.57">17431 3944 138 0,'11'-20'735'0,"-3"1"-157"0,1 1-123 0,-2 3-79 0,-1 2-84 0,0 1-59 0,-2 1-49 0,1 3-36 0,-2 0-28 0,-3 8-17 0,10-6 33 0,-10 6-12 0,14 6 22 0,-5 3-15 0,2 5-13 0,2 3-26 0,2 6-16 0,2 7-11 0,2 0-3 0,-2 2-16 0,1 0-5 0,-2-2-13 0,-1-4 1 0,-1-1-8 0,0-1-2 0,-1-2-6 0,-1-3 2 0,-3-2-8 0,0-2 3 0,0 0-4 16,0-4 1-16,-4-1 4 0,2 0 6 0,-2-3 63 0,-1 0 16 0,-1 1-15 0,1-4-13 0,-4-4-17 0,0 0-10 0,0 0-9 0,0 0-7 0,0 0 5 0,-4-5-13 16,-2-1 2-16,0 1-16 0,-3-2 7 0,-5-1-8 15,1 2 10-15,-4-1-17 0,-1 2 16 0,-2 2-17 0,-1 0 12 16,0 3-11-16,-5 1 9 0,2 3-10 0,0 2 7 15,2 2-10-15,1 3 16 0,2 0-14 0,4 2 11 16,3-1-9-16,2 0 1 0,2 1 3 0,6-1 1 16,3-1 0-16,3 0 2 0,4-2-1 0,6 1-1 15,2 0 0-15,6-4 0 0,2 0 0 0,2-4-5 16,2-1-11-16,0-2 0 0,8-3 0 16,-2-2-1-16,7-4 2 0,-1-5 3 0,3 1 8 15,-3-2-10-15,-3-4 14 0,-3 1-11 0,-1-3 1 16,-5-1-6-16,-3 1 10 0,-6 0-8 0,-2 2 10 15,-4 2 19-15,-2 1-16 0,-4 2-7 0,-1 0 9 0,-5 3-6 16,-1 1 6-16,-3 0-10 0,-4 3 9 0,-1-1-2 16,-2 3 6-16,-5 4-8 0,1 1 12 0,-5 2-7 15,0 1 8-15,1 3-9 0,-3 3 8 0,2 0-2 16,0 2 0-16,2 0-8 0,2 2 16 16,1 0-9-16,4-1 9 0,1 1-11 0,2-1 11 15,2 0-9-15,5-2 17 0,0 1-12 0,3 0-1 16,0-2 0-16,4-1-5 0,1-1-1 0,2 0 0 15,1-4 3-15,0 1 6 0,2-2-13 0,2-1 11 16,0-1-13-16,0-2 11 0,3-1-10 0,-2-2 8 0,-1-2-2 16,-1 0-2-16,1-3-11 0,-1-2 9 0,-3 2-8 0,-1-2 9 15,-4 1-10-15,2 0 10 0,-2 0-6 16,-2 1 7-16,-3 2-10 0,0 0 9 0,-1 2-10 16,-1 1 11-16,-2-1-9 0,3 7 7 15,-8-6-6-15,8 6 10 0,0 0-16 0,-12-1 12 0,12 1-10 16,-6 7 15-16,6-7-11 0,-4 9 8 0,4-9-8 15,5 13 15-15,0-6-14 0,3-2 14 16,0 3-11-16,4-2 8 0,3-2-9 0,0 2 10 0,0-2-13 16,4-1 19-16,-2-2-18 0,5 0 11 0,-2-2-10 15,-2 0 8-15,4-2-9 0,-3-1 11 0,1-3-11 16,2 0 12-16,-3-1-12 0,-1-2 3 0,1 0-5 0,-3 0 13 16,-2 0-12-16,-3 1 13 0,-2-4-14 0,-1 3 14 15,-2 0-15-15,-3 1 0 0,-1-1 0 16,-2 2 1-16,-2 0 4 0,-1 1 4 0,-1 0-4 15,-2 1-1-15,-2 2 8 0,8 4-11 0,-13-3 8 16,13 3-8-16,-13-1 10 0,13 1-11 0,-13 3 9 0,13-3-4 16,-11 6 4-16,11-6-7 0,-8 10 10 0,5-5-8 15,3-5 12-15,1 12-12 0,3-6 10 16,0-1 2-16,2 2-4 0,2-1-9 0,0-2 9 0,3 0-5 16,-2 0 6-16,4-2-11 0,-2 1 12 15,1-2-8-15,1-1 6 0,-2-3-9 0,1 1 8 16,2-3-8-16,-3 0 10 0,2-2-14 0,-3-2-6 0,1-1-1 15,-1 0 5-15,-3-2 1 0,0 0 1 16,-1 0 3-16,-3-1-1 0,1 2 4 0,-1 0-2 0,-3 1 2 16,3 0 5-16,-2 1-3 15,2 0 0-15,-3 9-2 0,2-11-3 0,-2 11 1 0,2-8 2 16,-2 8 0-16,0 0 5 0,5 13-3 0,-3-1 0 0,2 4 10 16,6 8-7-16,-2 5 12 0,4 9-4 0,0 3 10 15,2 1-10-15,2 1 3 0,-4 2-3 0,1 0-2 16,1-1-7-16,-3 3 11 15,1-3-11-15,-3 2 11 0,-2-2 1 0,-1 1-6 0,-2-3 1 0,-3-7-1 16,2-3 0-16,-6-4 2 16,3-3-3-16,-5-4 3 0,2-3 14 0,-2-2 10 0,0-4 3 15,-4-4 7-15,3-2 5 0,-4-5-2 0,1-4-29 16,-5-3 17-16,1-7-26 0,-1-4 19 0,-2-7-27 16,1-8 18-16,0-4-24 15,2-5 13-15,2-2-1 0,2-6-6 0,5 2 1 0,1-3-3 0,6 0-2 16,1 3-1-16,3-1 0 0,2 4 1 0,3 3-1 15,-1 0-4-15,3 3-8 0,2 4 16 0,-1-1-12 16,2 5 17-16,-2 4-4 0,-1 0 1 0,1 4-2 0,-1 0 0 16,-1 3 13-16,-1 2-16 0,-2 2 0 0,-2 3 4 15,0-1-3-15,-1 0-2 0,-2 4 1 0,-1-1 0 16,0 2-4-16,-2-1 10 0,-2 2 0 0,0 7-21 16,-2-11 14-16,2 11-17 0,-8-7 2 0,8 7 4 15,-13-1 2-15,13 1 0 0,-10 2 2 0,10-2 0 16,-8 7 1-16,3 0 3 0,4 0-7 0,1 4 14 15,1-1-1-15,0 3 7 0,3 0-4 16,1 1-1-16,4 0-1 0,-2 1 2 0,3 1-1 0,0-1 2 16,2-1-2-16,-1 1 17 0,1-3-17 15,-2 0 12-15,0-1-16 0,-2 0 15 0,1-3-17 0,-3 1 17 0,2-2-17 16,-2 0 18-16,-1-1-21 0,0 0 18 16,-1-2-18-16,0 2 17 0,0-2-16 0,-4-4 19 0,4 8-20 15,-4-8 17-15,1 11-9 0,-1-11 7 16,-1 11-15-16,-2-5-33 0,-1 0-120 0,-1 1-140 0,1 0-139 15,-4-2-222-15,1 1-487 0,-1-2-765 0</inkml:trace>
  <inkml:trace contextRef="#ctx0" brushRef="#br0" timeOffset="174540.75">19064 3971 1677 0,'-1'-8'1016'0,"1"8"-226"0,-4-8-152 0,4 8-139 0,0 0-109 0,0 0-78 0,0 0-67 0,-1-6-61 0,1 6-70 0,0 0-112 0,0 0-185 0,0 0-230 0,0 0-211 0,5 8-850 0,-5-8-1098 0</inkml:trace>
  <inkml:trace contextRef="#ctx0" brushRef="#br0" timeOffset="175705.87">17890 2746 320 0,'-10'2'298'0,"10"-2"-44"15,-21 0-41-15,21 0-11 0,-18-3-26 0,8 2 7 16,2-2-3-16,1 0-13 0,0 0-15 0,7 3-23 16,-12-5-15-16,12 5-14 0,-9-7-22 15,9 7-20-15,-4-8-11 0,4 8-10 0,6-9-1 16,2 5-12-16,2-1 5 0,0 2-1 0,2-1-13 0,2 1-1 15,-3 2-3-15,3 1 8 0,-1 1-16 0,-1 2 8 16,4 2-11-16,-3 0 9 0,2 4-2 0,-1 3 6 16,0 2 1-16,-1 4 23 0,-2 0-2 0,-1 4 4 15,-4-1-6-15,3 6 3 0,0 1 7 0,-3-1 21 16,3 0-12-16,-1 0 1 0,2 0 28 0,2-2-17 16,-1-1-2-16,3 0 32 0,4-4-11 0,1 1-6 15,4-3-11-15,3-4-10 0,8 2-8 16,3-5-7-16,4-1-8 0,5-4-3 0,-5-3-7 0,0-3-2 15,1-3-4-15,3-1-7 0,2-3-2 0,-4-2 1 16,-4 0-2-16,-1-4-9 0,-6 2 7 16,-2 0-7-16,-3-2 11 0,-4 0 11 0,-3 1 40 0,-1 1 12 15,-3 2-11-15,-2-1-12 0,-3 2-7 0,-2 2-10 16,1-1-1-16,-3 1-17 0,-1 1 2 0,-6 5-12 16,5-6 6-16,-5 6-6 0,0 0 5 0,-4 6-6 15,2 0 3-15,-1 2-4 0,-2 4 5 0,5 4-6 16,0 2 7-16,3 6-1 0,3 4 4 0,4 3-1 15,6 5-3-15,0 0 0 0,5 1 3 0,-1-2-6 16,3 0 0-16,3 0-2 0,1-3 4 16,1 0-4-16,1 0 4 0,3-4-5 0,1 0 7 15,3-2-5-15,1 0 0 0,4-2-1 0,5 1 3 0,-3-4-1 16,1-1-1-16,-4-2-2 0,-1 0 5 0,-4-1-10 16,-10-3 1-16,0-1 1 0,-6-3 7 0,-3 3-7 15,-3-1 0-15,-4-2 4 0,0 3 6 0,-8-1 12 16,-2-1-7-16,-8 3 0 0,-4 1-4 0,-7 1-1 15,-6-2 1-15,-2 1-7 0,0-3 2 0,-6-3-15 16,2 0-22-16,-3-3-76 16,3-2-87-16,4 0-112 0,4-2-91 0,2-2-155 0,2-3-447 0,4-1-603 15</inkml:trace>
  <inkml:trace contextRef="#ctx0" brushRef="#br0" timeOffset="175945.07">19555 3733 1104 0,'0'0'823'0,"14"5"-194"0,-14-5-168 0,8 2-181 0,-8-2-178 0,5 5-162 0,-5-5-163 0,1 6-304 0,-1-6-291 0,-6 6-352 0</inkml:trace>
  <inkml:trace contextRef="#ctx0" brushRef="#br0" timeOffset="184610.9">15087 3948 331 0,'13'5'189'0,"-3"-1"-194"0,-2 3-156 15,3 1 40-15</inkml:trace>
  <inkml:trace contextRef="#ctx0" brushRef="#br0" timeOffset="185350.15">17964 4379 1318 0,'15'-4'446'0,"-1"-1"-294"0,-4 3-283 0,2 2-425 0,-1 1-72 0</inkml:trace>
  <inkml:trace contextRef="#ctx0" brushRef="#br0" timeOffset="-162403.96">21096 9754 400 0,'0'0'339'0,"0"0"-84"0,-11 0-51 0,11 0-49 0,0 0-33 0,0 0-26 0,-12 0-20 0,12 0-23 15,0 0-38-15,-11 1-45 0,11-1-55 0,0 0-35 16,-10 3-92-16,10-3-191 0,0 0 139 16</inkml:trace>
  <inkml:trace contextRef="#ctx0" brushRef="#br0" timeOffset="-162005.12">21011 9810 335 0,'0'0'434'0,"0"0"-116"0,-12-1-56 0,12 1-49 0,0 0 6 0,0 0-12 0,-8-5-18 0,8 5-12 0,0 0-26 0,0 0-16 0,0 0-14 0,-7-3-8 0,7 3-10 0,0 0-14 0,0 0-9 0,-4-5 7 0,4 5-4 0,0 0-12 0,-4-7 24 0,4 7-8 0,-4-8-22 0,4 8-1 0,-1-12 4 16,1 12 6-16,0-13 2 0,4 7-7 0,-4-2 0 0,1 2 4 0,4-1-8 0,-2-1-8 0,1 0 0 0,1 2 1 0,1-1 2 0,-2 3 1 0,4 0 1 0,-2-1 8 0,-6 5-4 0,14-5 1 0,-14 5-1 0,17-1-8 0,-17 1-13 0,15 1-7 0,-15-1-10 0,15 6 1 0,-8 0-6 0,-1 1-4 0,-3 2-3 0,-2 2 0 0,-1 0 11 0,-4 5-16 16,-2 4 38-16,-5 4 3 0,-2 2 6 0,-6 5-1 15,-1 0 13-15,-2 0 0 16,3 1-11-16,-4-3 14 0,3-1-20 0,3-4 2 0,2-1-23 0,3-5 30 15,2-1-3-15,3-3-5 0,1 0 1 0,5-4-6 0,4-1-6 16,2-1-9-16,6-3-9 0,2-3-4 16,5-1-3-16,2-3-28 0,9-5 9 0,1-2-69 0,9-6-68 0,1-1-60 15,-1-3-121-15,-1 0-114 0,-1-2-81 0,-2 1-150 16,-4-2-542-16,-1 1-814 0</inkml:trace>
  <inkml:trace contextRef="#ctx0" brushRef="#br0" timeOffset="-161691.37">21376 9689 1066 0,'-5'-6'789'0,"5"6"-165"0,-9-8-111 15,9 8-40-15,-5-8-24 0,5 8-47 0,-7-8-58 16,7 8-48-16,-1-9-36 0,1 9-48 0,0-11-41 0,5 5-30 16,1 0-30-16,1 1-22 0,2 0-18 15,1 2-16-15,-1-1-7 0,3 3-12 0,-12 1-8 0,22 1-1 16,-10 1-7-16,-3 3-5 0,0 1-3 0,0 4 0 15,-1 0-1-15,-4 5 2 0,-2 1-3 0,-3 2-23 16,-3 3 30-16,-3 2-26 0,-4 5 25 0,0-1-20 16,-3 0 25-16,1-1-30 0,-3-2 29 0,5-1-27 15,1-5 25-15,0-1-26 0,3-3 31 16,0-2 13-16,3-4 47 0,1 0-39 0,3-8 21 0,4 7-42 16,-4-7 30-16,19-4-46 0,2-3 19 15,5-4-47-15,9-3-25 0,2-3-31 0,4-4-86 0,0 0-62 16,6-8-71-16,-2 0-98 0,-8 3-103 0,-4-1-40 15,-2 1-126-15,-4 1-527 0,-4 0-800 0</inkml:trace>
  <inkml:trace contextRef="#ctx0" brushRef="#br0" timeOffset="-161062.34">20866 8740 391 0,'1'-12'648'0,"1"2"-125"0,-1 0-124 0,0 5-69 0,1-2-89 0,-2 7-17 0,2-7-12 0,-2 7 1 0,0 0-7 0,4 8 13 0,-3 1-22 0,3 3 3 0,1 5-18 0,0 4-18 0,2 1-10 0,2 6-39 0,1 1-22 0,0 1-19 0,3 4-13 0,1 1 4 0,-1-1-29 0,1 1-2 0,-3-8-7 0,0 1-11 0,0-2-4 0,1 1-17 0,0-3-54 0,-4-5-84 0,1-1-87 0,-4-4-35 0,4-2-66 0,-4-1-52 15,-2-5-73-15,-3-6-110 0,3 5-255 0,-3-5-355 0</inkml:trace>
  <inkml:trace contextRef="#ctx0" brushRef="#br0" timeOffset="-160894.14">21031 8789 208 0,'0'-26'741'0,"0"5"-139"0,0 2-140 0,0 2-90 16,0 4-86-16,0 5 1 0,0 8 5 0,6-8-15 16,-6 8-19-16,11 5-31 0,-2 3 6 0,0 5-43 0,5 5-33 15,0 3-36-15,2 3-26 0,3 6-19 16,-1 1-15-16,3-1-16 0,-2 3-5 0,0-1 6 0,-2-1-24 15,1 1-5-15,-5-6-78 0,-1 2-86 0,-1-4-76 16,-4-2-70-16,-2-1-97 0,-2-1-92 16,-5-3-91-16,0-3-352 0,-7 1-495 0</inkml:trace>
  <inkml:trace contextRef="#ctx0" brushRef="#br0" timeOffset="-160710.66">20914 9111 497 0,'-15'-12'671'0,"5"2"-152"0,1-2-118 0,6 1-74 0,3 2-83 0,6-5 5 0,3 1-30 0,6 0-22 15,6-3-30-15,3 1-26 0,8-3-30 0,2 1-23 16,2-2-17-16,5 1-21 16,5-2-5-16,-1 1-12 0,1 1-29 0,-3 0-134 15,-2 1-94-15,-3 1-163 0,-10 4-640 0,-3-3-638 0</inkml:trace>
  <inkml:trace contextRef="#ctx0" brushRef="#br0" timeOffset="-159690.31">22361 8363 227 0,'4'-11'666'0,"-4"1"-132"0,3 1-127 0,-1 1-51 0,-2 1-57 0,2 0-11 0,-1 1-30 0,-1 6-35 0,3-10-36 0,-3 10-38 0,1-9-27 0,-1 9 3 0,0 0 0 0,6-5-18 0,-6 5 28 0,9 8-12 0,-1 0-20 15,3 3-16-15,1 6-15 0,6 3-9 0,0 3-18 0,2 5-3 0,4 1-11 0,-1 2-1 0,-3-1-7 0,1 3-3 0,0-2-6 0,-3-1-3 0,-4-2-8 0,-1-3 1 0,-1 0-31 16,-4-4-97-16,-2 0-92 0,-2-4-106 0,-3-1-81 0,-2-3-119 0,0 0-497 0,-6-2-626 0</inkml:trace>
  <inkml:trace contextRef="#ctx0" brushRef="#br0" timeOffset="-159224.15">22178 8514 716 0,'-3'-15'653'0,"6"1"-140"0,0 1-97 0,6 0-66 0,0-3-9 0,8 2-19 0,2-2-12 16,5 0-17-16,8-3-19 0,4 1-42 0,5 0-48 0,2-1-27 0,5 1-42 0,8-2-3 0,0 0-39 0,-9 5 5 0,-2 0-38 0,4 1 8 0,-6 1-10 0,-2 1-15 0,-9 2-31 0,-4 2-93 0,-5 2-131 0,-4 0-125 0,-6 3-61 0,-3 1-117 0,-10 2-606 16,0 0-754-16</inkml:trace>
  <inkml:trace contextRef="#ctx0" brushRef="#br0" timeOffset="-157409.33">22722 9319 224 0,'0'0'564'0,"0"0"-176"0,0 0-79 0,7-2-87 0,-7 2-24 0,0 0-28 0,0 0 38 0,0 0-51 0,0 0 7 0,8 2-32 0,-8-2 14 0,0 0-17 0,0 0 8 0,-1 7-20 0,1-7 9 0,-4 7-16 0,4-7 5 0,-6 5 2 0,6-5 1 16,-8 3 0-16,8-3-6 0,-13 2-6 0,13-2 6 0,-14 0-6 0,14 0-19 0,-18-2-15 0,8-1-10 0,0-2 7 0,0-3-4 0,-2 2-14 0,2-3-10 0,-1-1 2 0,3-1 2 0,0 0-12 0,4-2 0 0,2 0-7 0,2 0 19 0,2-1-24 15,2-2-4-15,5 3-5 0,4-3-4 0,2 4 0 0,2-1-1 0,1 5-2 0,2 0 2 0,-1 5 1 0,-1 3 28 0,3 3 11 0,2 6 10 0,-2 3-6 0,2 4-10 0,0 5-9 0,-3 7-1 0,-3 0-7 0,-1 5-4 0,-5-3 0 0,-3 0-7 0,-3 2 0 0,-2 2 2 0,-6 1 3 0,1-1-1 0,-7 6 15 0,-5-1-14 16,-3-2 6-16,-5-3-7 0,-1-1 15 0,-4-2-1 0,-3-4-1 0,-2-2 15 0,-3-4-28 0,4-3 15 0,1-4-16 0,3-5-5 0,1-3 22 0,5-3-4 0,0-3 33 0,5-4-40 0,-1-1 24 0,8-5-31 0,3-4 16 0,4-3-8 0,6-4-8 0,7-4-7 0,5 0-3 0,7-1 0 0,4 1-2 0,4 4 6 16,3 3 6-16,-5 7 11 0,2 1-4 0,-5 5 0 0,1 2 1 0,-2 1-1 0,3 5-1 0,-2-1-6 0,-3 3 0 0,1 1-6 0,-1 3 1 0,-1 0-4 0,-2 0-5 0,-2 1-27 0,1 2-19 0,-3-2-42 0,-3-2-40 0,-1 0-42 0,1-1-43 0,0-3-66 15,-2 0-97-15,0-1-92 0,-11-3-80 0,23-3-120 0,-11-1-402 0,0-2-684 0</inkml:trace>
  <inkml:trace contextRef="#ctx0" brushRef="#br0" timeOffset="-157052.29">23335 9242 351 0,'4'-11'787'0,"0"2"-202"0,-2 1-67 0,4 2-68 0,-4-3-33 0,1 1-29 0,-1 1-18 0,0-3-49 16,0 2-31-16,-1-2-58 0,1 2-42 0,0-2-30 16,-2 2-27-16,-1-1-19 0,0 0-14 0,-2-1 3 15,-1 2-11-15,-1-2-6 0,-3 2-18 16,0-1-15-16,-3 1-7 0,-1 1-1 0,-2-1 6 0,-1 5-18 15,-1-2-8-15,-1 3-3 0,3 0-2 0,0 2-7 16,-1 2 6-16,1 0-22 0,0 2 16 0,0-1-22 16,2 3 22-16,1 4-23 0,3-2 24 15,0 4-24-15,6 2 27 0,1-1-25 0,3 3 16 0,3 4 3 16,5 2-5-16,2 3-1 0,2-1-4 16,1 1 5-16,6 2-1 0,-1 2-2 0,1-1 3 15,2-2 1-15,-1 1 35 0,0-2-52 0,1 1 3 0,-5-3 3 16,0-1 9-16,-1-2-4 0,-4 2-3 0,-2-3 0 0,-3 0 6 15,-1-1-5-15,-3-2 26 0,-2 0-1 0,-4-2 4 16,0 0 5-16,-2-2 0 0,-3 1-2 16,-1-3 15-16,-1 1-1 0,-2-5 9 0,-3 0 5 0,1-3-7 15,1-1 20-15,-4-5 1 0,1 0-6 16,-3-5 16-16,2 0 19 0,-1-4-12 0,3-3 17 16,2-1 7-16,3-5-11 0,4 0-12 15,4-3-20-15,2-4-17 0,8-3-11 0,5-6-41 0,7-3 25 0,4-6-58 16,5 1-8-16,0-1-96 0,1 2-38 15,-3-1-100-15,-6 7-92 0,-2 1-197 0,-3-2-208 16,-7 3-925-16,-5 5-1373 0</inkml:trace>
  <inkml:trace contextRef="#ctx0" brushRef="#br0" timeOffset="-154926.85">22530 11365 532 0,'0'-25'427'0,"0"-1"-26"0,-2 2-55 0,0 2-43 0,0 2-2 0,-1 2-11 0,3 3-4 0,-1 0-16 0,0 4-22 0,-2 0-22 0,2 0-33 0,1 4-9 0,0 7-3 0,-4-9 11 0,4 9-13 0,0 0 1 0,-4 6-24 0,2 1-13 0,-1 3-26 0,-1 1-18 0,2 3-7 0,-2 3-19 0,1-1-14 0,-2 0-14 0,1 1 12 0,2 0-28 0,-1 1-4 0,2-2-4 0,0 0-6 0,-2 0-8 0,3-2 4 0,0 0-3 0,0-3 2 0,3 0 1 16,-1 1 10-16,2-4-9 0,1 0-3 0,0-1 5 0,4 0-3 0,0-3-6 0,3 1 1 0,-1-1-1 0,3-1 0 0,0-1 1 0,-1 2-2 0,4 0-1 0,-2 2 0 0,2-2 1 0,-3 4 4 0,2 0 2 15,1 2 0-15,0 2-9 0,-3 0 12 16,1 1 11-16,-3 2-25 0,0 1 15 0,-3 0-17 16,0 2 17-16,-2-4-24 0,-1 2 29 0,-2 0-28 15,-2 0 23-15,-2-3-20 0,0 2 17 0,-5-1-16 16,1 0 20-16,-3 0-20 0,-2-3 14 0,-3 0-20 0,-2-1 15 15,1-3-19-15,-4 0-11 0,0-3-31 0,-4-3-58 16,0-1-29-16,0-5-76 0,-2-2-41 0,-1-6-36 16,0-1-17-16,3-5-9 0,-2-7-9 0,2-2 14 15,3-4 7-15,2-1 24 0,2-1 36 16,3-3 54-16,4 5 72 0,2-1 61 0,3 1 78 0,3 3 66 16,0-2 19-16,4 0 22 0,2 4 16 0,3 0 7 15,1 2 32-15,4 4-11 0,0 2-5 0,0 2-5 16,-1 2-4-16,4 4 2 0,-1 0-13 0,1 1-5 15,-4 3-11-15,2 1-15 0,-3 2-25 0,3-1-3 16,-1 4 9-16,-1 0-12 0,0 1-15 16,0 0-10-16,1 1-4 0,-3 0 5 0,2 0-7 0,-1 2 20 0,-2 0-17 15,3 0 12-15,-2 1 1 0,2-1 7 0,-1 5-1 16,-1-3-6-16,2 4 12 0,2 3 6 16,-1 0-15-16,-1 0 5 0,3 2-26 0,-1 2-16 15,-3 0 3-15,4-1-6 0,-2 0-4 0,-1-1 5 16,5 4-13-16,-4-4 1 0,2 1 28 0,-3-5 3 0,3 1-5 15,-2-4 1-15,-1 0 4 0,3-4-20 0,-2-2-1 16,2-2-5-16,0-3-5 0,0-3-4 0,-1-3-4 16,0-4 25-16,-3-3-30 0,4-4 20 15,-6-2-31-15,-2-4 32 0,-3 4-33 0,-2-5 37 16,-4 3-20-16,-2-1 41 0,-6-5-38 0,-1 3 26 16,-5 1-28-16,-4 3 46 0,-1 3-23 0,-3 2 29 15,-6 4-39-15,0 3 22 0,-4 7-36 0,0 3 25 0,-4 4-34 16,-7 4 27-16,1 6-36 0,1 4 5 0,0 2-62 15,5 2-20-15,4 2-72 0,3 0-41 0,5 3-96 16,8-2-112-16,3-1-126 0,3-3-212 0,5-2-571 16,4-2-923-16</inkml:trace>
  <inkml:trace contextRef="#ctx0" brushRef="#br0" timeOffset="-142843.5">21381 9851 117 0,'0'0'243'0,"0"0"-117"0,-7 5-43 0,7-5-63 0,0 0-26 0,2 6-87 0,-2-6-62 0,0 0 40 0</inkml:trace>
  <inkml:trace contextRef="#ctx0" brushRef="#br0" timeOffset="-138514.59">21705 9658 327 0,'2'-9'455'0,"2"1"-105"0,-2-1-68 0,1-1-63 0,0 2-27 0,-1-3-12 0,1 1-18 0,-1 0 13 0,0 0-51 0,0-1 8 0,1-1-31 0,-1 0 19 0,1 0-27 0,-2 0 17 0,2 0-16 0,0-1-3 15,-3-1-20-15,1 0 3 0,-1 1-6 0,-1-3 3 0,-2-1-17 16,0 2 23-16,-1-2-17 0,-3 2-14 16,-1-2 17-16,-5 0-7 0,2 1-12 0,-6 1-4 15,0-2-6-15,-7 1-8 0,0 3-4 0,-4 2-1 16,-3 0 0-16,-1 4 15 0,-4 3 18 15,-5 1-7-15,-7 4 8 0,-5 4 0 0,-2 2-2 16,-8 9 3-16,0 3 6 0,-1 6-5 16,5 4-5-16,4 6 20 0,4 2 13 0,6 4 10 0,7 1-14 0,4 4-15 15,8-2-10-15,8-5 6 0,9 3 5 0,2 2-12 16,7-6 5-16,7 5 4 0,2 1-6 16,4-1 14-16,6-3 0 0,5 0 19 0,8 1-26 0,2-1-9 15,1-4-13-15,0-7 8 0,1-3-4 0,0-3-11 16,4-3-5-16,1-4-11 0,0-3 0 0,3-4-4 0,-5-4-5 15,1-4-3-15,1-3 3 0,4-4-3 16,0-4 1-16,0-5 1 0,-4-3 2 0,1-2-3 16,-6-5 2-16,-1-2-21 0,-5-3 28 0,-4-3-24 15,-3-3 20-15,-5-1-2 0,-3-1-2 0,-5-4 0 0,-6-1 40 16,-4 4-48-16,-4-5 39 0,-5-1-50 16,-8 1 48-16,-8-5-51 0,-4 1 5 0,-6 5 0 15,-4 2 4-15,-1 4 3 0,-6 3 2 16,1 5-22-1,3 7 26-15,1 5-4 0,-2 5-4 16,-2 2-8-16,9 6-54 0,-2 4-58 16,-2 5-72-16,-2 7-82 0,1 6-113 0,0 5-124 0,-5 8-158 15,3 4-594-15,2 1-872 16</inkml:trace>
  <inkml:trace contextRef="#ctx0" brushRef="#br0" timeOffset="-137589.97">20953 10271 323 0,'3'7'606'0,"-3"-7"-175"0,0 0-78 0,4 5-101 0,-4-5-18 0,0 0-80 0,2 6-8 0,-2-6-59 0,0 0 0 0,5 5-48 0,-5-5-16 0,0 0-94 0,4 5-73 0,-4-5-111 0,0 0-464 0,-2 8-226 0</inkml:trace>
  <inkml:trace contextRef="#ctx0" brushRef="#br0" timeOffset="-137216.65">21023 10442 1198 0,'0'0'751'0,"0"0"-181"16,0 0-199-16,14 0-221 0,-14 0-188 0,0 0-79 0,5 4-103 0,-5-4-154 0,0 0-355 0,2 7-232 0</inkml:trace>
  <inkml:trace contextRef="#ctx0" brushRef="#br0" timeOffset="-137195.81">21247 10582 13 0,'0'0'305'0,"0"0"-414"0,15-1 37 0</inkml:trace>
  <inkml:trace contextRef="#ctx0" brushRef="#br0" timeOffset="-132966.75">23630 11468 58 0,'8'-14'531'0,"-3"-2"-145"0,1 0-81 0,-2-4-87 0,2-2-30 0,-1 1-53 0,-3-3-7 0,2-1-40 0,-1 1 7 0,1-4-16 0,-2 2 16 0,-1-7-14 0,2 1 25 0,-2 1-40 0,1-2 31 0,-1 3-7 0,-1 1 8 0,-1-1 2 0,-1-1-9 0,-3 0 0 16,-1 0-17-16,-5 1 6 0,-1 1-11 0,-6-1 0 0,-5 1 0 0,-5 2 8 0,-7 2-2 0,-5 3-6 0,-12-2-3 0,-8 2 14 0,-4 4 11 0,-6 2 3 0,-7 2 13 0,-6 5 10 0,-4 5 3 0,-2 4 16 0,-2 7-19 0,2 6 22 0,-1 7-11 0,-8 14-13 0,3 7-4 0,8 9-14 0,6 9-20 0,6 6-9 0,8 2-14 0,5 5-10 0,10 5-8 0,5 5 19 0,15-11-35 0,6 3 3 0,8 3-3 0,9 0 3 0,7 0-10 0,8-1 4 0,8-1-10 16,9 0 2-16,9-1 20 0,14 6-26 0,8-4-3 0,8-8 10 0,11-5-8 0,5-9 1 15,7-9-7-15,-11-10 6 0,5-4-2 16,0-7 7-16,6-6 5 0,-1-4 48 0,0-9-15 0,1-7 17 0,-2-7-37 16,-2-6 24-16,-1-6-35 0,-2-7-6 0,-5-6 8 15,8-12-11-15,-8-7 19 0,-13 2-34 16,-6-3 29-16,-7-6-13 0,-5-3-7 0,-6-2-21 15,-8-3 23-15,-6 0-15 0,-8 0-2 0,-9-1 22 16,-5 0-19-16,-11 1 14 0,-9-1-1 0,-5 0 0 16,-12 3 0-16,-14-9 1 0,-8 5 2 0,-9 4-17 15,-5 7 23-15,-2 5-24 0,7 13 3 0,-3 5 28 0,-1 5-29 16,-1 5-21-16,0 8-19 0,4 3-32 16,11 10-54-16,3 5-95 0,2 7-100 15,7 6-77-15,2 6-79 0,5 5-172 0,7 4-450 0,3 3-729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14:39.826"/>
    </inkml:context>
    <inkml:brush xml:id="br0">
      <inkml:brushProperty name="width" value="0.05292" units="cm"/>
      <inkml:brushProperty name="height" value="0.05292" units="cm"/>
      <inkml:brushProperty name="color" value="#FF0000"/>
    </inkml:brush>
  </inkml:definitions>
  <inkml:trace contextRef="#ctx0" brushRef="#br0">13032 10540 207 0,'0'0'365'0,"-11"5"-47"0,11-5-58 0,-11 4 4 0,11-4-23 0,0 0 10 0,-11-4-13 0,11 4-17 0,-8-8 6 0,7 0-15 0,-2 0 11 0,2-4-4 0,0 1 28 0,-2-2-11 0,1-1 16 0,0 1-20 0,1 2 6 0,0 0-38 0,1 1-33 0,-3 2-27 0,3 0-28 0,0 1-24 0,0 7-8 0,-1-8 13 0,1 8-17 0,0 0 30 16,1 15 3-16,-1-4-10 0,4 8-8 0,1 5-22 15,-1 5-6-15,5 4-10 32,1 5-11-32,3 2-10 15,1 2-11-15,0-1-5 0,4 0-2 0,-3-2-1 0,3 2-6 0,-1-3-7 0,1 1-25 0,-3-3-46 0,3-3-52 16,-5-7-74-16,1 0-91 0,-1-3-109 0,-3-5-59 0,0-3-90 0,-2-5-90 0,-2-3-426 0,-6-7-678 16</inkml:trace>
  <inkml:trace contextRef="#ctx0" brushRef="#br0" timeOffset="172.15">13242 10382 848 0,'-2'-27'843'0,"4"8"-115"0,-5 1-161 16,3 4-101-16,1 6-40 0,-1 8-50 15,6-6-42-15,0 12-25 0,2 2-16 0,-1 6-50 16,4 5-42-16,1 8-26 0,3 4-18 0,2 3-21 16,1 3-31-16,1-1-12 0,2 1-28 0,-1 0-10 0,3 1-25 15,-2-2-34-15,0-1-37 0,-1-3-74 0,1-1-45 16,-3-3-87-16,-4-4-87 0,-1-3-103 0,0-3-63 15,-7-3-88-15,-1-4-122 0,-1 0-323 0,-4-4-647 0</inkml:trace>
  <inkml:trace contextRef="#ctx0" brushRef="#br0" timeOffset="322">13331 10900 668 0,'-19'-3'827'0,"1"0"-76"16,0-1-162-16,3 0-123 0,0-1-91 0,4 2-65 0,4-2-63 15,1-1-48-15,5 0-37 0,2 0-32 0,5-4-22 16,4 0-27-16,5-5-22 0,8-2-32 0,5-3-13 15,6-3-42-15,2-1-41 0,4 0-54 0,4-5-84 16,-5 5-90-16,0 1-126 0,-5 1-131 0,1-3-479 16,-5 1-645-16</inkml:trace>
  <inkml:trace contextRef="#ctx0" brushRef="#br0" timeOffset="525.71">14300 10515 1650 0,'0'0'881'15,"0"0"-189"-15,0 7-150 0,0 4-102 0,1 0-101 16,2 1-70-16,-1 1-57 0,1-1-31 0,-1 3-52 16,2-1-19-16,-1-1-56 0,-2 4-21 0,3 0-67 15,-3-2-47-15,2 3-89 0,-2-1-94 0,-2 0-77 16,-2-3-94-16,2-1-102 0,-3 0-117 0,2-5-291 15,-2-2-525-15</inkml:trace>
  <inkml:trace contextRef="#ctx0" brushRef="#br0" timeOffset="755.14">14769 9825 1588 0,'0'0'885'0,"0"0"-185"0,0 0-149 15,1 11-100-15,4 0-107 0,-1 4-53 0,0 1-50 0,2 0-21 16,-1 4-22-16,2 0-25 0,-1 4-28 16,1 4-13-16,1 1-22 0,0 4-21 0,3 3-18 0,-1 1-13 15,-1 0-10-15,0-1-15 0,0-4-8 0,-2-1-18 16,2-2-41-16,-2-1-49 0,0-7-40 16,-2-1-71-16,0-3-53 0,-1-3-56 0,-1-4-88 0,-2-2-74 15,-1-8-136-15,-1 7-635 0,1-7-846 0</inkml:trace>
  <inkml:trace contextRef="#ctx0" brushRef="#br0" timeOffset="904.78">14582 10090 1221 0,'-21'-16'836'0,"4"1"-114"15,0 4-157-15,7-1-98 0,1 2-112 0,4-1-61 16,6 1-81-16,5-2-15 0,6-3-51 16,2 0-3-16,8-2-42 0,9-3-6 0,3-2-37 0,5 0 4 15,9-6-30-15,4-1-20 0,2-5-40 0,1-1-59 16,1 0-88-16,-1-3-107 0,-7 4-129 0,-2 0-258 15,-13 6-556-15,-5 4-833 0</inkml:trace>
  <inkml:trace contextRef="#ctx0" brushRef="#br0" timeOffset="1955.57">13729 11429 305 0,'-7'-19'657'0,"1"1"-164"0,-2 2-112 0,2 2-79 0,1 1-66 16,-1 5-52-16,1-1-46 0,0 3-9 0,5 6-8 0,-9-4-11 0,9 4 7 0,-5 4 21 0,5 2 6 0,0 5 4 0,2 6 18 0,1 6-15 15,6 6-17-15,1 8-37 0,6 5-18 0,-1 2-11 16,7 9-13-16,-3 0-14 0,5 0-12 0,1-1-4 15,0 0-2-15,-3-3 6 0,4 1-20 0,-6-8 16 16,-1-3-40-16,0-1-55 16,-1-1-112-16,0-3-75 0,-4-2-78 0,0-6-111 0,-5-2-562 15,1-4-612-15</inkml:trace>
  <inkml:trace contextRef="#ctx0" brushRef="#br0" timeOffset="2270.12">13646 12252 639 0,'-12'5'726'16,"4"-3"-147"-16,8-2-134 0,-11 4-94 0,11-4-84 16,0 0 0-16,0 0-14 0,0 0 12 0,0 0-31 15,15-8 2-15,-3 1-39 0,4 0-30 0,1-4-8 16,7 2-17-16,2-3-23 0,-1 0-10 0,2 1-19 16,-4 1-13-16,0 2-15 0,-1 0-13 0,-2 1-10 15,0-1-6-15,-1 0-11 0,-4 3-4 0,0-1-1 0,-2 0-1 16,1 1-5-16,-1 1 2 0,-3 0-4 0,2-2-4 15,-3 2 35-15,1-2 6 0,0-1 12 16,-1 0-20-16,0-2 14 0,1-1-27 0,-2-2 19 16,-2-2-30-16,2-3 14 0,-1-2-20 0,0-1 17 15,-2-4-24-15,0-2 17 0,-1-3-25 0,1 0 24 16,-3 1-21-16,1 2 15 0,0-1-29 0,-2 4-5 16,-1 3-65-16,1 2-67 0,1 3-65 0,-2 1-104 0,0 4-63 15,0 1-37-15,0 9-75 0,-2-9-76 0,2 9-459 16,0 0-648-16</inkml:trace>
  <inkml:trace contextRef="#ctx0" brushRef="#br0" timeOffset="3102.28">15108 10593 351 0,'-4'-13'603'0,"0"1"-98"0,1 2-77 0,-3 1-65 0,5 2-90 0,1 7-44 0,-3-8-28 0,3 8-8 0,0 0-17 0,0 0 7 0,6 13 4 0,2 0-18 0,2 3-14 0,7 7-28 0,2 7 9 0,4 2-42 15,1 3-19-15,7 10-13 0,1-1-15 16,-1 0-7-16,1 2-9 0,-2-2-9 0,0 0-2 16,-5-7-5-16,-3-1-1 0,1-1-5 0,-3-2-7 0,-2-1-27 15,-2-6-58-15,-3-1-84 0,-4-4-87 0,-2-2-60 16,-3-2-71-16,-4-4-87 0,-3-1-471 16,-2-1-523-16</inkml:trace>
  <inkml:trace contextRef="#ctx0" brushRef="#br0" timeOffset="3271.57">15156 11282 666 0,'0'0'575'0,"0"0"-141"16,0 0-88-16,0 0-65 0,0 0-39 0,5 5-16 15,-5-5-9-15,14 1-22 0,-14-1-14 0,25 1-31 16,-11-1-21-16,2 0-25 0,6-1-24 0,-3 0-11 16,9 0-16-16,-1-2-12 0,1 1-25 0,0 0-19 15,2-2-58-15,-2 1-51 0,0 0-61 0,-2-2-68 16,-2-1-94-16,-1-1-108 0,-3-2-389 0,-2-1-372 15</inkml:trace>
  <inkml:trace contextRef="#ctx0" brushRef="#br0" timeOffset="3420.91">15703 10791 418 0,'1'-9'685'0,"2"0"-144"0,-3 9-107 16,0 0-71-16,0 0-73 0,3 10-45 0,-3 3-10 0,0 6 3 15,0 6-33-15,0 3-21 0,0 5 1 16,1 2-31-16,1 3-27 0,-2 0-18 0,3 5-30 15,-2 0-42-15,3-5-95 0,-1 0-120 0,-2-1-167 0,1-1-201 16,0 2-515-16,-2-5-679 0</inkml:trace>
  <inkml:trace contextRef="#ctx0" brushRef="#br0" timeOffset="10153.4">13653 10456 443 0,'9'-3'446'0,"-9"3"-94"0,0 0-84 0,5-6-40 0,-5 6-23 0,2-7-24 0,-2 7-28 0,2-9-35 0,-2 9-23 15,0-12-12-15,1 3 11 0,1 0 6 0,-2 1 4 0,0-1-12 0,0-1-18 0,-3-2-9 0,3 1-20 16,-4-3-4-16,0 0-4 0,-1-2-7 16,-1 1 8-16,-4-3 1 0,-2-2 0 0,1-1-1 0,-6-3 11 15,1 2-2-15,-1-1 8 0,-5-2 9 0,-2 0 6 16,-1 1-29-16,-1 0 10 0,-4 0 1 0,1 1 17 16,-2 1-17-16,-2 3 19 0,-2 0-3 0,2 3-11 15,-2 0-6-15,5 4-8 0,-2 1-13 16,2 1-1-16,-1 1-5 0,0 2-3 0,5 1-10 0,1 2 6 15,-2 3 13-15,3-1-11 0,-3 5 41 0,1 2-18 16,-4 4 10-16,-1 1-6 0,-2 8 24 0,0 3-7 16,1 5 22-16,0 2-10 0,-5 9 11 0,2 2 15 15,3 6-8-15,-2-1-3 0,3 4 1 0,2 1 1 16,2 4 27-16,0 0-35 0,4 2 3 0,1 3-1 16,2 2-10-16,2 4 30 0,3 3-40 0,2 1 12 0,3 0-31 15,3 2 23-15,2 1-39 0,4-1-8 16,2-2-1-16,5 3-1 0,2 1-6 0,4 1-1 15,-1-1 28-15,2-1-35 0,4 0 24 0,-2-1-33 16,4-1 30-16,0-2-28 0,2-2 0 0,2-1 0 16,2-1 0-16,1-1 4 0,3 0-1 0,2-3-1 15,2-3 1-15,4 2-3 0,-2-2 29 0,3-1-36 16,2-1 36-16,-2 0-41 0,0-3 39 0,2-3-39 0,-1 0 3 16,1-3 0-16,-1-1 5 0,0-3 0 0,1-3 3 15,-1-3-3-15,1-4 10 0,-4-5-6 16,1-2 3-16,-1-5-2 0,1-1 9 0,0-3-5 15,4-6 16-15,-7-1 2 0,3-3 12 0,-1-3-13 0,2-3 6 16,2-2-12-16,-2-1 5 0,5-5-3 16,-1-1-3-16,-1-5-7 0,-2-3-3 0,-3-4 0 15,2-1-1-15,-2-6 27 0,1-7-34 0,-2-5 27 16,-2-3-33-16,-4-2 1 0,-2-5-6 0,0-2 1 0,-3-3-1 16,-2-4 8-16,-3-3 0 0,0-4-3 0,-3-2-2 15,-2-5 3-15,-3 0-3 0,-4-4-2 0,-2-1 4 16,-4-1 3-16,-1-1 4 0,-4-3-4 0,-5-1-4 15,-1-4 29-15,-8-19-34 0,-5 2 29 0,1 2-26 16,-7 1 8-16,-2-1-6 0,-7 3 27 0,5-1-34 16,-6 4 27-16,2 1-28 0,-1 3 27 0,0 6-32 15,7 17 2-15,2 4 11 0,-1 4-7 0,3 5 3 16,-1 3-1-16,0 7 33 0,6 10-46 0,2 3 18 16,-1 3-50-16,1 3 11 0,5 6-65 0,-2 4-32 15,4 3-33-15,-1 4-52 0,3 3-51 0,-3 2-48 0,2 5-13 16,1 2-43-16,-3 2-109 0,1 6-92 15,-1 2-465-15,2 8-670 0</inkml:trace>
  <inkml:trace contextRef="#ctx0" brushRef="#br0" timeOffset="10847.22">15271 9919 919 0,'9'-26'539'0,"0"-2"-96"0,-4 0-81 0,0 2-93 0,-2 1-42 0,-2-1-13 0,-1-1-33 0,0-1-9 0,-1 0-10 0,-2-5-6 16,-3 3-22-16,-1-2-18 0,-3 0 6 0,0 2-4 15,-3-4-18-15,-5 3 0 0,-1 1-23 16,-4 2-17-16,0 2-12 0,-8 1-9 0,1 3-10 0,-5 2-4 15,-2 3-5-15,-5 1-2 0,1 5 12 0,-3 0-15 16,-1 4 24-16,-4 0-7 0,8 6 16 0,-1 2-24 16,-6 3 33-16,0 4-23 0,1 3-6 0,1 2 8 15,-1 5 22-15,-4 8-3 0,3 1-14 0,1 6-4 16,5 3 62-16,2 4-24 0,0 6 6 0,4 4 34 16,1 3-32-16,2 6-5 0,2 3-14 0,2 6 24 0,2 4-8 15,4 2 21-15,1 2-39 0,7 2 38 16,5 1-17-16,3 2-1 0,6 0 29 0,6 2-9 15,5 1 30-15,5 1-39 0,10 16 33 0,6-4-36 16,4-4-11-16,6-5-3 0,4 1-13 0,6-4-10 16,5-5 0-16,4-3-6 0,6-3-8 0,0-2-7 15,3-5-6-15,4-4 28 0,-13-16-42 0,4-2-2 16,2-4 1-16,-2-5-3 0,1-5 1 0,1-5 0 0,-3-3 10 16,3-5-15-16,-4-6 1 0,-5-4 1 0,-4-5 0 15,3-3-1-15,-1-3 34 0,-1-7-38 0,7-7-3 16,-2-4 0-16,1-8 2 0,-5-6 0 15,0-3-2-15,-5-3-13 0,1-4 18 0,-2-7-13 0,-5-6 13 16,-1-3-2-16,-3-5-3 0,-4-5 31 0,-4-3-40 16,-4-2 1-16,-5-3-2 0,-5-2-6 0,-6-4 13 15,-7-3-1-15,-7-2 27 0,-5-4-36 0,-10-17 40 16,-11 2-40-16,-4 2 6 0,-9 4 0 0,-7 2 24 16,-8 1-33-16,-6 3 34 0,-6 5-37 0,-2 4 33 15,-4 5-27-15,0 6 28 0,-5 8-31 0,-1 8 3 16,-4 5 2-16,0 8 3 0,8 14-3 0,-3 6 4 15,0 2-13-15,-3 10-19 0,5 5-8 0,-2 5-16 16,13 7-40-16,-8 4 2 0,3 4-60 0,5 7-29 16,2 4-42-16,5 7-28 0,5 2-46 0,7 4-58 15,1 5-89-15,6 2-34 0,7 4-97 0,1 1-719 16,5 0-907-16</inkml:trace>
  <inkml:trace contextRef="#ctx0" brushRef="#br0" timeOffset="12146.18">13717 11407 1347 0,'12'-4'847'0,"-3"-3"-205"0,1 3-167 0,-4-2-257 0,-6 6-254 0,12-2-173 0,-12 2-126 0,12 8-159 16,-5 1-284-16,-1 2-298 0</inkml:trace>
  <inkml:trace contextRef="#ctx0" brushRef="#br0" timeOffset="17150.22">13299 12785 601 0,'-15'8'540'0,"1"1"-114"0,2-3-93 0,0-2-59 0,3 3-71 0,0-3-35 0,1 0-40 0,-1-1-4 0,9-3-21 0,-10 7 4 0,10-7-13 0,0 0 20 0,0 0 7 0,-9 1 29 0,9-1-18 16,0 0 0-16,6-5-11 0,-6 5 15 0,15-5-16 15,0 0 6-15,0 0-17 0,7-2 21 0,3 0-13 16,7-4 13-16,9 0-31 0,5-4 17 0,4 1-1 16,15-6-4-16,4 0-20 0,7-2-12 0,3-1 3 15,3 1 17-15,5-2-40 0,17-5-2 0,1-1-15 16,5 0-10-16,1 0-2 0,3 1-6 0,1-1-2 16,0 2-8-16,0-1-10 0,1 1 24 15,-1-3-18-15,4 0 8 0,-1-2-23 0,-1 1 12 16,-2-3-8-16,-6 0 4 0,1-2 1 0,-7 1-14 0,-2-3 13 15,-2 2 14-15,-6 0-17 0,-19 5 13 0,0 2-22 16,-3-1 26-16,-8 4-23 0,-3 0 3 0,-6 5-2 16,-14 4 10-16,-4 2-5 0,-8 3 0 0,-5 4 2 15,-5 0-3-15,-3 3 1 0,-5-2-5 0,-6 4 2 16,-4 4 10-16,-4-4 6 0,-10 5-21 0,-11 3 20 16,-19 6-15-16,-7 2 16 0,-17 5-28 0,-8 2 3 15,-7 3 1-15,-5 1 14 0,-19 7-19 0,-2-1 8 16,2 1-1-16,1-1 6 0,0 1 0 0,-1-1 1 15,-4 3 2-15,-2 3 11 0,-3 1-10 0,-6 1-8 16,-3 4 0-16,-3 2 4 0,-10 4-1 0,-3 1-4 16,-3 4 16-16,-4 1-17 0,-1 0 7 0,-2 1-7 0,0-1 4 15,5 0 2-15,7-1-1 0,7-6 14 0,12-1-10 16,10-5 11-16,16-4-23 0,27-11 8 0,9-4-9 16,17-4-8-16,14-4 14 0,10-3-10 15,11-3 11-15,6-7-15 0,14 6 14 0,8-7-34 0,22-5 21 16,23-7-6-16,8-4 1 0,10-3 6 0,26-9 9 15,6-5 3-15,11-3-9 0,2-2 7 16,5-5 6-16,1 1 3 0,4-4-4 0,0 0 7 0,3-2 1 16,-5 4 1-16,-2-3 0 0,-3 3 16 0,-7 0-7 15,1 0 6-15,-6 3-20 0,-3 0 4 0,-7 2-2 16,-4 2-8-16,-8 2 6 0,-19 7 1 0,-4 4 1 16,-5 0-1-16,-7 2-2 0,-6 4-11 0,-14 4-37 15,24-6-279-15,-46 14 45 0,-9 3-81 16,-7 1-94-16,-6 3-148 0,0 0-494 0,-19 3-718 15</inkml:trace>
  <inkml:trace contextRef="#ctx0" brushRef="#br0" timeOffset="21837.5">6908 10739 1638 0,'4'-11'803'0,"-7"2"-189"0,-1 3-111 0,4 6-120 0,0 0-61 0,0-7-90 0,0 7-38 0,0 0-52 0,0 0-12 0,0 0-38 16,0 0-22-16,0 0-13 0,12 1-11 0,-12-1-13 16,0 0-2-16,5 6 0 0,-5-6-11 0,6 9-5 15,-6-9-5-15,6 7 1 0,-6-7-6 0,7 4 35 16,-7-4 36-16,6 6 23 0,-6-6 25 0,0 0 24 16,16-2-4-16,-7-3-24 0,1-2-19 0,5-6-1 0,1-2-22 15,4-4-14-15,6-4-8 0,-2-2 0 16,4-1-4-16,2-2-8 0,0-2 20 0,0 0-40 15,7-8 21-15,2-1-35 0,0-1 24 0,0-2-30 0,2-1-2 16,1-2-2-16,2 0-24 0,2-3-36 0,0 1-41 16,2-3-45-16,1 0-83 0,3-2-152 15,-2 1-161-15,-3-2-201 0,-2 2-730 0,-5 0-1094 16</inkml:trace>
  <inkml:trace contextRef="#ctx0" brushRef="#br0" timeOffset="24956.99">8380 12116 828 0,'3'-15'710'0,"-7"3"-87"0,4 0-97 0,0 0-51 0,-4 3-77 0,3-1-55 0,0 3-71 0,1-1-33 0,-2 2-65 0,2 6-19 0,-2-11-40 0,2 11-6 0,0-8-12 0,0 8-4 0,0 0-12 15,0 0-13-15,10-1-5 0,-10 1-1 0,13 3 4 16,-3 1-8-16,3-1 7 0,-1 0 18 0,6 1 11 16,0-3 20-16,4-1-35 0,2-2 24 0,4-5-40 15,4-2 47-15,9-6-38 0,0-3 28 16,9-8-44-16,2-8 16 0,0-3-44 0,1-5 22 0,3-7-37 15,11-13-4-15,-1-2-4 0,2-4-21 0,2-4-4 16,1 0-64-16,0-7-20 0,3-1-55 0,-1-3-53 16,1 1-26-16,-1 6-69 0,-3 2-39 0,-4 8-74 15,-14 17-122-15,-6 6-180 0,-4 4-372 0,-10 12-712 0</inkml:trace>
  <inkml:trace contextRef="#ctx0" brushRef="#br0" timeOffset="62787.6">16924 16541 402 0,'-7'-5'517'0,"-3"-1"-117"0,2 0-74 0,-1 2-30 0,-1 1-4 0,0-1-13 0,0 1-4 0,0-1-21 0,1 3-25 15,9 1-9-15,-16-5-21 0,16 5-7 0,-11-2-7 16,11 2-8-16,-9-3 0 0,9 3-16 0,0 0 4 16,0 0-19-16,-5 4 19 0,5-4-38 0,10 5 6 15,-1-3-53-15,4 1 11 0,2-1-35 0,5-1 14 16,3-1-34-16,4-2 24 0,9-3-35 0,0 0 22 16,6-3-36-16,3-1 25 0,-3 1-39 0,-8 1 28 15,1 0-47-15,-3 1-36 0,-1-2-84 0,-6 2-44 16,1 2-50-16,-3-3-65 0,-2 3-59 0,-1 0-40 15,-3 1-73-15,-1-1-93 0,-2 1-406 0,-1 1-562 16</inkml:trace>
  <inkml:trace contextRef="#ctx0" brushRef="#br0" timeOffset="63094.91">17836 16158 507 0,'0'-17'708'0,"0"2"-133"0,0 0-87 0,-1 2-68 16,0 0-32-16,-2 1-29 0,2 0-51 0,1 2-54 15,-3 0-48-15,3 3-43 0,0 0-39 0,0 7 35 0,-2-7 3 16,2 7 2-16,0 0-36 0,-3 11 22 16,2-2-64-16,1 5 32 0,1 2-5 0,0 5-6 15,-1 4-5-15,2 2-4 0,0 1-26 0,-2 5 17 16,3-1-30-16,-2 1 12 0,0-5-34 0,1 0 14 0,-1-1-33 15,0 1 16-15,-1 0-27 0,3-2 14 16,-3-1-20-16,0-1 0 0,0-3-6 0,0-1-24 16,1-2-41-16,-1-1-65 0,0-4-62 0,0 1-55 15,1-3-83-15,-1 0-81 0,0-3-44 0,0-1-121 0,0-7-638 16,0 0-829-16</inkml:trace>
  <inkml:trace contextRef="#ctx0" brushRef="#br0" timeOffset="63380.51">17804 16018 396 0,'-1'-24'705'16,"-2"-1"-176"-16,2 5-101 0,1 2-48 0,1 0-52 15,2 1-31-15,2 1-20 0,1 0-41 0,3 0-9 16,2 2-34-16,4 2-21 0,2 1-15 0,3 2-11 0,2 4-27 16,2 1-8-16,-2 4-16 0,3 4-6 0,-2 0-31 15,1 5-2-15,1 3-21 0,-3 2 1 0,-1 2-15 16,-3 1-7-16,-5 1-2 0,-3 0 3 0,-2 1-5 15,-2 0 15-15,-5-1 6 0,-2 1-2 0,-4 2-1 16,-3 0 2-16,-1 0-8 0,-1-2 17 0,-6 2-27 16,0-2 16-16,-3-1-20 0,3-4 20 0,-1 0-27 15,-2-1-1-15,-1-2 5 0,0 0-9 16,1-3-12-16,2 0-11 0,0-3-49 0,2-2-61 0,0-1-94 16,4-2-88-16,0-1-63 0,1-1-86 0,4-3-71 15,1-1-469-15,2-1-612 0</inkml:trace>
  <inkml:trace contextRef="#ctx0" brushRef="#br0" timeOffset="63909.2">18815 15631 163 0,'-5'-5'639'0,"5"5"-145"0,-13-4-79 16,13 4-39-16,-16 1-19 0,5 2 1 0,-4 4-14 0,-2 4-4 0,-2 7-57 0,-2 1 20 0,-4 10-59 0,-2 2-44 0,-1 4 1 0,-1 11 8 0,2 1-60 0,2 3 24 0,4 0-21 0,3-4-4 0,8 0-5 0,0-1-30 0,5 0 16 0,3-6-32 0,6 4 15 0,3-3-36 0,4-1 13 15,2-4-31-15,6-2 10 0,0-4-29 0,5-4 4 0,3-3-41 0,5-4-1 0,-2-5-59 0,3-3-20 0,4-6-85 0,0-1-50 0,1-5-76 0,-1-1-71 0,-1-4-91 0,6-4-42 0,-7-5-94 0,-1-2-121 0,-2-4-267 0,-1-5-567 0</inkml:trace>
  <inkml:trace contextRef="#ctx0" brushRef="#br0" timeOffset="64320.99">19189 15864 379 0,'4'-16'712'0,"1"2"-103"0,-1 0-90 0,-1 4-66 15,1-1-42-15,-2 2-46 0,1-1-55 0,-2 3-34 16,2-1-48-16,-1 2-29 0,-2 6-24 0,2-7 21 16,-2 7-35-16,0 0-22 0,6 10-22 0,-4-2-23 15,0 3-15-15,0 5-16 0,2 0-9 0,3 5-9 16,-3 0-39-16,3 3 34 0,-2-2-36 0,0 1 31 0,2 1-12 15,-2 0-5-15,0-2-4 0,1 0-10 0,-1-1-18 16,-1-3-44-16,-1-3-76 16,1 1-92-16,-2-3-98 0,1-1-79 0,-1-2-59 15,-2-2-101-15,0-8-546 0,-5 9-725 0</inkml:trace>
  <inkml:trace contextRef="#ctx0" brushRef="#br0" timeOffset="64536.88">19173 15837 180 0,'0'-11'710'0,"1"-2"-167"0,-1 5-118 0,1 1-28 0,2-1-38 0,1-1-38 16,0 1-10-16,3-1-39 0,2 1-28 0,2-2-35 15,1 2-6-15,6-2-36 0,1 1-24 0,4 0-33 16,4-1-15-16,0-2-27 0,1 3-13 0,2-1-11 16,-4 2-11-16,-1 1-19 0,-1 1-26 0,-4-1-27 0,2 0-43 15,-6 3-44-15,-1-1-74 0,-5 2-65 0,3 0-30 16,-13 3-48-16,9-3 6 0,-9 3-2 0,0 0-10 15,-7 7-33-15,-3-3-293 0,-4 3-183 0</inkml:trace>
  <inkml:trace contextRef="#ctx0" brushRef="#br0" timeOffset="64910.13">19262 15837 212 0,'-16'15'331'0,"4"1"-68"16,-2-1 0-16,5 1-26 0,0-2 5 16,3-2 3-16,0 3-14 0,5-5 25 0,-2 1 6 0,3-1 6 15,3-1 4 1,-1-1-24-16,4 0-24 0,1-3-32 0,2 0-32 0,3 0-21 0,1-3-10 0,1-2-16 15,5 0-19-15,0-2-17 0,5-3-15 16,0 0-13-16,1 0-10 0,1-3-5 0,-1 1-10 16,0 2-5-16,-5 0-3 0,-2 0-16 0,-4 1-47 0,0 1-40 15,-1-1-36-15,-3 2-15 0,-10 2-9 0,14-2-4 16,-14 2-3-16,0 0 4 0,7 4-3 0,-7-4 24 16,-7 7 20-16,-1-2 22 0,-2 0 14 0,0 2 10 0,-3-1 17 15,-2 2 4-15,0-1 14 0,-6 1 4 0,1-1 27 16,-1 1 17-16,1 0 27 0,1-1 7 15,1 2 7-15,1-4 8 0,4 0-15 0,-2 3-7 16,4-3 27-16,0 0 24 0,1 1 17 0,4-1 18 0,1 1 2 16,1-1-4-16,4-5-23 0,-2 9-11 15,2-9-24-15,8 9-9 0,0-6-17 0,3 0 2 16,1-1-22-16,3-2 5 0,4-1-9 0,7 0-8 0,1-3-4 16,7-2-1-16,1-1-1 0,7-2-2 0,0 1-2 15,-7 1-38-15,-1-1-72 0,-3 1-98 0,-2-2-76 16,-5 3-65-16,-3-1-100 0,2 0-132 0,-3-2-240 15,-3 1-351-15</inkml:trace>
  <inkml:trace contextRef="#ctx0" brushRef="#br0" timeOffset="65163.19">19990 15795 833 0,'0'0'871'0,"-4"-8"-155"0,4 8-170 0,-3-7-75 0,3 7-88 0,-2-6-65 0,2 6-26 0,0 0-38 0,0 0-28 0,-3 5-31 15,4 2-30-15,-1 0-33 0,0 6-21 0,3 3-22 0,-2 0-14 0,3 4-57 0,-1 3 42 0,-1 2-50 0,3 0 30 0,-2 0-9 0,1 0-3 0,-2 2-12 0,2-1-5 0,-1-1 8 0,-1 1-12 0,2-1-42 0,2-4-112 0,-1 1-123 0,-2-4-115 0,1-2-83 0,-2-2-88 0,2-3-104 0,-1-3-399 0,1-3-677 0</inkml:trace>
  <inkml:trace contextRef="#ctx0" brushRef="#br0" timeOffset="65549.32">20374 15710 361 0,'7'-10'884'0,"-2"2"-221"0,-1 1-135 0,-4 7-87 0,7-5-52 15,-7 5-43-15,7 5-31 0,-7-5-52 16,5 11-36-16,-3-2-37 0,1 1-35 0,-2 2-25 15,2 0-18-15,0 3 4 0,-3-2-20 0,1 1-20 0,-1 0-7 16,0 1-41-16,-1-2 18 0,1 0-34 0,-2-1 23 16,1-1-27-16,-2-1 26 0,1 0-26 0,-1-2 29 15,-1-2-36-15,-1-3 25 0,5-3-17 0,-14 2 36 16,8-5 5-16,-3-4-10 0,0-4-5 0,-1-4-7 16,1-6-6-16,1-5 0 0,-1-5-1 0,6-1 5 15,2-4-1-15,1 0-5 0,4-6-45 0,6 0 49 16,-1 4-46-16,3 0 8 0,4 4 6 0,2 3 5 15,3 2-6-15,0 8 6 0,2 2 3 0,0 5-2 16,4 3 0-16,-1 5 7 0,-1 3 4 0,2 5 43 16,0 3-47-16,2 4 42 0,-2 3-8 15,1 8-6-15,-1 0 4 0,0 5-7 0,-5 2-6 0,-2 1 2 16,-2 1-11-16,-5-1-1 0,-2-1-5 0,-2 2-2 16,0 0 6-16,-4-1-6 0,0-2-5 0,-3-1-1 15,-1 0-1-15,0-1 0 0,-2-2-7 0,0-3-74 16,-1 0-46-16,2-1-101 0,-1-1-92 0,0-2-95 15,-1-4-43-15,1 2-23 0,1-4-41 0,3-2-66 16,-3-7-359-16,6 6-528 0</inkml:trace>
  <inkml:trace contextRef="#ctx0" brushRef="#br0" timeOffset="65874.82">21636 15319 283 0,'15'-21'734'0,"-1"5"-108"0,-4-3-106 0,-5 4-85 0,1 0-47 0,-3-1-31 15,-3 3-3-15,-3-1-26 0,-3 0-23 0,0 2-40 0,-3 0-52 0,-2 3 19 0,-2 0-73 0,-1 3 17 0,-2 3-48 0,-3 1 32 0,1 5-73 0,-5 4 23 0,-2 4-61 0,2 2 35 0,-2 4-55 0,0 6-1 0,2 2 31 0,1 3-60 0,4 0 43 0,4-1-9 0,3 1-2 0,2 1-9 0,2 1-5 0,4-3-3 0,2-1 19 0,3-1 7 0,3-1 1 0,1 0-6 0,3 1-2 0,5-2-8 0,0-2 1 0,3-2-5 16,2-3-4-16,4-2-4 0,0-6-2 0,0 0-1 16,3-2-8-16,1-5-8 0,-1-1-20 0,2-4-30 15,3-3-75-15,-1-3-79 0,-1-3-71 0,-2-1-37 16,-4-2-44-16,-1 0-12 0,-5 2 1 0,-5-1-17 16,-5 2-23-16,-1 0-34 0,-5 2-38 0,-5 0-366 15,-2 1-399-15</inkml:trace>
  <inkml:trace contextRef="#ctx0" brushRef="#br0" timeOffset="66057.25">21352 15510 160 0,'-18'7'471'0,"4"0"-43"0,1 1 14 0,4-2-7 0,3 1 8 15,2-2-35-15,4-5-27 0,-1 8-37 16,1-8-41-16,11 6-52 0,-2-5-36 16,5 0-21-16,4-2-30 0,9-3-15 0,1 1-27 0,5-4-23 15,8-1-17-15,1-2-19 0,-1 0-13 0,-1-1-11 16,-7 1-13-16,-2 0-32 0,-2-1-93 0,-2-1-98 15,1 1-102-15,-7 3-57 0,-3-1-61 0,-3 2-81 0,-5 1-562 16,0 0-676-16</inkml:trace>
  <inkml:trace contextRef="#ctx0" brushRef="#br0" timeOffset="66399.22">21983 15596 680 0,'0'0'839'0,"4"-9"-143"0,-4 9-98 0,3-14-70 16,-3 9-47-16,2-3-91 0,-2 1-32 0,2 0-72 16,1 1 9-16,-3 6-82 0,0-12 32 0,0 12-38 15,4-10-25-15,-4 10-32 0,8-6-27 0,-8 6-27 16,12 0-18-16,0 4-19 0,-2 0-11 0,4 4-9 0,-2 0-13 16,-1 2 6-16,3 1-16 0,-5 0-3 15,0 1-3-15,0 2 0 0,-2-1-7 0,-4 2-1 16,0-1 4-16,-2 0-4 0,-3-1 0 0,-1 2 1 0,-3-1 1 15,-2-1 3 1,-1 1 5-16,-2-2 7 0,-1-2 4 0,-1 0 5 16,3 0 7-16,-1-3 0 0,3 0-1 0,0-1-5 0,1 0-4 0,-1 0 27 15,8-6 33-15,-6 6-14 0,6-6-13 0,0 0-14 16,0 0-7-16,23-2-7 0,-6-2-41 0,3-2 28 16,4-1-9-16,5-1-29 0,1-3-44 0,6-3-71 15,-1 0-66-15,0-4-132 0,-2 0-120 0,-2-2-116 16,-2-1-53-16,-3-2-96 0,-7 2-625 0,-4-4-945 0</inkml:trace>
  <inkml:trace contextRef="#ctx0" brushRef="#br0" timeOffset="66650.02">22286 14945 270 0,'0'-10'757'0,"0"10"-193"0,7-5-106 0,-7 5-26 0,16 6-24 16,-3 2-8-16,5 5-1 0,4 5-28 0,6 4-65 15,1 6 17-15,4 2-78 0,4 7-9 0,2 5-29 16,-2 3 90-16,0 2-79 0,-3 3-3 16,-1 3-6-16,-4 0-43 0,-4 2-36 0,-3 1-26 15,-8-1-18-15,-6-6-18 0,-7 2-16 0,-9-2-43 0,-6 9 25 16,-6-1-57-16,-6-1-51 0,-5-4-66 0,-7 0-20 16,-1-5-56-16,-6-1-71 0,-1-6-51 15,-3-1-39-15,2-6 1 0,-2-4-30 0,3-2-67 0,3-9-58 16,3-2-584-16,1-4-732 0</inkml:trace>
  <inkml:trace contextRef="#ctx0" brushRef="#br0" timeOffset="66812.31">22222 16163 1132 0,'14'-12'1002'0,"0"2"-153"0,-3 0-183 16,-1 2-57-16,1-2-163 0,-4 5-34 0,-1-3-109 15,-1 1-34-15,0 1-141 0,-5 6-82 0,-3-12-204 0,-4 6-257 16,-6 0-222-16,-5 0-839 0,-6 1-1099 0</inkml:trace>
  <inkml:trace contextRef="#ctx0" brushRef="#br0" timeOffset="68600.21">15717 13551 331 0,'9'-15'360'0,"-2"1"-75"0,-2-3-55 0,-3 1-10 0,-2-4-12 0,-2 0-13 0,-1-1-4 0,-1-4 8 0,-5-3-42 0,0 0 20 0,-5-1-29 0,-1-2 6 15,-4-1-13-15,-4 3-5 0,-4 2-18 0,0 3 9 16,-5 3-16-16,-5 3 13 0,-3 4-16 0,-5 6-3 16,-4 5 10-16,-5 11-13 0,-11 7-11 15,1 12 21-15,-2 8-17 0,2 9-30 0,-9 17-1 16,8 10-23-16,7 7-11 0,10 11 9 0,6 7 38 0,10 3-14 15,10 3 23-15,9-14 0 0,9 0 5 0,7 1-8 16,8-1-3-16,11 14 19 0,10-6-30 0,10-4 31 16,4-8-49-16,6-7 36 0,-3-19-49 15,4-5 37-15,3-9-48 0,5-5 49 0,4-9-61 0,2-7 43 16,4-9-36-16,0-8 42 0,-8-8-8 0,13-9-8 16,-3-7-47-16,-2-7 52 0,-4-9-46 0,-1-7-6 15,-8-4 5-15,-2-7-11 0,-6-5 11 0,-3-19 37 16,-10 6-67-16,-9-6 45 0,-5-5-54 0,-9-3 3 15,-7 0 10-15,-10 0-8 0,-6 1 14 0,-7 1 2 16,-9 3 1-16,-13-7 42 0,-9 4-52 0,-6 8 41 16,-8 9-61-16,5 16-17 0,-7 5-20 0,-1 8-45 15,0 7-37-15,-1 7-65 0,5 9-82 0,8 8-78 16,-1 6-9-16,6 9-64 0,1 5-52 0,5 7-514 16,-6 7-633-16</inkml:trace>
  <inkml:trace contextRef="#ctx0" brushRef="#br0" timeOffset="70244.78">18241 16724 466 0,'0'0'581'0,"-1"-9"-152"0,1 9-100 0,0-9-114 0,0 9-121 0,0 0-95 0,4-5-32 0,-4 5-54 0,0 0-75 0,13 0-81 0,-13 0-255 0,12 1 9 0</inkml:trace>
  <inkml:trace contextRef="#ctx0" brushRef="#br0" timeOffset="70455.42">18393 16782 740 0,'0'0'631'0,"0"-13"-150"0,1 6-99 16,3 2-142-16,-1-2-152 0,2 3-99 0,4-1-74 0,1 1-103 0,4-1-129 0,4 1-299 0,0 0-128 0</inkml:trace>
  <inkml:trace contextRef="#ctx0" brushRef="#br0" timeOffset="71151.83">23151 16456 873 0,'81'-51'647'0,"-4"0"-143"0,-15 8-113 0,-2 2-98 15,-5 1-64-15,-3 1-50 0,-4 2-40 0,-5 0-25 0,-2-1-23 16,-6-1-24-16,-10 3-6 0,-3-2-7 0,-5-3-3 16,-6-1-12-16,-3-3 17 15,-6-1 5-15,-7-3 11 0,-4 0-14 0,-7-11-11 0,-9 3-4 16,-5-1-3-16,-7 1-10 0,-9-3-7 0,-13-9-2 0,-9 1-1 16,-1 0-12-16,-6 0 3 0,-6 0-3 15,-6 2 0-15,-3 0 3 0,-6 2-4 0,-3 3-1 0,-2 4 4 16,-3 3 0-16,1 2-6 0,-8 4 2 15,-2 3-1-15,-3 5-1 0,-5 2-2 0,-3 4 5 0,-3 2 4 16,-2 4 3-16,-6 2-4 0,-6 5 0 16,-3 1 7-16,-2 6 22 0,-3 3-4 0,-6 3-3 0,-3 5-7 15,-5 3-5-15,2 6-3 0,0 5-3 0,0 4 1 16,3 4-3-16,-1 6-4 0,7 4 3 0,5 6-3 16,8 6 3-16,5 4-7 0,5 7 9 0,7 3-2 0,7 4 7 15,5 2 0-15,10 4 3 0,7-1-9 16,6 3-3-16,8 0 0 0,5 3 9 0,5 4 26 15,3-1 1-15,4 4-1 0,2-1-2 16,1 2-20-16,4 0 41 0,-1 0-18 16,3-1-8-16,0 2-1 0,4-2 1 0,3 3 26 15,8-11-27-15,2 0 20 0,6 0-23 0,0 2 14 16,6-1-14-16,6 0 26 0,7-4-37 0,6 0-1 0,6-9-1 0,10 7 24 16,11 0-25-16,9-2 30 0,11-1-38 0,14 8 30 0,12-6-39 15,7-3 27-15,12-3 1 0,8-6 14 0,7-2-7 16,7-4-3-16,4-4-6 0,2-5 12 15,7-4-10-15,2-3 17 0,1-2-23 0,1-3 16 16,-1-4-26-16,1-2 22 0,-2-4-30 0,1-2 18 0,2-2-17 16,-20-5 18-16,25-2-23 0,-21-3 25 0,23-3-24 15,4-4 16-15,0-4-26 0,5-4 17 0,0-5-21 16,-2-3 3-16,6-6-31 0,1-4 15 0,-1-6-20 0,3-4 31 16,-5-4-36-16,0-3 21 0,-6-3 1 15,-1 0 6-15,-5-2 5 0,-4 0 2 16,-7-3 31-16,-7-1-27 0,-7 1 27 0,-7-4-23 0,-6 1 25 15,-6 0-22-15,-7-2 0 0,-8 1 6 0,-7 0-1 16,-16 9-32-16,-8-3 40 0,-6-1-3 16,-6-4-4-16,-9-3-2 0,-7-2 2 0,-11-4 5 0,-7 0-3 15,-10-5 1-15,-5 2-48 16,-8-2 22-16,-13-10-2 0,-12 1 48 0,-4 4-50 0,-7 2 44 0,-7 3-40 16,-2 5-7-16,-5 2-48 0,0 6-35 0,0 5-42 0,0 5-47 15,9 11-61-15,0 6-51 0,1 4-50 16,-3 3-24-16,-1 5-56 0,1 4-48 0,-1 3-491 0,1 4-574 15</inkml:trace>
  <inkml:trace contextRef="#ctx0" brushRef="#br0" timeOffset="71748.72">20567 13637 793 0,'-14'-8'710'0,"0"0"-163"0,1 3-101 0,-3 1-104 0,2 4-36 0,-4 4-52 0,-3 3-34 0,0 4-44 15,-1 3-31-15,0 5-12 0,5 1-6 0,2 5-24 0,5 0-14 0,2 3-17 0,6-4 40 0,2 3-19 0,4 0-19 0,3 2-14 0,2-1-9 0,6 5-7 0,1-8-5 0,4 4-1 0,-1-7 29 0,3-1 7 0,1-2-4 0,0-3-6 0,5-4 16 0,0 0-9 0,3-4-11 0,-5-4-9 16,3-3-14-16,-3-5-4 0,7-3-2 0,-2-4-7 0,4-5-28 0,-3-6 48 0,-1-5-42 0,-2-1 38 0,-3-5-45 0,-2-3 4 0,2-1 1 0,-6 0-6 0,-3-2 6 0,-1 1 40 0,-5 0-46 16,-5-1 36-16,-1 6-40 0,-5 3 36 0,-2-2-38 0,-5 0 36 0,-6-3-34 0,-6 3 32 0,-5 3-39 0,-3 1 40 0,-5 5-41 15,-4 4 40-15,-1 4-45 0,0 4 46 0,1 5-44 0,-2 5 40 0,1 4-39 0,-5 6 38 16,1 5-38-16,0 6 40 0,4 3-39 0,2 6 4 0,6 2 4 16,4 3-3-16,7 3 14 15,2 4-4-15,7 0 7 0,4 0 48 0,5-3-28 0,5-1 53 16,2 3-40-16,3-3 38 0,3-3-12 0,2-1-9 0,-1-7-9 15,3-3-4-15,1-2 46 0,2-2-17 0,2-2-16 16,0-3-7-16,-1-3-9 0,-1-2-6 0,1-3-6 16,-3-1-3-16,1-4-5 0,0 0-3 0,-2-3-5 15,1 0-1-15,-4-3-6 0,3 2-4 16,-6-4-110-16,2 0-91 0,-7 0-159 0,-2-1-139 16,-4 1-80-16,-4-1-103 0,-5 1-644 0,-6 1-932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16:13.788"/>
    </inkml:context>
    <inkml:brush xml:id="br0">
      <inkml:brushProperty name="width" value="0.05292" units="cm"/>
      <inkml:brushProperty name="height" value="0.05292" units="cm"/>
      <inkml:brushProperty name="color" value="#FF0000"/>
    </inkml:brush>
  </inkml:definitions>
  <inkml:trace contextRef="#ctx0" brushRef="#br0">7693 9086 571 0,'0'0'450'0,"-13"4"-96"0,13-4-86 0,-14 3-47 0,14-3-46 0,-14 1-7 0,14-1-24 0,-14 0-16 0,14 0-8 16,-12-4-17-16,6-1 46 0,-1 2-9 0,1-3-8 15,2-3-7-15,-1 1-15 0,1-3-5 0,0 2-14 16,2-6-15-16,-1 1-13 0,1-2-7 0,-1-1 5 16,2 0-6-16,1-3 7 0,0-1-12 0,4-2-8 15,-2-2-6-15,2-1-10 0,2-4-2 0,2-2-4 16,5-4 28-16,0 0 11 0,3-1-11 0,2 1-6 0,3-2 11 15,3 2 3-15,-1 1-19 0,13-6-4 0,-2 0 12 16,6 1-1-16,1 1-8 0,2-1-7 0,3 2-5 16,0 3 32-16,3 0 5 0,1 1-9 0,0 2-8 15,2 0 5-15,3 3 3 0,2 1 18 0,5 2 9 16,3 1-15-16,3 1-2 0,2 4-11 0,4 2 22 16,0 1-29-16,0 6-10 0,3 1-2 0,-1 2-5 15,3 5-1-15,1 3-5 0,0 3-5 16,2 4 0-16,3 2-3 0,-3 5 1 0,-1 3 14 0,1 4-13 15,-4 3 6-15,-1 1 4 0,-2 1 1 0,-2 3 21 16,-1 0-23-16,-1 1 41 0,-3 0-27 0,-1 3 23 16,-1-1-21-16,-4 0 32 0,-2 1-43 0,-2-1 48 15,-2 2-19-15,-6-3-11 0,0 0-10 0,-4-1-9 16,-9-4-5-16,0-1-6 0,-4-2 1 0,-1 1-4 16,-1-4-3-16,-2 0-5 0,-7-4 0 0,1-1 6 15,-5-4-7-15,-3 1 0 0,-1-5-1 0,-2 2 2 16,-2-2 4-16,0-1 8 0,-2-1 23 0,0-3-9 15,-8-2-6-15,15-1-6 0,-7-4 5 0,-1-1 4 16,2-2 4-16,1-3-4 0,1-1-25 0,-1-2 28 16,1-3-31-16,1-2 28 0,1-3-33 0,1 0 31 15,1 0-21-15,-1-1-1 0,3 0 28 0,-2 1-32 16,4-1 28-16,0 1-38 0,6-2 28 0,-2 4-1 16,2-1-6-16,3 0 3 0,4 3-9 0,0 1 0 0,3 2-1 15,2 2-3-15,1 3 11 0,4 2-3 16,2 2-28-16,1 2 31 0,3 2-31 0,3 2 35 15,3 2-35-15,2 1 31 0,4 3-29 0,7 3 32 0,7 1-31 16,-4 2 32-16,0 0-29 0,2 0 4 16,-4 1 3-16,-2 0 2 0,1-1 2 0,-5 2-2 0,-7-4 26 15,0 0-28-15,-2 1 27 0,0-3-30 0,2 2 37 16,0-3-32-16,1 0 29 0,-2-1-31 0,5-1 37 16,0-1-32-16,1-1 25 0,1-1-28 0,2 0 25 15,1-4-29-15,12 0 27 0,-2-1-29 0,2-2 30 16,-4 0-33-16,0-1 28 0,-12 1-25 0,0-1 28 15,-4-1-29-15,-2 0 3 0,-4-1 1 0,-3-1 3 16,-6 0 31-16,1 0-13 0,-10 2 30 0,0-3-31 16,-3 0 23-16,1 0-32 0,-5 0 25 0,1-3-30 15,2 1 24-15,-5 0-30 0,-1 0 30 0,-3 1-26 16,0 0 38-16,-3-1-4 0,0 3-5 0,-3-1-4 16,1 3 4-16,0-1-16 0,-1 1-6 0,-3 0-2 15,2 4 1-15,-1-2-2 0,1 3-3 0,-1 2 0 16,-11 0 10-16,23 1-14 0,-14 1 1 0,1 3 1 15,-1-2-28-15,-1 3 29 0,0-1-35 0,-2 1 11 16,-2-1-60-16,-2 1-7 0,2 0-50 0,-4-6-3 16,0 11-72-16,0-11-23 0,-2 8-47 0,2-8-91 15,-9 6-59-15,9-6-41 0,-14 4-42 0,14-4-92 16,-14 0-579-16,14 0-803 0</inkml:trace>
  <inkml:trace contextRef="#ctx0" brushRef="#br0" timeOffset="1331.79">16221 8613 523 0,'-12'-8'418'0,"-2"1"-50"0,3 0-63 0,-2-1-27 0,0 1-30 0,0 0-1 0,-1-1-27 0,0 0-3 0,1 0-13 0,3 0 12 0,0 0-11 0,0-1-17 15,2-1-6-15,2 1-16 0,0 0-24 0,5-2-16 16,0-2-34-16,2 1-1 0,3-3-27 0,1-2 15 16,2-1-19-16,1 0-9 0,5-2-7 0,0-2-10 15,2-2 8-15,2 0-7 0,3-3-5 0,2 1 3 16,0 0-7-16,4 0 21 0,-1 1-10 0,2 3 17 0,0-2-14 16,2 4 14-16,4 1-2 0,1 0 17 0,1 2-32 15,3 0 0-15,1 4-5 0,2 1-6 16,-1 3-3-16,-3 2 8 0,2 3 7 0,-2 1-16 15,4 2 2-15,8 3 20 0,1 2-1 0,2 1-3 16,2 1-6-16,2 2 1 0,0 1 1 0,13 1 47 0,0 1-50 16,0 1 0-16,-1 0 6 0,2 0-1 15,-1 0-9-15,0 3 2 0,3-2-4 0,-1 1 17 16,2 2-3-16,0-1-6 0,1 2-7 0,2-1 1 16,-1 1 35-16,-3-2-8 0,-3 1-33 0,-2-2 23 0,-3-1-35 15,-9-3 29-15,-5 0-28 0,-2-3 26 0,-3-1-30 16,-5-1 51-16,-2-2-30 0,-1-1 29 0,-5-2-19 15,0 0 24-15,5-2-42 0,0-1 24 0,4-2-6 16,0-4-10-16,0 0-6 0,1-3-2 0,-1-3-2 16,0 0-6-16,0-3-4 0,-1-2 2 15,-1-2-4-15,0 0 3 16,-4-1 8-16,1 0 5 0,-3-2 0 0,-3 4 0 0,-2-1-1 0,-8 3 6 16,1 2 1-16,-5 3-2 0,0 2-3 0,-5 2 0 0,2 0-10 15,-3 1-4-15,-1 2-5 0,-1 1-4 0,-2 1-2 16,3 1 0-16,-9 4 5 0,15-2 7 0,-4 4 0 15,0 3 0-15,3 0 8 0,3 5 8 0,2-1-6 16,0 3-2-16,6 0-2 0,-1 2-3 0,1-2 0 16,2 2-3-16,1-2-2 0,2 1 0 0,0 0-3 15,0-2 6-15,5 2-6 0,3 0-2 16,1-2-2-16,-2 0 0 0,-2-2 1 0,1-1 1 0,-1-1 1 16,1-1-1-16,1 1-2 0,3-3-25 0,-3 0 34 15,1-1-5-15,-1 0 6 0,0-2-4 0,-5-1 9 16,5-3 3-16,-1-1-3 0,0-2-3 0,-3 2-3 15,4-4 1-15,0-3-6 0,0-2 1 0,0 2 0 16,-5 0-1-16,4-4 4 0,-3 1-7 0,3 0 1 16,1 0 0-16,0 0 0 0,0 1-3 0,2 1 1 15,3 0 2-15,-1 2-3 0,2 0 4 16,1 5-1-16,-2-1 0 0,-4 1-3 0,3 2 0 0,-3 2 2 16,2 1-2-16,-2 0 0 0,2 1 0 0,-2 3 0 15,-2 0 3-15,0 2-5 0,0-1 2 0,-1 4 1 16,-1 0-2-16,4 4 1 0,-1 0 0 0,0 1-1 15,1 3 2-15,-2-1 1 0,-1 2 1 16,-1-2-1-16,2 2 0 0,-1-1-29 0,0-1 37 16,-8-1-32-16,0-3 41 0,1 1-7 0,0-3 59 0,-6 1-54 15,-3-4 39-15,-2-1-47 0,-3 1 72 0,0-2-4 16,-4-1 2-16,1 0-80 0,-11-4 0 16,17 0 0-16,-17 0 0 0,13-5 0 0,-7 1 0 0,-2-2 0 15,-1-2 0-15,-1 0 0 0,0-1 0 0,0 2 0 16,-2-3 0-16,0 1-37 0,1 1-413 0,1-2-124 15,-2 3-203-15,0-1-177 0,-2 2-753 0,1-1-1384 16</inkml:trace>
  <inkml:trace contextRef="#ctx0" brushRef="#br0" timeOffset="1516.57">22029 8370 1764 0,'0'0'909'0,"0"0"-212"0,0 0-115 0,0 0-143 0,0 0-73 0,0 0-93 0,3-6-48 0,-3 6-108 0,0 0-136 0,4-7-221 0,-4 7-322 0,2-7-883 0,-2 7-1060 0</inkml:trace>
  <inkml:trace contextRef="#ctx0" brushRef="#br0" timeOffset="6144.39">8526 10129 508 0,'0'0'399'15,"-8"-3"-75"-15,8 3-72 0,0 0-46 0,-9-4-37 16,9 4-26-16,0 0-20 0,-8-4-8 0,8 4-1 0,0 0-5 15,0 0-15-15,0 0 8 0,-6-4-9 0,6 4-12 16,0 0 7-16,0 0-2 0,0 0 1 0,0 0 12 16,0 0 9-16,0 0-10 0,0 0-5 0,0 0-11 15,0 0 10-15,9-2-11 0,-9 2 6 0,0 0-11 16,14 1-17-16,-14-1-3 0,13 1 21 0,-13-1-9 16,20 1-8-16,-7 1-4 0,0-1-8 15,1-1-8-15,4 1-19 0,0 0 4 0,1 0-1 16,5-1 8-16,-1 0 18 0,3 0-6 0,2 0-7 0,0 0-9 15,4-1 1-15,-1-1-6 0,8-1 3 0,-3 1 17 16,1 0 1-16,0-2-10 0,2 0 14 0,7 0-4 16,-1-2 16-16,4 0-16 0,2 2 25 0,-1-3-12 0,5 2 15 15,3-1-11-15,-1 0-9 0,12 0-5 0,-6 1 5 16,7-2-12-16,-9 3-4 0,12-1-7 0,-13 2-12 16,13-2-1-16,0 2 0 0,1 0-1 15,0 0-7-15,1 1 0 0,0 1 2 0,0-1-6 0,0 0-1 16,0 1 2-16,-10 0 0 0,10 0-11 0,1 0 10 15,0 0 2-15,1-2-8 0,2 2 6 16,4-2-1-16,-2 2 1 0,2-1-2 0,0-1 2 16,-1 0 1-16,1-1-2 0,-2 1 10 0,3 0-16 0,1 0 5 15,2-1 1-15,1 1 1 0,2-2 1 16,-1 2-14-16,-3-2 13 0,2 2 16 0,-1-2-14 16,1 2 3-16,-1 0-1 0,0-1-6 0,-3 1-4 0,3-2 10 15,-1 2-9-15,-2 0 11 0,2-2-1 16,-6 2 10-16,2-2-15 0,-4 2 12 0,1-2-5 15,-1 1-5-15,2 0-1 0,-2 0-3 0,-1 0 5 16,0 1 4-16,1 0-2 0,-1 0 8 0,-2 0 1 0,-2 1-5 16,1-1-2-16,-9 0-4 0,-1 2 1 0,9-1 0 15,1 0-2-15,-10-1-2 0,13 1-2 0,-1 0 3 16,1-1 5-16,-2 0 14 0,0 2 1 0,-1-2-4 16,1 0-2-16,-2 0-9 0,1 1 4 0,2-2 0 15,-1 1 27-15,0 1-36 0,3-2 30 0,-2 0-34 16,-1 0 27-16,2 0-31 0,-3 2 27 0,1-2-28 15,-2 1 25-15,1-1-30 0,0 0 34 0,2 1-36 16,0 0 25-16,0 0-28 0,3 0 30 0,-1 0-29 16,0 1 28-16,1-1-24 0,-1 1 50 0,0-1-36 15,0 1 31-15,1 0-30 0,1-1 36 0,0 1-35 16,3 1 25-16,-3-1-32 0,0 1 28 0,-2 1-30 0,0 0 28 16,0 0-33-16,-1-1 27 0,-2 2-32 15,4-1 30-15,-2 1-31 0,2-1 35 0,0 2-10 16,3-1-29-16,-3 0 33 0,1 0-34 0,0-1 33 15,3 0-29-15,-1 0 29 0,1 0-31 0,5 0 31 16,0 0-33-16,2 0 30 0,0 0-27 0,3-1 31 16,-4 0-31-16,2 1 33 0,-1 0-31 0,4 0 27 15,-3-1-1-15,3 1-3 0,0 0-4 0,1 0-1 16,-5 1-28-16,1-1 33 0,-2 0-26 0,-1 1 30 16,0-1-29-16,-1 0 29 0,1 0-3 0,-1 0 0 0,-5 0-2 15,2 0-1-15,-2 0 6 0,-4 0 14 0,-1 0-24 16,-13-1 30-16,0 1-33 0,-2 0 31 15,-2-1-8-15,-1 1-2 0,-1-2-6 0,-3 2-3 16,0 0-2-16,-3-1-2 0,-4 1-3 0,-3 0 1 16,-6 0-2-16,0 1 4 0,-8-1 0 0,2 0 15 0,-5 0 6 15,-1 2-6-15,-4-2-4 0,-1 1 2 0,-4-1 0 16,-2 0-5-16,-3 1-2 0,2-1-2 16,-15 0-1-16,22 0-5 0,-22 0 1 0,19 0-2 15,-19 0-2-15,16 1 0 0,-16-1 2 16,12 0-5-16,-12 0 2 0,0 0-2 0,17 1-2 0,-17-1 5 15,0 0-1-15,13 0 2 0,-13 0-4 0,0 0 2 16,0 0 1-16,11 0-3 0,-11 0 2 0,0 0-7 16,0 0-7-16,0 0-9 0,12 2-24 0,-12-2-45 15,0 0-82-15,0 0-82 0,0 0-126 0,0 0-129 16,0 0-111-16,0 0-154 0,1-9-560 0,-1 9-935 16</inkml:trace>
  <inkml:trace contextRef="#ctx0" brushRef="#br0" timeOffset="6689.45">21648 9586 366 0,'-3'-8'579'0,"1"-1"-134"0,-2 4-31 0,2-1-44 0,2 6-28 0,-3-11-42 16,3 11-10-16,-5-10-4 0,5 10-17 0,-2-9-15 0,2 9-22 0,-4-7-19 0,4 7-45 0,-3-7-7 0,3 7-35 0,0 0-14 0,-2-8-8 0,2 8 1 0,0 0-4 0,-3-6-13 0,3 6-5 0,0 0 0 0,0 0 10 0,0-8-29 0,0 8 3 0,0 0 0 0,0 0-2 0,0 0 0 0,0 0 0 0,-2-4-3 0,2 4-2 0,0 0-4 0,0 0-6 16,0 0 5-16,0 0-7 0,0 0-3 0,0 0 1 15,0 0 0-15,0 0 0 0,0 0 1 16,0 0-1-16,0 0-5 0,-7 3-5 0,7-3-1 0,0 0-13 15,-2 9-3-15,2-9 32 0,0 9-39 0,0-9-9 16,2 9 1-16,2-2 0 0,1-3 3 0,2 4-4 16,5 0 4-16,1 1-1 0,6 0-2 15,1 0-2-15,1-1 1 0,2 0 1 0,3 0-1 16,-1-1-1-16,-2-1-1 0,2 1-1 0,-1-1 1 16,-3-1 0-16,-2-1 3 0,-2 0-3 0,-1 0-3 0,-2-1 2 15,-3-1 1-15,0 1 1 0,-1 1-2 16,-1-2 9-16,-9-2 19 0,16 4 11 0,-16-4 5 15,10 2 3-15,-10-2 5 0,10 6-5 0,-10-6-4 16,4 9-8-16,-4-9-2 0,3 11-10 0,-3-4-5 16,0-7-1-16,0 13-29 0,-1-5 28 0,-1 1-24 0,0 1 31 15,1 0 23-15,-2 2 39 0,-1 2-44 0,0 1 0 16,1-1-11-16,-4 6 28 0,0-1-43 16,0 2 24-16,-2 0-36 0,-3 4 28 0,1 1-52 0,-3 1-26 15,-4 4-84-15,-2 0-115 0,-2 1-136 16,-5 1-184-16,-2-1-187 0,-10 6-1003 0,-3 0-1445 0</inkml:trace>
  <inkml:trace contextRef="#ctx0" brushRef="#br0" timeOffset="50191.56">15566 9625 34 0,'13'-7'592'0,"1"-1"-175"0,0 1-55 0,-3-2-88 0,-1 1 6 0,-3 1-64 0,0-2-9 0,-1 1-65 0,-1-3 3 0,-2 2-27 16,-1-5 31-16,-4 1-14 0,-1-2-3 0,-2 0-9 15,-2-3-10-15,-2-1-21 0,-2 1-4 0,-3 0-16 16,-1-2-10-16,-4-1-11 0,-3 1-13 0,-5-3-1 16,0 1 4-16,-6 1-20 0,-4 1 13 0,-1 2-14 15,-5 0 23-15,-2 3-4 0,-4 0 16 16,-2 6 6-16,-1-1 10 0,0 5-6 0,1 3 1 0,0 4-26 15,5 6 28-15,0 3-21 0,6 6 10 0,3 8 2 0,4 4-9 16,-1 11 8-16,4 3 2 0,2 5 19 16,5 3-10-16,4 1 7 0,6-6 9 0,3 2-11 15,0 2 4-15,5 3-6 0,1-1 9 0,4 1 14 0,1 0-36 16,7 0 12-16,3 7-27 0,3-3 8 16,5-3-21-16,5-1 26 0,4-3-23 0,4-4 43 15,6-2-40-15,0-5 2 0,4-3 5 0,3-5-3 16,1-1 7-16,-7-8 2 0,4-4 3 0,-1-4-10 0,4-3-2 15,0-4 1-15,3-2 32 0,-6-6 20 16,7-4-46-16,0-6 18 0,1-2-44 0,5-9 27 0,-1-5-40 16,-2-4 24-16,-5-7-32 0,-3-2 24 0,-4-9-25 15,-7 0 22-15,-6-2-33 0,-5-4 5 0,-9-1 32 16,-6 7-35-16,-8-2 30 0,-4-2 0 0,-11-8-6 16,-7 3-5-16,-10-1-4 0,-9 4-23 0,-9 2-26 15,-8 5-85-15,-25-4-87 0,-12 9-118 0,-16 9-212 16,-12 9-211-16,-11 8-792 0,-9 9-1188 0</inkml:trace>
  <inkml:trace contextRef="#ctx0" brushRef="#br0" timeOffset="55356.71">16469 9059 474 0,'-6'-5'420'0,"3"0"-70"0,-4 0-92 0,2 2-11 0,-1 0-39 0,6 3 6 16,-10-8-57-16,10 8-2 0,-10-6-31 0,10 6 25 0,-7-3-11 0,7 3 5 0,0 0-26 0,-10 1 9 0,10-1-15 0,-4 4-15 0,4-4-17 0,-3 8 35 15,3-8-13-15,0 8-14 0,0-8 14 0,2 14-2 16,0-9-15-16,1 5 28 0,1-2-19 16,1 6-21-16,2-3 21 0,0 4-16 0,2 4 10 15,0 0 0-15,5 7-9 0,-3-1-8 0,3 1 1 0,0 7-26 16,3-1 2-16,-2 0-4 0,0-2-33 0,-2-1-22 15,0-2-41-15,1-1-62 0,-1 0-69 0,0-2-76 16,0 0-88-16,-1-5-90 0,-1-1-122 16,0-3-430-16,-1 1-586 0</inkml:trace>
  <inkml:trace contextRef="#ctx0" brushRef="#br0" timeOffset="55687.1">17399 9003 58 0,'15'-15'643'0,"-2"1"-124"0,1 1-115 0,-5 1-31 16,0 1-75-16,-2 0-27 0,-1 1-2 0,-2 2-11 15,0-1-11-15,-1 1-29 0,1 2-26 0,-1 0-26 16,-1 0-20-16,-2 6-25 0,7-7 17 0,-7 7 14 15,0 0-32-15,3 5-16 0,-3-5-24 0,4 16 17 16,-2-6-8-16,1 5-9 0,1 1-15 0,3 4-9 16,2 0 0-16,0 6 13 0,2 0-9 0,2-1-10 15,0 0-14-15,0 1-7 0,2-1-3 0,-1 1-10 16,1-1 1-16,1-1-6 0,-1 1 1 0,0-2-7 16,-1-1-3-16,1-2-20 0,-2-2-88 0,-1-1-77 15,-2-1-78-15,2-4-109 0,-3-2-47 0,3 0-132 16,-3-2-596-16,2-4-758 0</inkml:trace>
  <inkml:trace contextRef="#ctx0" brushRef="#br0" timeOffset="55943.27">18413 8746 555 0,'10'-6'729'0,"-3"2"-182"0,0-1-112 0,-7 5-99 15,10-5-26-15,-10 5-29 0,10 2-9 0,-10-2 4 16,9 8-7-16,-4-1-50 0,-1 3 18 0,0 2-42 0,3 4 30 16,1 2-68-16,-4 3-1 0,4 1-19 0,1 5-1 15,-2 1-18-15,1 2-20 0,0 0 8 16,1 1-42-16,1 5 21 0,-1-3-19 0,0-4-12 16,2 7-11-16,-2-5-7 0,0 0-10 0,3-2-5 15,-1 1-16-15,1-4-28 0,-1 2-41 0,1-3-67 16,-1-3-92-16,1-2-106 0,-1-2-88 0,2-1-105 15,-1-3-155-15,-1-3-522 0,-1-2-809 0</inkml:trace>
  <inkml:trace contextRef="#ctx0" brushRef="#br0" timeOffset="56186.3">19252 8934 419 0,'12'-8'629'0,"-3"0"-121"15,-2 4-119-15,2-1-23 0,-9 5-20 16,13-2-7-16,-13 2 7 0,15 3-16 0,-8 3-13 0,0 4-36 16,0 3-30-16,2 1-47 0,-3 7-25 15,0 6-18-15,2 3-25 0,-4 3-20 0,4 0-10 0,-6 3-20 16,3 0-16-16,-1 1-3 0,1-1-24 0,2 3-10 16,0-5-6-16,-2-2-8 0,3-1-9 0,1 1-36 15,2-4-70-15,2 0-66 0,0-3-86 16,4-2-103-16,0-1-89 0,3-3-160 0,3-2-615 15,1-3-824-15</inkml:trace>
  <inkml:trace contextRef="#ctx0" brushRef="#br0" timeOffset="56429.59">20629 9028 752 0,'9'-4'785'0,"-1"2"-174"0,-8 2-147 0,13-3-77 16,-13 3-59-16,13 4-21 0,-7 1-36 0,2 2-22 0,0 2-23 16,1 4-31-16,-2 1-31 0,2 3-25 0,-1 2-13 15,1 3-22-15,0 3-21 0,-3 2-16 0,3 1-10 16,-1 3-11-16,-1-1-19 0,3 0-21 0,1 1-61 16,0 2-86-16,3-4-68 0,-1-2-95 0,5 2-92 15,0-6-78-15,2-2-90 0,2-3-450 0,1-1-622 16</inkml:trace>
  <inkml:trace contextRef="#ctx0" brushRef="#br0" timeOffset="56704.35">21914 9039 595 0,'0'0'538'16,"16"1"-157"-16,-16-1 17 0,8 2-35 0,-8-2-13 16,9 10-10-16,-3-4-13 0,-1 2-35 0,-1 3-11 15,2 2-35-15,-2 1-18 0,0 3-54 0,-2 2-28 16,1 3-23-16,-1 2-22 0,1 1-8 0,-2 0-31 0,4 2 1 16,0 2-28-16,2 0-22 0,0-3-64 0,3-1-76 15,3-1-110-15,0-3-116 0,2-3-80 16,0-3-109-16,2-1-521 0,-1-5-679 0</inkml:trace>
  <inkml:trace contextRef="#ctx0" brushRef="#br0" timeOffset="56852.06">22323 9092 346 0,'0'-14'711'16,"0"4"-171"-16,-2 5-107 0,2 5-42 0,0 0-58 15,0 0-39-15,0 0-7 0,0 0-12 0,-7 12-28 0,7-3-9 16,0 4-25-16,3 5-32 0,-1 2-16 0,2 2-24 15,0 4-26-15,5 1 9 0,-3 2-54 0,3 0-18 16,1-1-85-16,-1-2-117 0,-1-1-179 16,0-3-173-16,0-2-810 0,-2-4-917 0</inkml:trace>
  <inkml:trace contextRef="#ctx0" brushRef="#br0" timeOffset="57640.03">13314 8946 452 0,'-12'-1'637'0,"12"1"-182"15,-17 0-76-15,17 0-100 0,-9 6-39 0,5 0-61 0,3 2-17 0,0 2-33 0,1 2 7 0,1 4-7 0,4 0 3 0,0 6-19 0,-1 1 9 0,4 7 14 0,-2 2-26 0,3 9-19 16,1 1-26-16,-3 3-6 0,-1 2-12 0,1 0-8 0,-1 1-12 16,0-2-1-16,-2 0-8 0,1-3-15 15,0-2-20-15,-2-9-23 0,4 0-57 0,-1-7-47 16,-2-1-65-16,1-4-94 0,-3-3-56 0,2-4-110 16,-3-2-332-16,2-4-324 0</inkml:trace>
  <inkml:trace contextRef="#ctx0" brushRef="#br0" timeOffset="57888.03">12594 9161 480 0,'-28'-11'714'0,"7"1"-156"16,1 3-104-16,3 3-100 0,3 1-59 0,2 5-43 15,1 2-23-15,2 4-4 0,3 7-50 0,-1 4 9 16,4 4-35-16,0 8-26 0,-1 6-25 0,0 9-17 0,-1 2-21 15,0 1-8-15,1-1-9 0,2-2-12 0,-1-8-2 16,3-3-6-16,3-3-4 0,-1-3 7 0,-2-5-22 16,3-1-15-16,-2-3-39 0,0-4-31 0,-1-2-78 15,0-1-100-15,-2-4-100 0,-2 1-121 0,-2-4-103 16,-3-3-262-16,-2 0-385 0</inkml:trace>
  <inkml:trace contextRef="#ctx0" brushRef="#br0" timeOffset="58117.95">11749 9257 205 0,'-8'-3'708'0,"-3"2"-178"16,11 1-121-16,-21 3-67 0,6 2-88 0,0 1-41 16,-6 3-53-16,2 2-20 0,-3 5-26 0,1-1-5 15,0 2-33-15,7 4-1 0,-1 0 1 0,5 2 15 16,3 1 10-16,3 6-2 0,4 1 2 0,4 4-14 0,5 7-22 15,3 0-24-15,4 0-22 0,2-1-19 0,3 0-49 16,2-3-34-16,1-2-41 0,0-5-20 0,0-2-30 16,1-4-36-16,-5-5-27 0,-4-5-46 0,0-3-42 15,-2-5-433-15,-5-2-269 0</inkml:trace>
  <inkml:trace contextRef="#ctx0" brushRef="#br0" timeOffset="58350.98">10982 9419 216 0,'-28'-2'683'0,"5"2"-184"15,2 1-102-15,-1 2-70 0,0 6-65 0,0 1-33 0,2 6-45 16,-2 3-12-16,5 3-33 0,-4 6-29 0,2 1-12 16,-1 3-24-16,1 3-7 0,3 0-19 0,-1 1 4 15,2-2-11-15,3-6-11 0,2-1-7 0,0-6-3 16,5-2-9-16,-2-4-1 0,3-1-12 0,-1-2-26 15,1-2-55-15,-2-3-54 0,6-7-70 0,-5 4-73 16,5-4-53-16,-9-4-48 0,4-3-331 0,-5-2-216 16</inkml:trace>
  <inkml:trace contextRef="#ctx0" brushRef="#br0" timeOffset="58502.95">10104 9499 436 0,'-15'3'453'0,"1"3"-73"0,0 6-71 16,2 3-52-16,-2 7-4 0,0 4-73 0,0 8-8 15,3 5-57-15,-3 2 8 0,5 4-26 0,2 2-44 16,2-1 9-16,2-2-38 0,5-7 16 0,2-4-40 16,2-4-4-16,2-7-76 0,2-4-76 0,-1-6-108 15,0-6-131-15,-9-6-253 0,14 1-158 0</inkml:trace>
  <inkml:trace contextRef="#ctx0" brushRef="#br0" timeOffset="58655.77">9670 9647 52 0,'-40'-16'495'0,"3"2"-113"0,5 4-67 0,4 6-45 16,1 2-49-16,0 4-20 0,3 4-3 0,-3 4-54 16,3 5 1-16,1 3-51 0,1 7 7 0,4-2-41 0,4 5 18 15,3 0-19-15,4 2-7 0,5-5-11 0,3 1-41 16,4-3-52-16,5-4-48 0,8 0-54 0,3-6-42 16,4-5-62-16,3-5-422 0,8-6-187 0</inkml:trace>
  <inkml:trace contextRef="#ctx0" brushRef="#br0" timeOffset="59566.3">15646 7768 20 0,'12'-1'499'0,"-1"0"-121"0,-11 1-1 0,15-2-65 0,-15 2-10 0,11-6-70 0,-5 1-5 0,-4-1-53 0,-1-1-8 16,-2-4-10-16,-1 0-14 0,-6-2-38 0,-6-4 6 15,-5-3 6-15,-9-4-12 0,-6-2-4 0,-12-4-8 16,-4-1 6-16,-6 0-11 0,-8 2 2 0,-5 0-28 15,-5 3 16-15,-6 2 17 0,-5 3 0 0,-3 6-8 0,-4 5 1 16,-2 8-16-16,-4 6-1 0,0 9-16 0,-21 10-8 16,8 12-2-16,6 10 31 0,10 17-4 15,11 12 4-15,10 11-12 0,14 10-9 0,11 9-13 16,14 8 18-16,12 6-25 0,15 4-5 0,13 2-6 0,14-9-5 16,16-5 13-16,12-6 8 0,11-6 19 0,9-12 16 15,11-5 12-15,7-13 1 0,8-8 34 0,9-12-34 16,3-11 21-16,7-9-46 0,-16-16 21 0,4-6-39 15,7-9 26-15,20-8-41 0,-1-6 43 0,-2-10-36 16,-5-3-6-16,-5-9 18 0,-8-9-38 0,-5-10 26 16,-5-8-11-16,-10-9-10 0,-10-7-12 15,-11-4-41-15,-17-5-9 0,-14-4 11 0,-20 9-3 0,-14-1-6 16,-14-2 13-16,-23-13 5 0,-14 7-10 0,-22 10 19 16,-15 7-14-16,-13 11 17 0,-15 12-2 0,-17 13-29 15,-14 13-41-15,-12 18-51 0,-7 15-57 0,-10 18-48 16,-44 27-96-16,5 16-125 0,8 13-172 0,10 11-605 15,12 8-851-15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22:26.001"/>
    </inkml:context>
    <inkml:brush xml:id="br0">
      <inkml:brushProperty name="width" value="0.05292" units="cm"/>
      <inkml:brushProperty name="height" value="0.05292" units="cm"/>
      <inkml:brushProperty name="color" value="#FF0000"/>
    </inkml:brush>
  </inkml:definitions>
  <inkml:trace contextRef="#ctx0" brushRef="#br0">13478 6953 625 0,'0'0'528'0,"0"0"-156"0,0 0-46 0,0 0-99 0,3 6-14 0,-3-6-75 0,0 0-3 0,2 5-44 0,-2-5 27 0,0 0-28 0,5 8 22 16,-5-8-32-16,0 0 15 0,9 6-5 0,-9-6 15 15,0 0-10-15,7 4 5 0,-7-4-3 0,0 0-2 16,6 4 6-16,-6-4-5 0,0 0 1 0,9 1-11 16,-9-1-9-16,0 0-14 0,11 1-9 0,-11-1-11 0,0 0-9 15,13 0-7-15,-13 0-5 0,0 0-5 16,18 0-5-16,-18 0 0 0,13 0-4 0,-13 0 1 15,15-1-1-15,-15 1-3 0,21-3 3 0,-10 0 14 16,2 0 13-16,1-3-7 0,1 1-4 0,3-1 3 16,-2-1-4-16,3-1-3 0,-1 0-3 0,0-2-4 15,0 1 1-15,1-3 4 0,-2-2 2 0,2 3-4 16,1-6-1-16,-2-1 5 0,1-1 2 0,-1-2-3 0,-3-3 4 16,2-1-12-16,-1-8 8 0,2 0-3 0,-5-5-6 15,4 1-7-15,-3-1-7 0,1-3-18 0,-1 2-6 16,1-1-42-16,2 1-45 0,1 0-68 0,-1 2-96 15,3 2-50-15,-1 1-134 0,0 4-616 0,2 1-694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24:50.513"/>
    </inkml:context>
    <inkml:brush xml:id="br0">
      <inkml:brushProperty name="width" value="0.05292" units="cm"/>
      <inkml:brushProperty name="height" value="0.05292" units="cm"/>
      <inkml:brushProperty name="color" value="#FF0000"/>
    </inkml:brush>
  </inkml:definitions>
  <inkml:trace contextRef="#ctx0" brushRef="#br0">3261 12935 105 0,'0'-7'462'0,"-3"1"-115"0,3-1-32 0,-1 0-47 0,1 7 0 0,-3-12-45 0,3 5 28 0,0 7-41 0,-3-10 7 0,3 10-24 0,-1-11-16 0,1 11-34 0,0-7-23 0,0 7-31 0,-2-8-10 16,2 8 7-16,0 0 29 0,0 0 24 0,0 0-4 0,0 0-5 15,5 11-23-15,-1-4-18 0,0 2-15 16,-2 1-17-16,6 5-2 0,-3 1 30 0,1 3-12 16,2 1-14-16,-2 2-8 0,6 3-15 0,-3 1-3 15,1 2-11-15,0 0 0 0,2-1-5 0,-1 1 1 0,2 0-5 16,-2 0 0-16,2-1-10 0,0-1 7 0,2-1-9 15,-3 0-4-15,1-3-22 0,-2-3-35 0,1-1-68 16,-2-2-92-16,0 0-81 0,-1-3-88 0,-3-2-136 16,0-2-492-16,-2-2-624 0</inkml:trace>
  <inkml:trace contextRef="#ctx0" brushRef="#br0" timeOffset="449.69">3733 13166 513 0,'0'0'503'0,"0"0"-85"0,3-7-120 0,-3 7 8 0,0 0-8 0,0 0-18 0,0 0 1 0,13 2-13 0,-13-2 4 15,9 8-23-15,-2-1 3 0,1 1-20 0,1 2-21 0,-2 2-34 16,5 1-11-16,-3 2-48 0,2 2-8 16,-2-2-37-16,0 2 7 0,-1 1-31 0,2 0 9 15,-6-1-32-15,1 0 13 0,-2 2-26 0,-2-1 11 16,-2 1-17-16,-3 3-11 0,-4-1-5 0,-1 1-21 0,0-2-30 16,-2 0-42-16,-2-4-64 0,-1 0-93 15,-1-3-99-15,1-2-105 0,-2-4-167 0,2-3-381 16,1-4-617-16</inkml:trace>
  <inkml:trace contextRef="#ctx0" brushRef="#br0" timeOffset="2648.3">4002 12649 320 0,'0'0'346'0,"-2"-6"-68"0,2 6-34 0,0 0-29 0,-1-7-18 0,1 7-10 0,0 0-9 0,0-8-9 15,0 8 14-15,0 0-49 0,0-7 15 0,0 7-35 16,0 0 2-16,0-7-44 0,0 7 10 0,0 0-38 16,1-9 16-16,-1 9-24 0,0 0 32 0,0 0-18 15,2-6 10-15,-2 6-22 0,0 0 8 0,0 0-22 16,0 0-8-16,1-9-7 0,-1 9 19 0,0 0-17 0,0 0 8 15,0 0-15-15,0 0 16 0,0 0-20 16,0 0 12-16,1-4 2 0,-1 4 35 0,0 0-17 16,0 0 8-16,0 0 11 0,0 0 15 0,0 0 22 15,9 3 3-15,-9-3 0 0,7 8-6 0,-7-8 11 0,7 11-3 16,0-2-12-16,0 2-5 0,1 1 8 16,4 3-11-16,0 2 2 0,0 1-12 0,0 3 0 15,5 0 2-15,-2 1 5 0,1-2-28 0,-1 2 6 16,-1 1-21-16,0-2 7 0,2 1-15 0,-5-3-8 0,1-1 0 15,-2-1-2-15,0 0-3 0,0-3-1 16,-1-1-7-16,-2-1-1 0,-2-4-17 0,0 2-35 16,1-2-38-16,-2 0-45 0,1-3-70 0,-5-5-117 15,4 7-56-15,-4-7-89 0,0 0-110 0,0 0-334 0,0 0-483 16</inkml:trace>
  <inkml:trace contextRef="#ctx0" brushRef="#br0" timeOffset="2931.26">4114 12350 502 0,'0'-8'649'16,"3"2"-139"-16,-2-1-109 0,-1 7-79 0,5-8-26 16,-5 8-18-16,10-6-17 0,-10 6-18 0,20 0-14 15,-4 4-18-15,6 1-9 0,2 6-12 0,11 3-13 16,-2 3-32-16,5 4-27 0,-2 3-18 0,1 1-26 15,4 8-3-15,-2 2-22 0,-3 1-1 0,-6-3-20 16,-5 1-6-16,-3 2-4 0,0 1-4 0,-8 2-5 16,1 0 16-16,-6 3-23 0,-5-2-10 0,-1-2-8 15,-6 0-29-15,-2 4-30 0,-4 0-48 0,-5-1-46 16,0 1-50-16,-4-3-59 0,-4-2-12 16,-1 1-86-16,-1-3-21 0,-3-3-78 0,0-2-383 0,-6-3-406 15</inkml:trace>
  <inkml:trace contextRef="#ctx0" brushRef="#br0" timeOffset="3230.71">2775 12951 633 0,'-17'-9'719'0,"1"3"-133"0,3 2-115 16,1 1-106-16,2 4-48 0,2 4-35 0,2 6-6 0,2 5-49 16,2 10-4-16,2 6-19 0,5 15-13 0,1 5-41 15,4 12-8-15,6 5-34 0,-1 1 27 0,7 2-44 16,-1 2-11-16,4 1-6 0,2-1 22 16,2-4-47-16,2-3 33 0,1-5-51 0,2-5 30 0,3-4-50 15,0-7-7-15,4-5-21 0,-2-5-31 0,-3-12-30 16,4-3-48-16,0-7-73 0,3-4-74 0,-3-8-72 15,5-6-45-15,7-7-61 0,7-7-76 0,1-5-459 16,0-10-581-16</inkml:trace>
  <inkml:trace contextRef="#ctx0" brushRef="#br0" timeOffset="4163.1">5243 12072 239 0,'1'-8'598'0,"-1"8"-142"0,1-11-51 0,-1 4-69 0,0 7-26 0,0-9-58 0,0 9-15 16,0 0-20-16,0 0-1 0,-14 3-18 0,8 4 23 16,-2 5-14-16,-2 3-12 0,-2 9-9 0,2 5-9 15,-4 7-52-15,1 4 14 0,2 3-19 0,1 2-5 16,3 3-5-16,2-4-14 0,2 3-12 0,5-3 5 15,0 0-16-15,5 0 9 0,2-3-6 0,5-2 14 16,1-2-20-16,4-3 4 0,4-1-33 16,3-5 16-16,2-2-31 0,3-4-2 0,3-4-39 0,2-3-30 15,-4-6-62-15,0-3-88 0,-4-1-79 0,0-5-103 16,-1-1-73-16,-3-5-137 0,-1 0-640 0,-1-6-836 16</inkml:trace>
  <inkml:trace contextRef="#ctx0" brushRef="#br0" timeOffset="4516.22">5731 12354 604 0,'7'-6'583'15,"-1"1"-127"-15,-6 5-90 0,7-4-68 0,-7 4-43 16,8-4 36-16,-8 4-2 0,10 2 8 0,-3 3 1 16,-2 1-28-16,1 4-15 0,4 1-38 0,-1 3-42 15,-1 3-2-15,1 2-23 0,1 0-33 0,2 5-20 16,-1 0-20-16,-1 1-13 0,1 0-15 0,-5-3-7 15,4 0-9-15,-3 1-4 0,-1-2-6 0,-1-1 1 16,-2 2-13-16,2-4-5 0,-3 0-28 0,-2-1-33 16,0-3-96-16,0 0-102 0,-2-3-116 0,-3 2-110 15,2-5-176-15,-2-1-461 0,5-7-732 0</inkml:trace>
  <inkml:trace contextRef="#ctx0" brushRef="#br0" timeOffset="5263.61">5575 12245 149 0,'-4'-8'709'0,"2"1"-146"0,-2 2-96 0,0-2-78 0,0 1-76 0,4 6-51 0,-5-8-24 0,5 8-8 16,0 0 5-16,0 0-6 0,0 0-8 0,-9 5 0 0,10 2-43 0,1 4-32 0,0 3 9 0,3 3-25 15,-1 5-22-15,4 1-22 0,-1 3-21 0,5 2-12 16,-3-1-8-16,1 2-10 0,3-1-13 0,-3 2 3 15,3-4-3-15,0 2-9 0,-2-3-1 0,2 0-5 16,-3-1-29-16,2-5-75 0,-1-1-101 0,-2-1-94 16,0-4-75-16,0-1-129 0,-1-2-142 0,-1-3-367 15,1-4-607-15</inkml:trace>
  <inkml:trace contextRef="#ctx0" brushRef="#br0" timeOffset="5597.82">5957 12180 498 0,'1'-11'799'16,"1"3"-144"-16,-1 1-136 0,0 0-105 0,0 0-40 15,2 3-55-15,0-3-29 0,0 0-16 0,3 1-7 16,1 1-43-16,2-1-30 0,0 1-33 0,4 1-31 0,-3 1-21 16,3 2-19-16,1 0-18 0,-1 2-18 15,2 3-8-15,-1 1-10 0,0 2-6 0,-1 1 12 0,0 2 7 16,-3 1-11-16,-2 3 10 0,-2 1-17 15,-1 1 6-15,-5 2-19 0,0 3 20 0,-2 1-22 0,-5 0-10 16,1 1 6-16,-3-1 1 0,0-1-5 0,0-2 0 16,1-2 4-16,0-2-4 0,2-2-1 0,0-1-5 15,2-3 4-15,0 1-3 0,0-1 6 0,4-9 0 16,0 8 19-16,0-8 3 0,11 1-4 0,1-4-4 16,1-1-8-16,9-2 0 0,-2-3-20 0,7-1 20 15,0-2-25-15,0-2 10 0,5-3-51 0,-3-2-51 16,2-1-62-16,-2-2-78 0,-2 0-75 0,-3-2-83 15,-2-4-58-15,-4 5-110 0,-5-2-632 0,-2-3-811 16</inkml:trace>
  <inkml:trace contextRef="#ctx0" brushRef="#br0" timeOffset="5829.11">6333 11847 361 0,'0'0'635'0,"-9"-3"-136"0,9 3-107 15,0 0-2-15,-2 7-17 0,5-2-22 0,2 2-12 16,2 3-11-16,0 0-25 0,6 4-22 0,-1 3-33 15,2-1-32-15,2 6-41 0,2 1-20 0,4 5-28 16,-3-2-24-16,0 4-16 0,-1 0-13 0,-1 0-17 16,-4-4-10-16,-1 2-4 0,-3-1-18 0,-1 2 0 0,-3 0 1 15,-1-4-10-15,0 2-10 0,-3-1 7 0,-2-1-6 16,-3 1-3-16,-1-1-4 0,-2-1 0 0,1-3-12 16,-2 0-20-16,1-3-36 0,-1-3-65 0,3 0-76 15,-3-4-68-15,4-1-95 0,-2-3-29 0,2-1-135 16,4-6-614-16,0 0-765 0</inkml:trace>
  <inkml:trace contextRef="#ctx0" brushRef="#br0" timeOffset="6677.91">7493 12194 12 0,'0'0'693'0,"-11"4"-193"0,11-4-123 0,-8 2-71 0,8-2-69 0,0 0-39 0,0 0-46 0,0 0-13 0,0 0-24 0,9-6-9 0,1 4-25 0,2-3-9 0,2-1-22 15,4 0-4-15,3-1-22 0,4-1-33 0,2-4-59 16,3 2-82-16,1-1-91 0,5-3-125 16,-2-2-357-16,3-1-227 0</inkml:trace>
  <inkml:trace contextRef="#ctx0" brushRef="#br0" timeOffset="6861.79">8274 11828 707 0,'10'-1'522'0,"-10"1"-127"0,0 0-72 0,12-1-33 16,-12 1-15-16,0 0-10 0,0 0-16 16,10-1-20-16,-10 1-25 0,0 0-36 0,12-5-33 0,-12 5-22 15,17-5-22-15,-5 0-23 0,6-1-9 0,2-1-31 16,2-3-63-16,6-2-61 0,3-1-63 0,3-3-72 15,3-2-102-15,-1-2-94 0,1-1-466 0,0-2-453 16</inkml:trace>
  <inkml:trace contextRef="#ctx0" brushRef="#br0" timeOffset="7159.87">9736 10829 1021 0,'-5'-12'787'0,"3"-1"-86"0,-4 2-156 16,1 3-71-16,0 1-77 0,1 0-60 0,-3 2-60 0,3 0-40 15,4 5-27-15,-8-4-26 0,8 4 17 0,-5 5-31 16,2 1 13-16,2 2-48 0,4 3 8 0,-1 4-53 15,2 2 26-15,5 2-26 0,1 3-17 0,2 0-7 16,2 4-3-16,0-1-17 0,0-1-5 0,3 1-41 16,-3-1 16-16,2-1-59 0,-3-2-14 0,1-2-85 15,-2-2-66-15,-1 0-73 0,1-1-104 0,-5-3-72 16,2-2-60-16,-4-1-84 0,2-3-633 0,-5-2-843 16</inkml:trace>
  <inkml:trace contextRef="#ctx0" brushRef="#br0" timeOffset="7377.73">9960 10959 603 0,'6'-4'628'0,"-6"4"-139"15,13-1-43-15,-13 1-33 0,19 4-34 0,-9 1-20 0,3 2-16 16,-1 0-24-16,2 4-19 0,-2 2-52 16,2-1-36-16,-1 4-41 0,-1-1-32 0,-1 1-24 0,-1 1-7 15,0 1-16-15,-3 0-21 0,-2-3-17 16,-2 3-6-16,-3 0-18 0,-2-1-7 0,0 1-7 0,-6 0-43 15,2 0-40-15,-3 0-64 0,-2-2-91 0,0-2-63 16,2-3-61-16,0 0-74 0,-2-4-71 0,3-2-100 16,0-1-356-16,8-4-531 0</inkml:trace>
  <inkml:trace contextRef="#ctx0" brushRef="#br0" timeOffset="7713.28">10373 10533 603 0,'12'-13'794'0,"-1"2"-179"16,-4 5-115-16,0 1-67 0,-7 5-24 0,10-2-26 0,-10 2-24 16,6 6-34-16,-6 1-18 0,-1 4-39 0,-2 3 17 15,1 4-59-15,-2 5-27 0,-2 1 13 0,2 7-64 16,1 0 0-16,2 2-57 0,1-3 9 0,1 3-22 16,3 0-15-16,3-2-12 0,3-1-9 0,0-2-10 15,3-1-4-15,1-3-4 0,2-2-6 0,0-4-1 16,1-3-6-16,2-4-4 0,2-1 0 0,0-4-3 15,-2-3-16-15,1-1-4 0,-4-4-5 0,5-1-3 16,-3-2 6-16,-2-3-27 0,-1-1 36 0,-5-2-28 16,0 1 37-16,-1-2-30 0,-5 2 34 0,-1-1-32 15,-5 2 25-15,0-2-30 0,-6 3 35 0,-6-1-27 16,1 4 31-16,-6 1-31 0,0 0 32 0,1 4-30 16,-5 3 33-16,0 2-32 0,0 1 24 0,0 4-68 0,-3 1-11 15,6 0-66-15,2-2-62 0,0 3-65 16,7-4-77-16,-2 2-70 0,4-2-83 0,4 0-138 15,1-3-553-15,4-5-801 0</inkml:trace>
  <inkml:trace contextRef="#ctx0" brushRef="#br0" timeOffset="7944.27">10706 10324 562 0,'12'-8'784'0,"-1"3"-187"0,1 1-102 0,-1 4-77 15,3 1-34-15,3 5-28 0,2 2-44 0,5 5-17 0,-1 4-27 16,4 5-49-16,0 3-10 0,4 2-47 0,-3 1-31 16,-1 3-26-16,-2 2-17 0,-1 1-14 0,-2 2-16 15,-4 2-9-15,0 1-17 0,-4 1-1 0,-4 1-14 16,-4-2-11-16,-3-4-49 0,-4 1-79 0,-2 0-91 16,-6 4-73-16,-1-3-45 0,-3-1-22 0,-6-4-17 15,-4-1-8-15,-2-2-3 0,-4-4-33 0,-2-3-455 16,-5-3-422-16</inkml:trace>
  <inkml:trace contextRef="#ctx0" brushRef="#br0" timeOffset="8193.25">9287 10803 945 0,'-16'12'828'0,"-1"9"-120"0,-7 6-113 0,0 7-84 0,0 4-53 15,-1 12-85-15,0 1-65 0,0 3-12 0,4 1-55 16,7 4-17-16,1 0 12 0,8-8-22 16,6 1-1-16,5 1 4 0,8 4-42 0,8 0 2 15,4-5-39-15,4-5 15 0,6-4-55 0,5-7 18 0,6-5-51 16,3-7-11-16,-1-8-100 0,2-7-45 0,3-3-109 16,-1-7-122-16,1-4-152 0,-6-6-132 0,0-2-139 15,-7-6-795-15,-7-4-1178 0</inkml:trace>
  <inkml:trace contextRef="#ctx0" brushRef="#br0" timeOffset="9049.53">3999 14545 551 0,'-1'-9'410'0,"0"3"-43"0,-2 1-70 0,2-2-3 0,1 7-43 0,-3-10 2 0,1 3-40 0,2 7-13 16,-3-10-35-16,3 10-13 0,1-12-16 0,3 6-14 0,0-2-21 0,2 2-6 0,2-1-4 16,2 1-10-16,1 1-13 0,1 1-13 0,0 0-14 15,-1 1-3-15,2 2-7 0,1 1-7 0,-1 1-6 16,-2 3 0-16,1 2-3 0,1 2 12 16,-4 5-2-16,-2 0 2 0,2 6-11 0,-5 2 4 0,-1 1-6 15,-3-1-2-15,-3 4-2 0,0 0 1 0,-1-2-7 16,-2 1-3-16,3-2 1 0,-3-2 2 0,3-3-4 15,-1-3 3-15,1 0-1 0,-1-3 1 0,2-1 7 16,1-2 4-16,1-8 15 0,3 10-2 16,-3-10-6-16,0 0-3 0,17-4-3 0,-3-2-2 0,1-5-5 15,4 1-1-15,5-5-20 0,-1 0-41 0,1-2-67 16,0 1-47-16,-2-1-76 0,1 2-43 0,-4 0-110 16,-2 1-126-16,-1 1-305 0,-5 0-366 0</inkml:trace>
  <inkml:trace contextRef="#ctx0" brushRef="#br0" timeOffset="9276.16">4398 14463 39 0,'0'0'837'0,"0"0"-221"16,0 0-143-16,14 0-74 0,-14 0-61 0,8 6-34 15,-3-2-32-15,1 2-33 0,1-1-32 0,0 4-41 16,2 0-26-16,-1 3-27 0,3-1-12 0,-2 0-22 15,0 3-18-15,4 0-12 0,-3 0-10 0,2 1-10 16,-1 0-5-16,-2 0-5 0,0-2-23 0,1-1-69 0,-1-1-89 16,-2-2-86-16,-1 1-42 0,2-3-59 0,-5-1-99 15,-3-6-484-15,8 6-505 0</inkml:trace>
  <inkml:trace contextRef="#ctx0" brushRef="#br0" timeOffset="9526.23">4490 14211 171 0,'0'-7'798'15,"1"1"-179"-15,-1 6-126 0,3-10-89 0,-3 10-77 16,1-7-34-16,-1 7-35 0,0 0-22 0,0 0-17 16,11 8-10-16,-3-2-36 0,-1 5-25 0,2 0-14 15,5 5-27-15,-3 1-21 0,8 2-24 0,-2 1-5 16,-2 2-18-16,2-2-4 0,2 0-11 0,0 3-6 15,-1-1 1-15,1-2-2 0,-2 0-13 0,-2-4-12 16,-2 0-55-16,0-3-64 0,-3 0-70 0,0-2-63 16,-1-1-28-16,-4-3-63 0,2-1-68 0,-7-6-110 15,5 8-324-15,-5-8-401 0</inkml:trace>
  <inkml:trace contextRef="#ctx0" brushRef="#br0" timeOffset="9759.03">4619 14096 663 0,'9'-10'543'16,"-3"4"-126"-16,2 1-52 0,1 1-30 15,2 2-62-15,1 1-18 0,3 2-29 0,3 3-2 16,5 0-21-16,0 4-23 0,5 3-7 0,-2 2-30 0,7 5-26 16,0 1-22-16,-2 4-24 0,-4 1-10 0,4 1-19 15,-6 3-2-15,2 1-13 0,-4 1-5 16,-3 1-2-16,-3 0-3 0,-1 2-3 0,-5-4-9 15,-2 1-15-15,-4 2-25 0,0-3-55 0,-5 1-73 0,-4-4-50 16,-1 4-36-16,-3-2-34 0,-2 0-66 16,-1-4-83-16,-5-1-421 0,-3-3-400 0</inkml:trace>
  <inkml:trace contextRef="#ctx0" brushRef="#br0" timeOffset="9991.18">3785 14534 778 0,'0'0'750'0,"-7"3"-161"0,7-3-129 0,-4 13-89 15,4-3-64-15,0 3-56 0,0 7-45 0,3 4-42 16,2 6-33-16,2 2-14 0,6 7-17 0,1 0-14 16,4 1-16-16,5-1-13 0,3 7-13 15,2-3-10-15,4-2-3 0,5-3-12 0,-5-8 1 0,1-2-5 16,4-4-4-16,-1-2 0 0,6-7-42 15,-1-1-61-15,0-7-83 0,0-5-100 0,-2-4-73 0,8-5-151 16,0-5-501-16,-2-5-601 0</inkml:trace>
  <inkml:trace contextRef="#ctx0" brushRef="#br0" timeOffset="10226.14">5614 14121 182 0,'0'0'796'0,"0"0"-202"0,0 0-131 0,0 0-99 16,0 0-86-16,11-2-57 0,-11 2-44 0,0 0-34 15,0 0-33-15,0 0-25 0,10-3-50 0,-10 3-66 16,11-6-78-16,-3 1-92 0,2-2-130 0,3-2-544 15,3-4-425-15</inkml:trace>
  <inkml:trace contextRef="#ctx0" brushRef="#br0" timeOffset="10408.04">6436 13635 749 0,'0'0'592'0,"18"-1"-151"15,-18 1-62-15,0 0-74 0,14-2-48 0,-14 2-51 16,0 0-12-16,17-2-28 0,-17 2-24 0,17-3-31 16,-5 0-19-16,1-2-23 0,6 0-37 0,-1-2-107 15,5-2-82-15,4-3-156 0,1-3-165 0,4-3-377 16,0-2-401-16</inkml:trace>
  <inkml:trace contextRef="#ctx0" brushRef="#br0" timeOffset="10576.29">7584 13033 633 0,'13'-2'638'0,"-4"-1"-144"15,1 0-66-15,-10 3-61 0,14-3-48 0,-14 3-29 16,12-4-24-16,-12 4-58 0,12-4-23 0,-3 2-50 16,3-1-15-16,2-2-36 0,1-1-5 0,8 1-72 0,0-4-100 15,5 0-104-15,4-4-120 0,3-1-199 0,1-1-463 16,0-3-571-16</inkml:trace>
  <inkml:trace contextRef="#ctx0" brushRef="#br0" timeOffset="10741.57">8554 12566 246 0,'12'-1'664'16,"-2"0"-193"-16,-10 1-61 0,14-1-45 0,-14 1-12 15,12-1-31-15,-12 1-26 0,0 0-30 0,15-1-29 16,-15 1-30-16,14 0-43 0,-14 0-30 0,20-4-30 15,-5 0-19-15,2 1-50 0,6-3-115 0,1-3-113 16,4-1-115-16,2-3-153 0,3-3-573 0,2-2-648 16</inkml:trace>
  <inkml:trace contextRef="#ctx0" brushRef="#br0" timeOffset="11107.61">9567 12068 430 0,'0'0'897'0,"0"0"-179"16,0 0-139-16,0 0-118 0,-7-2-77 0,7 2-64 0,0 0-54 15,0 0-38-15,0 0-30 0,10-6-32 16,0 2-22-16,4-1-25 0,4 1-3 0,5-1-16 0,4-1-18 16,0-1-10-16,0 2-10 0,-2 2-11 0,0-2-10 15,-1 2-8-15,-4 0-2 0,-2 1-13 0,-4 2-1 16,2 0 5-16,-4 2 11 0,0 1 6 0,-2 0-4 15,-4 4 5-15,-2-1-14 0,-4 1 13 0,-1 3-17 16,-6 0 9-16,-4 3-22 0,0 1 19 16,-3 1-20-16,1 0 2 0,0-1-8 0,2-3 8 0,1-1-14 15,3 2 12-15,-1-1-13 0,3-3 27 0,1 2-32 16,2-3 13-16,0 0-12 0,6-1 17 0,0 0-17 16,5-3 28-16,1 1-24 0,3-3 6 0,2-1-17 15,5-2-20-15,0-2-16 0,4-2-29 0,2 0-65 16,2-5-51-16,1-1-83 0,-4-2-60 0,8-3-41 15,-5-2-78-15,0-2-53 0,-5 2-551 0,-1 0-679 16</inkml:trace>
  <inkml:trace contextRef="#ctx0" brushRef="#br0" timeOffset="11291.14">10196 11888 46 0,'0'0'677'15,"0"0"-156"-15,-7 4-104 0,7-4 5 0,-3 9-35 16,3-9-18-16,0 13-21 0,0-5-16 0,1 2-36 0,1 0-28 15,0 2-5-15,-2 2-30 0,5 1-48 0,-1 0-25 16,0 3-32-16,1 2-13 0,0 2-20 16,0-2-19-16,-1 0-15 0,4 0-36 0,-5 0-24 0,3-3-55 15,-4 1-45-15,5-2-101 0,-5-1-124 0,2-3-83 16,1 0-129-16,-1-3-160 0,-3-1-276 16,-1-8-564-16</inkml:trace>
  <inkml:trace contextRef="#ctx0" brushRef="#br0" timeOffset="11640.38">10497 11684 180 0,'5'-11'813'0,"2"3"-193"16,-4 3-87-16,-3 5-53 0,0 0-28 0,0 0-44 16,6 4-40-16,-7 2-26 0,-2 4-47 0,1 3-38 15,-1 2-35-15,0 3-21 0,-1 0-33 0,2 3-29 16,1-1-25-16,2 2-18 0,3 0-14 0,1 0-16 15,0-1-16-15,2-2-10 0,2-1-6 0,1-2-21 16,0 0 17-16,2-3-21 0,-1-2 13 0,2-1-21 16,2-3 17-16,-1-1-23 0,3-3 20 0,-3 1 0 15,0-3-9-15,0-2 5 0,-1-1-9 0,2-2-3 16,-3 0-7-16,-1-3 4 0,1-1 1 0,-4 2 5 16,-4-3-4-16,3 2-1 0,-6-1-5 0,-1 1 1 15,-5 0 3-15,0 0-3 0,-4 3 3 0,-1 0 3 16,-4 3-4-16,0 0 3 0,-3 1 0 0,0 2-3 15,0 2 5-15,1 2-3 0,-2-2-26 0,4 3-45 0,-1 0-56 16,2-2-61-16,3 1-65 0,4 1-79 0,-1-2-54 16,3-1-90-16,4-4-149 0,-1 9-472 15,1-9-718-15</inkml:trace>
  <inkml:trace contextRef="#ctx0" brushRef="#br0" timeOffset="11843.42">10843 11476 208 0,'6'-7'754'0,"3"3"-194"0,-9 4-82 16,13-1-33-16,-2 3-80 0,1 4-55 15,1 2-31-15,2 5-4 0,3 2-30 0,1 4-26 0,0 2-40 16,4 4-41-16,-1 3-29 0,1 0-21 0,-3 0-19 16,0-1-13-16,-1 2-11 0,-4-4-11 0,-1-1-19 15,-2 1-80-15,-1-1-71 0,-4-2-73 0,-5 0-97 16,1-4-118-16,-6 1-109 0,-1-2-467 0,-3 2-597 15</inkml:trace>
  <inkml:trace contextRef="#ctx0" brushRef="#br0" timeOffset="12108.39">9387 11916 595 0,'-15'12'846'0,"-3"2"-133"0,0 4-113 16,-1 4-87-16,-4 7-60 0,-1 2-73 0,2 4-59 0,-1 2-41 15,1 3-53-15,-3 6-47 0,7-3 4 16,1 0-34-16,4 1 4 0,7 2 25 0,2-9-13 16,9 5-19-16,4-1-21 0,10-3-17 0,3-3-45 15,9-3 14-15,12 1-48 0,7-7-13 0,9-4-91 0,5-6-75 16,2-5-97-16,-8-5-124 0,-1-2-112 0,-2-5-64 15,-4-4-176-15,-6-4-516 0,-3-1-846 0</inkml:trace>
  <inkml:trace contextRef="#ctx0" brushRef="#br0" timeOffset="12739.7">5585 15269 730 0,'0'-14'672'0,"0"14"-161"0,0-10-95 0,0 10-114 0,3-8-57 0,-3 8-54 0,4-5-29 0,-4 5-39 0,0 0-15 0,14 0-20 0,-14 0-10 0,16 6-16 0,-4 3-8 0,0 2-17 0,3 1-7 0,0 5-13 15,2 2-50-15,2 2-68 0,-2 1-69 0,3 1-66 16,1 3-76-16,3-2-129 0,-5-2-361 0,1-3-328 16</inkml:trace>
  <inkml:trace contextRef="#ctx0" brushRef="#br0" timeOffset="12913.09">6131 15738 366 0,'6'9'796'0,"-1"-1"-190"0,-1 0-126 16,0 1-113-16,1 1-75 0,-1 1-60 0,1 1-46 0,1 2-37 16,0-2-28-16,0 3-24 0,0-2-15 15,3 0-34-15,0-1-70 0,0-1-99 0,3 0-68 0,-1-1-153 16,-1-2-198-16,3-1-283 0,-1-1-361 0</inkml:trace>
  <inkml:trace contextRef="#ctx0" brushRef="#br0" timeOffset="13062.87">6549 16109 714 0,'0'0'583'0,"0"0"-147"0,10 2-116 0,-10-2-88 0,0 0-85 16,0 0-75-16,13 1-83 0,-13-1-93 0,0 0-126 15,0 0-453-15,13-1-192 0</inkml:trace>
  <inkml:trace contextRef="#ctx0" brushRef="#br0" timeOffset="13688.1">6978 16502 42 0,'0'0'937'0,"3"-10"-198"0,-3 10-139 0,1-9-132 0,-1 9-43 0,0 0-27 0,0 0 15 0,0 0-45 0,8 3-57 0,-4 4-22 0,1 2-43 0,0 4-17 0,1 1-13 0,3 3-20 0,1 2-35 16,0 0-27-16,3 3-25 0,3 1-26 15,-1 0-13-15,3 0-14 0,0 0-6 0,0-2-15 16,1-1-9-16,0-2-3 0,0-1 0 0,0-4-10 0,-3 0 0 16,3-3-4-16,-2-2-3 0,-1-2-6 0,-1-2-3 15,1-3-19-15,-2-2 0 0,0-1-44 0,-1-4 54 0,-3 1-51 16,1-4 56-16,-3 0 3 0,-3-1 1 0,-1 0-1 15,-3 1-1-15,-1-2 1 0,-1 2 2 0,-3 0-5 16,-1 2-2-16,-1 1 11 0,-2 1-9 0,-2 2 3 16,1 0-1-16,-3 2 2 0,1 2-2 0,-1 2-1 15,0 0 1-15,0 2-30 0,2 1-32 0,-2 2-83 16,5 0-15-16,0 1-57 0,2-1-62 0,1 1-89 16,4-1-55-16,0 0-26 0,0-1-82 0,4-3-78 15,-4-4-354-15,12 7-557 0</inkml:trace>
  <inkml:trace contextRef="#ctx0" brushRef="#br0" timeOffset="13871.2">7474 16611 761 0,'5'-9'819'0,"-1"3"-157"16,0 0-166-16,-4 6-98 0,6-9-79 0,-6 9 6 16,7-3-22-16,-7 3-5 0,0 0-39 0,11 1-34 15,-11-1-53-15,13 8-34 0,-7-4-25 0,-2 2-17 0,4 3-55 16,-4-2 26-16,7 3-50 0,-3 0 26 15,0 0-50-15,-2-1-62 0,0 0-79 0,1-2-71 0,-2 0-78 16,0 1-71-16,-1-1-44 0,0-4-88 16,-4-3-147-16,6 8-259 0,-6-8-472 0</inkml:trace>
  <inkml:trace contextRef="#ctx0" brushRef="#br0" timeOffset="14055.29">7498 16313 361 0,'2'-10'837'15,"-1"3"-219"-15,-1 7-118 0,5-5-62 0,-5 5-27 16,9 4-27-16,0 2-39 0,1 4-46 0,-1 1-51 16,5 4-55-16,0 0-36 0,0 2-34 0,3 2-24 15,1 1-18-15,-2-2-18 0,3 1-11 0,-3-5-37 16,0 1-108-16,0-3-113 0,-2 0-109 0,-1-4-95 16,-2-1-94-16,-2-3-151 0,-9-4-297 0,13 0-536 15</inkml:trace>
  <inkml:trace contextRef="#ctx0" brushRef="#br0" timeOffset="14238.03">7684 16130 72 0,'2'-5'812'0,"-2"5"-176"0,12-4-142 0,-3 6-60 16,0 4-46-16,2 4-54 0,6 3-33 0,-2 6-42 16,4 3-46-16,3 5-22 0,-4 4-42 0,1-2-22 0,-2 3-36 15,-1-1-8-15,-1 0-27 0,0-3-7 0,-4 0-19 16,-1 0-23-16,-5 0-80 0,-1-4-91 0,-4-3-90 15,-2 2-52-15,-5-1-46 0,-3-1-65 0,-1 1-77 16,-7-4-347-16,-3 0-383 0</inkml:trace>
  <inkml:trace contextRef="#ctx0" brushRef="#br0" timeOffset="14421.78">6822 16562 163 0,'-9'8'748'0,"2"0"-145"0,4 4-96 0,6 4-56 15,4 3-85-15,4 6-29 0,3 5-59 0,11 0-49 16,-1 0-39-16,6-1-38 0,2-3-26 0,1-1-28 16,4-3-13-16,4-4-23 0,0-4-11 0,2-4-12 15,5-4-11-15,-6-6-55 0,9-3-102 0,1-6-111 16,12-4-75-16,0-5-110 0,0-3-628 0,0-5-670 16</inkml:trace>
  <inkml:trace contextRef="#ctx0" brushRef="#br0" timeOffset="14617.88">8732 15780 1472 0,'14'-6'918'0,"-2"2"-188"16,-1 1-190-16,-2-1-69 0,2-1-145 0,-2 3-30 15,2-3-92-15,4 0-4 0,0-2-84 0,4 0 23 16,1-3-74-16,5-3 29 0,8-5-92 0,0-3-81 15,3-1-108-15,1-3-116 0,7-7-79 0,3-1-117 16,0-3-153-16,-1-2-432 0,-1-1-702 0</inkml:trace>
  <inkml:trace contextRef="#ctx0" brushRef="#br0" timeOffset="14786.19">9902 15022 626 0,'11'-3'571'0,"-1"-1"-120"0,-1 1-108 16,-9 3-56-16,11-5-61 0,-11 5 10 0,15-5-15 15,-15 5 4-15,16-5-31 0,-5 2-33 16,-2-2-30-16,3-1-26 0,3 0-20 0,-1-1-23 0,5-2-8 16,1-1-39-16,4-3-81 0,0-1-59 0,2-2-103 15,4-5-92-15,0-2-165 0,-1-4-387 0,3 0-424 16</inkml:trace>
  <inkml:trace contextRef="#ctx0" brushRef="#br0" timeOffset="14912.88">10852 14361 507 0,'11'-14'475'0,"0"-2"-145"16,1 1-105-16,-3 0-104 0,2-3-92 0,0-1-93 15,1-6-118-15,0-2-272 0,5-5 68 0</inkml:trace>
  <inkml:trace contextRef="#ctx0" brushRef="#br0" timeOffset="15221.41">11638 13097 613 0,'-12'-1'693'0,"3"6"-110"0,-6 3-41 0,1 5-70 15,-8 6-43-15,-1 8-33 0,-2 5-33 0,2 3-27 16,-3 2-32-16,2 9-47 0,2-5-18 0,7 2-28 0,1 0-32 16,6 1 12-16,4 1-63 0,3-6 2 0,5 6-23 15,2-1-22-15,7-2-17 0,2-3-17 16,2-1-8-16,1-4-12 0,2-3-4 0,1-4-5 15,-1-3-5-15,1-5-5 0,0-3-3 0,-3-5 2 0,1-2-2 16,-2-3-6-16,0-3 0 0,-3-2-13 0,2-1-21 16,-3-4-28-16,1-1-34 0,-4-4-6 0,1 0-9 15,-4-2 23-15,-3 1-3 0,-3-3 8 0,-2 1 32 16,-3-1-4-16,-3-1 10 0,-1 3 6 0,-4 0 12 16,-2 1-1-16,0 3 5 0,-2 2 2 0,2 2 1 15,-4 2-15-15,2 1-23 0,-2 1-66 0,2 1-75 16,-1 3-74-16,2 0-91 0,0 2-31 0,3 0-99 15,2-2-104-15,3 1-380 0,7-6-565 0</inkml:trace>
  <inkml:trace contextRef="#ctx0" brushRef="#br0" timeOffset="15406.71">11854 13632 736 0,'9'-2'631'16,"-9"2"-73"-16,14 2-26 0,-14-2-74 0,13 9-49 15,-6-3-23-15,0 2-76 0,-2 2-20 0,1 1-72 16,-2 2-27-16,2 0-50 0,-2 0-23 0,1 2-34 16,-1 1-11-16,0-1-17 0,0-1-46 0,-2 1-94 0,2-1-90 15,1-2-97-15,-2-1-65 0,1 0-112 0,-2-3-133 16,1-1-450-16,1-2-644 0</inkml:trace>
  <inkml:trace contextRef="#ctx0" brushRef="#br0" timeOffset="15753.91">12085 13229 590 0,'-1'-13'628'0,"1"2"-144"0,0 11-16 0,-3-8-24 16,3 8-45-16,0 0-29 0,-2 8-25 16,-1 1-47-16,3 1-26 0,0 5-41 0,3 1-21 0,-1 6-14 15,3 1-32-15,2 1-29 0,0 1-15 0,5 1-22 16,-2-1-20-16,2-3-20 0,-1-3-4 0,1-1-18 15,-1-1-2-15,3-1-15 0,-1-3 7 0,1-3-12 16,-2-2 5-16,0-1-20 0,1-3 22 0,-1-2-16 16,-12-2 2-16,21-1-1 0,-11-1-4 0,1-3 1 15,-4 0 0-15,1-2-8 0,-4-1 15 0,0 0-25 16,-2 0 8-16,-2 0 0 0,-2 0 1 0,-2 0 1 0,0 2 3 16,-5 0 3-16,1 1-2 0,-3 3-1 0,1 0-3 15,-2 2 3-15,-2 2-3 0,-3 1 17 16,1 3-12-16,2 0-10 0,-1 1-37 0,2 2-37 15,0-2-42-15,2 3-61 0,3-2-73 0,-1 1-59 0,5-2-74 16,3-1-95-16,1-6-90 0,1 9-452 0,-1-9-644 16</inkml:trace>
  <inkml:trace contextRef="#ctx0" brushRef="#br0" timeOffset="15969.97">12402 12890 108 0,'5'-14'759'0,"-1"3"-168"0,1 4-91 0,0 2-31 16,-5 5-60-16,13-1-27 0,-5 6-42 0,0 1-38 16,3 6-18-16,0 3-54 0,5 9-21 15,-1 4-30-15,3 6-26 0,0 2-32 0,0 0-17 0,-1 2-28 16,0 1-18-16,-2-1-9 0,0 0-15 0,-5 1-7 16,1-3-4-16,-2-5-61 0,-2-1-94 0,-3 0-101 15,-1-4-77-15,-2-4-31 0,-2 0-36 0,-2-4-44 16,-3-1-33-16,-3-2-80 0,-4-1-277 0,0-4-344 15</inkml:trace>
  <inkml:trace contextRef="#ctx0" brushRef="#br0" timeOffset="16160.34">11261 13169 501 0,'-32'6'676'0,"2"5"-79"15,0 8-42-15,0 6-78 0,5 8-24 0,-3 11-33 16,2 7-17-16,6 4-52 0,2 7-11 0,1 6-24 0,6 5 8 15,0 2-43-15,6 1-49 0,4 2-44 16,4-1-35-16,6-4-33 0,6-3-16 0,4-5-53 16,9-2 20-16,4-6-41 0,9-7 15 0,4-7-46 0,6-8-99 15,5-8-102-15,6-9-121 0,3-5-157 0,-9-9-86 16,0-5-210-16,-1-6-570 0,5-9-947 0</inkml:trace>
  <inkml:trace contextRef="#ctx0" brushRef="#br0" timeOffset="20882.98">8725 8095 483 0,'-7'11'536'0,"0"-3"-148"0,2-1-57 0,1 1-90 0,2-2-14 0,2-6-56 16,-7 10 15-16,7-10-14 0,-6 8 39 0,6-8 6 0,-4 7-2 0,4-7-38 0,0 0-31 0,0 0-21 0,0 0-23 0,0 0 18 0,15-5-22 15,-7 1-17-15,1 0 0 0,4-1 13 16,-3-1-13-16,5 0-3 0,-4-2 5 0,0 3 10 16,2-2-2-16,-3-1-2 0,1-1-26 0,1-1-4 0,0-4-21 15,3-3 12-15,-1-5-29 0,5 0 12 0,1-8-20 16,6-2 13-16,1-4-22 0,6-7-2 0,3-2-1 15,2 0 10-15,3-4-22 0,3-3-32 0,4-3-64 16,14-10-80-16,0-2-114 0,5 1-98 16,-1-1-153-16,-2 3-589 0,-13 9-755 0</inkml:trace>
  <inkml:trace contextRef="#ctx0" brushRef="#br0" timeOffset="28726.03">13143 8086 698 0,'15'-5'540'0,"-3"0"-161"0,0 3-34 0,-12 2-73 0,19 2-12 0,-11 3-56 0,-1 0-23 0,-2 5-25 0,0 0 0 16,-1 2-31-16,-4 1 18 0,-1 3-21 0,-2 2-22 15,-4 1-16-15,-3 3-11 0,-3 1-13 0,-4 0-18 16,-2 4 3-16,-3-5 8 0,3 0 6 0,-3-3 2 15,1-3 4-15,1-3-12 0,2-2-2 0,1-4-7 16,0-1-7-16,0-2-8 0,4-4-6 0,0-3 7 16,1-1-16-16,0-3 13 0,4-4-25 0,1-2 3 15,3-1-3-15,4-4-2 0,2 0-1 0,3-3 2 0,2 2-2 16,7-2 0-16,3 0-7 0,2 3 9 16,4 2-7-16,0 3 6 0,0 4 0 0,2 2 4 15,0 5-5-15,-3 2 1 0,2 3-5 0,3 3 7 16,0 4 1-16,-2 3 0 0,-1 1 1 0,-3 3 0 15,1 3 17-15,-4 2-18 0,-4 4-1 0,-1 2 5 16,-3 1 0-16,-4 4-1 0,-2-1 0 0,-5 2-1 16,-2 3 3-16,-6 3-1 0,-1 1-4 0,-4-1 5 15,-4-2 3-15,-1-2 3 0,-3-2 1 0,-1-4 6 0,-1-2-2 16,5-7 13-16,-2-3 5 0,3-5 0 0,0-2-7 16,3-3-3-16,1-4-6 0,2-3-4 15,1-2-12-15,2-4-4 0,5-2 0 0,0-4-5 0,3-1-3 16,4-3 4-16,2-2 0 0,3-1-5 0,3 0 4 15,-1 2 5-15,3 0-8 0,2 4 1 0,-2-1 0 16,0 5 2-16,0 0 0 0,-2 2-3 0,3 2 1 16,-3 1 7-16,1 2-4 0,-12 1 4 0,22 1-4 15,-11 2 3-15,1 1-6 0,-2-1 2 0,0 3-6 16,1-1 2-16,-3 0 3 0,4 1-5 0,-3 1-8 16,0-2-15-16,1 0-16 0,-1 0-30 0,0 1-24 15,1-2-14-15,-1 0-6 0,0 0-30 16,0-1-28-16,0 0-59 0,-9-3-24 0,18 2-42 0,-18-2-44 15,22-1-69-15,-13-1-331 0,1-3-259 0</inkml:trace>
  <inkml:trace contextRef="#ctx0" brushRef="#br0" timeOffset="30601.72">13245 8747 389 0,'0'0'420'0,"0"0"-100"0,0 0-60 0,-6-5-51 0,6 5-2 0,0 0-32 0,0 0 12 0,0 0-39 0,-6-3-3 0,6 3-22 0,0 0-5 0,0 0-48 0,1-9 12 15,-1 9-34-15,8-8 5 0,-1 3-21 16,-2-2 17-16,3 1-26 0,0-1 39 0,0 0-13 16,0 2 21-16,0-2-2 0,1 1 2 0,0 2-11 15,0 0 6-15,0 3 7 0,-9 1 10 0,20 0-5 16,-11 4-7-16,2 1 1 0,1 4 14 0,-3 2-1 15,4 2-9-15,-3 4 19 0,-1 0-16 0,4 1 12 16,-4 0-19-16,1 1-12 0,-2 0-2 0,1 1-4 16,-3 0 6-16,1-1-21 0,-2-2 6 0,-1 1-18 15,-1-1 12-15,-2 1-23 0,1-3 15 0,-5 2-23 16,3-1 20-16,-5 1-21 0,-1-1 13 0,-2 2-16 16,-1-1 13-16,-2 1-20 0,-1-2 11 0,-2-2-9 0,-1 0 11 15,-2 1-12-15,1-3 11 0,-2-3-17 0,2 2-10 16,-2-5-69-16,4 0-81 0,-1-1-55 15,2-1-83-15,1-4-100 0,1-3-135 0,2-2-457 16,1-1-598-16</inkml:trace>
  <inkml:trace contextRef="#ctx0" brushRef="#br0" timeOffset="30872.74">13849 8529 583 0,'0'0'737'0,"14"-2"-167"0,-14 2-117 0,0 0-112 15,15 4-54-15,-10 1-15 0,-1 3-3 0,3 2-22 16,-1 3-14-16,0 0-6 0,-1 4-32 0,3 2-23 16,1 3-27-16,1 4-25 0,-2 0-24 0,0 4-10 15,-1-2-19-15,0 3-11 0,-5 3-33 0,1-2-32 16,-6 2-44-16,-1 1-15 0,-6 3-67 0,0 0-32 15,-6 0-55-15,0-2-40 0,-2-3-39 0,-2 1-58 16,-1-5-67 0,3-5-140-16,-1-4-258 0,1-2-362 0</inkml:trace>
  <inkml:trace contextRef="#ctx0" brushRef="#br0" timeOffset="31307.08">14103 7803 399 0,'1'-11'519'0,"1"2"-94"15,0 1-121-15,-2 8 19 0,0-10-32 0,0 10-25 16,0 0-30-16,-7 5-3 0,3 2-9 0,-3 5-13 15,-1 5-2-15,0 3-27 0,-3 8 2 16,1 0-34-16,-1 8 2 0,0 3-27 0,2 1-18 0,2-1-18 16,1 3-20-16,4-5 19 0,2-1-14 0,3 1 8 15,6 3-7-15,1-4-4 0,3-2-6 0,5-3-4 16,-3-7 9-16,5-2-19 0,2-3-4 0,0-3-12 16,2-4-8-16,-2-5-4 0,-1 0-3 0,0-5-8 15,1-2 1-15,-2-1-6 0,-1-1 1 0,-1-4-8 16,3-1 3-16,-5-3 0 0,0-2-7 0,-5-1-17 15,-1-3 1-15,-1 3-10 0,-5-2 5 0,-1 0-20 16,-3 2 0-16,-4-1-5 0,-2 2 0 0,-3 2 5 16,-4 2 9-16,-4 2 6 0,-1 3 5 0,-5 2 1 15,-5 3 10-15,-4 3 0 0,-4 2-3 0,-3 5 3 16,1 1-39-16,2 2-37 0,1 3-87 0,4 0-55 16,7-1-66-16,1 1-83 0,5-2-95 0,3 0-558 15,5-2-648-15</inkml:trace>
  <inkml:trace contextRef="#ctx0" brushRef="#br0" timeOffset="31607.22">14264 7390 519 0,'12'-15'705'0,"-3"4"-169"0,3 1-113 15,2 5-90-15,4 2-53 0,1 6-36 0,8 1 2 16,9 8-16-16,6 4-32 0,4 3-10 0,9 6-16 0,3 2-11 16,0 5 0-16,1 2-38 0,1 3-23 15,-4 5-15-15,0 5-19 0,-5 1-5 0,-4 3-13 16,-1 2-6-16,-6 0-10 0,-6 1-14 0,-2 0-23 16,-5-1-18-16,-5 1 0 0,-10-8-38 0,-2 0-29 0,-7 0-62 15,-3 2-28-15,-7-2-36 0,-5 1-26 0,-10 7-32 16,-3-3 21-16,-8 0-17 0,-6-3-7 0,-2-3-18 15,-6-3-43-15,2-4-384 0,-5-3-227 0</inkml:trace>
  <inkml:trace contextRef="#ctx0" brushRef="#br0" timeOffset="31906.41">12522 8140 542 0,'-19'5'667'0,"2"-1"-147"0,-2 7-81 0,1 7-80 16,-3 13-62-16,3 7-34 0,4 18-24 0,5 8-6 15,5 6-8-15,9 4-17 0,4 5-20 0,4 1 4 16,6 3 1-16,9 15-19 0,3-3-18 0,4-3-17 15,4-9-16-15,-1-13-5 0,4-5-37 0,3-5-13 16,5-4-14-16,2-8-21 0,2-2-21 0,5-8-27 16,1-6-39-16,4-7-56 0,1-7-53 0,1-10-102 0,-4-7-88 15,9-7-119-15,2-7-146 0,4-7-467 16,-2-4-702-16</inkml:trace>
  <inkml:trace contextRef="#ctx0" brushRef="#br0" timeOffset="32416.46">15549 6931 189 0,'1'-11'678'0,"-1"11"-189"0,-3-10-82 0,3 10-92 0,0 0-38 0,-14 5-42 0,5 5 37 0,-2 7-22 0,-2 6 14 15,-4 10-24-15,2 3-28 0,0 6 1 0,3 3-35 0,1 2 14 16,3 5-46-16,3 0-21 0,2 3-4 0,5 1-34 15,3 8 0-15,1-2-1 0,8 0-21 16,3-6 0-16,3-3-6 0,3-3-8 0,4-4-6 16,-4-10-11-16,5-3-14 0,2-3-18 0,3-5-35 0,3-1-43 15,3-6-62-15,-1-6-87 0,2-1-78 0,-3-6-71 16,0-4-78-16,0-4-88 0,-3-4-478 16,-4-3-626-16</inkml:trace>
  <inkml:trace contextRef="#ctx0" brushRef="#br0" timeOffset="32849.6">15772 7262 668 0,'0'0'500'0,"-11"1"-154"16,11-1-36-16,-7 5-66 0,3 0 26 15,4-5-32-15,0 13 32 0,3-2-4 0,1 2-1 0,2 1-17 16,2 3-33-16,2 1-37 0,0 1-31 0,4 5-1 15,-1-2-32-15,3 0-14 0,0-1-21 0,1 0-14 16,-2-2 0-16,2-4 3 0,-2 1-5 0,0-4 0 16,1-1-6-16,-2-2-2 0,-2-2-3 0,3-4-16 15,-1-1 5-15,0-1-18 0,2-2 9 0,-2-3-20 16,4 0 7-16,-4-5-15 0,4 0 1 0,-2-2-1 16,0-2-2-16,-2-1 0 0,-2-2-4 0,-1-2 2 15,-2 0 14-15,-1-1-19 0,-2-1 17 0,-3 0-17 16,-2 1 15-16,-1 1-15 0,-1-1 27 15,-2 2-25-15,2 0 18 0,-2 3-21 0,-1 3 20 16,2-1-16-16,-2 2 14 0,3 2-16 0,-4 3 18 16,5 5-20-16,-5-3 27 0,5 3-22 0,-4 6 27 0,4 2-27 15,0 2 5-15,1 4 0 0,4 1-1 0,-1 6 1 16,4 1-1-16,-1-1-2 0,1 4 9 0,1 3-2 16,4-3 2-16,-2 2-9 0,0-1 1 0,1-1-3 15,-1 1-6-15,0-6-35 0,-2-1-54 16,0-1-72-16,-1-1-97 0,-1-4-63 0,-2 0-65 0,-1-3-109 15,1-1-158-15,-5-9-274 0,2 13-511 0</inkml:trace>
  <inkml:trace contextRef="#ctx0" brushRef="#br0" timeOffset="33056.26">16475 7385 567 0,'17'0'611'0,"-2"1"-89"0,2 2-34 15,-2 3-66-15,4 3-60 0,0 0-41 0,-1 3-56 0,1 0-50 0,-3 3-8 0,2-1-34 0,-2 4-18 0,-1 1-46 0,-3 0-26 0,1 1-12 0,-4 1-15 0,-3 1-11 0,-2 2-8 0,-4 1-11 0,0-2-31 0,-4 2-72 0,-5 1-82 16,-1-1-75-16,-3 1-34 0,-2-3-60 0,-2-3-75 0,-1-2-104 16,0-5-360-16,1-1-419 0</inkml:trace>
  <inkml:trace contextRef="#ctx0" brushRef="#br0" timeOffset="34454.37">16929 6634 407 0,'0'0'384'0,"0"0"-89"0,0-7-44 0,0 7-32 0,0 0-20 0,0 0-13 0,-12 5 32 0,6 1-6 0,-2 0-40 0,0 4 21 0,1 1-39 0,-5 4 16 0,2 3 11 0,1 4 4 0,-2 4-18 0,2 2-5 0,0 2-15 0,1 2-30 0,2 2-18 0,1-1-19 0,3 0-15 0,2-4-14 16,2 5-9-16,1-1-9 0,4-5 13 0,3 2 1 15,0-3 3-15,4-1 7 0,-1-4-1 0,4-1-13 16,-2-3-1-16,3-3-10 0,-1-3-2 0,2-3-11 16,-1-2 1-16,1 0-10 0,-1-4 3 0,0-2-4 15,-1-2 2-15,0-1-3 0,1-3-3 0,-4 0-2 16,1-1 0-16,-3-2-3 0,-2-2 1 0,-2 0 0 15,-3 1 0-15,-1-1-2 0,-4 1-6 0,-2-3 5 16,-1 2-3-16,-3 1 3 0,-4-1-3 0,1 2 5 16,-5 2-3-16,0 1 3 0,-3 1-6 0,1 3 9 15,-1 2-9-15,-2 1 7 0,-1 4-1 0,0 1 1 16,0 2-3-16,0 1-8 0,2 2-23 0,1 1-42 16,2 0-37-16,2 2-23 0,4-2-34 0,0-1-71 15,5-1-10-15,1 1-77 0,0-3-81 0,6 0-562 16,0-3-562-16</inkml:trace>
  <inkml:trace contextRef="#ctx0" brushRef="#br0" timeOffset="34921.44">17187 6229 408 0,'0'0'547'0,"0"0"-130"0,0 0-104 0,0 0-55 0,-4 9-16 0,12-1 10 0,-1 3 15 0,6 5-39 0,9 3 5 0,9 6 20 0,3 2-28 15,16 5 4-15,1 2-18 0,5-1-23 0,2 2-42 0,1 0-27 16,-1 2-21-16,0 1-11 0,-4 2-23 15,-3 3 10-15,-8 6-18 0,-7 3 0 0,-7 7-19 16,-11 5 6-16,-9 3-19 0,-12 4 0 0,-5 1-21 16,-11 1-29-16,-9 3-14 0,-12 11-57 0,-5-1-47 0,-5-6-62 15,0-6-29-15,6-15-13 0,3-4-30 0,0-4-11 16,4-8-70-16,4-3-130 0,6-11-360 0,4-2-392 16</inkml:trace>
  <inkml:trace contextRef="#ctx0" brushRef="#br0" timeOffset="35953.33">14294 10186 165 0,'-16'-5'621'0,"2"-2"-139"0,0-1-98 0,1-1-39 0,-1 0-19 0,1 0-22 0,1 1 9 0,0 2 4 16,3-1-50-16,2 2-21 0,0 0-53 0,-2 0-9 16,5 1-44-16,4 4 18 0,-10-3-2 0,10 3 20 15,-5 8 0-15,5 1-21 0,0 4-20 16,3 4-31-16,3 3 13 0,0 3-13 0,2 5 9 0,3 0-40 15,1 1 3-15,2 3 5 0,3 0 6 0,-3-7-4 16,2 0-10-16,1-2 3 0,1-1-6 16,2-3 10-16,-2-2-9 0,1-4-24 0,1-2 4 0,1-3-11 15,1-3-24-15,0-4-11 0,-2-1-38 16,7-4-43-16,-1-4-39 0,2-1-48 16,-3-5-67-16,0 0-47 0,-4-2-85 0,-3-2-61 0,-4 1-9 15,-2-2-44-15,-5 0-28 0,-3-3-46 0,0-1-381 0,-5 2-506 16</inkml:trace>
  <inkml:trace contextRef="#ctx0" brushRef="#br0" timeOffset="36119.75">14554 10115 575 0,'-9'-9'442'0,"0"0"-55"0,4 4-90 16,-1-1-30-16,6 6-5 0,-8-4 31 0,8 4-7 15,-4 4 33-15,4-4-9 0,3 18-7 0,-1-2-39 0,5 4 1 16,-1 3-36-16,6 5-19 0,-1 7-23 0,2 2-21 16,2-1-16-16,-2 1-22 0,1 1-19 15,2-2-14-15,-1 1-9 0,0-2-24 0,-1-2-6 16,2-1-15-16,-4-4-24 0,2-3-37 0,-1 0-28 15,1-3-52-15,-2-5-77 0,0-2-83 0,1-1-69 16,-2-3-98-16,1-5-180 0,-1-4-602 0,0-1-819 0</inkml:trace>
  <inkml:trace contextRef="#ctx0" brushRef="#br0" timeOffset="36321.8">14929 10061 913 0,'5'-3'754'0,"-5"3"-111"0,11 3-153 0,-4 5-34 16,-2 7-78-16,0 4-29 0,0 3-65 16,3 1-41-16,-3 2-49 0,1 3-27 0,-1 0-30 0,2 1-13 15,0-1-19-15,0-4-21 0,0 1-16 0,1-3-36 16,2-2-42-16,-1-1-53 0,0-2-83 0,4-1-94 16,-4-3-60-16,1-5-69 0,0-1-116 0,-1-3-78 15,-9-4-450-15,20-3-618 0</inkml:trace>
  <inkml:trace contextRef="#ctx0" brushRef="#br0" timeOffset="36703.49">15189 9784 731 0,'0'-8'727'0,"0"8"-168"0,-6-8-118 16,6 8-80-16,-6 4-68 15,-1 1-24-15,1 3-55 0,-5 0 2 0,4 3-28 0,-1 0 8 0,-1 2-35 16,-1-1-36-16,5 1-42 0,-1-1-3 0,-1 1-27 15,3-1 5-15,-2 1-31 0,3-1-3 0,2-2-39 16,1 0 2-16,0-1-25 0,0-2 18 0,4-1-15 0,2-3 18 16,-6-3-14-16,14 3 1 0,-3-6-6 0,0 1 22 15,3-3-4-15,1-2 11 0,1 1 3 0,-1-1 1 16,3-3 1-16,1 3-13 0,-1-1 32 0,-1 1 11 16,-2 2 30-16,3-1-14 0,-2 1 18 0,1 1-16 15,0 2 1-15,-2-1 4 0,2 3 17 16,-2 2-9-16,2 0-12 0,-3 1-6 0,1 3-8 15,-1-1-8-15,-1 2-1 0,-3 2-4 0,0 0-5 16,-1 1-17-16,-5 1 10 0,0 1-9 0,-3-1 14 0,-2 2-15 16,-3 1 16-16,-3 1-20 0,-1 1 16 0,-4 0-19 15,-1 0 20-15,1-1-19 0,0 0 18 0,-3-2-19 16,1 1 0-16,0-4-32 0,2-1-19 0,-2-3-56 16,4-1-39-16,1-1-68 0,9-4-45 0,-16 0-77 15,9-2-65-15,1-5-122 0,-1-2-427 0,1-4-544 16</inkml:trace>
  <inkml:trace contextRef="#ctx0" brushRef="#br0" timeOffset="36902.91">15285 9708 407 0,'3'-12'739'0,"-2"1"-143"0,0 1-113 0,1 0-114 16,-2 2-77-16,2-2-34 0,-1 0-14 0,3 1-15 0,0-1-15 15,0-1-1-15,2 0-23 0,3-2-12 16,3-2-8-16,2 1-36 0,4-3-4 0,3 0-31 15,4 0-11-15,5-2-26 0,4 0-2 0,-1 0-19 16,1 1 2-16,0 1-33 0,-5 3-7 0,-2 1-44 16,-6 4-41-16,-1-1-83 0,-1 3-84 0,-5 1-67 15,0 0-82-15,-4 2-62 0,-3 1-64 0,-7 3-421 16,8-3-526-16</inkml:trace>
  <inkml:trace contextRef="#ctx0" brushRef="#br0" timeOffset="37152.79">15547 9228 608 0,'-4'-11'564'0,"2"3"-140"16,-1 2-75-16,3 6-54 0,1-11 1 0,-1 11-26 0,8-4 13 15,-8 4-10-15,14 0 45 0,-5 3-28 0,5 3 9 16,4 5-37-16,4 5-27 0,0 3 14 0,6 5-43 16,1 3 4-16,-1 3-56 0,2 4 43 0,4 5-47 15,-1 0 8-15,2 0-44 0,-8-4 24 0,5 6-54 16,-5-7-17-16,-3 2-11 0,-1 0-6 0,-4 0-17 15,0 0-13-15,0 1-36 0,-7 0-25 0,-2 2-25 16,-1-6-39-16,-8 2-26 0,0 0-22 0,-3 1-31 16,-7 4-56-16,-1-1-28 0,-7 0-64 0,-2-2-40 15,-5-2-19-15,-3-2-71 0,-2-1-67 0,-5-1-519 16,1-4-665-16</inkml:trace>
  <inkml:trace contextRef="#ctx0" brushRef="#br0" timeOffset="37434.94">13598 10219 808 0,'-25'9'747'0,"-1"5"-139"15,6 1-122-15,-3 10-92 0,4 9-49 0,3 4-43 16,3 5 0-16,8 6 0 0,1 1-21 0,7 3-59 0,3-1-8 15,7 8-9-15,5-2-23 0,2-4-25 16,6-2-31-16,2-3-10 0,4-5-27 0,5-1-14 16,0-4-16-16,4-6-12 0,3-1-16 0,-5-10-26 0,2-2-12 15,4-5-30-15,-2-2-30 0,5-6-16 0,-6-6-36 16,8-2-44-16,-2-6-59 0,5-5-51 0,7-3-84 16,-2-6-44-16,1-1-102 0,-1-6-157 0,-2-3-343 15,-2-4-604-15</inkml:trace>
  <inkml:trace contextRef="#ctx0" brushRef="#br0" timeOffset="37773.41">16161 8568 1352 0,'-9'-8'817'15,"-3"3"-165"-15,1 3-140 0,-2 2-92 0,-4 4-86 16,-6 11-59-16,0 9-68 0,-4 7-34 0,-2 11-5 16,0 7-16-16,2 5 2 0,1 4 25 0,3 4-23 0,5 4 10 15,2 2-15-15,5 3 23 0,8 0-15 16,3 0-18-16,6-3-25 0,4-1 22 0,8-5-44 0,4-5 1 15,1-3-15-15,8-3-14 0,1-8-26 0,3-6-11 16,0-8-30-16,3-5-26 0,2-5-43 0,3-4-57 16,5-6-52-16,1-4-40 0,0-5-104 0,2-3-128 15,-3-4-81-15,-3-3-125 0,-1-6-747 16,-6-3-1005-16</inkml:trace>
  <inkml:trace contextRef="#ctx0" brushRef="#br0" timeOffset="39034.93">16535 8620 518 0,'0'-14'572'0,"0"4"-96"0,-1 1-71 0,1 0-73 0,-1 3-60 0,1 6-44 0,1-14-32 0,-1 14-22 0,-1-8-5 0,1 8 5 0,0 0-11 16,0 0-14-16,-8 3-18 0,5 2-2 0,-1 1-14 15,2 3-9-15,-2 1-12 0,2 2-14 0,-1-1-16 16,3 3-2-16,-1-1-10 0,-1 1-11 0,2 0-3 16,-1 0-6-16,1 0-9 0,0 1-6 0,0-2-5 15,1-1-8-15,1 0-1 0,-1 0-5 0,-1-2-4 16,1-2 0-16,1-1 3 0,-1 0-1 0,0 1 3 15,-1-8-1-15,10 6-3 0,-10-6 1 0,13 1 7 16,0-2-5-16,-3-2 0 0,3 1 1 0,2-2 0 16,-2-1 0-16,4 3-2 0,-3-2 1 15,0 2 2-15,0 1 0 0,2 0-1 0,-3 2 2 0,6 0-1 16,-3 1 6-16,0 3-5 0,0 2 3 0,0 1-6 16,-3 0 6-16,2 0-4 0,-2 4 2 0,-1-1 3 15,-3 1-1-15,-2 0-1 0,0 0 2 0,0 3 8 16,-6-5 24-16,2 4-13 0,-4-2 12 0,-2 2-9 15,-3-2 19-15,-2 2-16 0,-2 1 12 0,-4-2-19 16,0-1 7-16,-4 1-19 0,1-2 9 0,-2 0-3 16,1-2-6-16,-1 0-1 0,1-3 1 0,3-2-14 15,-3 0-46-15,5-2-97 0,1-2-92 0,-1-3-112 16,1-2-105-16,1-3-134 0,2-2-465 0,1-2-670 16</inkml:trace>
  <inkml:trace contextRef="#ctx0" brushRef="#br0" timeOffset="39218.24">16507 8623 710 0,'8'-14'570'0,"-3"1"-125"0,1 0-84 0,1 2-71 15,-1-3-45-15,4 3-26 0,-1 0 1 0,1 0-3 16,4 1 3-16,-1-3-13 0,1 2-24 0,2-1-38 16,0 3-13-16,1-2-37 0,1 3-6 0,-4 0-35 15,2 2 0-15,-2-1-33 0,3 2-16 0,-3 0-63 16,0 2-48-16,-2-1-92 0,-1 2-62 0,2-1-81 0,-3 2-92 15,-10 1-533-15,18-1-553 0</inkml:trace>
  <inkml:trace contextRef="#ctx0" brushRef="#br0" timeOffset="39467.97">17007 8553 567 0,'6'8'578'16,"2"3"-48"-16,1 3-44 0,1 4-26 0,3 4-20 16,3 2-35-16,0 7-36 0,0 0-49 0,1 3-31 15,-2 1-37-15,1-1-35 0,-3 4-42 0,0-3-29 0,0 1-6 16,-1 0-27-16,-1-2-24 0,-3-4-1 0,1 0-54 16,-2-1-23-16,1-1-26 0,-2-4-49 15,-2-4-31-15,3 0-69 0,-3-4-66 0,-2 0-68 0,3-5-57 16,-3 0-96-16,-2-1-118 0,1-3-514 15,-1-7-701-15</inkml:trace>
  <inkml:trace contextRef="#ctx0" brushRef="#br0" timeOffset="40899.55">17427 8092 476 0,'-2'-8'570'0,"2"8"-114"0,0 0-74 0,-2-9-100 0,2 9-40 0,0 0-64 0,0 0 46 0,0 0 25 0,0 0-7 0,0 0-2 0,0 11-8 0,-1-1-5 0,1 0-37 0,0 3-12 0,0-1-31 0,1 5-26 0,-1 0-9 0,2 0 17 0,0 1-32 0,1 0-3 0,1-1-8 0,2 0-1 0,-1 1 1 0,0-2-16 0,2-1 20 0,-1-1-21 0,3-1 21 0,0-1-32 16,0-2 16-16,2-2-16 0,2-1 13 0,1-2-37 16,1-1 22-16,3-3-37 0,0-2 19 0,3-3-34 15,3-1 5-15,-1-2 18 0,6-2-28 0,1-4 20 16,-1 1-3-16,3-4-7 0,0-2-4 0,0 2-5 15,-4-3-3-15,-2 2-8 0,-2-1-10 16,-2 1-23-16,-4-2-33 0,-2 3-35 0,-2 2-48 16,-3-1-68-16,-3 1-83 0,-4 2-87 0,-1 1-31 15,-3 2-105-15,-3 0-96 0,-3 2-364 0,-4 0-593 0</inkml:trace>
  <inkml:trace contextRef="#ctx0" brushRef="#br0" timeOffset="41133.19">17685 8030 678 0,'0'0'549'0,"-1"8"-128"0,1-8 4 0,2 11-35 15,2-1-33-15,0 1-19 0,3 2-13 0,-1 3-28 16,4 0-13-16,-1 4-31 0,0 0-37 0,5 3-21 16,0 3-35-16,3 4-30 0,0 1-33 0,2 0-10 15,-1 1-22-15,1 1-10 0,0 0-16 0,-1-1-11 16,1 1 1-16,-3-2-11 0,2-1-7 0,-3-5-25 15,0-1-53-15,0-3-41 0,-3-3-54 0,1-2-54 16,-1-2-64-16,-3-3-89 0,0-2-105 0,0-3-144 16,-9-6-364-16,14 3-574 0</inkml:trace>
  <inkml:trace contextRef="#ctx0" brushRef="#br0" timeOffset="41363.6">17943 7690 757 0,'0'0'681'0,"-1"-9"-163"0,1 9-103 0,0 0-76 15,13 6-3-15,-2 2-22 0,5 7-18 0,4 5-24 16,10 9-27-16,2 1-23 0,7 7-3 0,2 3-45 16,4 1-16-16,-3 2-29 0,3 0 0 0,-2 2-18 15,-2 0-5-15,-3 0-29 0,-2 1-14 0,-4 0-33 16,-4 1-34-16,-7-8-67 0,-6 1-48 0,-5-1-48 0,-2-5-70 15,-7 1-72-15,-6-3-39 0,-4 6-104 16,-6-2-135-16,-8-3-442 0,-7 0-638 0</inkml:trace>
  <inkml:trace contextRef="#ctx0" brushRef="#br0" timeOffset="42084.4">15455 11263 783 0,'0'0'714'0,"0"0"-147"0,0 0-119 0,0 0-89 0,-9 12-44 0,5 3-30 0,-1 7-34 0,-2 7-17 0,3 5-62 0,1 2 2 16,-2 9-41-16,4 2-17 0,2 2-15 0,2 0-12 15,3 0-16-15,4-2-5 0,3-1 4 0,1 0-23 16,9 3 0-16,-2-9-6 16,3-2 9-16,3-3-7 0,-3-1-10 0,5-5-24 0,1-2-22 0,-1-6-41 15,2-3-33-15,-4-6-84 0,1-3-72 0,-3-5-95 16,-2-2-119-16,0-7-81 0,6-5-509 0,-4-3-662 15</inkml:trace>
  <inkml:trace contextRef="#ctx0" brushRef="#br0" timeOffset="42441.97">15930 11277 219 0,'-7'-16'669'0,"3"3"-148"0,-2 2-139 15,-1 6-51-15,1 2-87 0,6 3-38 0,-13 0-50 16,4 4-18-16,3 0-20 0,-2 4-8 0,3-1-20 15,1 2-15-15,-1 1-13 0,4 1-16 0,-2 0 8 16,3 3-23-16,0 0 10 0,3 4-16 0,-1-3-2 0,2 2-6 16,0-1-2-16,4-1-5 0,-2-3-6 0,0-3 3 15,2 0 0-15,1-4-1 0,1-3-2 0,2-1 11 16,0-2-17-16,1-1 16 0,4-3-17 0,-3-1 18 16,0 0-13-16,3-1 11 0,-1-1-11 15,-3 4-1-15,1-2-3 0,0 1 4 0,-3 1 2 0,1 2-4 16,0 1 32-16,-2 0-4 0,3 1 9 0,-2 1-20 15,-2 1 13-15,3 3-5 0,-2 3 17 0,-1-2-26 16,-2 5 15-16,1-1-18 0,-4 3 17 0,0-1-19 16,-3 0 0-16,-1 2 3 0,0 2-1 0,-4 2-9 15,-1 1 11-15,-5 2 1 0,-4 1-5 0,-3 3-5 16,-4 2-11-16,-4-1-41 0,-1-3-31 0,-1 0-33 16,3-5-77-16,0-2-46 0,0-4-117 0,1-4-168 15,5-4-289-15,-1-3-333 0</inkml:trace>
  <inkml:trace contextRef="#ctx0" brushRef="#br0" timeOffset="42610.36">15772 11404 156 0,'10'-14'759'0,"-3"2"-196"16,-1 0-120-16,2-3-90 0,-1 5-80 0,1-2-41 0,1-1-24 16,4-2-9-16,0 0-23 0,3-4-3 15,2-2-28-15,4 1-32 0,2-5-19 0,4 2-18 16,-2 0-15-16,1 0-16 0,1 0-8 0,-1 1-30 0,-2 6-109 15,-2-1-119-15,0 2-120 0,0-1-147 0,0 0-441 16,-6 3-502-16</inkml:trace>
  <inkml:trace contextRef="#ctx0" brushRef="#br0" timeOffset="42819.61">16475 10996 388 0,'14'11'675'0,"-2"3"-95"0,-1 1-70 0,3 8-72 15,-1 1-33-15,2 1-14 0,-4 3-43 0,1-1-30 16,2 8-38-16,2-3-49 0,-2 2-38 0,2 0-22 16,-3 0-33-16,5 0-25 0,-4 1-21 0,3-1-20 15,-1-2-15-15,-2-1-10 0,-1-6-14 0,1-1-21 16,-2-3-21-16,-2-3-40 0,-1-3-42 0,0-1-43 16,-3-3-44-16,-1-2-87 0,0-2-72 0,-5-7-102 15,8 4-87-15,-8-4-556 0,6-7-699 0</inkml:trace>
  <inkml:trace contextRef="#ctx0" brushRef="#br0" timeOffset="43180.94">16811 10793 420 0,'-1'-14'712'0,"0"1"-173"16,-1 4-101-16,1 3-73 0,1 6-74 0,-5-5-35 15,5 5-33-15,0 0-32 0,-10 2-4 0,10-2-36 16,-9 12-29-16,6-4-14 0,-2 2-16 0,1 2-22 15,-1 2-12-15,0 2-9 0,1 1-15 0,-2-1-4 16,3 0-12-16,1-3 0 0,-1 1-5 0,3-2-2 16,0-4-2-16,3 0 3 0,1-3-6 0,-4-5 0 0,19 1-4 15,-5-5 1-15,5-6 2 0,0 0 1 0,7-5 5 16,-1-1 13-16,7-3 9 0,-1 1 4 0,-4 2 9 16,-1 2-11-16,3 2 15 0,-4-1-16 15,-2 3 12-15,0 3-7 0,-2 2 16 0,-3 3-20 0,1 2 27 16,-3 1-25-16,-3 4-4 0,1-1-3 0,-1 6-3 15,-4 1 1-15,-3 3-6 0,1 2-5 16,-5 2-2-16,-2 2-3 0,-2 2-1 0,-3 4-2 16,-4 3-1-16,-2 1-3 0,-4 5-10 0,-2-2-16 0,0 1-33 15,-1-3-41-15,-3-2-55 0,3-6-48 16,2-2-25-16,-1-7-55 0,4-1-53 0,-2-6-74 16,5-2-65-16,10-5-463 0,-22-2-509 0</inkml:trace>
  <inkml:trace contextRef="#ctx0" brushRef="#br0" timeOffset="43350.3">16825 10846 364 0,'-6'-14'668'0,"1"1"-137"16,1-1-107-16,0 5-49 0,0-2-37 0,2 1-53 15,-1 1-3-15,2-2-48 0,-1 2-22 0,4-4-53 16,2 3-20-16,1-3-41 0,4-3-22 0,2 0-16 16,7-3-10-16,1 0-8 0,2-2-14 0,6-1-5 15,2-3-8-15,0 2-15 0,2-1-51 0,0 0-86 16,-2-1-104-16,-1-1-47 0,-2 2-130 0,-3-1-174 15,-7 1-253-15,0 1-385 0</inkml:trace>
  <inkml:trace contextRef="#ctx0" brushRef="#br0" timeOffset="43565.92">17150 9964 231 0,'0'0'607'0,"10"-2"-155"15,-10 2-108-15,14 5 3 0,-5 3-5 0,8 2-13 16,-2 4 11-16,7 4-10 0,6 5-9 0,1 3-21 15,3 2 1-15,7 5-70 0,0 3-23 0,3 1-14 16,-3 3-20-16,-2 0-27 0,-1 2-31 0,-1 1-9 16,-5 3-29-16,-6-1-11 0,-2-3-13 0,-6 2 3 15,-3 0-24-15,-2 3 1 0,-3 0-26 0,-5 2-33 0,-1-2-24 16,-7-1-39-16,-1-1-26 0,-2-2-16 0,-3-4-16 16,-1-3-39-16,-2-8-46 0,4-2-46 15,-2-6-58-15,2-3-91 0,2-6-117 0,-1-2-457 16,3-5-602-16</inkml:trace>
  <inkml:trace contextRef="#ctx0" brushRef="#br0" timeOffset="43854.94">17938 9591 1012 0,'0'-10'759'0,"0"2"-147"0,0 8-144 0,-6-6-62 15,6 6-58-15,-11 3-41 0,4 6-37 0,-1 1-39 16,-2 7-16-16,3 5-27 0,-4 7-29 16,2 10-8-16,-1 6-23 0,4 6 3 0,1 14-39 0,3-7-8 15,4 2-18-15,0 7-13 0,7-1-7 0,4-5-21 16,1-3 14-16,4-4-18 0,0-12 13 0,3-3-14 16,5-4 31-16,1-3-32 0,3-6 9 0,4-2-23 15,0-6 7-15,3-5-37 0,-5-4-26 0,3-3-35 16,-4-5-74-16,-1-1-67 0,7-4-77 15,-5-3-57-15,3-4-60 0,-5-2-60 0,-4-3-52 0,1-5-505 16,-2-4-654-16</inkml:trace>
  <inkml:trace contextRef="#ctx0" brushRef="#br0" timeOffset="44291.17">18475 9623 223 0,'0'0'391'0,"-2"-9"-85"16,2 9-34-16,-4-9-27 0,4 9-12 0,-3-6-31 16,3 6-24-16,0 0 67 0,0 0-27 0,0 0 5 15,0 0-18-15,0 0-10 0,-1 6 2 0,1 3-32 16,-1 0 19-16,-1 3-35 0,0 3-20 0,-1 0-25 16,2 3-21-16,-3 0-17 0,3-1-11 0,-2 1-8 15,2 0-6-15,1-3-12 0,0 0 21 0,1-3-5 16,1 0 5-16,0-2 2 0,1-1-5 0,0-1-8 15,3-3-6-15,-6-5 10 0,11 6-21 0,-11-6 11 16,17 0-21-16,-7-2-1 0,0-3-2 0,2 1-2 16,-1-4 0-16,2 1-7 0,0-4 3 15,0 4 1-15,1-4 0 0,-2 3-1 0,4-1-4 16,-2 2 5-16,2 0-3 0,-3 2-1 0,4 3 1 0,-3 0-2 16,0 4 4-16,1 0-5 0,2 3 3 15,-4 3 4-15,2 1-4 0,0 1 9 0,-4 2 12 16,-1-1 11-16,-1 4 2 0,-3-2-17 0,2 2-3 0,-3-1 1 15,-3 1-2-15,-2 0 1 0,-2-1 9 0,-2 2 8 16,-5 0 7-16,0 0-5 0,-3 0-6 0,-1-1-7 16,-3 0-1-16,-2-1-7 0,-5 0-2 0,3-3-26 15,-2-1-34-15,-1-3-68 0,-4 0-79 0,4-3-73 16,-2-1-99-16,2-3-58 0,0-1-70 0,0-4-544 0,0-2-654 16</inkml:trace>
  <inkml:trace contextRef="#ctx0" brushRef="#br0" timeOffset="44491.37">18304 9700 87 0,'6'-17'640'16,"-1"4"-136"-16,3-1-136 0,2-2-36 0,2-1-57 15,1 0-10-15,4-1-24 0,6-2-22 0,2-3-21 16,3 0-15-16,0 1-36 0,5-2-24 0,-1 3-4 16,1 1-24-16,-1 0-18 0,0 1-17 0,-4 4-12 15,-3 0-24-15,0 2 0 0,-4 2-97 0,-5 2-137 16,1 0-93-16,-4 3-162 0,-2 2-469 0,-2-2-509 15</inkml:trace>
  <inkml:trace contextRef="#ctx0" brushRef="#br0" timeOffset="44719.87">18999 9403 174 0,'10'15'754'0,"-2"2"-127"16,-2 2-59-16,2 3-62 0,-3 2-57 0,3 4-31 0,-2 2-42 15,1 0-55-15,-1 1-45 0,3 2-43 0,1 3-34 16,-1 0-37-16,4 1-29 0,-3 1-30 16,2-2-1-16,2-2-15 0,-3 1-20 0,1-6-13 15,-2-3-10-15,0 0-12 0,0-4-27 0,-2-3-39 16,0-1-39-16,-2-3-44 0,1 0-50 0,0-3-40 0,-2-3-74 16,-1-1-99-16,0-3-76 0,-4-5-83 0,0 0-534 15,14-1-689-15</inkml:trace>
  <inkml:trace contextRef="#ctx0" brushRef="#br0" timeOffset="45047.89">19542 9050 323 0,'4'-8'867'0,"1"2"-217"0,-2 0-126 15,-3 6-110-15,0 0-29 0,0 0-36 0,0 0-35 0,6 8-30 16,-7-2-32-16,-2 7-52 0,2 2-24 0,-1 3-24 15,0 5-27-15,0 2-20 0,2 3 7 16,0-1-11-16,2 7-5 0,2-3-4 0,5 0 2 16,-1 1 1-16,2-5 6 0,1 1-18 0,2-4 5 15,1-3-14-15,0-4-6 0,-1-1-5 0,2-2-12 0,1-4-9 16,0-3-11-16,-2-1 33 0,4-4-46 16,-4-2 29-16,4-1-46 0,0-2 40 15,-1-3-47-15,0-3 38 0,0 0-41 0,-3-1 1 16,-5 1-1-16,2-2 3 0,-4-2 0 0,-2 5-1 15,0-1 1-15,-6 1-1 0,-3 3-4 0,-2-2 2 0,-4 5-1 16,-3 1 6-16,-4 2-1 0,-4 3 0 0,-1 4 1 16,-6 3 1-16,0 2 0 0,-3 4-9 0,5 0-11 0,1-1-41 15,3 1-27-15,0 0-35 0,4-3-51 16,4 0-60-16,-1-1-76 0,6-2-69 0,1-2-91 16,2 0-104-16,0-2-660 0,6-7-846 0</inkml:trace>
  <inkml:trace contextRef="#ctx0" brushRef="#br0" timeOffset="45314.91">19651 8649 1178 0,'0'0'690'15,"0"0"-140"-15,1-8-134 0,-1 8-76 0,14 3-55 0,-1 0-32 16,9 4-22-16,5 4-9 0,10 5-8 15,4 2-7-15,11 6 16 0,2 2-47 0,-1 4-18 0,0 3-26 16,0 1-19-16,-4 1 9 0,-3 1-32 16,-3 1 7-16,-6 2-28 0,-10-7 4 0,-2 2-19 15,-5 0-6-15,-5-1-12 16,-6-2-9-16,-5 1-8 0,-5 0-16 0,-6 0-28 0,-8 4-46 0,-3 3-36 16,-13 4-56-16,-5-1-78 0,-7 0-92 0,-3-1-109 0,-6 2-80 15,-2-1-155-15,-3-1-399 0,-1 1-692 0</inkml:trace>
  <inkml:trace contextRef="#ctx0" brushRef="#br0" timeOffset="45845.22">16625 12882 925 0,'-11'-6'795'0,"1"1"-116"0,1 4-143 0,-2 2-117 0,-1 4-30 0,-1 5-43 0,0 4-21 0,1 9-52 0,0 4-30 16,2 9 33-16,4 6-23 0,2 2 10 0,3 4-60 15,3 1 31-15,2 3-36 0,6-1-14 16,4 9-56-16,4-2-14 0,4-1-7 0,2-3-20 0,2-3-38 16,2-4-13-16,1-3 0 0,-3-9-61 0,0-4-6 15,0-3-99-15,1-4-29 0,-1-6-61 0,-2-6-63 16,-1-4-134-16,0-4-85 0,-3-4-71 0,5-5-121 15,-3-3-592-15,2-7-891 0</inkml:trace>
  <inkml:trace contextRef="#ctx0" brushRef="#br0" timeOffset="46177.89">17034 12896 776 0,'-11'-17'812'15,"2"4"-137"-15,-4 4-140 0,5 3-108 0,-3 3-36 16,-1 5-48-16,3 4-19 0,-3 3-40 0,2 5-10 15,1 3-20-15,1 3-30 0,2 3-16 0,2 2-28 16,2 1 22-16,4 0-55 0,3 7 11 0,2-2-43 16,4 3 14-16,4-1-50 0,2-2 13 0,0-6-52 15,0-4 18-15,1 0-42 0,3-5 19 0,-4-2-62 16,2-5 24-16,0-2-47 0,-1-3 20 0,1-4-33 0,-1-2 42 16,2-4-28-16,-2-3 36 0,0-3-24 15,-4-2 32-15,-1-3-44 0,-3-1 34 0,-2-2-20 0,-2-1 0 16,-5 2 14-16,-1 1 10 0,-2 1 3 0,-3 0 1 15,-3 2 11-15,-1 1-1 0,-1 4-7 0,-3 0 3 16,-2 5 4-16,0 4-2 0,-2 4 0 16,-5 3-2-16,-1 8 3 0,3 5 21 0,-6 8-31 0,1 2 28 15,4 6-40-15,2 3-1 0,1 1-68 0,6-1-38 16,2 0-52-16,7-5-119 0,1-6-85 16,2 0-106-16,4-1-181 0,1-4-617 0,5-4-891 0</inkml:trace>
  <inkml:trace contextRef="#ctx0" brushRef="#br0" timeOffset="46399.78">17487 12883 1208 0,'8'-8'862'16,"-2"1"-185"-16,1 3-162 0,-7 4-42 0,11 1-48 15,-2 3-72-15,0 3-35 0,-1 1-50 0,-1 5-42 16,2-2-12-16,0 6-32 0,0 1-38 0,-2 1-25 15,1 2 4-15,0 2-55 0,-1 0 16 0,-1-1-46 16,2 1-12-16,-3 0-83 0,1 0-55 0,-1-2-41 16,-1 0-73-16,0-4-69 0,2-2-80 0,-3-1-72 15,-2-1-121-15,3-2-171 0,-1-3-305 0,-2-2-662 16</inkml:trace>
  <inkml:trace contextRef="#ctx0" brushRef="#br0" timeOffset="48074.46">17756 12416 65 0,'0'-8'749'0,"0"8"-149"0,-2-8-95 0,2 8-54 0,-2-9-67 0,2 9-14 0,-3-7-45 0,3 7-17 0,-2-8-54 0,2 8-6 0,-5-8-45 0,5 8-21 15,-3-8-38-15,3 8-18 0,0-11-21 0,3 5-16 0,-1 0-17 0,4 0-10 0,1-2-16 0,-1 2-7 0,2-1-3 0,5 0 1 0,-2 0-1 0,2 1-6 0,-3 2-6 0,2 1-6 16,-1 1-4-16,2 3 0 0,-4 2-8 0,4 0 10 0,-3 5 9 16,0 3 5-16,-2 4 12 0,-2 2-19 0,-2 2 17 15,0 2-17-15,-1 3 32 0,-3 2-26 16,0-2 15-16,-2-1-26 0,1 2 18 0,-2-1-25 0,2-5 14 15,-3-1-25-15,4-1 25 0,-2-6-28 0,0 3 24 16,2-3-32-16,-1-2 29 0,0 0-25 16,1-9 0-16,0 10-22 0,0-10-1 0,0 0-15 0,0 0 3 15,14-7 8-15,-7 0-3 0,6-3 11 16,0-3 4-16,1 1 1 0,2 0 4 0,1-1 3 0,-1 1 2 16,3 0 3-16,-2 1-8 0,2 3 15 0,-3 1-4 15,0 2 4-15,-1 1-1 0,-1 3 1 16,0 1 4-16,0 2 5 0,-1 3-1 0,2 2 6 0,-2 0-8 15,0 4 6-15,-4 0-3 0,0 2 8 16,-3 2-3-16,0 1 33 0,-2-3-17 0,-2 6 15 0,-4-3-5 16,-2 2 26-16,-4 2-40 0,-4 3 1 0,-1 0 0 0,-7-1-4 15,-4 1-4-15,-2-2-5 0,-2 1 1 0,3-5-4 16,1-2-7-16,-3-1-7 0,2-5-38 16,3 0-29-16,-1-5-68 0,5-2-72 0,-1-4-115 0,2 0-81 15,2-5-91-15,0-5-154 0,3-3-511 0,0-4-778 16</inkml:trace>
  <inkml:trace contextRef="#ctx0" brushRef="#br0" timeOffset="48295.97">17973 12006 774 0,'25'-12'815'0,"5"3"-172"0,-2 4-144 0,4 5-34 16,6 6-34-16,7 4-30 15,2 2-40-15,8 8-54 0,-7-2-13 0,5 5-6 16,-2 3-22-16,-1-1-39 0,-3 3-39 0,-3 0-37 0,-10 0-36 0,-1 0-18 15,-3 2 6-15,-2-1-50 0,-5 3 17 0,-1-1-44 16,-7 1 23-16,-6-2-36 0,-4-1 23 0,-2-1-50 16,-6-1 6-16,-4 5-58 0,-4 2-34 0,-4 1-37 15,-4-2-30-15,-3-5-27 0,0 1-42 0,-1-5-81 16,2-3-49-16,0-4-68 0,5-5-146 0,1-3-702 16,0-3-888-16</inkml:trace>
  <inkml:trace contextRef="#ctx0" brushRef="#br0" timeOffset="48586.47">19055 11122 1077 0,'4'-7'844'0,"-4"7"-163"0,4-6-131 16,-4 6-77-16,-5 13-71 0,-3 3-54 0,-1 6-43 0,-5 10-51 0,0 8 32 15,-2 4-27-15,-1 14-17 0,0 2-69 0,4 1 7 16,3 0-45-16,7-7 14 0,3-1-62 0,2 0 14 16,7-3-48-16,1 0 20 0,3-3-35 0,5-4-5 15,2-2-20-15,1-4-13 0,3-3-33 0,2-5-42 0,-1-3-42 16,6-4-33-16,1-4-24 0,-3-7-50 16,4-3-53-16,1-2-79 0,-4-4-41 0,7-4-44 0,-1-3-121 15,6-5-91-15,-2-4-376 0,-3-4-638 0</inkml:trace>
  <inkml:trace contextRef="#ctx0" brushRef="#br0" timeOffset="50299.24">19549 10940 541 0,'0'0'619'0,"-4"-10"-139"0,4 10-79 0,-3-7-64 0,3 7-34 0,-6 4 2 0,2 1-15 0,-2 4-8 0,1 7 1 0,-2 4-29 0,1 8-1 0,-1 2-38 0,-2 3-20 0,4 7-19 0,1-4-12 0,3 3-22 0,1-1-7 0,3 8-16 0,2-5-22 0,2 0 33 0,1-3-43 0,1-2 24 0,3-4-46 0,0-6 20 0,1 0-45 0,1-5 20 0,0-4-36 0,0-2 8 0,2-4-39 0,-1-2 20 0,-1-2-47 0,0-4 23 16,0-1-24-16,-1-2 24 0,2-4-17 0,-4 1 26 16,1-4-20-16,0-1 26 0,-3-2-27 0,-3 0 3 15,2-2-3-15,-4 2 2 0,-2-2 6 0,-2 0 3 16,0 2-2-16,-4 0 0 0,-1 0 3 0,-5 1 6 15,0 1 4-15,-2 2-4 0,-2 2 3 0,0 1 2 16,-1 2 2-16,-2 4-1 0,-2 1 1 16,1 3-5-16,-2 2 3 0,1 4 3 0,1-1-56 0,1 1-28 15,1 1-34-15,3 1-72 0,1-1-57 0,5-1-57 16,0-1-60-16,5-2-92 0,2-2-121 0,2-1-541 16,1-1-731-16</inkml:trace>
  <inkml:trace contextRef="#ctx0" brushRef="#br0" timeOffset="50707.91">20058 11137 829 0,'0'0'849'0,"0"0"-193"0,0 0-161 0,0 0-102 0,0 0-65 0,4 5 2 0,-1 0-19 0,-1 4-37 0,4-1-34 0,-1 7-21 0,1 0-44 0,0 5-8 0,1 1-33 0,-1 2-23 0,2 7-23 0,-2-2-17 0,1 4 5 0,-3-1-32 0,-2 0 6 0,2 1-28 0,-3-5 11 0,-2 0-64 0,0-2-63 0,-2 0-64 0,-1-2-112 15,-2 0-113-15,-1-3-68 0,-3 0-140 0,3-2-644 16,-5-3-846-16</inkml:trace>
  <inkml:trace contextRef="#ctx0" brushRef="#br0" timeOffset="54524.68">20188 10839 190 0,'-2'-24'590'0,"-3"-1"-127"0,0 0-83 15,1-2-51-15,1 1-54 0,-1 2 5 0,0 1-15 0,1-1-4 0,-1 6 7 0,2 0 5 0,-1 3-37 0,3 3-50 0,-3-1-28 0,1 3-25 0,2 1 15 0,0 9 5 0,0-6 29 0,0 6-12 0,4 5-12 0,-3 5 14 0,4 2-32 0,-1 4-7 0,3 5-2 0,-2 4-41 0,4 4 25 0,-2 1-21 0,2 2-19 0,2 3-10 16,1-1-14-16,0-4-7 0,0-3-6 0,1 0-7 16,3-3 19-16,-2-3 10 0,1-2-6 0,0-2-8 15,3-3-6-15,-2-4-6 0,0 0-3 0,1-5-4 16,-1-3-2-16,0-2-5 0,0-2-3 0,1-2-7 15,-2-5-2-15,2-1-1 0,-2-5-2 0,-2 0-4 16,-1-3-27-16,-3-3 33 0,-2 0-30 0,-3-1 31 16,1 0-32-16,-3-2 35 0,-2 4-29 0,-2 0 27 0,2 2-30 15,-5 2 33-15,4 1-23 0,0 2 32 16,-1 0-35-16,0 5 30 0,0 1-32 0,2 7 39 16,-1-7-32-16,1 7 37 0,0 0-30 0,3 14 28 15,1-2-32-15,1 4 30 0,5 5-5 0,0 5-5 0,8 6-1 16,-1-1-4-16,4 2-1 0,-1 0 4 15,1 0-9-15,2-2 1 0,-1 0 1 0,-3-2-1 16,3-2-3-16,-7-5-37 0,-1-1-62 0,-2-4-70 16,-1-1-40-16,-2-3-83 0,-1-2-46 0,-1-1-60 0,-3-3-47 15,-4-7-79-15,0 10-115 0,0-10-517 0,0 0-768 16</inkml:trace>
  <inkml:trace contextRef="#ctx0" brushRef="#br0" timeOffset="54757.9">20484 10372 562 0,'0'-19'685'0,"4"3"-181"16,2 4-62-16,1 4-52 0,3 5-42 0,3 3-33 15,2 3-3-15,5 8 3 0,7 3-32 0,4 10-14 16,2 3-53-16,7 8-1 0,0 2-3 0,2 2-38 16,-3 2-23-16,0 4-41 0,-1 1-5 15,-5 4-39-15,-2-1 6 0,-7 2-15 0,-3 1-7 0,-7-8-14 16,-7 3-24-16,-5-4-55 0,-6 4-35 0,-6-2-36 15,-6-2-81-15,-9 8-49 0,-6-1-85 0,-5-3-48 16,-5 2-76-16,-5-5-100 0,0-2-546 0,-5 0-716 16</inkml:trace>
  <inkml:trace contextRef="#ctx0" brushRef="#br0" timeOffset="55378.27">17540 14074 1010 0,'-8'-12'829'0,"-1"2"-139"0,0 4-143 0,1-1-109 0,1 4-83 0,7 3-61 0,-19 3-28 0,9 6-15 0,2 2 4 0,-1 7-2 0,2 5-5 0,1 4-5 0,0 4-18 0,3 2-41 0,3 2 9 0,5 8-52 0,1-1 7 16,3 2-53-16,3 1 9 0,3-2-22 0,-2 0-16 0,6-1-16 15,-1-2-7-15,3-2-8 0,0-3-14 16,-1-3-29-16,3-2-19 0,-2-2-37 0,-2-7-46 15,1 0-27-15,0-4-36 0,-4-6-17 0,4 0-51 16,-5-5-41-16,4-1-57 0,-4-5-68 0,2-4-71 0,1-1-65 16,-1-9-91-16,3-2-438 0,-1-6-688 15</inkml:trace>
  <inkml:trace contextRef="#ctx0" brushRef="#br0" timeOffset="55710.13">17925 13906 732 0,'-6'-16'803'0,"0"5"-168"0,-1 3-112 16,1 2-95-16,6 6-6 0,-13 4-38 0,7 3-24 0,1 6-18 16,1 4-58-16,1 6 1 0,0 3-47 0,3 3 15 15,3 5-55-15,4 0 5 0,-1 6-62 0,6 0 2 16,2-3-59-16,1-1 11 0,3-4-43 0,0 1-10 16,2-6-10-16,-1-4-5 0,0-1-2 0,2-4-9 15,-1-2-4-15,0-5-9 0,-1-1-8 0,1-4-5 16,-2-2-15-16,3-4-19 0,-3-2 30 0,1-1-33 15,0-4 35-15,-1-3-31 0,-2-2 37 16,-3-1-33-16,-3 1 43 0,-1 0-2 0,-5 0 3 0,-1 1 2 16,-3 3-3-16,-3-2 3 15,-2 3-4-15,-3 1 1 0,-2 2 0 0,-3 2 1 0,-2 3-2 0,-2 2 1 16,-3 4-30-16,-3 0 32 0,5 4-29 0,-1 0 31 16,1 3-30-16,1 0 27 0,3 2-82 0,2 1-44 15,3 1-46-15,1-2-86 0,2 0-109 0,3 1-99 16,2-2-103-16,1-1-168 0,1-4-458 0,4 1-799 15</inkml:trace>
  <inkml:trace contextRef="#ctx0" brushRef="#br0" timeOffset="55946.58">18581 14001 1369 0,'14'-11'954'0,"-1"3"-243"0,-3 3-87 16,-10 5-114-16,17 2-34 0,-8 4-78 15,0 5 29-15,1 5-45 0,-1 3 10 0,-1 2-55 0,-2 4 30 16,-1 3-84-16,0 1-50 0,1 0-48 0,-2-3-37 16,0 1-50-16,-1-1 0 0,1 0-39 0,0-1-24 15,-2 0-104-15,2-1-81 0,-3-1-89 0,3-4-84 16,-3-2-63-16,2-2-110 0,-3-2-106 0,0-1-104 16,0-1-914-16,-3-1-1274 0</inkml:trace>
  <inkml:trace contextRef="#ctx0" brushRef="#br0" timeOffset="56616.27">18833 13469 35 0,'-1'-14'794'0,"1"-1"-167"0,0 5-105 0,0-2-94 0,0 3-98 0,0 1-56 0,-2 0-28 0,2 8-44 0,0-13-12 0,0 13 34 0,0 0 14 0,0 0-8 0,0 0-10 0,0 0-22 0,-1 13-42 0,0-4-21 0,1 2-35 0,-2 3-16 0,1 3-21 0,1 0-8 0,0 1 1 0,0 0-23 0,0-1-3 0,0 1-7 16,0-2-8-16,3-1-3 0,-2 1-2 0,2-4 0 16,-1-1-3-16,2 0-1 0,1-2 3 0,2-1-3 0,0-1-15 15,2-2 9-15,3 0 3 0,-1-4 3 16,3 0 6-16,0-2-16 0,-1-1-2 15,4-1 6-15,-1 1-6 0,1-2 4 0,0 2 2 16,0-1 0-16,-4 2-4 0,4 0 5 0,-4 2-5 0,2 0 5 16,0 3-7-16,-1 0 7 0,-1 3 3 0,-1 1-12 15,0 2 15-15,-1 0 5 0,-2 2-3 0,-2 2-6 16,-2-1 8-16,-1 2 4 0,-1-1 3 0,-2 0-3 0,-2 1 13 16,-2 0-20-16,-1 1 16 0,-2 1-12 15,-4-1 3-15,1 1-9 0,-3 0 13 0,-2-1-9 16,0-3-19-16,0 2 10 0,1-5-21 0,1 0-47 15,1-4-76-15,0 0-94 0,2-4-119 0,9-2-73 0,-21-2-125 16,11-3-124-16,-1-2-341 0,-1-4-628 0</inkml:trace>
  <inkml:trace contextRef="#ctx0" brushRef="#br0" timeOffset="56870.54">18813 13565 371 0,'-2'-12'762'0,"2"0"-145"0,0 3-128 0,0-1-113 16,3 0-80-16,-2 0-58 0,4 2 1 0,1 0-11 15,2-2-6-15,4 1-17 0,-1 0-24 0,5-2-30 16,1 1-27-16,3-1-22 0,5-3-19 0,1 0-15 16,2 1-17-16,5-4-9 0,2 0-11 0,-1 0-6 15,-2-1-21-15,0 0-43 0,-6 2-95 0,-2-1-88 0,-4-2-81 16,0 0-79-16,-3 0-120 0,-4 1-535 16,-3 0-648-16</inkml:trace>
  <inkml:trace contextRef="#ctx0" brushRef="#br0" timeOffset="57033.07">19113 12935 296 0,'0'0'701'0,"13"-3"-137"0,-13 3-120 0,21 3-21 0,-5 2-40 16,2 6 35-16,6 3-14 0,5 7 0 0,3 4-45 0,0 5 3 15,5 9-43-15,-1 4 33 0,3 3-20 0,-1 2 15 16,-4 3-63-16,2-1 1 0,-3 1-81 0,-3 1-41 15,-2-1-34-15,-3 3-30 0,-3-1-11 16,-7-8-17-16,-2 0 18 0,0 1-60 0,-7 0-21 16,-2-2-90-16,-3-5-32 0,-2 4-98 0,-4-1-32 0,-3-2-49 15,-3-3-64-15,-1-3-71 0,-3 0-66 0,-3-4-44 16,5-5-108-16,-3-2-669 0,0-3-918 0</inkml:trace>
  <inkml:trace contextRef="#ctx0" brushRef="#br0" timeOffset="67986.5">20173 12588 412 0,'7'-18'495'0,"-2"1"-67"0,0 0-68 0,-1 2-21 0,-1-1-10 0,-1 2-30 0,1 1-16 0,-1 1-18 0,0 1-15 0,1 1-10 0,-3 1-28 0,2 3-27 0,-2 6-6 0,0 0 14 0,0 0 14 0,0 0-12 0,-5 17-28 0,3 0 3 0,0 10 1 0,-1 5 12 0,3 6-31 0,0 0 37 0,3 6-23 0,1 4-24 16,1-2-21-16,2 2 19 0,2-4-44 0,2 1 8 16,1-3-48-16,1-3 17 0,2-1-36 0,-2-3 16 0,6-4-37 15,-2-1 23-15,2-8-31 0,0-3 34 0,3-1-46 16,0-3 27-16,1-5-35 0,-1-2 30 0,2-5-51 15,-3-1 20-15,1-2-40 0,1-3 34 0,2-2-33 16,-4-4 32-16,-3 1-31 0,0-5 33 0,-3-1-40 16,-4 1 24-16,-2-1-24 0,-4-1 2 0,-3 1-4 15,-2 2 9-15,-2-1 10 0,-5-2 21 0,-2 5-23 16,-3-2 11-16,-3 4 27 0,0 1-30 0,-2 1 4 16,1 2 8-16,-3 2 4 0,-2 2 3 0,3 2 5 15,-1 1-1-15,1 3 1 0,0 1 27 0,1 2-40 16,1 4-32-16,2-3-41 0,4 1-43 15,2 3-42-15,3-5-91 0,1 2-76 0,3-2-65 0,4 2-78 16,2-4-124-16,1 1-484 0,2-2-718 0</inkml:trace>
  <inkml:trace contextRef="#ctx0" brushRef="#br0" timeOffset="68214.25">20694 12929 843 0,'6'-7'725'0,"-2"1"-155"0,-4 6-129 0,6-8-58 15,-6 8 3-15,0 0 4 0,13 4-46 0,-13-4-30 0,8 11-40 16,-3-2-16-16,0 1-16 0,-1 2 5 16,0 4-66-16,0 0 18 0,-2 0-50 0,1 2 3 15,1 1-61-15,0 3 12 0,0 0-23 0,-2-3-16 0,0 0-14 16,1 0-10-16,-1-2-12 0,0 1-16 0,0-3-44 16,0 0-75-16,0-2-65 0,0-3-52 15,0 1-59-15,-1-3-67 0,3 0-60 0,-4-8-57 16,4 9-78-16,-4-9-87 0,0 0-411 0,13-5-657 0</inkml:trace>
  <inkml:trace contextRef="#ctx0" brushRef="#br0" timeOffset="68564.38">20943 12438 817 0,'-4'-16'838'0,"0"5"-173"0,-1 2-118 15,5 9-71-15,-6-4-47 0,1 8-46 0,-2 5-35 16,2 5-9-16,-1 6 18 0,-1 8-18 0,0 2-6 15,-1 1-29-15,6 3-49 0,-1 2 3 0,3-1-64 16,1-1-26-16,3 1-26 0,6 4-21 0,0-3-25 16,2-8-17-16,3 5-10 0,-1-9-19 0,4-2-10 15,-1-3-10-15,1 0-12 0,0-5-8 0,-2-3-12 16,3-2-8-16,-1-1-7 0,0-5-13 0,-3 0-6 16,1-3-8-16,0-3-20 0,-1-1 5 15,-1-4 9-15,-2 1 6 0,-1-3 5 0,-1 1 18 0,-4-3-35 16,-1-2 34-16,-2 3-26 0,-4-1 38 0,-1 0-28 15,-4-1 34-15,-3 0-28 16,-1 4 34-16,-2-1-3 0,-3 4 1 0,-2 3 1 0,1 1-1 16,-1 2-1-16,-1 2-27 0,-3 3 36 0,1 2-30 0,-3 4 30 15,0 3-27-15,0-1-8 0,7 1-71 0,-1 1-49 0,3-2-17 16,1 1-50-16,4-1-68 0,2-1-64 0,0-2-99 16,5-1-45-16,-1-1-92 0,3-8-169 15,0 11-337-15,0-11-704 0</inkml:trace>
  <inkml:trace contextRef="#ctx0" brushRef="#br0" timeOffset="68791.67">21082 12282 1020 0,'9'-18'728'0,"0"2"-136"0,3 5-98 16,-1 4-28-16,6 5-50 0,-2 3-26 0,7 5-62 15,2 7-23-15,-1 3 6 0,7 8-51 0,0 5 24 16,0 1-23-16,5 9-7 0,0 2-22 0,-1 3-31 15,-2-3-40-15,-1 4-30 0,-8-8-45 0,-3 2 0 16,0-2-38-16,-5 0 13 0,-2 0-37 0,-4 1-5 16,-4-6 14-16,-4-1-87 0,0-2-51 0,-3 2-105 15,-3-1-57-15,-2-3-50 0,-5 1-88 16,-1-3-63-16,-1-2-33 0,-7-2-70 0,2-2-93 0,-2-4-474 16,-3-1-752-16</inkml:trace>
  <inkml:trace contextRef="#ctx0" brushRef="#br0" timeOffset="69049.86">19899 12518 941 0,'-26'1'869'0,"1"5"-157"15,-2 2-128-15,1 6-74 0,-3 10-67 0,2 8-42 16,5 5 2-16,2 14-32 0,5 8 53 0,8 5 10 15,7 6-2-15,9 4-17 0,9 1-7 0,8 0-33 16,7-3-34-16,15 8-213 0,6-4-128 0,6-8 0 16,-6-14 0-16,3-3 0 0,3-5 0 0,0-4 0 0,-1-7 0 15,1-3 0-15,0-7 0 0,-3-7 0 16,-9-5 0-16,2-4-40 0,-3-6-539 0,-7-4-131 16,-2-1-114-16,-1-7-212 0,0-3-548 0,-5-5-1233 0</inkml:trace>
  <inkml:trace contextRef="#ctx0" brushRef="#br0" timeOffset="70982.95">12705 15208 486 0,'-9'-7'685'0,"0"-1"-133"15,3 3-65-15,-1-1-94 0,2 0-82 0,1 2-55 0,4 4-40 0,-10-3-6 0,10 3-6 0,-1 6 5 0,3 2-21 0,6 7-14 0,1 5-31 16,5 5-20-16,6 10-5 0,5 2-18 0,8 10-2 16,1 0-12-16,4 1-20 0,1 1-5 0,3-2-11 15,-1 0-10-15,0-3-2 0,1 2 14 0,-3-3-22 16,-2-2 24-16,-1 0-33 0,-1-1 3 0,-9-5 23 16,1-1-41-16,-2 1 24 0,-2-1-30 0,0-1 25 15,-5-3-10-15,1 1-6 0,-6-6-29 0,1-2-20 16,-2-5-27-16,-2-1-37 0,-3-3-36 0,1-1-41 15,-4-4-88-15,1-2-103 0,-5-7-115 0,-1 6-122 16,1-6-426-16,-12-6-647 0</inkml:trace>
  <inkml:trace contextRef="#ctx0" brushRef="#br0" timeOffset="71558.34">12546 15483 391 0,'-5'-9'442'0,"-2"1"-103"0,3 3-77 0,0-1-58 0,0-1-51 16,4 7-17-16,-1-12-4 0,1 4 24 0,1 1-11 15,0-1-1-15,2 2-18 0,2-4 18 0,-1 1-27 16,3 0 5-16,1-1-25 0,1 0 8 0,0-1-24 16,1 0 7-16,1-1-5 0,3 0 0 0,-2-3-17 15,3 0 4-15,1-5-11 0,3 1 10 0,-2-1-1 16,1-2-10-16,-2 0 0 0,4-2-4 0,-5 1-5 0,3-1 4 15,-3-1-1-15,2 0 1 0,-2 3-2 16,-1-1-2-16,1 2-4 0,-3 4-1 0,-2 0-11 16,1 2-4-16,-1 2-4 0,-3 4-7 0,1-1-2 15,2 4 32-15,-1 1 7 0,1 4-7 0,3 1 23 16,0 2 1-16,2 3-13 0,1 3-11 0,1 1 1 16,3 2-4-16,1 2 7 0,1 2-13 0,1 2 5 0,-1-1-20 15,0 1 7-15,-1 0-18 0,0 0 13 16,-1 1 11-16,3 1-3 0,2 4-6 0,0 0 36 0,3 3-6 15,2 2-9-15,0 0 14 0,6 10 11 0,4-2-10 16,-2 2 36-16,2 0-9 0,2 2 48 0,0-1-25 16,0 0-17-16,0 0-22 0,-2-1-16 0,0-1-5 15,-3 0 11-15,-4-7-4 0,-2-1-4 0,-1 0-11 16,-3-1-42-16,-1-1 39 0,-1-1-43 16,-6-4 42-16,-3 0-1 0,0-2 39 0,-3-2-20 0,-1 1 24 15,-2-1-1-15,-4-1-9 0,1 0 43 0,-5-2-56 16,-1 2 33-16,-2 1-58 0,-4 2 39 0,-3 1-53 15,-7 3 33-15,1 1-43 0,-8 4 53 0,-1-1-35 16,-5 2 53-16,0-3-45 0,-2 2 35 0,0-4-41 16,-1 1 36-16,3-4-41 0,-1 0 30 0,3-5-69 15,3-2 17-15,0-1-62 0,4-3 12 0,1 1-87 16,0-4-14-16,3-4-79 0,1 3-80 0,0-6-102 16,2-1-82-16,0-2-107 0,-1-4-52 0,2-3-122 15,-1-4-613-15,0-7-984 0</inkml:trace>
  <inkml:trace contextRef="#ctx0" brushRef="#br0" timeOffset="71990.08">13545 14511 488 0,'0'0'624'0,"-4"-10"-136"0,4 10-97 0,-5-6-59 0,5 6-49 0,0 0 6 0,0 0-15 0,0 0-2 0,1 13-10 0,3-4-13 0,3 3-24 16,6 5-2-16,5 6-28 0,9 5-32 0,2 5 22 15,11 6-32-15,3 5 6 0,2-1-39 0,5 1 50 16,-1 4-61-16,0-1 51 0,1 1-70 0,-1 0-9 16,-1 1 28-16,-3 2-7 0,2-2-19 0,-6 1-19 15,0 1 24-15,0-2-57 0,-4 0 31 0,-1-2-48 16,-3-3 32-16,-1-1-11 0,-4-8-5 0,-2-3-6 16,-1-2-1-16,-2 0-7 0,-2-5-2 0,-3-5-1 15,-4-3-9-15,0-1-50 0,-3-3 31 0,-2-2-14 16,0-1-30-16,-1-2-83 0,-2-1-5 0,-2-2-106 15,-4-5-97-15,8 4-89 0,-8-4-20 0,0 0 1 16,-4-11-65-16,-4 2-63 0,0-3-424 0,-3-5-616 16</inkml:trace>
  <inkml:trace contextRef="#ctx0" brushRef="#br0" timeOffset="72646.25">13555 14593 684 0,'-7'-12'532'0,"2"0"-117"0,1 3-84 0,1 0-32 16,-1 2-64-16,1-2-19 0,1 1-30 16,-1-1-21-16,3 1-17 0,0-3 8 0,3 2-5 15,-1-2-24-15,3-4-21 0,2 2-5 0,2-2-13 16,2-2 2-16,2-1-6 0,2-1-8 0,3-3 13 15,1 2-1-15,1-2-2 0,5-3 0 0,1 0-3 0,-1-3-21 16,1 3 7-16,-1-2 9 0,0 2 7 16,0 2-11-16,-4 3 1 0,-2 2-26 0,0 0-13 0,-4 3-6 15,1 3-2-15,-2-1-7 0,-3 3-5 0,-2 2-5 16,0 1 0-16,-1 0-2 0,-2 1-6 0,1 1 2 16,-7 5 0-16,12-5 26 0,-12 5-6 0,13 2-6 15,-5 2 24-15,2 2-36 0,0 1 25 0,-1 5-27 16,3-1 20-16,-1 5-23 0,2-1 64 0,6 8-44 15,0-1 1-15,3 5 28 0,1 1-3 0,4 1-12 16,1-1-2-16,1 3-6 0,2 1-10 0,6 4 57 16,3 1-29-16,0 1 2 0,1-1-8 0,2 1-8 15,0 1 33-15,-2-1 48 0,1 0-62 0,0-1 31 16,-1 2-16-16,-2-2 40 0,-2-1-49 0,-7-5 28 16,2-1-21-16,-2 0 27 0,-3 1-49 0,-1-3 17 15,1 0-34-15,-4-1 59 0,1 0-36 0,-3 0-6 16,2-2-10-16,-7-3-2 0,1 0-9 0,1-1-3 15,-4 0-4-15,0-3-24 0,-2 0 27 0,-1-1 31 16,-2 1 4-16,0-3 1 0,-2 1 4 0,-3-1-2 16,2 1-7-16,-4 1-2 0,-2 0-4 0,0 1-6 15,-5 1-8-15,0 2 37 0,-1 1-50 0,-5 2 37 16,-1 3-52-16,0-2 48 0,-3 0-44 0,-1 1 45 16,-1 3-43-16,-3 0 49 0,1 0-44 0,-1-2 47 0,3-2-47 15,1-3 41-15,0 1-46 0,1-3 41 0,-1 1-47 16,5-3 0-16,-2-1 0 0,0-1 0 15,1 0 0-15,1 0 0 0,2-5 0 0,0 2 0 0,2-2-1 16,-1-2-20-16,2-1-20 0,0-1-33 0,0-2-100 16,1-1-96-16,5-4-156 0,-14 0-92 0,7-4-141 15,-2-1-73-15,-2-5-127 0,-1-3-546 0,0-3-1005 16</inkml:trace>
  <inkml:trace contextRef="#ctx0" brushRef="#br0" timeOffset="72900">14612 15636 476 0,'0'0'709'0,"0"0"-182"0,0 0-108 0,0 0-103 0,0 0-84 0,0 0-69 0,0 0-80 0,-7-4-89 0,7 4-96 0,0 0-155 0,0 0-552 0,-3-7-341 0</inkml:trace>
  <inkml:trace contextRef="#ctx0" brushRef="#br0" timeOffset="73791.91">13932 17115 413 0,'0'0'481'0,"0"0"-94"15,11 3-73-15,-11-3-22 0,13 10-22 0,-5-4-10 16,1 0-40-16,0 2-25 0,2-1 1 0,-2 1-2 16,1 0-10-16,0-2 12 0,-2-1-2 0,1 1-5 0,0-1 2 15,-1 0-7-15,-2-3 9 0,2 2-10 16,-8-4 34-16,11 3-17 0,-11-3 12 0,11-1-52 16,-11 1-11-16,5-8-26 0,-4 0-2 0,-1-1-38 15,-3-2 4-15,1-3-37 0,-3-1-10 0,-2-3-6 0,-3-1-6 16,-1-5-6-16,-5-1-4 0,2-1-1 15,-5-6-53-15,0 0 50 0,-3-3-60 0,-1-1 46 0,3-3-14 16,-3 1-19-16,-3-9-21 0,4 6-20 0,3-1-29 16,1 2-30-16,3 0-2 0,0 3-16 0,6 7-44 15,0 3-50-15,2 5-63 0,5 5-59 16,1 1-40-16,1 5-38 0,1 4-39 0,3 3-480 16,-4 4-552-16</inkml:trace>
  <inkml:trace contextRef="#ctx0" brushRef="#br0" timeOffset="74739.03">15301 16206 730 0,'0'0'868'0,"6"3"-159"0,-6-3-187 0,0 0-103 0,0 0-86 0,0 0-57 0,9 3-42 0,-9-3-13 0,0 0-9 15,0 0-32-15,0 0 28 0,0 0-39 0,0 0 50 16,0 0-41-16,0 0 46 0,0 0-65 16,9-3 15-16,-9 3-41 0,2-7 33 0,-2 7-37 0,4-14 3 15,-2 5 4-15,0-2-13 0,-1-6-18 0,1 0-51 16,0-2 16-16,2-4-12 0,-3-2-11 0,0-3 28 16,2-5-55-16,-2 0 36 0,1-3-53 0,0-8 35 15,-2-2-53-15,1-2 14 0,2-2-73 0,-3-3-28 16,3 0-20-16,-1-1-43 0,2 3-51 0,-3 0-12 15,3 3-36-15,-1 3-79 0,-3 10-107 0,1 2-54 16,0 8-123-16,-1 4-729 0,0 4-956 0</inkml:trace>
  <inkml:trace contextRef="#ctx0" brushRef="#br0" timeOffset="76044.39">13582 15919 139 0,'0'0'549'0,"0"0"-139"0,0 0-93 0,-3-6-54 0,3 6-37 0,0 0-3 0,0 0-54 0,0 0 1 0,0 0-53 0,0 0 13 0,0 0-52 0,0 0 14 0,-6 5-21 16,6-5 26-16,0 0-32 0,0 0 19 0,2 7-4 15,-2-7 15-15,0 0-10 0,9 4 13 0,-9-4-9 16,0 0-5-16,0 0-10 0,12-3-7 0,-12 3-15 15,0 0-6-15,6-4-5 0,-6 4-9 0,5-5-6 16,-5 5-4-16,2-9-3 0,-2 9 3 0,0-8 1 16,0 8 1-16,-2-9-4 0,2 9-7 0,-5-7 1 15,5 7 2-15,-9-7 8 0,9 7 7 0,-9-6-3 16,9 6-3-16,-10-2-5 0,10 2 0 0,-12 1-5 16,12-1-2-16,-11 6 0 0,6-2 0 0,1 2-3 0,0-1-1 15,2 2 1-15,0 1-6 0,2-1 11 16,2 3 10-16,0-2 1 0,2 2-7 0,1-1 11 15,1 0 0-15,1-2 2 0,1 0-3 0,1 0 1 16,-2-2-4-16,2 0 2 0,0-1-8 0,0-2 1 16,-9-2-6-16,17 1 1 0,-17-1-6 0,11 0 2 15,-11 0 0-15,12-4-4 0,-12 4-4 0,7-8 1 0,-5 3-2 16,-2 5 3-16,1-12-3 0,-1 12-1 16,-1-10 4-16,-2 3-4 0,3 7 4 0,-6-8 1 15,6 8-1-15,-11-7-2 0,11 7 0 0,-10-4 1 16,10 4-2-16,-14 2-9 0,14-2 9 0,-14 3-3 15,14-3 3-15,-10 6-3 0,4-1 1 0,2 1-2 0,0-1 8 16,1 1-4-16,2 1 4 0,0-1-5 0,-1 1 4 16,2-7-5-16,2 12 9 0,-2-12-8 0,2 12-1 15,-2-12-16-15,4 10-15 0,-1-6-44 0,-3-4-40 16,7 8-67-16,-7-8-109 0,7 5-94 0,-7-5-168 16,0 0-491-16,0 0-659 0</inkml:trace>
  <inkml:trace contextRef="#ctx0" brushRef="#br0" timeOffset="76920.21">14645 15242 550 0,'-3'-10'606'0,"3"10"-119"0,-2-8-50 0,2 8-59 0,-3-6-57 0,3 6-29 0,-1-6-33 0,1 6-32 0,0 0-31 0,-4-7-34 0,4 7-29 0,0 0-27 0,0 0-21 0,-1-6-18 0,1 6-12 0,0 0-17 0,0 0-3 15,0 0-7-15,0 0 1 0,0 0 4 0,0 0 7 16,11 2-1-16,-11-2 3 0,8 3 3 0,-8-3 9 15,10 1-14-15,-10-1-4 0,14-1-5 0,-14 1-5 16,11-2-1-16,-11 2-1 0,10-3-6 0,-10 3 4 16,11-6-13-16,-11 6 13 0,5-7-15 0,-5 7 14 15,6-10 13-15,-6 10 22 0,1-8-17 0,-1 8 24 16,-3-10-15-16,3 10-2 0,-5-6-11 0,5 6-6 16,-10-5-3-16,10 5-7 0,-13 0-2 0,13 0-3 15,-15 3 2-15,5 0-7 0,2 0-6 0,0 2 1 0,2-1 0 16,1 2 0-16,-2 0-5 0,5 0 5 0,-1 1-3 15,3 0 3-15,0 0 12 0,3 0-14 16,2 0 11-16,0-1-3 0,1 0 1 0,1 0 0 0,0-2-5 16,4-1 5-16,-2 1 1 0,1-3 5 15,-10-1-5-15,18 0-3 0,-18 0 4 0,15-1 5 0,-5-2-14 16,-10 3 0-16,12-6 3 0,-7 2-1 0,-1-1-5 16,-4 5 1-16,5-10 15 0,-5 10-4 0,1-11 4 15,-1 11-8-15,-4-10-1 0,4 10 2 16,-5-9-4-16,5 9 1 0,-10-6-6 0,10 6 2 0,-15-4-1 15,15 4-2-15,-14 0 1 0,14 0 3 16,-17 2-6-16,17-2 1 0,-13 6 0 0,7-3 1 0,-2 2-3 16,2 2-7-16,2-1 15 0,0 2-21 0,0-1-27 15,3 0-44-15,0-1-51 0,1-6-79 0,-2 12-114 16,2-12-92-16,4 7-209 0,-4-7-593 0,0 0-832 16</inkml:trace>
  <inkml:trace contextRef="#ctx0" brushRef="#br0" timeOffset="78886.67">13271 15649 82 0,'-5'-6'507'0,"0"0"-103"0,0 1-65 0,5 5-48 0,-7-7-44 0,7 7-42 0,-7-6-39 0,7 6-21 0,0 0 7 0,0 0 17 0,0 0-8 0,-5 5 2 0,7 2 1 16,1 0-28-16,2 3-18 0,1 2-4 0,1 1 6 16,0 0-22-16,0 1 6 0,3 2 12 0,-1 0-7 15,0-2 9-15,0-1-8 0,-2 0-21 0,1-2 3 16,0-1 11-16,2 1-6 0,-4-3-4 0,2-1 13 16,-3 0-22-16,5-3 5 0,-5 0-27 0,-5-4 8 15,15 2-33-15,-15-2 17 0,13-7-30 0,-5 0 10 16,0-4-24-16,-3 0 22 0,3-3-30 0,-3 1 20 15,-1-3-21-15,-2 2 16 0,-2 1-22 0,3 1 30 0,-3-1-23 16,-2 2 28-16,1 0-27 0,1 1 26 0,-2 2-25 16,2 1 18-16,-2-1-21 0,0 2 24 15,2 6-29-15,-3-8 24 0,3 8-27 0,0 0 30 16,0 0-33-16,0 0 30 0,0 8-27 0,5 2 24 0,2-1-28 16,2 6 43-16,5-1-41 0,0 3 51 0,6 0-53 15,1 2 44-15,-1-2-49 0,6 2 47 16,-1-1-45-16,-2-1 39 0,-1 0-42 0,2 0 5 15,-1-1 2-15,-1 0 22 0,-4-3-36 0,0-2-23 16,-3 0-46-16,-1-3-72 0,-1-1-108 0,-3-2-129 16,0-2-105-16,-10-3-196 0,15-3-393 0,-8-2-712 0</inkml:trace>
  <inkml:trace contextRef="#ctx0" brushRef="#br0" timeOffset="79511.87">14246 14776 603 0,'4'-12'584'0,"0"3"-124"0,-3 1-59 0,3 0-93 0,-3 2-59 0,-1 6-2 0,8-8 12 0,-8 8-5 16,6-3-26-16,-6 3-7 0,8 3-5 0,-8-3-9 0,8 8-42 0,-4-2-3 0,2 2-33 0,-2 0-10 0,-2 0-28 0,2 2-9 0,1-1-30 0,-2 1 5 0,-1-2-25 0,2 2 7 0,0-2-19 0,-2 1 6 0,1-2-13 0,0-2 7 0,-1 2-16 0,-2-7 15 0,3 9-23 0,-3-9 13 0,4 9-11 0,-4-9 13 15,3 8-11-15,-3-8 13 0,8 7-11 0,-8-7 10 0,10 4-17 0,-10-4 27 0,13 3-26 0,-13-3 18 0,17 1-18 0,-17-1 19 0,16-1-18 0,-16 1 21 0,22-2-20 0,-12 2 17 0,4-1-22 16,-2 1 22-16,0 1-21 0,1 2 49 0,4-1-29 0,-3 2 26 0,0 2-29 0,3 0 21 0,-3 1-35 0,0 1 31 0,1 1-34 0,-3 2 31 0,1-2-36 16,-2 3 44-16,-1-2-36 0,-1 3 40 0,-2-1-36 15,-1 0 2-15,-2 0-2 0,-2-1 2 0,0 1 1 16,-4 0 2-16,2 0-2 0,-5 0-1 0,3-1-1 0,-6 1 1 15,3-2-3-15,-3 0-6 0,-1-2-22 16,0-1-44-16,-1-3-49 0,1-1-92 0,-2-2-86 16,-1-3-49-16,-1-3-81 0,-1-3-81 0,-1-2-67 0,0-3-376 15,-4-7-536-15</inkml:trace>
  <inkml:trace contextRef="#ctx0" brushRef="#br0" timeOffset="79781.77">14282 14857 705 0,'-5'-10'516'0,"2"0"-103"0,2 5-82 0,0-4-12 15,3 2-48-15,0-1-3 0,1-2-12 0,4 1-3 16,-1-3-16-16,3 2-10 0,0-1-25 0,0-1-27 16,6-1-29-16,-2-2-30 0,2 0-23 0,5-4-18 15,-1 1-13-15,1-1-11 0,0 0-9 0,0 2-9 0,-6 1-12 16,3 3-27-16,-6-2-63 0,0 2-92 16,-3 1-85-16,-3 1-103 0,-1 1-88 0,-2 5-123 15,-2 5-376-15,-4-12-511 0</inkml:trace>
  <inkml:trace contextRef="#ctx0" brushRef="#br0" timeOffset="80585.85">13465 15696 909 0,'0'0'755'0,"11"-6"-150"0,-11 6-146 0,9-5-94 0,-9 5-76 0,5-5-55 0,-5 5-44 0,0 0-29 0,11-3-27 0,-11 3-25 16,0 0-21-16,6-4-19 0,-6 4-17 0,0 0-10 15,8-3-11-15,-8 3-36 0,0 0-57 0,9-3-87 16,-9 3-110-16,10-1-74 0,-10 1-155 0,8-4-511 15,-8 4-597-15</inkml:trace>
  <inkml:trace contextRef="#ctx0" brushRef="#br0" timeOffset="80983.87">14845 14607 1144 0,'0'0'821'0,"0"0"-176"0,0 0-149 15,0 0-111-15,0 0-101 0,0 0-66 0,0 0-45 16,0 0-38-16,0 0-56 0,13 1-62 0,-13-1-74 0,0 0-94 15,4 4-105-15,-4-4-58 0,0 7-150 16,0-7-522-16,-4 10-582 0</inkml:trace>
  <inkml:trace contextRef="#ctx0" brushRef="#br0" timeOffset="82140.48">13138 15155 523 0,'0'0'513'0,"0"0"-142"0,0 0-60 0,3 7-72 0,-3-7-21 0,5 7-67 0,-5-7 16 0,5 10-25 0,1-5 24 0,1 0-26 0,-1 0-3 0,1 1-22 16,0-1-11-16,2-2-27 0,-4 1-4 0,2 1-23 15,-7-5 7-15,11 6 22 0,-11-6 9 0,10 4 20 16,-10-4 2-16,7 3-6 0,-7-3-19 0,0 0-19 15,0 0-10-15,6-4-13 0,-6 4-7 0,-4-7-6 16,4 7-4-16,-5-8-6 0,-1 3 0 0,1 0-7 16,-4-1 4-16,1 3-5 0,2-1-2 0,-4 0-4 15,10 4 3-15,-16-3-2 0,16 3 2 0,-19 2-3 16,11 1 14-16,-1 1-1 0,-1 5-1 0,1 0 2 16,0 2 20-16,1 2-9 0,2-1-2 0,1 2-7 15,3 0 0-15,0 0-5 0,4-3 11 0,-1 1-4 16,4 1 6-16,0-3 11 0,3 1 9 0,-1-3-9 15,2 0 4-15,3-4-15 0,-2 1 11 0,2-3-22 16,0-2 9-16,0-1-17 0,-1-1 9 0,2-2-12 16,-4 0-3-16,4-3-1 0,-6-1-1 0,1 1 1 15,-4-1-1-15,2-2 1 0,-3 2-1 0,-2-2-3 0,-2 2 4 16,-2-2 4-16,0 2-2 0,-3-1-3 0,0 3-4 16,0-1 3-16,-1 2 0 0,-3 0-4 0,1 2 6 15,0 0 1-15,0 2 0 0,9 1-3 16,-15-1 1-16,15 1-3 0,-15 3 0 0,8 0 5 0,1 1-6 15,-1 2 0-15,2 1-7 0,0 0-16 0,3-1-20 16,-1 1-28-16,3-7-41 0,0 12-34 0,0-12-53 16,4 11-87-16,-4-11-63 0,6 7-108 15,-6-7-121-15,7 4-348 0,-7-4-501 0</inkml:trace>
  <inkml:trace contextRef="#ctx0" brushRef="#br0" timeOffset="83297.91">12498 14829 200 0,'-3'-12'498'0,"2"3"-104"0,0 0-14 0,-2 3-83 0,3 6-8 0,0-13-63 0,0 13-13 0,-2-10-36 0,2 10 5 16,-3-8 0-16,3 8 11 0,0 0 11 0,0 0-28 16,0 0-12-16,0 0-27 0,5 6 11 0,-5-6-28 0,5 12-17 15,-1-5-22-15,-1 1-16 0,1 2-10 16,1-1 6-16,-2 0-3 0,3 1-11 0,-1 0-8 15,0-2-9-15,0 2-8 0,1-3-1 0,-1 0-6 0,3 1-2 16,-1-2-3-16,0 0-4 0,2-1 5 16,-1-1-9-16,2-3 5 0,-10-1-6 0,22 0 6 15,-10-3-7-15,3 0 6 0,-3-3-4 0,4 1 5 16,-3-1-8-16,-1 0 8 0,0 2-2 0,-2 1 0 16,0-1-3-16,-1 2 3 0,-9 2 22 0,20 0 7 15,-8 2-3-15,-2 3 8 0,3 0-13 0,-1 3-1 16,2 2-3-16,-4 2-4 0,3 1-10 0,-2 0 5 0,1 3-11 15,-3-1 13-15,1 0-11 0,-4-1 8 0,1 0-11 16,-3 3 12-16,-2-1-14 0,0 0 4 0,-2-2 1 16,-1 3-1-16,-1-2-1 0,-2 0-10 0,-1-1-21 15,-3 1-46-15,-1-3-72 0,2-3-84 0,-4 0-70 16,-1-2-66-16,0-4-60 0,-1 1-27 0,-1-4-33 16,0-1-349-16,-4-3-374 0</inkml:trace>
  <inkml:trace contextRef="#ctx0" brushRef="#br0" timeOffset="83486.48">12506 14959 403 0,'-4'-19'482'16,"2"-1"-94"-16,4 0-47 0,2-3-64 0,2 0-10 16,2-4-44-16,3-1-2 0,3-3-10 0,4-1 1 15,1-1-27-15,3 0-15 0,0 2-13 0,2-3-13 16,0 1-14-16,4 0-26 0,-2 1-16 0,-3-1-24 16,3 2-8-16,-1 2-25 0,-2 0 6 0,-2 2-10 15,-5 5-9-15,3-1-24 0,-6 3-97 0,-2 2-80 16,2 2-84-16,-2 0-102 0,-2 3-113 0,1 1-406 15,-1 0-449-15</inkml:trace>
  <inkml:trace contextRef="#ctx0" brushRef="#br0" timeOffset="83998.12">13920 13743 4 0,'1'-13'603'0,"-1"1"-129"15,0 1-63-15,-1 1-82 0,0 2-12 0,-1-1-42 0,0 1-6 16,-3 2-14-16,4-1-9 0,1 7-37 0,-4-10-35 15,4 10-16-15,-4-7 16 0,4 7 39 0,0 0-15 16,0 0-32-16,-1 6 10 0,3 1-29 0,3 3-4 16,3 2-23-16,5 4-25 0,0 2-12 0,2 2 5 15,6 0-3-15,3 4-6 0,1-1-19 0,2-1-4 16,-5-4-12-16,4-2-7 0,-1-1-3 0,-1-2-7 16,-1 1-2-16,-2-5-2 0,-1-2-1 0,-2-1 0 15,-4 0 1-15,2-3 40 0,-4 0-1 0,-1-1-9 16,0-4 1-16,-3-2-14 0,-2-1-8 0,-1-2-7 15,-2-5-25-15,-2 1 21 0,-2 0-24 0,-2-5 27 16,-2 0-28-16,0-2 19 0,-3 0-21 0,-2 0 16 16,0 1-2-16,1 2 4 0,0 2 15 0,1 1 2 0,3 1 0 15,-1 1-8-15,1 3-8 0,-1-1-7 16,3 3 10-16,3 5-7 0,0 0 12 0,0 0 2 16,9 5-20-16,0 3 33 0,3 5-20 0,8 5 25 0,1 3-10 15,5 4 12-15,1 1-4 0,2 3-7 16,-1-1-4-16,0 2-5 0,0 0-5 0,1-1 13 15,-3 0-70-15,0-3-26 0,-3 1-136 0,-4-6-85 0,-1 1-146 16,-7-4-126-16,1-1-144 0,-4-5-735 0,-3 2-1047 16</inkml:trace>
  <inkml:trace contextRef="#ctx0" brushRef="#br0" timeOffset="90286.55">8144 8687 226 0,'0'0'85'0,"0"0"-192"0,0 0 37 0</inkml:trace>
  <inkml:trace contextRef="#ctx0" brushRef="#br0" timeOffset="90512.77">8397 8710 346 0,'0'0'522'0,"0"0"-102"0,0 0-132 15,0-7-113-15,0 7-184 0,6-4-135 0,-6 4-357 16,18-2 5-16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4:49:59"/>
    </inkml:context>
    <inkml:brush xml:id="br0">
      <inkml:brushProperty name="width" value="0.08571" units="cm"/>
      <inkml:brushProperty name="height" value="0.08571" units="cm"/>
      <inkml:brushProperty name="color" value="#E71224"/>
    </inkml:brush>
  </inkml:definitions>
  <inkml:trace contextRef="#ctx0" brushRef="#br0">3018 45 8125,'0'-17'-915,"0"6"293,0-1 622,0 8 0,8 4 0,1 10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03"/>
    </inkml:context>
    <inkml:brush xml:id="br0">
      <inkml:brushProperty name="width" value="0.08571" units="cm"/>
      <inkml:brushProperty name="height" value="0.08571" units="cm"/>
    </inkml:brush>
  </inkml:definitions>
  <inkml:trace contextRef="#ctx0" brushRef="#br0">262 227 7779,'-7'-10'-7,"2"2"0,-6 8 9,-3 0 1,5 0 1,-3 0 1,6 0 59,-6 0 0,7 0 0,-7 0-16,-1 0 1,3 0 0,-1 0-1,-1 2 72,2 4 0,-5-2-72,3 8 0,-3-3 0,-1 5-24,5-3 1,3-5-1,6 4 1,-2 0 4,-2-1 0,0-3 0,4 6 1,-3 1 1,3-5 1,-6 6-38,8-2 1,0 3-1,2 0 27,4-3 0,-3 2 1,7-7 22,-2 3 0,6-6 1,-5 4-27,1 0 0,-1-7 0,-3 5-53,6-4 1,-3-2 0,3 0 36,2 0 1,1-6 0,3-1 0,-1-1-108,0 0 0,1-3 1,-3 3-1,-1-2 45,-3-4 0,1 5 172,5-3-134,-7 9 1,0-11 0,-6 6 91,2 0-101,0 3 0,-6-4-42,0 3 24,0-3 46,0-9 1,0 6-3,0 1 1,0 5 0,0-5 27,0-3 176,0 6-37,0-7-80,0 13 1,0-4 34,0 12 1,0-2-1,0 8-50,0 1 0,0-3-41,0 1 1,0 0-1,1 5 6,5-4 1,-2 2 0,6-7-101,-3 3 0,7-6 0,-5 3-157,1 0 0,6-5 0,-5 4-317,5-4 0,-5-2 0,1 0-432,2 0 974,-7 0 0,9-8 0,-6-1 0</inkml:trace>
  <inkml:trace contextRef="#ctx0" brushRef="#br0">593 35 8030,'11'-6'-352,"1"0"1,-6 0 401,5 6 161,-7-7 0,12 5-510,-5-4 485,5 4 1,-5 2-75,1 0 0,-2 2 0,3 2 15,-1 2 0,-3 8 0,5-5 1,-4 3 32,-3 0 1,7-1 0,-2 6-243,3 0 1,-3 1 0,-3 0 0,1-1 75,0 0 1,-6 6 0,3 1 0,-1-3-66,0-2 1,2-2-1,-5 3 1,3 2 39,-2 1 1,-2-1 0,-2-5 0,0 1 18,0-1 0,0 0 0,0 1 0,0-1 0,0 1 0,-2-3 0,-2-1 0,-3-3 11,-3 3 1,-2 1 0,-5 0-35,0-3 1,-1 4-1,0-7 1,3 3-284,3-1 0,-3-5 0,3 6 318,-3 2 0,-3 1 0,1 3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06"/>
    </inkml:context>
    <inkml:brush xml:id="br0">
      <inkml:brushProperty name="width" value="0.08571" units="cm"/>
      <inkml:brushProperty name="height" value="0.08571" units="cm"/>
    </inkml:brush>
  </inkml:definitions>
  <inkml:trace contextRef="#ctx0" brushRef="#br0">348 18 7822,'8'-10'-348,"-8"4"0,-8 4 0,-7 4 398,3 4 1,-3-4 0,5 6 0,-2-3 84,1 1-53,-1 8-38,-5-12-60,-1 13 72,1-5 249,-1 8-260,1-9 16,0 14-3,7-11 0,-6 13 1,5-6-1,-3 3-15,2 1 1,-3 6 0,3-4 0,-1 0-14,2 1 0,-3 2 0,6-2 1,0-2 11,1 2 0,1 3 0,6-6 0,0 1-6,0 0 1,2-3 0,2 7 0,3-3 8,3-4 1,-4 1 0,5-1 0,3 2 39,2-2 0,1-2 0,0-1-45,1 0 1,-1-7 0,3-1 0,1-3-31,2-2 0,0 2 0,-5-1 1,-1-2-253,0-3 0,1-1 1,-1 0-1,1 0-1235,-1 0 1477,0 0 0,1 0 0,-1 0 0</inkml:trace>
  <inkml:trace contextRef="#ctx0" brushRef="#br0">905 279 7735,'10'0'-422,"0"0"377,-5 0 0,-1 0 181,8 0 0,-9-2-78,3-3-56,-3 2 0,-3-6 1,-3 5-12,-3-2 0,3 0 0,-9 6 18,-1 0 1,3 2-1,-2 2 26,-1 2-72,5 0 55,-8 1-18,15-4-38,-15 4 48,14 1-1,-13-6 1,13 5 15,-6 1-16,1-6 1,4 6-67,-4 0 32,7-7 0,0 9-71,0-4 0,1 2 77,5 4 1,-2-5-1,8-7-43,2 0 43,1 0 74,3 0-69,-1 0-12,0 0 114,-7 0-100,5 0 4,-5 0 1,2 0 97,-1 0-85,1 8-2,-2-6 0,5 8 1,-3-5 4,-5-3-5,9 6-28,-15 0 29,8-7 2,-9 15-2,0-14-45,0 13 0,5-11 0,1 8 31,-2 2 1,-4 1 34,-6 3-36,4-9 4,-5 6-5,-2-5 136,0 0 0,-3 5-122,0-3 9,1-5-8,-6 2 22,7-2-19,-6-5 161,7 13-149,-1-12 1,-5 4-58,3-7 67,-3 0-4,-2 8 14,7-6 15,-6 5-29,6-7 0,-7 0-5,7 0 50,-5-7-44,13 5-97,-14-6 2,7 1 97,-1 4-186,-5-12 0,11 11-238,-8-7 0,8 5 12,-2-6 0,12 8 385,6-1 0,3-5 0,3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05"/>
    </inkml:context>
    <inkml:brush xml:id="br0">
      <inkml:brushProperty name="width" value="0.08571" units="cm"/>
      <inkml:brushProperty name="height" value="0.08571" units="cm"/>
    </inkml:brush>
  </inkml:definitions>
  <inkml:trace contextRef="#ctx0" brushRef="#br0">1 35 6898,'10'-9'1422,"-3"1"-1301,-7 8 1,6 8-1,0 3-66,-2 5 0,-2 1 0,-2 0 0,0 1 20,0-1 1,0 1 0,0-1-1,0 0-148,0 1 0,0 5 0,0 1 0,2-3-1,4-2 0,-5 1 1,5 1-1,-3 2 20,-3-2 1,0-2 0,0-1-1,0-1-151,0 1 0,1-7 0,3 1-124,2 2 1,0-5-462,-6 3 790,0-9 0,0-3 0,0-9 0</inkml:trace>
  <inkml:trace contextRef="#ctx0" brushRef="#br0">71 87 7991,'10'-7'-572,"-3"5"0,-1-8 607,-1 4 105,1 4-29,2-5-109,-6 7 101,14-8 25,-15 6-128,15-6 94,-14 1 1,6 5-1,-1-6-54,-4 8 73,12 0-45,-13 0 45,14-8-136,-15 6 97,15-6 8,-15 8-73,8 0 70,-2 0-14,-5 0 11,13 0-154,-12 0-1,12 0 148,-13 0-299,5 8 281,2-6-5,-8 6-27,7 0 0,-2-5 0,0 9 0,0-6-282,-6 6 166,0-1 1,0 1-1,0-1 83,0 3 0,0-5 0,-3 1 0,0 0 32,-3 0 1,-6-4-1,4 3-6,-1-1-20,-3 5 246,2-11-233,-5 6-5,13 0 24,-14-6 133,7 5-133,0-7-7,-7 0 93,14 0-85,-13 0 9,12 0-7,-12 0 14,13 0 0,-8 0-78,4 0 133,5 0-603,-7 0-123,8 0 0,0-2 630,0-3 0,8 3 0,2-6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15"/>
    </inkml:context>
    <inkml:brush xml:id="br0">
      <inkml:brushProperty name="width" value="0.08571" units="cm"/>
      <inkml:brushProperty name="height" value="0.08571" units="cm"/>
    </inkml:brush>
  </inkml:definitions>
  <inkml:trace contextRef="#ctx0" brushRef="#br0">0 1 7683,'0'10'437,"0"-3"1,2-7-430,4 0 1,2 2 0,5 2 0,-1 2-22,1-3 0,3 0 1,1-3-1,0 0 34,1 0 0,0 6 1,-1 0-24,0-3 1,0 1 0,1 0-1,0 2 1,-1-2-9,0-3 0,0 1 0,1 2-93,0 2 1,-1 0-1,0-6 58,1 0 1,-1 0 143,1 0-3,-1 0-21,0 0-75,-7 0 0,-2 2 5,-8 4 1,0-3 32,0 9 0,0-6-17,0 6 0,-6-1 0,-2 5 12,-1-5 1,3 2 0,-6-4 0,1 0 5,1 5 0,-6-1 1,7 1-1,-3-3 45,1 3 1,1-5 0,-3 3 0,1 0-9,-2-3 0,-2 7 1,-1-6-1,0 1-13,0 1 1,5-3 0,0 5 0,-1-5 124,-3 0 1,-1 4-271,0-2 1,1-1-435,5 2-186,-5-8-1284,14 3 1986,2-7 0,18-7 0,9-3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17"/>
    </inkml:context>
    <inkml:brush xml:id="br0">
      <inkml:brushProperty name="width" value="0.08571" units="cm"/>
      <inkml:brushProperty name="height" value="0.08571" units="cm"/>
    </inkml:brush>
  </inkml:definitions>
  <inkml:trace contextRef="#ctx0" brushRef="#br0">261 383 7807,'10'-17'-503,"0"5"478,-4 1 1,-3 1 0,7-3 182,-2 1 1,-2 6 31,-6-6 1,0 1 146,0-6 1,-3 7-283,-2 4 1,1 4 0,-8 2-98,-1 0 1,-3 0 0,-3 0 70,-4 0 1,-2 2-1,-5 2 1,8 2-89,2-2 1,3 5-1,-1 1 39,1 0 0,6 3 1,1-5-1,0-1-12,0 2 0,7 4-18,-3-2 1,3 5-22,3 1 1,0-5-2,0 0 0,3-9 67,3 3 0,3-4 18,9-2 1,-1 0-1,0 0-3,1 0 1,-1 0-1,1 0-6,-1 0 1,0 0-1,1 0-4,-1 0 1,1 0 0,-1 0-3,0 0 0,1 6 0,-1 0-18,1-2 0,-1 3 0,0-1 0,-1 0-51,-4 2 1,3-6-1,-5 5 31,-1 1 1,7 2-14,-5 7 0,-3 1 12,-2-1 0,-4 0 1,-2 1 20,0 0 0,-2-7 0,-4 0 24,-5 3 1,-3-5-1,1 1 1,1 0-19,-2 0 1,-1-4 0,-3 3 105,1-1 0,0 4 0,-1-7 0,1-1-44,-1-2 1,1-2 0,0 2 0,-1 2-44,1 1 0,-1 1 1,1-6-1,0 0 13,-1 0 0,1 0 0,-1 0 19,1 0 0,1-1 0,3-4-5,1 0 1,6-7 0,-3 5-16,1-3 0,2 4-25,6-5 0,0 5 105,0-6 0,0 0-63,0-5 0,6 5 0,2 3 9,1 1 0,-5-6-32,2 3 0,2 1 3,-2-2 0,6 7 0,-5-5 6,3 2 0,-4-3 1,3 3 43,-1-1 0,0 5 1,-5-4-13,3 0 1,2 6 0,-4-6-22,2 1 0,7 3-51,-1-8 1,-2 8 0,0-3-286,-3-1 0,1 6-31,-2-4 0,-5 2 1,7 1 335,0-3 0,-6-8 0,6 4 0</inkml:trace>
  <inkml:trace contextRef="#ctx0" brushRef="#br0">679 0 7770,'12'0'-75,"-1"0"0,1 0 0,5 0 248,1 0 0,-1 2 0,1 2-63,-1 2 1,0 2 0,1-5-85,0 3 1,-3 2 0,-2-4 0,-1 4-39,2 2 0,1-4 0,3 3 0,-3 0-30,-3 1 0,3 0 0,-3 3 1,1-1-6,-2 2 1,3 1-1,-6 1 1,0-3 30,-1-2 1,1 1 0,-4 6 0,2-1 13,-2 1 1,-3-1 0,-1 3 0,0 1 25,0 2 1,0 0 0,0-6 0,0 1-3,0-1 0,0 6 1,0 0-1,0-1-11,0-3 1,-5-1 0,-1-1 0,2 3-1,2 3 0,-4-4 0,1 4 0,-1-4 12,-2-1 1,4 0-1,-6-1 1,1-2 17,-1-3 1,4 4 0,-6-5-1,1 5 24,1 1 0,-5 0 0,3-1 1,-1-3 5,1-1 1,-3-3 0,3 5-15,-3-2 0,-2-2 0,1 3 0,2-4 33,2-1 0,7 0 1,-7-4-111,-1 2 1,-1 1 0,1-3 23,1 2 1,3 2 0,-5-4-288,2 1 0,6 1 0,-4-4-513,3 4 0,-1-4 796,2 4 0,-3-5 0,-9-1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14"/>
    </inkml:context>
    <inkml:brush xml:id="br0">
      <inkml:brushProperty name="width" value="0.08571" units="cm"/>
      <inkml:brushProperty name="height" value="0.08571" units="cm"/>
    </inkml:brush>
  </inkml:definitions>
  <inkml:trace contextRef="#ctx0" brushRef="#br0">18 18 8131,'0'11'122,"-1"-1"1,-4 0 18,0 0 1,-1 1-35,6 6 1,0 1-80,0-1 0,0 1 0,0-1 14,0 1 0,2-7 1,2 0-38,1 4 0,4-2 0,-6 1 1,5-5-57,2-1 1,-4-2 0,5-6 0,2 0 15,3 0 0,1 0 0,1 0-59,0 0 1,-1 0 0,0-2-33,0-4 0,1 2 74,0-7 1,-3 5-1,-2-6-1,-1-2 1,-8 4 0,3-1 27,2-2 0,-8 3 0,7-1 16,0-3 0,-4-2 0,5-1-1,-1-1 1,4 7 0,-5 0 97,3-4 0,-6 6 172,2-3 107,-5 9-303,-1-5-65,0 8 0,0 2 15,0 4 1,0 3 0,0 9-114,0-1 1,6 0 0,0 1 1,-2-1 1,0-1 0,0-2-1,2-3-119,-3 2 1,7 3-250,2 1 1,2-5 0,-1-3 464,-2 0 0,1-4 0,6-5 0</inkml:trace>
  <inkml:trace contextRef="#ctx0" brushRef="#br0">576 87 8051,'9'0'-1349,"1"-1"1449,-5-5 0,0 4 0,4-6 133,-1 0 1,6 6-39,-3-3 0,5-3 142,1 2-266,-7 0 1,5 6 70,-3 0 1,-5 8-171,-1 4 1,2 3-95,-2 2 1,0 1 99,-6-1 1,0 1-10,0-1 0,0-5-19,0-1-43,0-7 51,0 4 1,0-10-21,0-4 1,0-3 36,0-9 1,6 1 0,-1-1 0,1 3-1,0 1 7,0 3 1,7 1-1,-1-3 45,3 1 1,3 2 0,-1-4 28,0 3 0,1 7 36,-1-2 0,1 4-60,-1 2 0,0 0 1,-1 2 9,-4 4 1,-3-2 0,-5 7-45,2 3 1,2 2 0,-4 1-28,2 0 0,-1 1 0,-5-1-14,0 1 1,0-6-1,0-1-49,0 2 1,0 3-274,0 1 237,0-7 186,0-2 0,0-10-15,0-4 1,0-4-29,0-7 0,0 0 0,0-1-3,0 1 1,2-1 0,2 1-16,2-1 1,7 7 0,-1 0-1,3-4 0,3 6 1,-1 0 11,1 0 0,-1-2 1,0 5 50,1 2 1,-6 2-1,-1 2 9,2 0 1,3 0 12,1 0 1,1 0-1,-1 2-8,1 4 1,-1 4 0,-1 7-30,-5 1 1,3-6 0,-7-1-1,1 2-1,0 3 1,-1 1-1,-3 1 1,2-1-166,-2 1 1,-2-1 0,-2 0-72,0 1 1,0-1 0,-2-1 0,-2-3 191,-2-1 0,-7-1 0,3 7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28"/>
    </inkml:context>
    <inkml:brush xml:id="br0">
      <inkml:brushProperty name="width" value="0.08571" units="cm"/>
      <inkml:brushProperty name="height" value="0.08571" units="cm"/>
    </inkml:brush>
  </inkml:definitions>
  <inkml:trace contextRef="#ctx0" brushRef="#br0">88 175 7639,'0'17'84,"0"1"1,0-5-1,0 3 1,1 3 111,5 0-264,-3 1 122,4-3 0,-1 2-11,0 5 0,-1-5 0,-5 4 0,0-3-94,0-3 1,6 6-1,0 1 1,-2-3 16,-2-2 0,-2-2 1,0 1-267,0-1 0,0 1 0,-2-3-371,-4-3 671,5-5 0,-15-7 0,6-7 0,-7-3 0</inkml:trace>
  <inkml:trace contextRef="#ctx0" brushRef="#br0">1 262 7923,'1'-12'-146,"4"1"-99,0-3 1,9 5-1,-2-1 332,3 2 1,3 0-1,-1 4-39,0-2 0,0 1 0,3 5 0,1 0-48,2 0 0,0-2 0,-3-2 0,2-2 40,0 2 0,1 2-128,-5 2 122,0 0 0,-1 6 0,-1 2-9,-5 1 0,2-3 0,-4 4-98,0-2 1,-5 5 64,1-1 1,-2 4 0,-6-1 35,-2-3 0,1 1 0,-8-5 18,-1 2 0,-3-4 1,-1 3-29,0-1 1,-1-2-1,0-5 1,1 3-55,0 2 1,-6 0 0,-1-4-202,3 4 1,2-4 0,3 5-718,5 1 954,3-6 0,8 6 0,0-8 0</inkml:trace>
  <inkml:trace contextRef="#ctx0" brushRef="#br0">976 36 7923,'-2'-10'-233,"-4"4"1,4 2 339,-4-2 1,2 5 0,-2-5-92,-5 4 1,1 7 0,1 4 179,0 0-245,-4-5 137,4 11 22,-1-5-130,-6 7 51,7 1 0,-9 1 1,1 3-1,-1 2-25,1 3 0,2-3 1,1 3-1,2 0-12,-1 0 1,-1 0 0,1 4 0,3-4 25,3-1 0,-2 2 0,6-5 0,-3 1-3,2 1 1,2-5-1,2 2 1,0-2-22,0-3 1,0 1-1,0-1 1,2 0-70,4 1 1,-2-3 0,8-1-129,1-3 0,2-6 0,3 0 1,-1-1-187,1 2 0,-1-4 1,0 4 386,1-5 0,-1-16 0,1-4 0</inkml:trace>
  <inkml:trace contextRef="#ctx0" brushRef="#br0">1498 384 7860,'10'0'-659,"-3"-2"1,-5-2 863,4-2-32,-4-7 0,5 3-53,-7-7 0,0 5-8,0 1 0,-7 5-58,-5-6 0,-3 8 0,-2-2-23,-1 4 0,-6 2 0,2 0-1,0 0 0,3 0 0,1 0 6,1 0 0,0 6 1,0 2-50,-1 2 0,6-4 1,3 5-1,-1 1-31,0-3 1,6 7 0,-3-7 0,1 3-29,0 0 0,0-6 0,6 5 45,0 2 0,0-3 102,0 2-85,8-8 0,-4 3 0,7-4 8,3 2 1,-5-3 0,3 4 9,2-4 0,2-2 0,1 0-14,0 0 0,0-2 0,1-2-8,0-2 1,-7-2-1,1 4 1,-1-3 2,-1-3 1,3 4 0,-5-4 7,2 3 0,-7-7-6,3 3 1,2 1 19,-2-2 1,0 6 133,-6-5-122,7 7-7,-4-11-15,4 13 58,-7-6 0,0 10-31,0 4 0,0-2 0,0 7 0,0 3 1,0-5-1,0 3 12,0 2 1,0 1 0,0 3-43,0-1 1,0-6 0,0 1-5,0 2 1,0 1 0,0 3 6,0-1 1,0-6 0,0 1 8,0 2 0,0 1-5,0 3 0,0-7-131,0 1 1,0-7-431,0 7 101,0-8 1,0 2 454,0-12 0,-7-4 0,-3-7 0</inkml:trace>
  <inkml:trace contextRef="#ctx0" brushRef="#br0">1829 88 7860,'11'0'-893,"1"0"670,1 0 275,2 0 1,3 0-43,-8 0 1,5 0 0,-3 0-1,2 2 29,-3 4 0,8-3 0,-5 7 0,-1 0-4,3 0 1,-1-4 0,3 5-1,-1 0-10,1-1 1,-7 6 0,1-5 0,1 5-6,3 1 1,-1 1 0,-1-1 0,-2 0-17,1 1 0,-3 1 0,0 2 0,-1 2-14,0-1 0,-4-3 0,0 0 0,-1 3-3,2 1 0,-4 0 0,3-5 0,-2-1 56,-3 0 0,0 7 0,0-1 86,0-2-119,-8-2 1,4-1 0,-5 0 0,-1-1 11,0 0 0,-2 0 0,-5-1 0,0-2-120,-1-3 0,1 1 1,-1 5 97,1 0 0,-8 1 0,-2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28"/>
    </inkml:context>
    <inkml:brush xml:id="br0">
      <inkml:brushProperty name="width" value="0.08571" units="cm"/>
      <inkml:brushProperty name="height" value="0.08571" units="cm"/>
    </inkml:brush>
  </inkml:definitions>
  <inkml:trace contextRef="#ctx0" brushRef="#br0">0 36 6959,'10'-10'371,"-2"2"-210,-8 8-138,8 0 214,-6 0-227,13 0 0,-5 0-51,7 0 0,1 0 0,-3-2 26,-3-3 0,3 3 0,-3-4-91,3 4 109,3 2 9,-9 0-231,-1 0-2,0 0 208,-6 0 4,13 0-163,-13 0-5,6 0 129,-8 0-51,0 0 0,6 2 0,0 4 0,-3 5 99,-1 5 0,-10-7 0,-1-1 0</inkml:trace>
  <inkml:trace contextRef="#ctx0" brushRef="#br0">35 227 6887,'12'0'283,"0"0"-216,-9 0-16,13 0 0,-12 0-42,7 0 0,-5 0 0,5 0 50,3 0 0,2 0 27,1 0 0,1 0-629,-1 0 237,-7 0 151,5 0-165,-5 0 156,-1 0 164,7 0 0,1 0 0,10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4"/>
    </inkml:context>
    <inkml:brush xml:id="br0">
      <inkml:brushProperty name="width" value="0.08571" units="cm"/>
      <inkml:brushProperty name="height" value="0.08571" units="cm"/>
    </inkml:brush>
  </inkml:definitions>
  <inkml:trace contextRef="#ctx0" brushRef="#br0">192 53 7698,'-16'1'-312,"3"4"0,2 0 1,-1 1 356,2 1 1,-4-3-1,7 6 1,-3 0-22,-3-1 0,3 1 1,0 4-1,0-2 16,1 1 0,3 2 0,-3 2 1,0 1-12,6 0 0,-1 1 1,0 2-1,-2 2-3,2-2 0,2-1 0,2-3 0,0 1-29,0-1 1,0 1 0,0-1 0,0 0 14,0 1 1,2-1 0,2 1-22,2-1 0,8 0-91,-3 1 0,5-1-193,1 1 0,-5-6-380,-1-1 673,1-7 0,5 3 0,1-7 0</inkml:trace>
  <inkml:trace contextRef="#ctx0" brushRef="#br0">418 296 7294,'6'12'75,"0"0"1,0-7 0,-6 7-58,0 1 1,1 1 0,3-1 0,2-1-37,-2 2 0,-2-5 0,-2 3-162,0 1 74,0-5 1,0 8-43,0-5 0,0 5-562,0 1 710,0-7 0,-7-3 0,-3-7 0</inkml:trace>
  <inkml:trace contextRef="#ctx0" brushRef="#br0">731 331 7518,'9'2'-62,"-9"3"0,0 0 1,-9 4 132,2-1 1,5 6 0,-4-3-7,4 5 1,2-5-1,0 1-102,0 1 1,0 3 43,0 1 1,8-2 2,4-3 1,3-2 0,3-6-1,-1 2-94,0-2 0,0-4 0,1-4 73,0-2 0,-1-6 0,0 4 0,0 1 0,1-1 1,-3-6 0,-1 3 90,-2-5 1,-2-1 0,1 0 0,-5-1 62,-5 1 0,-1 5 1,0 1-88,0-3 0,-1-1-42,-5-3 1,-4 3-1,-7 3-19,0 6 0,-3 4 1,-1 2-1,-2 0-37,1 0 1,3 0 0,1 2 0,1 2-331,0 2 0,-6 5 0,2-2 1,3-2 371,4 1 0,10 5 0,-11-3 0,6 7 0</inkml:trace>
  <inkml:trace contextRef="#ctx0" brushRef="#br0">1132 0 6522,'17'0'-8,"0"0"1,1 0 0,0 0 100,-1 0 0,0 0 0,0 2 0,1 2-32,0 2 0,-7 2 1,1-5-1,-1 5 43,-1 2 1,6-4-99,-5 6 0,2-1 1,1 6-1,-2 0 37,1 1 1,-3 0 0,0-1 0,0 0-104,-1 0 0,-3 3 1,3 2-1,-1 1 47,-4-2 0,-2-2 1,0 0-1,2 3 21,2 1 1,-1 0 0,-5-3 0,0 1 32,0 2 0,0 0 0,0-3 0,0 1 4,0 2 0,0 0 1,-1-5-1,-3 1 16,-2 4 1,-6-3 0,4 1 0,-1-5-66,-5-5 0,-1 1 0,-3 3 0,1-2-45,0-1 0,-1-8 0,1 4 0,-1-2 67,1 0 0,0-1-18,-1-5 0,0 0 0,1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3"/>
    </inkml:context>
    <inkml:brush xml:id="br0">
      <inkml:brushProperty name="width" value="0.08571" units="cm"/>
      <inkml:brushProperty name="height" value="0.08571" units="cm"/>
    </inkml:brush>
  </inkml:definitions>
  <inkml:trace contextRef="#ctx0" brushRef="#br0">0 105 7437,'10'12'-46,"-4"0"1,-5 1 69,-1 3 1,6 1-1,0 0-29,-2 1 0,-2 0 1,-2-1-1,0 0-31,0 0 1,0 1-1,0 0-90,0-1 1,0-6-67,0 1 1,0-6-20,0 5 0,0-5 29,0 6 0,-2-9 182,-4 3 0,5-3 0,-15-12 0,6 0 0</inkml:trace>
  <inkml:trace contextRef="#ctx0" brushRef="#br0">0 175 7879,'0'-17'-350,"0"0"162,0-1 0,0 6 0,0 0 1,2 1 203,4 1 1,-3-3 0,7 5 0,0 0 0,0-2 28,3 1 0,4 3 0,5-3 45,1 1 1,2 2-109,-2 6 1,-3 0-1,3 0 1,-3 0-1,-3 0 1,0 0 0,0 0 0,1 0-14,0 0 1,-7 0 0,1 0 15,1 0 0,2 8 6,3 4 0,-8 3 0,-5 3 8,-2-1 0,-3-6 0,0 1 21,0 2 0,-3-1 1,-2 1 2,-7-3 0,-4-5 0,-1 4 1,0-1-1,0-1-5,-1-1 1,0 5 0,0-6 0,-4-2-4,-1-2 0,-1 4 1,7 0-1,0-3-206,0 0 1,-1-2-507,0 5 697,9-4 0,1 6 0,8-8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2"/>
    </inkml:context>
    <inkml:brush xml:id="br0">
      <inkml:brushProperty name="width" value="0.08571" units="cm"/>
      <inkml:brushProperty name="height" value="0.08571" units="cm"/>
    </inkml:brush>
  </inkml:definitions>
  <inkml:trace contextRef="#ctx0" brushRef="#br0">0 140 7508,'17'0'-87,"1"0"103,0 0 0,-1 0 0,0 0 0,0 0-2,1 0 1,0 0 0,1 0 0,2 0-34,2 0 1,1 0 0,-7 0-1,0 0 25,0 0 0,1 0 0,0 0-1,-1 0 1,0 0-124,1 0 0,-1 0-413,1 0-250,-9 0 781,-1 0 0,-8 7 0,0 3 0</inkml:trace>
  <inkml:trace contextRef="#ctx0" brushRef="#br0">296 0 7092,'-9'0'139,"0"0"1,9 2-61,0 4 0,0 3 1,0 9-21,0 0 0,0-1 1,0 0-26,0 0 0,0 1 1,3 0-18,3-1 1,-5 0-1,5 0 16,-4 1 0,-2 0 0,0-1-134,0 0 1,0-5-1,0-1-242,0 3 0,0-4-500,0 2 843,0-9 0,8 5 0,2-8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40"/>
    </inkml:context>
    <inkml:brush xml:id="br0">
      <inkml:brushProperty name="width" value="0.08571" units="cm"/>
      <inkml:brushProperty name="height" value="0.08571" units="cm"/>
    </inkml:brush>
  </inkml:definitions>
  <inkml:trace contextRef="#ctx0" brushRef="#br0">0 1 7685,'12'2'-383,"-1"2"0,3 1 403,2-1 0,-5 4 0,1-2 0,-1 0 73,-1 2 0,6-4 0,-5 7 92,5 2-103,1-4 0,0 6 0,-7-6 21,6 9-21,-7 0-204,1-1-21,5 0 208,-5 0-1,0 1-114,5 0 90,-13-1-17,14 0 0,-15 6 1,5 1-1,-4-3 6,-2-2 1,0 4 0,0 1 0,0-3 3,0-2 1,0 4-1,-2 3 1,-2-1-19,-2 0 1,-7-2 0,2-5-1,-3 1-59,2 4 1,-3-4 0,3 4 0,-4-5 0,-1-6 0,0 3 1,0-3-1,-1 1-936,0-1 979,1 3 0,0-5 0,0 7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8"/>
    </inkml:context>
    <inkml:brush xml:id="br0">
      <inkml:brushProperty name="width" value="0.08571" units="cm"/>
      <inkml:brushProperty name="height" value="0.08571" units="cm"/>
    </inkml:brush>
  </inkml:definitions>
  <inkml:trace contextRef="#ctx0" brushRef="#br0">366 0 7859,'-17'0'-956,"0"0"865,7 0-37,-6 0 221,7 0-18,-9 8 0,1-6 274,7 14-256,-5-7 0,-3 1 38,-1 5-208,-6-5-1,7 7 161,1 0-188,0 1 157,-1 7 35,1-5-18,-1 5-191,8 0 168,-5-6 8,6 6-56,-1 1 59,2-7-31,0 14 13,7-14-77,-7 6 79,8 0-28,0-5-13,0 5 0,0-2 0,0 1 0,0-3-13,0-2 1,0-2 0,2-1-1,1-2-30,3-3 1,2-5-1,-2 4-99,6-3 0,-3 4 0,3-5 0,1-2 36,3-2 1,1-2 0,1 0 105,-1 0 0,-7 0 0,-3 0 0</inkml:trace>
  <inkml:trace contextRef="#ctx0" brushRef="#br0">471 279 6608,'0'-10'823,"0"4"-610,0 12 1,0-2-86,0 7 0,0 1 0,0 6-114,0-1 0,0 0 0,0 1-67,0-1 0,0 1 0,0-1 0,0 0 44,0 1 0,0-7 0,0 1-205,0 2 1,0 1 0,0 3-41,0-1 1,2-7 0,2-3-21,2 1 274,-1-6 0,3 6 0,2-8 0</inkml:trace>
  <inkml:trace contextRef="#ctx0" brushRef="#br0">784 296 6984,'10'0'490,"0"0"-528,-5 0 157,-3 0 0,4 2-5,-12 4 1,4-2-63,-3 8 0,2-1 1,3 6-44,0 1 0,0-1 0,0 1 5,0-1 0,0 0 1,0 1-97,0-1 1,0 1 0,0-1-3,0 1 1,0-7 0,0 0 50,0 3 4,0 2-243,0-7-1,0 7 1,0-12-297,0 7 569,0-7 0,-7 4 0,-3-8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8"/>
    </inkml:context>
    <inkml:brush xml:id="br0">
      <inkml:brushProperty name="width" value="0.08571" units="cm"/>
      <inkml:brushProperty name="height" value="0.08571" units="cm"/>
    </inkml:brush>
  </inkml:definitions>
  <inkml:trace contextRef="#ctx0" brushRef="#br0">71 71 6866,'10'0'321,"-3"7"0,-7 3-335,0 7 59,0 1 1,0 0-48,0-1 0,0 0 1,0 0-1,0 1-10,0 0 0,0-1 0,0 0-128,0 0 89,0-7 0,6 6 1,-1-5-62,0 5 0,-4-5-653,-1 1 765,0-8 0,-7 3 0,5-14 0,-6-3 0</inkml:trace>
  <inkml:trace contextRef="#ctx0" brushRef="#br0">1 105 7859,'2'-15'0,"2"2"-74,1 1 1,4 6-76,-4-5 0,5 1 0,8-4 1,-1 5 171,0 1 1,0 2 0,1 6 0,0 0-20,-1 0 0,0 0 0,0 0 0,1 0 11,0 0 0,5 0 0,0 0 0,-2 0 18,-1 0 0,-3 0 1,0 0 0,0 0 1,-1 2 0,-2 2-96,-3 1 1,-1 10 59,2-4 0,-3 5-5,-3 1 0,-4 0-10,4 0 0,-10-5 1,-4-2 36,-2-2 0,1-1 1,-5-3-1,3 2 22,-3-2 0,-2-2 0,-1-2 1,0 0-36,0 0 1,-1 1 0,0 4 0,1 0-91,0 0 1,0-4 0,-1-1-106,0 0-706,1 0 893,7 0 0,3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7"/>
    </inkml:context>
    <inkml:brush xml:id="br0">
      <inkml:brushProperty name="width" value="0.08571" units="cm"/>
      <inkml:brushProperty name="height" value="0.08571" units="cm"/>
    </inkml:brush>
  </inkml:definitions>
  <inkml:trace contextRef="#ctx0" brushRef="#br0">1 155 7335,'11'0'89,"1"0"-51,2 0 0,-4-6 1,1 0-1,2 3-32,3 0 0,1 3 7,1 0 1,-1 0 0,2 0-1,3 0-18,1 0 0,1 0 0,-7 0 0,2 0-33,4 0 0,-4-1 1,5-3-1,-5-2-11,-2 2 1,1 2 0,0 2-48,-1 0 0,-6 0 0,1 0-366,2 0-93,-7 0 372,1 0 183,-8-7 0,0 4 0,0-4 0</inkml:trace>
  <inkml:trace contextRef="#ctx0" brushRef="#br0">262 16 7750,'2'-10'-246,"4"4"0,-4 6 291,4 6 1,-5-2 0,-1 8 59,0 1 1,0 2 0,0 3-34,0 0 1,0 5-1,0 0-119,0-2 1,0-1 0,0-3 0,3 0 46,2 0 1,-3 1-1,4 0-53,-4-1 1,-2 0 0,2-1-152,4-5 1,-5 5-604,5-5 807,-3-3 0,4 0 0,3-8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20"/>
    </inkml:context>
    <inkml:brush xml:id="br0">
      <inkml:brushProperty name="width" value="0.08571" units="cm"/>
      <inkml:brushProperty name="height" value="0.08571" units="cm"/>
    </inkml:brush>
  </inkml:definitions>
  <inkml:trace contextRef="#ctx0" brushRef="#br0">36 557 6945,'-10'-2'-460,"5"-3"1,1 3 564,-2-4 1,4 2 96,-4-2 108,4 4 26,2-5-141,0 7 1,0-2 226,0-4-114,0 4-214,0-6 1,6 6-1,2-1-37,1-3 1,3 0 0,6 6-158,-1 0 0,0 0 0,0 0 123,1 0 0,0 0 0,-1 0 0,0 0 9,0 0 1,1-6 0,1 0-1,3 2-9,1 2 0,0 2 1,-5 0-1,-1 0-37,0 0 1,-5 0 0,-1 0-201,3 0 1,2 0 7,1 0-518,0 0 426,-7 0 1,-4 0-482,-12 0 779,-4 0 0,-15-7 0,-2-3 0</inkml:trace>
  <inkml:trace contextRef="#ctx0" brushRef="#br0">123 348 7809,'-10'0'-545,"5"0"480,10 0 1,-3 2 0,6 2 206,0 2 0,-4 2 68,7-2-137,-7-4 1,4 13 0,-7-5 1,5-1 0,-3 7 1,2-5-52,-3 5 0,-2 1 1,0 3-9,0 3 1,0 2-1,0 4-105,0-6 134,0-3-26,0 5-254,8-6 238,-6 6-132,5-7 1,-7-1-295,0 0 306,0 1 0,3-3 0,0-1-606,3-3 723,8-6 0,-4 2 0,7-7 0</inkml:trace>
  <inkml:trace contextRef="#ctx0" brushRef="#br0">802 261 8001,'0'-11'-305,"0"-1"383,0 8 129,0-3 1,2 1-598,4 0 409,-5 0 92,7 6-182,-8 8 173,0-6-77,0 13 0,6-5 0,0 7-8,-3 1 1,0-1-1,-3 1 1,2-1-25,3 0 0,-3 1 0,4 1 0,-4 3-70,-2 1 0,0 0 0,0-6-108,0 1 1,0-1 0,0 1-347,0-1 191,0-7 340,0-3 0,-8-14 0,-1-3 0</inkml:trace>
  <inkml:trace contextRef="#ctx0" brushRef="#br0">732 244 7819,'8'-15'-1184,"3"3"957,5-4-1,-6 15 228,5-15 0,-5 14 0,7-6 89,1 8 1,-1-1 101,0-5 0,1 3 0,-1-2-15,1 3-156,-1 2 1,0 0 0,1 0 0,-1 0-28,1 0 1,-3 2 0,-1 2 0,-3 2 44,3-2 0,1-1-21,3 3 0,-3-2 0,-1 6-16,-3-3 1,-7 7 0,2-2 51,-4 3-39,-2-5-21,0 5 2,-8-5 22,-1 7 6,-1 1-18,-6-9 0,7 5 1,-9-7-25,1 3 1,-1-6 0,1 2-1,0-4-24,-1-2 0,1 5 1,-1 1-179,1-2 1,0-2-401,-1-2 238,9 0 383,1 0 0,16-7 0,1-3 0</inkml:trace>
  <inkml:trace contextRef="#ctx0" brushRef="#br0">1725 0 7057,'-18'0'29,"0"2"0,1 2 0,0 4-48,0 1 102,-1-5-15,0 12 0,1-6 24,0 7-13,7 0-26,-6 0 1,7 1-6,-9 0 0,1 1 0,1 2 0,3 2 10,2-2 1,7 5-1,-4-1 1,2 0-7,0 0 1,0 0 0,6-4-1,0 3 110,0-3-100,0-2-54,0-1 53,0-1-65,8 1 1,-4 3 0,8-2 35,1-3 1,-3-3-216,1 5-39,1-9 254,5 7-17,1-14-373,0 13 220,-1-13 1,0 6-182,0-8 0,1 0 0,0 0 132,-1 0 0,-6 0 0,-1-2 187,-3-4 0,-1-3 0,-6-9 0,0 1 0</inkml:trace>
  <inkml:trace contextRef="#ctx0" brushRef="#br0">1812 227 7122,'5'11'183,"1"1"0,6-6 0,-7 5 0,1 1-23,2-3 0,-6 7-147,4-4 0,-5 3 0,-1 2 1,0 1 15,0-1 0,0 1 0,0-1 0,0 0-299,0 1 1,0-7-1,0 1-214,0 2 1,0-4-287,0 1 770,0-7 0,9 4 0,0-8 0</inkml:trace>
  <inkml:trace contextRef="#ctx0" brushRef="#br0">2281 209 8001,'0'10'-2253,"0"5"2253,0-13 304,-7 6 1,4-6-234,-2 3 0,1-2 0,0 4 50,-1 1 0,-4-6-42,4 4 0,1-4 0,-8 0 72,-1 4-95,5-5-51,-7 7 0,11-8 89,-8 0-278,8 0 257,-11 0-70,13 0 1,-8-6-1,6-1 27,-2-3-133,0 6 113,6-11 0,0 11-66,0-8 67,9 8-9,-8-11 0,9 13 9,-4-4 0,-2-2 0,8 2-1,1 3 1,2 1-1,2 2 34,1 0 1,0 0 0,-1 0-21,0 0 1,-5 0 0,-1 0-16,3 0 0,2 5 0,1 1 0,-1 0 21,-5 2 1,5-4 0,-5 8-16,5 1 0,-5-3 0,-1 1-16,-2 3 0,-3 1 1,-5 3-30,0-1 0,0 0 0,0 1 5,0-1 1,-5 1-1,-3-1 1,0 0 8,1 1 0,-7-7 1,2 1-1,-3 2-36,-3 1 23,1-5 12,0 5 96,7-13-78,-6 14 1,7-14-1,-7 5 46,4 1-22,-3-6 0,12 6 1,-9-6 8,-2 3 0,-2-3 1,-1 4-25,0-4 1,6-2-10,-1 0 0,8-2 0,-4-1 0,2-6-20,0 0 1,0 3 0,6-6-21,0-1 0,6-2 0,2-3 24,2 1 0,-6 5 0,4 0 3,-1-1 0,1 3 51,4-1 0,3 7 12,-3-2 1,-3 4-4,3 2 1,-6 0 0,6 0-18,1 0 1,-3 0 0,1 0 63,3 0 1,-5 2 0,3 4-30,2 5 1,-1-1 0,1 0 0,-3 0-109,3-1 0,-5-3 0,1 6 1,0-1 63,0-1 0,1 3 0,5-5 10,-5 1-90,-3-4-385,0 2-913,-7-7 1356,7 8 0,-8-6 0,-8-2 0,-1-10 0</inkml:trace>
  <inkml:trace contextRef="#ctx0" brushRef="#br0">2542 70 7434,'12'0'-1202,"-1"0"1757,3 0-686,-6 0 0,7 0 217,-13 0-34,14 0-8,-14 0 0,13 0 0,-3 0 0,3 0 58,3 0 1,-3 2 0,0 2 0,1 2-24,4-2 0,3 3 0,-2 1 0,4 0 1,2-1 0,-6 7 0,3-3 0,-5 3-34,-2-2 1,1 3-1,-1-3 1,1 3-150,-1 3 0,-6-1 0,-1 0 0,0 1 98,0-1 1,-7 3 0,3 1 0,-3 2 13,-3-2 0,0 5 1,0-2-1,0 2 68,0-1-69,0-2 2,-9 2 1,2-4-8,-5 9 0,-3-9 0,5 2 0,-2-1 1,1 0 0,-1-2 0,-5 3 0,-1-4-1,1-1 0,0-6 0,-1-1 0,1 1-91,-1-2 1,-1 3 0,-2-5-1,-2-1-103,2 1 0,1 4 1,3-6-1,-3-1 56,-3 3 135,-4-6 0,-8-2 0,0-10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30"/>
    </inkml:context>
    <inkml:brush xml:id="br0">
      <inkml:brushProperty name="width" value="0.08571" units="cm"/>
      <inkml:brushProperty name="height" value="0.08571" units="cm"/>
    </inkml:brush>
  </inkml:definitions>
  <inkml:trace contextRef="#ctx0" brushRef="#br0">1 1 6744,'0'10'304,"2"-3"-169,4-7 1,-3 0 23,9 0 1,-6 0-64,6 0 0,-6 0 1,5 0-38,2 0 0,-3 0 0,1 0-31,4 0 1,0 0 0,2 0-122,1 0 1,-5 0 49,5 0 66,-12 0-467,17 0 166,-14 0 234,9 0 34,-8 0-265,-3 0-391,1 8 495,-6-6 0,5 8 171,-7-4 0,8-5 0,2 8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30"/>
    </inkml:context>
    <inkml:brush xml:id="br0">
      <inkml:brushProperty name="width" value="0.08571" units="cm"/>
      <inkml:brushProperty name="height" value="0.08571" units="cm"/>
    </inkml:brush>
  </inkml:definitions>
  <inkml:trace contextRef="#ctx0" brushRef="#br0">0 0 7776,'12'0'485,"-1"0"-718,3 0 8,2 0 167,-7 0 0,6 0-63,-3 0 180,4 8-99,1-6 0,1 5-224,-1-7 151,0 0 1,1 0 0,-3 3 112,-3 3 0,11-5 0,-4 7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31"/>
    </inkml:context>
    <inkml:brush xml:id="br0">
      <inkml:brushProperty name="width" value="0.08571" units="cm"/>
      <inkml:brushProperty name="height" value="0.08571" units="cm"/>
    </inkml:brush>
  </inkml:definitions>
  <inkml:trace contextRef="#ctx0" brushRef="#br0">1 1 7486,'10'0'172,"-3"0"-68,-7 0 55,0 0 0,6 2 34,-1 4-141,1-4 1,-6 8 0,0-5 26,0 7 0,0 3 0,0 3-27,0-1 1,0 0-81,0 1-21,8-1 0,-6 1 1,4-1 21,-4 0 62,-2-7 3,0-2-13,8 0-16,-7-7 11,7 8-18,0-2 10,-6-5-11,13 6 94,-5-8-77,0 0-1,5 0 8,-5 0-57,8 0 52,-1 0 8,0 0-33,0 0 25,1-8 9,0 6-13,-1-5-11,0-2 1,0 8-1,1-5-118,0 4 112,-1-6 0,-6 6 1,1-3-91,2 2 0,1 3-441,3 0 1,-1 0-692,0 0 1223,-7 0 0,-3 0 0,2-7 0,0-3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31"/>
    </inkml:context>
    <inkml:brush xml:id="br0">
      <inkml:brushProperty name="width" value="0.08571" units="cm"/>
      <inkml:brushProperty name="height" value="0.08571" units="cm"/>
    </inkml:brush>
  </inkml:definitions>
  <inkml:trace contextRef="#ctx0" brushRef="#br0">18 35 7738,'-9'-8'-392,"1"4"565,8-8 353,0 9-322,0-5 1,0 10 0,0 4-103,0 6 1,0 3 0,0 3-1,2-3-50,4-3 1,-4 3 0,3-3-99,-3 3-131,-2 3 269,0-9-9,8 6-19,-6-5-19,6 0 31,-8 6-564,0-7-115,0 0 247,7 0 170,-5-2-266,6-5 0,-8 8 452,0-5 0,0-2 0,0 4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45"/>
    </inkml:context>
    <inkml:brush xml:id="br0">
      <inkml:brushProperty name="width" value="0.08571" units="cm"/>
      <inkml:brushProperty name="height" value="0.08571" units="cm"/>
    </inkml:brush>
  </inkml:definitions>
  <inkml:trace contextRef="#ctx0" brushRef="#br0">53 36 5737,'0'9'0,"0"1"0,-2-6 0,-4 2 0,4 0 0,-13-6 0,5 0 0</inkml:trace>
  <inkml:trace contextRef="#ctx0" brushRef="#br0">1 71 7975,'0'10'-2038,"0"-1"1927,0-3 68,0-4 37,0 5 7,0-7 431,0 0-359,0-7 2,0 5 135,0-6 19,0 8 302,0 0-564,0-7 91,0 4 6,7-4 1,-3 7 4,8 0 1,-7-6-1,7 0 10,2 2 1,2-3 0,1 1 14,0 2 1,0 2 0,1 2-63,0 0 1,-1 0-1,0 0 1,3 0-195,3 0 33,-4 0 158,14 0-5,-14 0-26,14 0 61,-6 0-54,8 0 12,0 0 0,-8-8 1,6 6 0,-4-3-1,2 2 25,-2 3 1,3-1 0,-2-4-1,3 0 0,1 1 0,-5 2 1,1 2-1,-2 0 9,-1 0 1,5 0-1,-8 0 1,2 0-40,-1 0 1,0 0-1,-2 0-168,6 0 1,-10 0 0,-1 0-200,-3 0 320,-7 0 23,8 0-58,-14 0-364,5 0 1,-7 2-521,0 4 954,0-4 0,0 5 0,0-7 0</inkml:trace>
  <inkml:trace contextRef="#ctx0" brushRef="#br0">488 315 7898,'0'-10'-1280,"0"0"1356,0 4-45,0 5 218,0-8-203,0 9 33,0 0 0,2-6 0,4 1-4,5 1 0,5 2 0,1 2-30,0 0 1,1 0-1,0 0 1,-1 0-49,0 0 0,1 0-33,-1 0 1,-5 0 0,0 2 21,1 4 0,-5 3 0,-2 9-192,-5 0 0,-1-7 1,0 1 160,0 1 0,-7 1 0,-5-1 0,-3-3 50,-3-2 0,0 3 0,1-3 6,0 2 1,0-6 0,-1 2 0,0-5 1,7-1 92,0 0-98,6 0 1,0 0-7,10 0 4,5 0-1,7 0 2,1 0-1,0 0 17,-9 0 0,6 0 0,-3 0 96,4 0-108,1 0 79,1 0-75,-1 0 6,-7 0-6,5 0 57,-13 0-51,14 8 13,-15-6 19,15 5-16,-14 2-16,6-8 21,-8 15-10,0-15 0,7 15-2,-5-6 9,6 0 0,-8 5 25,0-3-36,-8 3 2,6-6 2,-13 7-6,13-14 0,-14 12 1,5-7 125,-5 3-100,-1-6-20,0 3 0,-1-7 2,0 0-2,1 0 26,0 0-192,-8 0 172,13 0-7,-19 0-220,19 0-1,-12 0 203,6 0 1,0 0-257,1 0 244,0 0-29,0 0-276,7 0 111,-6 0 19,15 0-453,-8 0 628,9 0 0,16-7 0,4-3 0</inkml:trace>
  <inkml:trace contextRef="#ctx0" brushRef="#br0">1271 297 7898,'-7'-9'-217,"3"0"111,-8 9 1,6 0 0,-5 0 0,-3 0 158,-1 0 0,-3 0 0,3 3 0,1 0 18,3 3 1,1 2 0,-3-4-13,1 2 1,0 7 0,-5-3 0,1 1-11,5 1 0,-5-2 1,7 3-1,-3-1-84,0 1 1,9 3 0,-5 1-1,2 0 42,0 1 1,0 0-1,6-1 28,0 0-10,0 0 98,0 1-92,0 0-17,0-9 0,0 6 17,0-3-12,8 3 0,-4 3-20,7 0-138,1-9 175,-2 6-254,5-5 227,-5 7-2,8-7 0,-1 4-67,0-8 1,1 0 0,-1-6 0,1 0-6,-1 0 1,0 0 0,1 0-10,-1 0 45,1 0-21,-1-8-49,0 6 111,1-14 0,-1 12-66,1-7 130,-1 7-121,-7-11-2,5 5 42,-5-7 1,-1-1-30,-3 0 154,4 9-144,-8-6 14,6 12 4,-8-12 159,0 13 0,0-14-146,-8 15-4,6-7 1,-14 2 0,5 0 0,-5 3 260,-1 0-242,0 3 31,-1 0-25,1 0-106,-8 0 109,-2 9 18,0 0-222,-6 0 0,13 7-29,-3-4 194,-4-4 17,8 7-54,-6-6 45,7 9 0,1 0 0,-1-1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0"/>
    </inkml:context>
    <inkml:brush xml:id="br0">
      <inkml:brushProperty name="width" value="0.08571" units="cm"/>
      <inkml:brushProperty name="height" value="0.08571" units="cm"/>
    </inkml:brush>
  </inkml:definitions>
  <inkml:trace contextRef="#ctx0" brushRef="#br0">104 53 7868,'-11'-3'-1797,"0"-2"2279,6 3-317,-2-14 0,7 12 0,2-5-133,3 1 1,0 2-1,6 6 34,3 0 0,1 0-33,3 0 21,-1 0-7,-7 0-68,5 0 48,-5 0 0,1 0-89,1 0 93,0 0 17,-3 0-26,6 0 13,-5 8-14,0-6-117,6 6 114,-15 0 2,7-7 1,-8 7-135,0 0 1,0 2 100,0 7 1,-2 0 0,-4-1 0,-5-3-157,-5-1 139,-1-8 16,7 11-28,-5-13 0,5 12-9,-7-8 25,7-1 109,-5-5-106,5 8 1,0-6 96,-5 6-82,13-8-28,-6 0 6,8 0-14,0 0 0,8-2 38,3-4 1,5 4 30,1-4-35,1 4 39,-1 2 1,-5 0 38,0 0-73,-1 0 5,6 0 61,-7 0-54,6 0-2,-15 0 13,15 0-10,-6 0 23,-1 0-20,-1 8 6,-1-6 1,-2 11 8,6-7-36,-7 8 4,4-4 1,-8 7-4,0 0 19,0 1-10,0-8 92,-8 5-86,-2-5 0,-7 2 8,0-1-6,-1-7-2,1 11 2,-1-13 260,1 6-245,7-8-5,-5 0 0,5 5 175,-7 1-162,-8 0 19,5-6-121,-5 0 113,7 0-4,1 0 9,7 0-338,-5 0 152,6 0 5,-1 0-273,-6 0 189,15 0-22,-8 0 101,2 0-281,5-7 420,-6 5 0,16-6 0,1 8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1"/>
    </inkml:context>
    <inkml:brush xml:id="br0">
      <inkml:brushProperty name="width" value="0.08571" units="cm"/>
      <inkml:brushProperty name="height" value="0.08571" units="cm"/>
    </inkml:brush>
  </inkml:definitions>
  <inkml:trace contextRef="#ctx0" brushRef="#br0">0 53 7085,'10'0'-69,"6"0"0,-13 0 0,9 0 56,1 0 0,-3 0 1,2 0-1,1 0 57,2 0 0,9 0 1,-1 0-1,0 0 73,3 0 88,1-8-146,0 7 0,6-7-27,-6 8 31,7 0 13,-7 0-32,6 0 23,-13 0-199,13 0 190,-6 0-3,7 0 27,-7 0-24,6 0 9,-6 0-8,8-8-195,-8 6 183,6-6-10,-14 8 106,14 0-101,-13 0-3,13 0-16,-14 0 60,6 0 0,-2-6-15,0 1-16,1-1-45,-7 6 1,1 0 66,-1 0-189,0 0 60,1 0 0,-1 0 120,1 0-289,-9 0 2,7 0-442,-14 0 291,5 0 166,-7 0 207,8 0 0,-6 0 0,6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2"/>
    </inkml:context>
    <inkml:brush xml:id="br0">
      <inkml:brushProperty name="width" value="0.08571" units="cm"/>
      <inkml:brushProperty name="height" value="0.08571" units="cm"/>
    </inkml:brush>
  </inkml:definitions>
  <inkml:trace contextRef="#ctx0" brushRef="#br0">1 70 6848,'9'0'-206,"-1"0"498,-8 0 169,0 0-445,0-7 1,2 5-1,2-6 1,4 3 14,2-1 0,1-3 0,6 6 7,1-3 1,5 0-1,0 6 1,-1 0 3,-3 0 1,-2 0 0,1 0 0,-1 0-51,0 0 1,-5 0 0,-1 0-109,3 0 1,-6 8 58,-2 4 1,-4-2 0,-2 1 31,0 2 0,-8 3 0,-4-1-3,-3-3 1,-3 2 0,1-7 35,0 3 1,-1-6-8,1 2 1,7-3-5,4 3 1,4-4 0,4 6 0,4-8 13,6 0 1,3-2-1,3-2 53,-1-2 1,0 1-19,1 5 1,-1 1-48,1 5 0,-3-2 6,-3 7 1,1-5 1,-7 6 0,0 0-15,-6 5 1,0 1-1,0-1 6,0 0 1,0-5-1,-2-3 1,-2 1 1,-2 0 0,-7-4 0,1 4 39,-3-3 0,-3 1 0,1-4-11,-1 1 1,1 1 0,0-6 0,-1 0 13,1 0 0,-1 0 0,1 0-62,0 0 0,-1 0 1,1 0-1,-1 0-54,1 0 1,6 0 0,1-2-309,2-3-159,-6 3 344,13-6 0,-5 8 0,12 0 197,5 0 0,5 0 0,1 0 0</inkml:trace>
  <inkml:trace contextRef="#ctx0" brushRef="#br0">819 1 7123,'-18'10'199,"3"-3"-33,3 1 0,-3-4 83,3 8-196,5-9-140,-9 13 154,14-14-2,-13 13 2,13-5-112,-13 0 1,12 5 130,-3-3-173,5-5 118,-7 9 1,6-6 29,-4 7-197,4 0 157,2-7-12,0 5 0,0-5 2,0 8 9,0-9-15,0 7 0,2-9 7,4 5-1,-4 4 0,6-12-60,-8 7 62,7-7-11,-4 11-4,4-12 1,-5 10-1,2-5 1,4-1 56,1 1-46,-5-2 1,12 0 8,-5 0-9,5-1-1,1-5-1,0 8 0,1-6 0,-6 6 9,-1-8-123,1 0 111,5 0 1,0-2-142,1-4 133,-9 4 0,7-14 0,-6 13-99,7-9 87,-7 8 5,6-4 41,-15 1-44,15-3-10,-15 0 12,8-5 67,-9 13-69,7-14-8,-5 15 49,6-15-39,-8 6 34,0-7 0,0 5 23,0 1-47,-8 7 7,6-12 12,-14 14-10,15-5-4,-15-1 51,6 6 1,-1-6-40,-1 8-7,1 0-27,-6-7 28,-1 5 3,0-6-1,1 8-14,0 0 0,0 2 11,-1 4 1,-6-3 0,1 7 0,2 0-15,2 0 1,1-1 0,1 5-1,1-3-165,5 3 1,-5 1-1,7 3 1,-3-1-171,0 1 0,9-1 0,-5 0 341,1 1 0,-3-1 0,-8 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49"/>
    </inkml:context>
    <inkml:brush xml:id="br0">
      <inkml:brushProperty name="width" value="0.08571" units="cm"/>
      <inkml:brushProperty name="height" value="0.08571" units="cm"/>
    </inkml:brush>
  </inkml:definitions>
  <inkml:trace contextRef="#ctx0" brushRef="#br0">17 175 7190,'-9'0'454,"1"0"-412,8 0 49,0 0 1,8 0-70,4 0 1,3 0 0,3 0 0,-1-2-57,0-4 68,0 4-27,9-6 0,-7 8-4,5 0 1,-6 0 0,2-1 0,1-3-15,2-2 0,0 0 0,-3 6 0,2-2-10,0-4 1,1 4 0,-5-3 0,0 3-8,-1 2 1,0 0-1,0 0 1,1 0-6,0 0 1,-7 0 0,1 0-143,1 0 1,-5-3 0,-1 0-348,2-3 191,-8 0 331,7 6 0,-10 2 0,-4 4 0,5-4 0,-8 6 0</inkml:trace>
  <inkml:trace contextRef="#ctx0" brushRef="#br0">331 1 7780,'10'0'-802,"-3"2"958,-7 4-89,8-5 0,-6 9 0,4-4 0,-5 6 121,-1 3 0,0 2 72,0 1-198,9-1 0,-8 7 1,5 0-46,-4 3 1,-2-5 0,0 1-34,0-4 0,0-1 0,0-1 47,0 1-429,0-1 209,0-7-62,0 5-558,0-13 809,0 6 0,0 0 0,0 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5"/>
    </inkml:context>
    <inkml:brush xml:id="br0">
      <inkml:brushProperty name="width" value="0.08571" units="cm"/>
      <inkml:brushProperty name="height" value="0.08571" units="cm"/>
    </inkml:brush>
  </inkml:definitions>
  <inkml:trace contextRef="#ctx0" brushRef="#br0">17 36 6962,'-9'0'134,"1"0"0,10 0-54,4 0 0,3 0-78,9 0 0,0 0 0,-1 0-30,0 0 0,-5 0 0,-1 0 0,3 0 23,2 0 0,1 0 0,0 0 0,0 0-9,1 0 1,0 0 0,-1 0-1,0-2 7,0-4 1,1 5-1,0-5 1,-1 2-24,0-2 1,0 4-1,1-4-21,0 4 0,-1 2-381,0 0-198,0 0 630,1 0 0,-8 0 0,-2 0 0,-8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5"/>
    </inkml:context>
    <inkml:brush xml:id="br0">
      <inkml:brushProperty name="width" value="0.08571" units="cm"/>
      <inkml:brushProperty name="height" value="0.08571" units="cm"/>
    </inkml:brush>
  </inkml:definitions>
  <inkml:trace contextRef="#ctx0" brushRef="#br0">18 1 6512,'-9'2'411,"3"4"0,4-3-336,2 9 0,0-6 0,0 6-1,0 1 0,0-3 0,2 1-35,4 3 1,-4 1 0,4 3 0,-5-1-9,-1 1 1,6-1-1,0 0 1,-2 1-6,-2-1 0,4 1 0,0-1-94,-3 0 99,0 1 3,-3-1-51,7 1 0,-5-1 13,4 0 0,-4-5 0,-1 0-167,5 1 1,-3-3-685,2 1 855,-3-6 0,-2 10 0,0-6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6"/>
    </inkml:context>
    <inkml:brush xml:id="br0">
      <inkml:brushProperty name="width" value="0.08571" units="cm"/>
      <inkml:brushProperty name="height" value="0.08571" units="cm"/>
    </inkml:brush>
  </inkml:definitions>
  <inkml:trace contextRef="#ctx0" brushRef="#br0">53 105 7430,'-18'0'-235,"9"0"1,-5-2 521,8-3-254,0 3-29,6-14 1,2 8-1,2-5 1,4 3-27,1 3 1,-3 1 0,6 4 41,1-4 0,3 4 0,1-6 18,0 1 1,1 5 0,0-4-5,-1 4 1,0 2-1,1 0-90,-1 0 0,-7 2 0,-2 4 17,-1 6 1,-5 3 0,4 2 11,-4 1 0,-8-1 0,-2 0 0,1 1-53,-1-1 1,-4-5 0,5-1 40,-3 3 1,0 1-1,-3 1 1,3-2 36,3-3 1,-5-5 0,4 4 0,1-1 8,-2 1 17,-4-6 218,3 11 56,0-13-227,3 6 1,14-8-6,5 0 0,3 0 1,3 0-11,0 0 0,-1-6 1,0 0-17,1 3 0,-1 0 0,1 3-23,-1 0 1,0 0 0,1 0-72,-1 0 1,1 0 0,-1 0-180,0 0 1,-5 0-1,-1 0 26,3 0 1,-4 0 0,-1 3-311,0 2 517,4-3 0,-11 6 0,5-8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6"/>
    </inkml:context>
    <inkml:brush xml:id="br0">
      <inkml:brushProperty name="width" value="0.08571" units="cm"/>
      <inkml:brushProperty name="height" value="0.08571" units="cm"/>
    </inkml:brush>
  </inkml:definitions>
  <inkml:trace contextRef="#ctx0" brushRef="#br0">1 105 6977,'17'0'57,"-5"0"1,0 0 31,1 0 1,2 0 0,5 0 0,1 0 21,2 0 1,2 0 0,-1-2 0,3-2 135,0-2-147,6 0 5,-6-1-3,7 5 0,1-8 51,0 4-186,0 4-212,0-5 364,0-1-14,-1 6-176,1-6-4,0 8 159,0-8-16,0 7-273,-1-7 246,2 8 1,-2-6 18,1 0 9,0 0-60,-8 6 1,4 0-424,-8 0 196,8 0-295,-12 0-34,7 0 586,-9 8-155,-7-6-299,-3 6 1,-7 0 414,0 3 0,-7-3 0,-3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7"/>
    </inkml:context>
    <inkml:brush xml:id="br0">
      <inkml:brushProperty name="width" value="0.08571" units="cm"/>
      <inkml:brushProperty name="height" value="0.08571" units="cm"/>
    </inkml:brush>
  </inkml:definitions>
  <inkml:trace contextRef="#ctx0" brushRef="#br0">0 70 6816,'12'-6'65,"-1"1"1,-5-7 0,6 6 11,1 2 0,3-4 0,1 2 0,0 3-41,1 0 0,0 2 1,-1-3-7,0-2 0,0 0 48,1 6 6,0 0-287,-1 0 248,0 0 5,1 0-261,-9 0 238,7 0 7,-14 0-1,13 8-179,-13-6 156,6 14 0,-8-13 0,0 9-120,0 0 1,0-1 40,0 1 0,-2-1 0,-4 6-39,-6 1 141,5-8-67,-9 5 37,7-5 1,-9 2 14,1-1-52,0-7 19,7 3 1,-6-1-11,5 0 11,3 0 0,-7-6 92,12 0-91,-12 0 12,13 8 91,-5-6-92,7 6-2,0-8 45,0 0-15,7 0 0,3-3 1,7 0 41,0-3-54,1 0-6,0 6 10,-1-8-4,0 7 0,1-8 160,-1 9-100,1 0-54,-9 0 1,6 0 41,-3 0-20,-4 0-20,8 0 24,-15 0-88,7 0 75,0 0-3,-6 0-124,6 0 118,-8 0-7,0 9 0,6-6-82,-1 9 0,1-6 86,-6 6-34,0-1 0,0 1 0,-2-3 1,-2 1 4,-1-1 1,-4-3 0,4 4 0,-5 0 59,1 0 1,-7-5-1,5 5 75,-5-2-120,-1-3 11,-1 3 31,1-6-27,-1 6 0,1-8 13,0 8-14,7-7 25,-6 7-22,6-8-88,-7 0 0,0 0-7,0 0 1,-1 0-482,0 0-148,1 0 700,7-8 0,5 4 0,10-7 0,5-1 0,7-5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8"/>
    </inkml:context>
    <inkml:brush xml:id="br0">
      <inkml:brushProperty name="width" value="0.08571" units="cm"/>
      <inkml:brushProperty name="height" value="0.08571" units="cm"/>
    </inkml:brush>
  </inkml:definitions>
  <inkml:trace contextRef="#ctx0" brushRef="#br0">227 1 7241,'-10'2'-100,"4"4"1,2-5 135,-2 5 1,2-4 0,-5 0 144,1 4-97,-5-4-113,10 13 1,-10-11 72,8 8 1,-7-6-1,4 4 1,1-1 60,-2 0-138,-4 3 102,11-2-27,-13 5 11,12-5-164,-4 0 153,7 5 2,-8-5-79,6 7 74,-5 1-9,7-9 7,0 7-78,0-7 71,0 9-6,0-1-3,0-7-36,0 5 1,0-5-18,0 8 41,7-1 1,-3-2-1,6-1-81,-2-2 44,5-9 0,-9 11 0,7-7-74,3 3 101,2 2-60,1-2 0,0-3 31,1-7-92,-1 0 94,-7 0 7,5 0-23,-5 0 19,7 0-36,1 0 39,-1 0-52,-7 0 239,5 0-196,-13 0 1,6 0 164,0-7-155,-6 5 8,5-14-5,1 14 68,-6-13-62,6 5 28,-8 0 1,0-5 0,0 3 1,0 2-1,0-1 16,0-2 1,-2-1 0,-4 2-6,-5 7 1,-5 3 0,-1 2 0,-1 0-11,1 0-4,-8 0-63,5 0 62,-5 0 5,8 7-4,-8-5-271,5 14 265,-5-14-6,8 13-467,-1-5 202,1 7 263,0-7 0,-9 13 0,-1-3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9"/>
    </inkml:context>
    <inkml:brush xml:id="br0">
      <inkml:brushProperty name="width" value="0.08571" units="cm"/>
      <inkml:brushProperty name="height" value="0.08571" units="cm"/>
    </inkml:brush>
  </inkml:definitions>
  <inkml:trace contextRef="#ctx0" brushRef="#br0">1 53 7133,'11'0'345,"1"0"-265,2 0 0,1 0 0,2-3 0,1 0-46,-1-3 1,1 0-1,-1 6 1,0 0-43,1 0 1,5-2 0,1-2-1,-3-2 19,-2 3 1,-2-1 0,1 0-6,-1-2 0,1 0 0,-1 6-26,0 0 0,-5 0 1,0 0-75,1 0 1,-3 0-397,1 0 100,-6 0-255,10 0 645,-13 0 0,5 0 0,-7 0 0,0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9"/>
    </inkml:context>
    <inkml:brush xml:id="br0">
      <inkml:brushProperty name="width" value="0.08571" units="cm"/>
      <inkml:brushProperty name="height" value="0.08571" units="cm"/>
    </inkml:brush>
  </inkml:definitions>
  <inkml:trace contextRef="#ctx0" brushRef="#br0">1 53 6064,'0'-18'690,"2"6"-367,4 1 65,-5 7-199,7-4 1,-8 16-85,0 4 0,2 3 1,2 3-42,2-1 1,0-5 0,-6-1 0,0 3 3,0 1 1,6 9 0,-1-1 0,-1 0-62,-2 2 1,-2-6 0,0 6-1,0-2-45,0 1 1,0-1 0,0-6 0,2 1-83,3-1 0,-2 1 1,3-1-1,-5 0 19,-1 1 1,0-7 0,0 1-1008,0 2 1108,0-7 0,0 1 0,0-8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0"/>
    </inkml:context>
    <inkml:brush xml:id="br0">
      <inkml:brushProperty name="width" value="0.08571" units="cm"/>
      <inkml:brushProperty name="height" value="0.08571" units="cm"/>
    </inkml:brush>
  </inkml:definitions>
  <inkml:trace contextRef="#ctx0" brushRef="#br0">0 105 7178,'2'9'8,"4"-3"1,-2-4 0,7-4 34,3-4-97,-6 5 89,7-7-34,-5 0 28,0 6-152,5-6 134,-5 1-14,0-3-7,5 0 0,-11-3 1,5 5 5,0-2 1,-2 7 0,-3-6 39,2 2-36,-1 5 5,-5-6 12,0 8 1,2 0 22,4 0 0,-4 2 0,4 4-1,-4 6 1,-2 3-1,0 3-2,0-1-12,0 0 12,0 1-93,0 7 1,0 0 0,0 4-151,0-6 0,2-3 1,1-3-194,3 0 90,0 1 242,-6-9-147,8 7 214,-6-14 0,6 13 0,-8-5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0"/>
    </inkml:context>
    <inkml:brush xml:id="br0">
      <inkml:brushProperty name="width" value="0.08571" units="cm"/>
      <inkml:brushProperty name="height" value="0.08571" units="cm"/>
    </inkml:brush>
  </inkml:definitions>
  <inkml:trace contextRef="#ctx0" brushRef="#br0">0 35 6415,'10'-2'142,"-4"-4"1,4 5-46,1-5 0,5 3 0,1 3 0,0 0 0,1 0 1,-1 0-13,1 0 1,-1 0 23,0 0-35,1 0-144,-1-7 0,1 5 74,-1-4 0,-5 4-125,-1 2 1,1 0 97,5 0 0,-5 0-137,0 0 1,-6 0 48,5 0 0,-7 2-372,2 4 483,3-4 0,-7 5 0,6-7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1"/>
    </inkml:context>
    <inkml:brush xml:id="br0">
      <inkml:brushProperty name="width" value="0.08571" units="cm"/>
      <inkml:brushProperty name="height" value="0.08571" units="cm"/>
    </inkml:brush>
  </inkml:definitions>
  <inkml:trace contextRef="#ctx0" brushRef="#br0">0 88 7861,'12'0'-564,"-1"0"1,-5 0 739,6 0 0,-6 0-19,6 0 0,-1-2-136,7-3 0,-7 2 0,0-3 0,4 5-47,0 1 1,4 0 0,2 0 0,5 0 99,1 0 0,-4 0-40,6 0 0,0 0-52,6 0 0,-4-2 50,3-4 56,-11 4-68,26-6 1,-20 8-8,12 0 0,-4-2 4,-3-4 1,7 5 28,-1-5-4,1-4-19,-6 8 0,-1-6 27,2 8-12,-9 0-17,6 0 1,-12-6 112,8 1-100,-8-1-4,4 6-205,-7 0 201,-1 0 2,-7 0-111,5 0 0,-11 0-310,7 0 193,-7 0-148,4 0 0,-8 8 348,0 4 0,-8-5 0,-2 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2"/>
    </inkml:context>
    <inkml:brush xml:id="br0">
      <inkml:brushProperty name="width" value="0.08571" units="cm"/>
      <inkml:brushProperty name="height" value="0.08571" units="cm"/>
    </inkml:brush>
  </inkml:definitions>
  <inkml:trace contextRef="#ctx0" brushRef="#br0">18 122 7499,'-9'-8'-418,"3"-3"0,4 1 627,2-2 1,8 1-60,3-6 0,-1 5 0,2 2 179,1 2-142,2 2-101,3 6-1,-1 0 59,8 0-75,-5-7 82,5 5-54,-8-6 44,1 8-39,7 0 96,-6 0-666,6 0 280,-7 8 91,-9-6 0,5 8-148,-8-4 172,7-5-177,-11 15 196,6-6 1,-10 7 0,-4 0 0,-5-1-6,-5-5 0,-1 5 0,-1-6 0,1 1-63,-1 1 153,1-8-88,0 11 8,-1-13 6,1 14 171,7-15-173,-5 7 26,13-8-24,-6 0 176,8 8-157,0-7 14,0 8 105,0-9-115,0 0 118,8 0-103,-6 0 15,13 0-12,-5 0 158,7 0-147,1 0 11,-1 0-10,0 0 59,-7 0-49,6 0 7,-7 0-86,9 0 81,-9 0-3,7 0 6,-14 0-79,13 0 66,-13 0 8,14 0-10,-14 0 36,5 7-37,1-5 42,-6 6-22,6-1-19,-8 3 63,0 0-56,0 6 0,0-15 0,0 15 1,-6-12 0,-2 5 30,-2-1-72,7 5 46,-13-10-29,14 12 1,-13-13 7,3 4 1,3 1-1,-3-1 1,-2-2 34,-1-2-35,-3-2 12,1 0-15,0 0 15,-1 0-10,1 0-24,-1 0 26,1 0 2,7 0-3,-5 0-136,5 0 133,-7 0 2,7 0-1,-5 0-399,12 0 242,-12 0 117,13-8-14,-5 7-630,7-8 682,0 9 0,0 0 0,7-7 0,3-3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3"/>
    </inkml:context>
    <inkml:brush xml:id="br0">
      <inkml:brushProperty name="width" value="0.08571" units="cm"/>
      <inkml:brushProperty name="height" value="0.08571" units="cm"/>
    </inkml:brush>
  </inkml:definitions>
  <inkml:trace contextRef="#ctx0" brushRef="#br0">261 17 7666,'0'-9'-487,"-2"1"191,-4 8 188,4 0 163,-6 0 94,0 0-50,6 0 0,-11 2 0,5 2 45,-2 2 0,4-1 0,-3-2-24,1 3 0,-4-3-29,0 9 0,-1 0-128,1 5-58,-3 0 149,13-7 1,-12 6 51,8-5-35,-7 5-49,11 1-216,-6 0-16,8 0 229,-8 1-103,6 0 98,-5-1-14,7 0 3,0-7 1,0 6-18,0-5 17,0 5-3,0-7 1,0 6 9,0-3-8,7-4-10,-5 8 10,6-7 0,0 1-2,-6 5-28,13-13 29,-5 6 1,0-1-196,5-4 189,-5 4-2,7-7 2,0 0-54,0 8 50,-7-6 0,5 5-24,-3-7 44,3 0-38,3 0 5,-9 0 55,7-7-51,-14 5-5,13-6 34,-13 1 0,12 3 43,-8-8 0,1 1 1,-3-7-20,2 0 0,0 7 0,-6-1-2,0-1 1,-8-2 6,-4-3 0,-3 3 0,-3 3-20,1 6 0,0 4 0,-1 2 1,1 0-49,-1 0 0,-1 0 1,-1 2-1,-3 2-71,1 2 1,3 5-1,1-3-114,1 2 1,2 2 0,1 3 0,5-2 212,0-1 0,-4-8 0,3 3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5"/>
    </inkml:context>
    <inkml:brush xml:id="br0">
      <inkml:brushProperty name="width" value="0.08571" units="cm"/>
      <inkml:brushProperty name="height" value="0.08571" units="cm"/>
    </inkml:brush>
  </inkml:definitions>
  <inkml:trace contextRef="#ctx0" brushRef="#br0">1 470 7077,'9'-7'61,"-1"5"1,0-6-79,4 8 1,-3 0 0,3 0 44,1 0 1,-3 0 31,1 0 1,1 0-9,6 0-24,-9 0 0,7 0-14,-5 0 1,-1 0-39,1 0 0,1 0 53,6 0-4,-9 0-23,7 0 20,-14 0-27,13 0 19,-5 0-175,0 8 0,5-6 1,-3 4-88,3-5 0,-3-1-9,-1 0-69,-7 8 326,12-6 0,-14 8 0,3-4 0,-3-5 0,-2 8 0</inkml:trace>
  <inkml:trace contextRef="#ctx0" brushRef="#br0">105 627 6581,'10'0'445,"0"2"-400,-5 4 0,5-4 30,7 4 1,1-5 0,-1-1-89,1 0 0,-1 0 0,0 0 5,1 0 1,-1 0-1,1 0-391,-1 0 0,-5 0 399,-1 0 0,-7 9 0,4 0 0</inkml:trace>
  <inkml:trace contextRef="#ctx0" brushRef="#br0">1080 0 6704,'0'10'270,"2"3"1,2-4 0,2 0-122,-3 5 0,0-4 0,-3 1-144,0 2 1,1 3 0,3 1-14,2 1 0,0-1 0,-5-1 0,4-3-78,0-1 1,1-7-1,-6 7-164,0 2 1,0-4 25,0 1 0,0-5 0,2 4-354,4-3 578,-4-1 0,5-6 0,2 0 0,0 0 0</inkml:trace>
  <inkml:trace contextRef="#ctx0" brushRef="#br0">1498 53 6821,'-18'0'350,"7"0"-257,-1 0 1,2 2-11,-1 3-22,-5-3 0,12 8 0,-5-4 1,1 5 0,2-1 1,5 1-66,-5 4 1,3 0 0,-2 2 22,3 1 1,4-7 0,2 1 13,2 2 1,7 1 2,-1 2 0,3 1 0,3-3-10,-1-3 0,-5-5 0,-1-4 0,3 0-40,1 3 1,3 0-1,-1-6 6,0 0 1,1 0 0,-1 0 19,1 0 1,-1 0 0,-1-2 0,-3-2-3,-2-2 1,-5-6 0,4 5 0,-2-3 19,-5-3 1,2 3 0,-1-1-1,1-3-10,-1-2 1,-2-1 0,-2 0-10,0-1 0,0 1 1,-2 2-1,-2 0-23,-1 4-1,-9 1 1,2-1 0,-3 5-59,-3 4 0,1 2 0,0 0 1,-1 0-69,1 0 1,-6 0 0,0 0 0,-1 2-152,-1 4 1,5 2 0,-3 5 0,4-2 288,1 4 0,1 0 0,0 2 0,0 1 0</inkml:trace>
  <inkml:trace contextRef="#ctx0" brushRef="#br0">837 680 7492,'17'-3'87,"0"-3"1,0 5-1,1-5 1,0 4-1,-1 2-45,0 0 1,3 0 0,1 0 0,4-2-13,2-4 1,-4 5 0,6-5 0,2 3 36,2 3 1,2-6 0,-1 1-36,2 1 1,0-4 0,3 3-1,2-1 1,-3 0 16,-1 0 1,3 1 0,-1 5 0,-4 0-12,-4 0 1,-8 0 0,5 0-1,-4 0-24,-3 0 0,-1 0 1,-3 0-1,1 0-85,-1 0 1,-5 0-1,1 0-22,7 0-439,-11 0 227,15 0 0,-17 1-60,5 5 1,-4-2 0,-10 6 167,-4-3 0,-4 5 0,-7-7 197,-1 0 0,1 5 0,-8-9 0,-2 15 0,-8-6 0</inkml:trace>
  <inkml:trace contextRef="#ctx0" brushRef="#br0">1098 958 8127,'-10'0'-768,"2"0"1,10-6 918,4 0 1,4-2-54,7 2 0,0 5 1,-1-7 85,-5 0 0,5 7 1,-5-5-81,5 3 1,1 3 0,0 0 0,1 0 8,0 0 0,-7 0 0,1 0-337,1 0 1,2 0 44,3 0 0,-8 3 22,-5 3 0,-2 3 70,-3 9 0,-3-1 1,-2 0 49,-7 0 0,-4-5 1,-1 0 51,0 1 1,0-5 0,-1 0 0,0-2-34,1-1 1,2 3-1,1-4 115,3 2-58,-1-1 7,3-5 1,3 0 0,12 0-3,5 0 1,5 0 0,1 0 0,-1-1 40,-5-5 1,5 4 0,-5-4-29,5 4 0,-5 2-59,1 0 0,-7 0 0,5 2-20,-2 4 1,0-4 0,-5 5-20,3 2 43,0-8-5,2 7 1,-6 0-1,3 3-12,-2 5 15,-3-6 24,0 5 1,-6-11 0,0 7 1,-6-5 0,5 4 0,-3 0 10,-3 0 1,-1-5 0,1 5 63,1-2-85,0-3 263,-6-5-256,1 8 0,6-6 14,-1 4 0,1-4 0,-7-2 0,0 0 38,1 0 0,-2 0-152,-5 0 120,6 0 23,-8 0-145,9 0 1,0 0-131,-1 0 1,6-6 96,1 0-53,7 0-444,-4 6-111,1 0 377,4 0 0,-3-1 344,12-5 0,-2 3 0,8-2 0,8-5 0,7 1 0</inkml:trace>
  <inkml:trace contextRef="#ctx0" brushRef="#br0">1741 871 7386,'0'-10'49,"0"3"1,-1 7 4,-5 0 1,-4 0 52,-7 0 1,5 0 0,0 1-33,-1 5 1,3-4 0,0 6 29,3-1 1,-7-3-72,2 8 0,-3-1 0,0 7-33,3 0 1,3-7 0,5 1-6,-2 1 1,-2 2 0,4 3 20,-1 0 1,-1-7-1,6 1-19,0 1 1,0 2-1,0 3 49,0 0 0,0-1 7,0 0 1,0 0 0,2-1-1,2-2-28,1-2 0,3-7 0,-3 7-12,7 1 0,-2-5 0,1 0-114,3 0 130,-6-7-9,7 7-231,-5-8 102,0 0 1,5 0-118,-3 0 204,3 0 0,3 0-64,-1 0 1,-5 0 0,-1 0 0,5-2 28,5-4 1,-8 2 0,5-5 88,-3 1 1,-5-3-1,0 3-49,-3-2 1,1 5 0,-4-7 67,2-2 1,0-2 0,-6-1-15,0 0 1,0 6-1,0-1-5,0-2 1,0 4 0,0-1-25,0-2 1,-8 4 0,-4 4-32,-3 3 1,-3 2-1,1 0 1,0 0 10,-1 0 1,1 0 0,-1 0 40,1 0 1,6 0-1,-1 0 43,-2 0 1,-1 0 0,-3 2-148,1 3 1,0 5 0,1 7-462,5 1 386,-5-8 1,14 5-1,-6-3-8,1 3 33,4-5 1,-4 6 123,7-5 0,-8 5 0,-1 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15"/>
    </inkml:context>
    <inkml:brush xml:id="br0">
      <inkml:brushProperty name="width" value="0.08571" units="cm"/>
      <inkml:brushProperty name="height" value="0.08571" units="cm"/>
    </inkml:brush>
  </inkml:definitions>
  <inkml:trace contextRef="#ctx0" brushRef="#br0">18 54 6520,'0'-10'-224,"0"2"0,-2 8 74,-4 0 37,4 0 163,-6 0 117,8 0 390,0 0-369,0-8 0,0 4 232,0-8 40,0 9-133,0-5-108,0 8 84,0 0-139,8 0 1,-6 8-153,4 4 0,-4-3 1,-2 3 40,0 1 0,2 1 1,1-1-1,3-1-118,-2 2 0,-2 1 0,-2 3 1,2-1 35,4 0 1,-4 0 0,3 1 0,0 0-26,0-1 1,-3 0 0,4 0-1,-4 1-6,-2 0 1,0-1 0,0 0-28,0 0 0,0 1 45,0 0 0,-6-1-13,1 0 21,-1 0 45,6-7 0,0-4-29,0-12 1,0 2 13,0-7 0,0-1-7,0-5 0,2 0 4,3-1 1,-1 3-1,6 1-1,-2 2 0,5 7 1,-1-7 1,-3 8 0,3-2 0,0 2-6,-3-2 0,7 5 82,-5-5 0,5 4 1,1 2-23,1 0 1,-1 0-12,1 0 0,-1 0 0,-2 2 0,-1 2-23,-2 2 1,-6 7-19,5-1 1,-7 3 0,2 2-5,-4 1 1,-2-6 0,0 0 47,0 1 0,-8 2 34,-4 2 0,-3-1 0,0-2-3,3-2 0,-4-9 1,5 5 7,-5-1 0,-1-4 1,-1 3-1,1-5-78,-1-1 1,1 0 0,0 0-13,-1 0 1,1 0-1,-1 0-95,1 0 0,6-5 1,1-3-87,2-2 0,2 5 0,6-7-381,0-2 1,2 4-1,4-1 573,6-2 0,3-3 0,2-1 0</inkml:trace>
  <inkml:trace contextRef="#ctx0" brushRef="#br0">522 123 7920,'17'0'-1086,"0"0"1215,1 0 0,-1 0 1,1 0-4,-1 0 1,0 2-1,1 2-90,0 2 1,-3 1 0,-2-3 0,-1 2 47,2-2 0,1 5 0,3 1-41,-1 0 0,-6 6 0,-1-5 1,0 2-5,-1-1 1,-3 3 0,4-3 0,-2 3-55,-5 3 0,0 0 1,-3-1-1,0 0-3,0 0 0,0 1 0,0 0 1,0-1 0,0 0 1,-3 0-1,0 1 47,-3 0 0,-2-1 0,4 0 1,-4-1 34,-2-5 0,5 5 0,-7-5 0,1 5-34,1 1 0,-6-5 0,7-1 0,-3 3 7,0 2 0,1-5 0,-6-1 0,0-1 90,-1 1 0,0-4 0,1 4-100,0-3 0,-1 5 0,1-6-33,-1-3 1,3 2-1,1-1-703,3 1 0,-1 1 708,-5-6 0,-1 0 0,1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5"/>
    </inkml:context>
    <inkml:brush xml:id="br0">
      <inkml:brushProperty name="width" value="0.08571" units="cm"/>
      <inkml:brushProperty name="height" value="0.08571" units="cm"/>
    </inkml:brush>
  </inkml:definitions>
  <inkml:trace contextRef="#ctx0" brushRef="#br0">332 1 7771,'-18'0'-179,"3"2"0,1 2 1,2 1 114,-1 0 1,3-1 0,-1-1 165,-3 3 0,-1 8 0,-3-4 19,1-1 0,5 6 0,1-3-44,-3 3 0,1 3 0,-1 1 0,2 3-2,-1 1 1,3 2-1,0-4 1,1 2-28,-1-1 1,1 3 0,-3 0 0,6 0-9,4 0 0,-4 5 1,0-8-1,3 0-11,1-3 1,2 5-1,0-1 1,2-2 11,4-2 0,-5-1 0,7-1 0,0 0-16,4 1 0,-3-1 0,3-2 1,1-1-23,3-2 0,-5-2 0,1 1 0,3-3-66,7 0 1,-3-7 0,4 5 0,-3-2-116,-3 2 1,6-4 0,0 3 48,-1-2 0,-3-3 129,-1 0 0,-1-8 0,0-2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4"/>
    </inkml:context>
    <inkml:brush xml:id="br0">
      <inkml:brushProperty name="width" value="0.08571" units="cm"/>
      <inkml:brushProperty name="height" value="0.08571" units="cm"/>
    </inkml:brush>
  </inkml:definitions>
  <inkml:trace contextRef="#ctx0" brushRef="#br0">1 36 9186,'0'12'299,"0"-1"-145,0 2 0,0 3-168,0 1 1,0 1 0,0-1 9,0 1 1,2-1-1,1 0 1,3 1-9,-2-1 0,-2 6 0,-2 0 0,0-1-19,0-3 0,6-1 0,0-1 28,-3 0 1,0 1 0,-1-3 0,2-1-135,2-3 1,-1-5 0,-5 6-97,0 2 1,0-5-139,0 3 0,0-6-1032,0 5 1403,0-7 0,8 4 0,1-8 0</inkml:trace>
  <inkml:trace contextRef="#ctx0" brushRef="#br0">53 53 6738,'8'-10'182,"-6"1"1,5 5-32,1-2 1,2 0-73,7 6 0,1-2 0,-1-2-79,0-2 0,1 1 0,-1 5 0,1 0 10,-1 0 1,1 0-1,-1 0-27,0 0 0,1 0 1,-3 2-1,-1 1-22,-3 3 1,-5 2 0,4-2 30,-3 6 0,5-2 0,-6 1 7,-2 2 0,-2 3 1,-2 1-18,0 1 1,-2-1 0,-2 1-13,-2-1 0,-6 0 1,5-1-23,-3-5 0,4 3 62,-5-8 1,-1 5-1,-5-5 5,-1-2 1,3 0 0,1 0 0,3 1 2,-3-1 1,5-2-1,-3-2 3,-2 0 0,4 0-182,-1 0-570,-1 0 209,3 0 522,1 0 0,8-7 0,0-3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7"/>
    </inkml:context>
    <inkml:brush xml:id="br0">
      <inkml:brushProperty name="width" value="0.08571" units="cm"/>
      <inkml:brushProperty name="height" value="0.08571" units="cm"/>
    </inkml:brush>
  </inkml:definitions>
  <inkml:trace contextRef="#ctx0" brushRef="#br0">174 53 7745,'10'-8'-1105,"0"0"1182,-4-3 0,-5 1 39,5 4 0,-6 4-42,-6-4 0,2 4-85,-7 2 0,-1 0 1,-5 2 38,0 4 0,5-4 1,0 4-1,1-2-13,1 2 0,-5-4 1,5 5-1,-1-1 29,-1 0 1,6 6-1,-3-5 1,0 3 0,-2-4 44,5 5-178,0 1 1,12-1-1,2-1 81,1-2 1,3-2 0,6-6-1,-1 0 1,0 0-1,1 0 1,-1 0 9,1 0 0,-7 0 0,1 0 1,1 0 1,3 0 0,1 6 0,1 0-4,-1-3 1,0-1 0,1 0-1,-1 2-28,1 2 0,-7 0 1,1-5-1,1 5 1,1-2-1,-1 6 18,-1-3 0,-8 7 26,1-2 1,-2-2 5,-3 1 0,-6 1 0,-2 3 1,-2-2 2,-3-1 1,3-6 0,-1 3 0,-3 1 2,-1 0 0,-3-4 0,1 4 21,-1-3 0,1 5 0,0-7 0,-1-1 90,1-2 0,-1-2-51,1 0 1,0 0-59,-1 0 0,3-2 1,1-2 22,3-1 0,6-3-363,0 3 1,3 0-553,2-6 472,-8 7 0,6-6 390,-4 4 0,12 5 0,4-7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7"/>
    </inkml:context>
    <inkml:brush xml:id="br0">
      <inkml:brushProperty name="width" value="0.08571" units="cm"/>
      <inkml:brushProperty name="height" value="0.08571" units="cm"/>
    </inkml:brush>
  </inkml:definitions>
  <inkml:trace contextRef="#ctx0" brushRef="#br0">70 1 6720,'-11'0'253,"1"2"-162,3 4 0,1-3 1,3 7 60,-2-2 0,3 5-64,-4-1 0,2 2 0,0-1-36,-2-2 0,1 1 0,5 6-63,0-1 0,0-5 0,0-1 0,0 3 0,5-5 1,4 1-20,0-2 0,3 4 1,3-5 29,-3 3 0,3-6 0,-3 2-7,3-4 1,3-2-1,-1 0-29,0 0 1,1 0 0,-1 0-22,1 0 1,-1-6-1,1-2 1,-1 0 38,0 1 0,-1-7 0,-2 4 0,-3-1 19,2-1 0,1 1 0,-1-7 33,-1 1 0,-8 5 0,2 0 1,-2 1 52,1 1 1,-3-5-14,4 3 0,-4 3 367,-2-3-330,-8 8-60,6-4 1,-7 8 24,3 0 1,4 2-35,-3 4 0,0-2 1,1 8-1,-2 1-22,3 3 1,1 1 0,2 0-107,0 1 0,0-1 0,0 1 1,2-3-109,4-3 0,-4 3 1,5-3-142,1 3 1,-4-3 0,8-2 334,1-3 0,3-1 0,1-6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8"/>
    </inkml:context>
    <inkml:brush xml:id="br0">
      <inkml:brushProperty name="width" value="0.08571" units="cm"/>
      <inkml:brushProperty name="height" value="0.08571" units="cm"/>
    </inkml:brush>
  </inkml:definitions>
  <inkml:trace contextRef="#ctx0" brushRef="#br0">1 105 7945,'8'-10'-484,"-6"2"1,8 3 518,-5-1 1,5 0 89,8 6 0,-1 0 32,0 0 1,-6 2-80,1 3 0,-6 4 0,4 4-61,-2-2 1,-1 1-1,-3 6-31,2-1 1,0 0-1,-6 1-39,0-1 1,0-5 42,0 0 52,0-1 0,-2-1 102,-4-4 0,4-6-130,-4-6 0,5-4 0,1-7 5,0-1 0,0 6 0,0 1 1,1-2-142,5-3 0,-2-1 0,6-1 0,-1 3 94,1 3 0,0-3 0,3 5 0,-1-1 47,1-1 0,1 6 1,-1-3-1,-1 0 36,2 6 0,1-5 0,3 2 0,-1 2-32,0 2 1,0 2-1,1 0 1,0 0-20,-1 0 0,0 0 0,0 2 0,1 4-1,0 6 0,-7-3 0,1 3-23,1 1 0,1 3 1,-3 1-34,-5 1 1,-4-1-1,-2 1 20,0-1 1,0-5 0,0-1 18,0 3 1,-6-5 2,0 3 0,-7-8-78,2 1 1,2-2 1,2-6 14,7-2 1,0 1 0,0-8 66,0-1 1,0 3 0,2 0 0,2 1-9,1-1 1,3 5 0,-4-7 25,2-2 0,8 4 0,-3-1 4,5-2 0,1 3 1,0 0 0,0 3 0,1-5 0,0 4 15,-1-2 0,0 7 0,0-3 24,1 3 0,0 3 0,-1 0 1,0 0 0,1 0 1,-1 3 1,1 3 0,-1-5 0,0 7 24,1 0 0,-1 2 1,-2 7-47,-3 0 0,-2-1 0,-6-3 0,2-1-13,-2 2 1,-3 1 0,-1 2 0,0 1-196,0-1 1,-7-5-1,-3 0 1,-1 1 170,-1 2 0,0 3 0,-5-1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9"/>
    </inkml:context>
    <inkml:brush xml:id="br0">
      <inkml:brushProperty name="width" value="0.08571" units="cm"/>
      <inkml:brushProperty name="height" value="0.08571" units="cm"/>
    </inkml:brush>
  </inkml:definitions>
  <inkml:trace contextRef="#ctx0" brushRef="#br0">402 36 6831,'9'-10'976,"-1"0"-375,-8 5-131,0 3-387,0-6 0,-2 8 1,-4 0-1,-6 0 0,3 0 0,-3 2-56,-1 4 1,-3-4-1,-1 5 1,0-1-29,-1 0 0,0 6 1,1-5-1,-2 1-48,-5 0 1,6 3-1,-6-3 1,5 1-52,2 5 0,-7-4 0,1-1 0,4 1 7,5 0 0,-2-4 27,5 5 71,-5 1 17,7 5 1,1-5-52,8 0 1,0-6-15,0 5 1,2-7 20,4 2 1,-3 1 57,9-1 0,0 0 0,6-6 38,-1 0 0,-6 6 0,1-1-66,2-1 0,1-2 0,3-2 0,-1 0 6,0 0 1,0 6 0,3 0 0,1-2-76,2-2 1,3-2-1,-3 0 1,4 0 71,0 0 1,0 0-1,-6 0 1,2 0 38,-1 0 0,3 0 0,-2 0 0,-1 0 48,-4 0 1,0 0 0,0 0-34,-1 0 1,-5 0-54,-1 0 1,-5 0-1,4 2-532,-3 4-302,-1-5-543,-6 7 1365,0-8 0,8 0 0,2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50"/>
    </inkml:context>
    <inkml:brush xml:id="br0">
      <inkml:brushProperty name="width" value="0.08571" units="cm"/>
      <inkml:brushProperty name="height" value="0.08571" units="cm"/>
    </inkml:brush>
  </inkml:definitions>
  <inkml:trace contextRef="#ctx0" brushRef="#br0">210 1 7167,'-12'0'-205,"3"2"0,-1 2 248,0 1 0,4 4 0,-5-6 0,-1 5 42,2 2 1,-3-4-1,5 5 21,-2 2 0,-1 3 1,-5 1-17,5 1 0,-5 0 1,4-1-39,-3 0 0,6 0 1,3 1-1,4 0-46,2-1 0,0-6 0,0 1 0,0 2 34,0 1 1,0 3-1,0-1-1,0 0 0,0-5 1,2-1 0,4 3 1,-3-1 0,9 1-30,2-2 0,1-2 0,2 1-71,1-5 0,-1 1 1,3-1 56,3-2 0,2-2 0,4-2 1,-6 0-76,-4 0 1,1-2 0,1-2 72,3-2 1,-1-5 0,-8 3 0,-2 0 76,-1 1 1,-6-5 0,3 4-4,0-1 0,-4-3 0,-5-6-6,0 1 1,0 6 0,0-1-24,0-2 0,-2 7 1,-1-1-1,-6 2 30,0 0 1,-3 0 0,-5 6-62,0 0 1,5 0 0,1 0 0,-3 0-12,-2 0 0,-1 0 1,-1 0-1,-1 3 14,-4 3 1,4-3 0,-5 7-1,5 0-51,2-1 0,-1-3 0,1 6 1,-1 1-169,1 2 0,6-3 1,1 0-1,0 0-443,0-3 1,7 6 649,-3-3 0,4-4 0,10 8 0,1-7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51"/>
    </inkml:context>
    <inkml:brush xml:id="br0">
      <inkml:brushProperty name="width" value="0.08571" units="cm"/>
      <inkml:brushProperty name="height" value="0.08571" units="cm"/>
    </inkml:brush>
  </inkml:definitions>
  <inkml:trace contextRef="#ctx0" brushRef="#br0">0 0 7902,'12'0'-389,"-1"0"257,3 0 0,-4 0 0,2 0 0,1 0 0,3 2 222,1 4 0,0-4 0,1 4 1,-1-2-28,1 2 1,-1-5-1,0 7 4,1 0 0,5-1 1,0 7-1,-2-4-13,-1-2 0,-3-1 1,1-1-1,-1 4-14,0-1 1,1 5 0,-1-6 0,1 2-1,-1 3 0,0 1 0,1-1 1,0-2-36,-1 3 0,0-4 1,-1 2-1,-3 1 20,-1 2 1,-9 3 0,6-3 0,-4-1-74,1-2 0,0-1 0,-5 6 1,4 3 19,0 3 1,1-4 0,-6 5 0,0-5 2,0-2 0,0 1 0,0-1 1,0 1 50,0-1 1,-7 0-1,-3 1-3,0-1 1,-3 1-1,5-1 1,0 0-1,0 1 1,-5-3 0,3-1 0,-2-3 4,1 3 0,1 1 0,-3 3 5,1-1 1,0-1-1,-3-3 1,1-1 10,3 2 1,1-5 0,-3 0 0,1 0-2,-2-6 1,5 5-1,-3 0 10,-1 1 0,3-4 0,0 2 0,0-1-35,1-1 0,3 1-644,-6-6 0,7 6-382,-7 0 1008,8 0 0,-3-6 0,7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00"/>
    </inkml:context>
    <inkml:brush xml:id="br0">
      <inkml:brushProperty name="width" value="0.08571" units="cm"/>
      <inkml:brushProperty name="height" value="0.08571" units="cm"/>
    </inkml:brush>
  </inkml:definitions>
  <inkml:trace contextRef="#ctx0" brushRef="#br0">1 228 7284,'10'17'515,"-3"2"-426,-7 5 1,6-6 0,0 6 0,-2-3 0,-2 0-38,-2 3 0,6 5 0,0-4 1,-3 0-145,-1 0 0,-2 4 0,0-4-17,0 3 0,0-7 0,0 2 0,0-4 1,0-1-82,0-1 1,0-5-1,0-1 1,-2 1-656,-4-3 845,5-1 0,-15-8 0,6 0 0</inkml:trace>
  <inkml:trace contextRef="#ctx0" brushRef="#br0">36 279 6023,'0'-17'73,"2"6"0,2-1 53,2-2 1,1 7-1,-3-1 1,4 2 47,1 0 0,-3-1 0,6 3-25,2-2 1,-1-2 0,2 4-54,3-1 1,1-3-1,10 4 1,-6-2-52,-3 2 0,-1 3 1,2 1-1,3 0 7,-3 0 1,-2 0-1,-2 0-152,1 0 1,0 1 0,-3 5 28,-3 5 0,1 5 1,-7 1-1,-2 1 40,-3 0 1,-1-1 0,-1-1 0,-3-3 1,-2-2 0,-7 1 0,1 6 0,-3-3 31,-3-3 1,-1 1-1,-3-5 1,-1-1 3,2 1 1,-6 4-1,0-4 1,0-1-14,4 1 1,-3 0 0,3-4 0,2 1-192,1 0 0,9-2-632,-1 3 830,1-4 0,1-2 0,2-10 0</inkml:trace>
  <inkml:trace contextRef="#ctx0" brushRef="#br0">1150 1 7493,'-18'0'-987,"1"2"1110,0 4 0,-1-3 0,1 7 0,-1 0-38,1 0 0,0-4 0,-1 5 0,1 2-31,-1 3 0,1-5 1,0 1-1,-1 2 67,1 2 1,-1 1-1,1 0 1,0 3 17,-1 3 0,6-4 0,1 6-89,-2 1 0,4-8 0,2 8 0,1-3 1,1 2 3,0 2 1,4-4 0,1 5-1,0-1-154,0 0 1,0-6 0,1 2-1,5-3-81,6-3 1,-2 0-1,1-1 1,5-5-157,5-5 0,-2-2 0,6 0 1,-2 2 336,1-3 0,15-8 0,-3-5 0</inkml:trace>
  <inkml:trace contextRef="#ctx0" brushRef="#br0">1341 158 6359,'0'10'938,"0"-1"-757,0-3 1,0-2-78,0 7 0,0 1-216,0 6 0,0-1 128,0 0 0,0-5 15,0-1 1,0-5 65,0 6-74,0-9 1,3 6 0,2-9 1,5 0-1,7 0-29,1 0 1,-7 0-1,1 0 1,2-3-8,1-3 1,2 5-1,1-5 8,-1 4 1,-6 2 0,1 0 13,2 0 0,1 0 23,3 0 0,-1 6 0,0 0 2,1-3 1,-6 1 0,-1 0-36,2 2 0,-3 6 0,0-5 13,-3 3 0,5-4-72,-6 5 0,0 1 45,-6 6 1,0-7 0,-2 1 42,-4 1 1,-4-3 0,-7 0 0,0-1 46,0 1 1,1-4-1,0 3-33,-1-1 1,3 0 0,-9-4 0,4 1-19,1 0 1,7-4-1,-1-1-55,-1 0 0,-3 0 1,-1 0-203,-1 0 1,7 2 0,-1 2-292,-1 2 1,-3-1-253,-1-5 775,-1 0 0,1 0 0,0 0 0</inkml:trace>
  <inkml:trace contextRef="#ctx0" brushRef="#br0">1411 158 7909,'-10'0'-757,"3"0"1,5 0 1036,-4 0 49,4 0 11,-6 0 2,8 0-231,0 0 1,8 0-1,3 0-50,5 0 0,1 0 0,1 0-2,-1 0 1,1 0 0,-1 0-1,0 0-78,1 0 0,-1-6 0,1 0 0,-1 2-53,0 3 0,1 1 0,0 0 32,-1 0 1,0 0-132,0 0 1,1 0-141,0 0 0,-7 0-314,1 0-71,-8 0 696,3 0 0,-7 0 0,0 0 0</inkml:trace>
  <inkml:trace contextRef="#ctx0" brushRef="#br0">2020 18 7826,'17'0'-189,"1"0"0,0 3 0,-1 0 215,0 3 1,0 2 0,1-4 0,0 2 11,-1-3 0,0 5 0,0 0 0,1 2-1,0 3 0,-1-4 1,0 3-1,0 2-28,1 2 1,0 1 0,-3 0-1,-1 0-46,-3 1 1,-1 5 0,3 0 0,-3-1 12,-2-3 0,-2 4 1,-6 0-1,0 0 19,0 3 1,0-7 0,0 6 0,0-2 1,0 1 1,-6-1-1,-2-6 1,-2 0 0,-3 1 0,-3 0 0,-1-1 0,0 0-90,-1 0 0,0-1 0,0-2 0,-4-2-619,-1 1 711,-8-5 0,11 7 0,-4-5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59"/>
    </inkml:context>
    <inkml:brush xml:id="br0">
      <inkml:brushProperty name="width" value="0.08571" units="cm"/>
      <inkml:brushProperty name="height" value="0.08571" units="cm"/>
    </inkml:brush>
  </inkml:definitions>
  <inkml:trace contextRef="#ctx0" brushRef="#br0">0 18 7682,'12'0'72,"-1"0"1,1 0-93,6 0 1,-1 0-1,0 0 27,0 0 0,-5 0 1,0 0-12,1 0 0,3 0 0,0-1 0,-3-4-115,-2 0 1,-5-1 0,6 6-176,1 0 0,-3 0-365,2 0 659,-8 0 0,3 0 0,-7 8 0,0 1 0</inkml:trace>
  <inkml:trace contextRef="#ctx0" brushRef="#br0">17 245 7495,'18'0'89,"0"0"17,-1 0 0,-6-2 0,1-2 0,2-2-44,1 2 0,3 3 0,-1 1 1,0 0-154,0 0 1,1 0 0,0 1-716,-1 5 806,0-4 0,0 13 0,1-5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13"/>
    </inkml:context>
    <inkml:brush xml:id="br0">
      <inkml:brushProperty name="width" value="0.08571" units="cm"/>
      <inkml:brushProperty name="height" value="0.08571" units="cm"/>
    </inkml:brush>
  </inkml:definitions>
  <inkml:trace contextRef="#ctx0" brushRef="#br0">0 191 7939,'12'0'-349,"-1"0"0,-5 3 401,6 3 0,-8-3 0,1 9 0,0 1-29,0 3 1,-3 1 0,4 0-1,-4 1 2,-2 0 0,2-1 1,2 0-1,2 1-20,-2-1 1,-3 1 0,-1-1-127,0 0 0,0 1 0,0-1-249,0 1 1,0-1-158,0 0 527,-7 1 0,-11-8 0,-9-3 0</inkml:trace>
  <inkml:trace contextRef="#ctx0" brushRef="#br0">18 261 7939,'0'-17'-779,"0"0"584,8-1 1,-6 0-1,5 3 152,1 3 1,-4-3 0,8 3 196,1-3 0,-3 6 1,1 0-1,3 4-84,1-1 1,3 0 0,-1 6 0,1 0-17,-1 0 1,0 0 0,3 0 0,1 0-31,2 0 1,0 0 0,-5 2 0,-1 2-44,1 2 1,-7 2-1,1-2 39,2 5 1,-1 5 0,-2 1-71,-5 0 0,-4 0 0,-2 1 17,0 0 0,0-7 1,-2 1 41,-4 1 1,3-3 0,-9 0 21,-2-3 0,-1 5 1,-2-6-1,-1-3-29,1 0 0,-1-2 0,1 4 0,0 0-51,-1-1 0,1-2 0,-1-2 0,1 0-135,0 0 0,-1 6 0,1 0-189,-1-2 1,3-1 372,3 3 0,-3-4 0,5 6 0</inkml:trace>
  <inkml:trace contextRef="#ctx0" brushRef="#br0">1028 0 7066,'-18'8'272,"0"4"-187,1 3 0,0-3 1,1 0-1,3 1-13,1 2 1,0 2 0,-3 1 0,2-3 17,1-3 0,2 9 0,-3-3 0,3 1 9,2 1 0,-3-3 0,5 2 0,2 2-25,2 3 1,-4-1-1,1-6 1,0 1-64,4-1 1,1 1 0,0-1-66,0 0 1,6-5 0,1-2 0,1 0-114,0-1 0,6-5 1,-3 1-1,5-2-59,1-3 1,0 0 0,0 0 0,1 0-252,0 0 0,5 0 477,0 0 0,8-8 0,-4-2 0</inkml:trace>
  <inkml:trace contextRef="#ctx0" brushRef="#br0">1514 157 6932,'-18'0'267,"1"0"1,0 0-231,-1 0 1,9-2-39,3-4 0,4 3-30,2-9 1,2 6 43,4-6 0,-3 9 0,9-3-120,2 3 1,1-2-1,2-1 120,1 2 1,-1 2-1,1 2 69,-1 0 1,0 0-27,1 0 1,-1 0 0,-1 2-1,-1 2 20,2 2 0,-3 8-65,9-3 1,-3 5 0,-5 1-50,-3 0 1,-4 0 0,-8 1-1,0 0-21,0-1 0,0-5 0,0-1 0,0 3 53,0 1 0,-2-3 0,-2 0 0,-4-1 67,-1-1 1,3 3 0,-6-5-1,-2 1-47,-1 5 0,-2-4 0,-1-1 0,3 1-1,3 0 1,-3-4 0,3 4-1,-4-3 23,-1-3 0,0 3 0,-1-1 24,1-2 0,-1 4 1,1-2-24,0-3 0,-1 0-74,1-3 0,5 0 1,2-3 13,3-2 1,1 1-19,6-8 1,0 1-18,0-7 1,0 7 6,0-1 1,0 7 45,0-7 0,2 8-19,3-2 0,-2 2 1,4 0-7,1-2 1,2-1 31,7 1 1,1 4 0,-3-6-27,-3 1 1,-3 4 33,-3-2 1,-2 3 0,7 2 39,-6 0 0,4 0 12,-3 0 1,-2 0-55,8 0 0,-1 0-8,6 0 0,1 2 0,-1 2 4,1 2 1,-3 1 0,-1-3-1,-3 2 30,3-2 1,1 3-1,3 2-45,-1 0 0,1-3 1,-1 3-31,0-1 1,1 0-55,-1-3 0,-5-2-555,-1 3 0,-5 1 650,6-1 0,-1 0 0,7-6 0</inkml:trace>
  <inkml:trace contextRef="#ctx0" brushRef="#br0">2036 35 6575,'10'-8'-726,"5"7"804,-3-5 1,4 3 520,1 3 0,0 0 0,0 0-444,1 0 0,-3 3 0,-1 0 1,-2 5-71,1 2 1,2-4 0,3 3 0,0 1-53,-1 0 0,-2 1 0,-1 6 1,-5 1 23,-1 0 0,4-1 0,-6 0 0,0 0-160,1 1 1,-5 1 0,4 3-1,-4 1 24,-2-2 0,0-1 0,0-1 0,0 2 61,0 2 1,0 1 0,0-7 0,-2 0 11,-4 1 0,4-1 1,-5 1-1,1-1 131,0 0 0,-6 1 0,4-1 0,-1-2-79,-5-3 0,5 2 0,-3-7 0,-2 2-71,-1-2 0,-3 4 1,1-2-1,0-2-217,0 1 0,-1-2 1,0-6-324,1 0 0,0 6 565,0 0 0,-1-1 0,0-5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09"/>
    </inkml:context>
    <inkml:brush xml:id="br0">
      <inkml:brushProperty name="width" value="0.08571" units="cm"/>
      <inkml:brushProperty name="height" value="0.08571" units="cm"/>
    </inkml:brush>
  </inkml:definitions>
  <inkml:trace contextRef="#ctx0" brushRef="#br0">0 332 7787,'18'0'-20,"-9"2"1,-1 2-5,0 1 1,-6 9 0,3-2 53,-2 3 0,-1 3 0,2-1 0,1 0-35,-1 0 1,-2 1 0,-2 0 0,0-1-42,0 0 0,6 0 1,0 1-94,-2 0 0,-3-1 1,-1 0-166,0 1 0,0-7-379,0 1 683,0 0 0,0-3 0,-7-16 0,-3-13 0</inkml:trace>
  <inkml:trace contextRef="#ctx0" brushRef="#br0">35 349 7860,'8'-17'-42,"-1"0"0,5-1 0,-4 3-115,-1 3 1,-2-2-1,5 7 1,-1-1 143,0 0 1,-3 3 0,4 2 0,0 0-6,0-3 1,1 0 0,6 6 41,1 0 0,-1 0 0,3 0 0,1 0 2,2 0 0,0 0 0,-5 0 0,-1 0-24,1 0 1,-1 6-1,-2 2 1,-1-1-17,-2 1 1,-9 5 0,3-1 0,-2 2-50,2-3 1,-4 5 0,4-5 50,-4 5 0,-8 1 0,-2 0-10,-1 1 1,-3-3 0,-6-1 0,1-4 67,0-3 0,-1 5 0,-1-6 16,-4-2 1,-3 0 0,-3-1 0,6 3-89,4-2 1,1-2 0,1-2 0,0 0-62,-1 0 0,6 0 0,1 0-193,-2 0 0,4-2 280,4-4 0,3-4 0,2-7 0</inkml:trace>
  <inkml:trace contextRef="#ctx0" brushRef="#br0">1079 18 7860,'-17'0'-234,"6"0"180,-1 0 0,1 6 0,-7 2 0,0 2 0,1 2 112,0-3 1,0 6 0,-1-3 0,3 3 5,3 3 1,-3 5-1,3 0 1,-3-1 51,-3-3 1,6 4-1,3 0 1,1 0-44,4 3 1,-4-5 0,2 6-1,2 0-34,3 1 1,1-7-1,0 3 1,0 0-82,0-1 1,0 0-1,0-6 1,0 1-47,0 0 0,7-1 1,3 0-1,1-1-100,1-5 1,0 3 0,6-6 0,-1-1-7,0 1 1,0-2-1,1-6 194,0 0 0,-1 0 0,0 0 0</inkml:trace>
  <inkml:trace contextRef="#ctx0" brushRef="#br0">1219 279 7860,'0'-9'-172,"0"-6"1,6 11 0,1-6 345,3 2 0,-4 3 1,5 5-87,3 0 1,2 0-1,1 0-85,0 0 1,0 0-1,1 0-64,0 0 1,-1 0 0,0 0 24,0 0 1,-5 0 0,-2 1 18,-2 5 1,-2 4-66,-6 7 1,-3 0 11,-2 1 0,-5-6 0,-8-1 30,1 3 0,2-5 0,2 1 0,1-2 25,-2-4 1,4 3-13,-1-1 0,1 2-19,-2-2 57,5-5 0,9 8-6,3-9 0,5 0 1,6-3 203,-5-3-207,5 5 0,-6-7 0,7 8 21,0 0 0,0 0 1,1 0 19,0 0 0,-7 2 0,1 2-33,1 2 1,1 7 0,-1-3-14,-1 0 0,-6 3 0,3-5-3,-1 1 1,-2 3-1,-6 6-5,0-1 0,0 0 1,0 0 0,0 1 0,-2-6 0,-4 0 22,-6 1 0,-1-3 0,-1-1 80,3-1-90,-1 6 1,-5-13-1,0 7 3,-1 0 0,0-6 0,1 3-61,0-2 0,0-3 1,-1 0-287,0 0 1,7 0-380,-1 0 721,8-8 0,-3-2 0,7-7 0</inkml:trace>
  <inkml:trace contextRef="#ctx0" brushRef="#br0">1619 1 7860,'18'0'-203,"-9"0"0,7 0 0,-5 0 103,5 0 1,1 0 0,1 0 208,-1 0 1,6 0 0,0 0-1,-2 2-7,-1 4 0,-3-3 1,3 7-1,1 0-24,3 0 1,4-4 0,-5 5-1,1 2-70,1 3 0,-6 1 1,6 1-1,-1 1-58,-1 4 0,0-3 0,-6 5 0,1-2-19,-1 0 1,-7 3 0,-2-5 0,-3 2 43,1-1 0,0 2 0,-6 0 0,-2-1 12,-3 2 0,-4-6 0,-4 7 1,2-3 37,-3 0 0,-8 2 0,-1-3 0,0 1-152,-2-2 0,0-2 0,-6-1 0,2-1-566,-2 0 693,-2 1 0,-2-1 0,0 1 0</inkml:trace>
  <inkml:trace contextRef="#ctx0" brushRef="#br0">2576 402 7714,'10'0'-758,"0"0"1072,-4 0-201,-5 0 1,9 0-49,-4 0 1,2-3-1,5 0 1,-1-3 2,2 2 0,1 2 0,3 2 0,-1 0-84,0 0 0,0-2 0,1-2 1,0-2-36,-1 3 1,6 0-1,0 3 1,-2 0 41,-1 0 1,-3 0-1,0 0 1,1-1 2,0-5 1,-1 4 0,0-4-128,1 4 1,-7 2 0,1 0-280,1 0 184,-5 0 0,0 2-469,-8 4 697,0-4 0,-8 5 0,-1-7 0</inkml:trace>
  <inkml:trace contextRef="#ctx0" brushRef="#br0">2907 262 6028,'-7'-10'303,"4"1"63,-2 3-57,3 4-118,2-5 0,-2 7-27,-4 0 1,4 1 0,-4 5 1,2 4-54,-1 7 1,3 0 0,-4 1-121,4 0 1,2-1-1,0 0 1,0 0-18,0 1 0,6 0 0,0-1 12,-3 0 0,0 0 0,-2 1 0,4 0-47,0-1 1,1-5 0,-6-1-255,0 3 1,0 1-18,0 3 0,-6-7-475,1 1 806,-1-8 0,-2 3 0,-2-7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05"/>
    </inkml:context>
    <inkml:brush xml:id="br0">
      <inkml:brushProperty name="width" value="0.08571" units="cm"/>
      <inkml:brushProperty name="height" value="0.08571" units="cm"/>
    </inkml:brush>
  </inkml:definitions>
  <inkml:trace contextRef="#ctx0" brushRef="#br0">0 140 7664,'10'2'-352,"-4"4"486,-4 5 1,0 3-1,1-1 1,3-1-54,-2 2 0,0 1 1,0 2-1,2 1-66,-2-1 0,-2 1 1,0-1-1,2 2-74,2 5 0,-1-5 0,-5 4 0,0-3-178,0-3 1,0 0 0,0 1 67,0-1 0,0 1 1,0-1-19,0 0 0,-2-7 1,-1-2 186,-3 0 0,-8-7 0,4 7 0</inkml:trace>
  <inkml:trace contextRef="#ctx0" brushRef="#br0">18 157 7999,'11'-11'-368,"1"-1"0,0 3 243,5-3 0,-5 2 1,-1 6 92,3-2 1,1-5 0,3 5 147,-1 2 1,1 2 0,-1 2-19,0 0 0,-5 0 0,0 0-57,1 0 0,3 0 0,1 0-68,0 0 1,1 2 0,-1 2-4,1 2 0,-1 8-15,0-3 0,-7 5 1,-2-1-1,-2-1 3,0-3 1,-1 1 0,-5 5 26,0 1 0,-2-3 0,-1-1 0,-6-4 13,0-3 0,3 7 0,-6-5 0,-1 3 29,-2 0 0,-3-9 1,1 5-1,-1-2 8,1 0 1,0 1 0,-1-3-1,1 2 4,-1-2 1,1-2-1,0-2 1,-1 0-52,1 0 0,5 5 0,0 1 1,-1-2-201,-3-2 0,-1-2-532,0 0 744,7 0 0,2-7 0,8-3 0</inkml:trace>
  <inkml:trace contextRef="#ctx0" brushRef="#br0">1219 1 7934,'-11'0'-302,"-1"0"1,6 0-1,-6 0 1,-1 0 371,-3 0 1,-1 0 0,0 0 0,1 2 18,5 4 1,-5-5-1,5 7 1,-5 0-20,-1 4 1,1-3-1,2 3 1,3-1-12,-2-1 0,-1 6 0,0-5 1,3 5-13,-3 1 1,4 0-1,-1 1 1,-1-1 8,2 1 1,-3-1 0,5 0 0,1 1-7,-1-1 1,2 3 0,6 1 0,0 2-51,0-2 0,0-1 1,0-3-1,0 1-20,0-1 0,0 0 0,0 1 0,2-3-59,4-3 1,1 3 0,7-5 0,-2 1 11,1 1 0,-3-6 0,1 3 0,3 0-630,2-6 1,1 5 696,0-2 0,9 0 0,1-6 0</inkml:trace>
  <inkml:trace contextRef="#ctx0" brushRef="#br0">1341 88 7486,'0'9'-264,"0"1"418,0-4 0,0-2-65,0 8 0,0-1 0,0 6-95,0 1 0,0-1 1,0 1-57,0-1 1,0 0 0,0 1 60,0-1 1,0 1-1,0-1 5,0 1 0,2-9 1,1-1-2,3 0 0,2-6 0,-2 3-3,6-3 0,-3-2 1,3 0 9,1 0 0,3 0 0,1 0 0,1-2 0,-1-3 1,0 3 0,1-4 0,-1 4 9,1 2 0,-1 0 1,0-2-7,1-4 0,5 4 1,1-4-57,-3 5 1,-2 1 0,-2 0 0,1 0-106,-1 0 0,-5 0 1,-1 0-171,3 0 1,-5 0-274,3 0 590,-8 0 0,4 0 0,-8 0 0</inkml:trace>
  <inkml:trace contextRef="#ctx0" brushRef="#br0">1672 192 7298,'0'18'76,"0"-1"0,0 0 7,0 1 0,0-1 0,0 1-18,0-1 1,0 1-1,0-1 1,0 0-27,0 1 0,0-1 1,0 1-1,1-1-50,5 0 0,-4 1 0,4-1 0,-4 1-50,-2-1 0,0-6 0,0 1-97,0 2-1008,0-7 1166,0 9 0,-8-22 0,-1 4 0</inkml:trace>
  <inkml:trace contextRef="#ctx0" brushRef="#br0">1985 18 7786,'17'0'-252,"1"0"1,-1 0-1,0 0 1,1 0 350,0 0 1,-1 0-1,0 0 1,0 0 47,1 0 0,0 0 0,-1 0 0,0 0-64,0 0 1,7 8-1,1 2 1,2 1-32,4 1 0,-4 1 1,2 8-1,0 3-14,-2-3 1,-2 0-1,-8 0 1,1 3-1,0-3 0,-7 6 0,-1 0 0,-3 3-68,-2-2 0,-4-1 0,-1 5 0,0-5-10,0-3 0,-1 6 1,-5-6-1,-4 2-65,0-1 0,-11 4 1,4-6-1,-3-2-24,1-1 1,-7-3 0,-1 1-1,-1-3-20,-1-3 0,2 1 149,-3-7 0,-3 8 0,6-4 0</inkml:trace>
  <inkml:trace contextRef="#ctx0" brushRef="#br0">2994 210 7191,'-9'0'216,"3"0"-51,12 0 0,3 0-122,9 0 0,-1 0 0,1 0 0,-1 0-22,0 0 1,1 0 0,-1 0 0,1 0-6,-1 0 0,1 0 0,-1 0 0,0 0-82,1 0 0,-1 0 1,2-3-1,2 0-49,3-3 0,-1 0 0,-5 6-33,-1 0 0,0 0 1,-1-2-44,-5-3 1,5 3-231,-5-4 22,-2 4 399,-2 2 0,1-8 0,1-2 0</inkml:trace>
  <inkml:trace contextRef="#ctx0" brushRef="#br0">3151 88 7969,'0'17'81,"0"1"1,0-1-1,2-1-130,4-5 1,-2 5 0,6-5 0,-3 5 31,-3 1 1,0-5 0,-1-1 0,3 3-43,-2 1 0,-2 3 0,-2-1 0,0 1-102,0-1 1,0 0 0,-2-1 0,-2-2-18,-2-3 1,-1 1 0,3 5 177,-2 0 0,-7 1 0,3-1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04"/>
    </inkml:context>
    <inkml:brush xml:id="br0">
      <inkml:brushProperty name="width" value="0.08571" units="cm"/>
      <inkml:brushProperty name="height" value="0.08571" units="cm"/>
    </inkml:brush>
  </inkml:definitions>
  <inkml:trace contextRef="#ctx0" brushRef="#br0">1 175 6924,'17'0'132,"1"0"1,-6 0-1,-1 0-88,2 0 0,-3 0 0,2 0-10,2 0 0,1 0 0,3 0-38,-1 0 1,0 0 0,0-2 0,3-2 20,3-2 1,-3 1-1,3 3 1,-4-2 44,-1-2 1,-1 0 0,0 6 1,0 0-96,1 0 1,-6 0 0,0 0-175,1 0 1,-4 0 112,3 0 0,-1 0-342,7 0 0,-6 0-110,0 0 545,-9 0 0,5-8 0,-8-1 0</inkml:trace>
  <inkml:trace contextRef="#ctx0" brushRef="#br0">315 1 6999,'-9'10'120,"8"-1"4,-5-3 1,-2 4-54,2 7 1,0-5 0,6-1-44,0 3 0,6-5 1,0 3-3,-2 2 1,0 1 0,0 3 0,2-1-30,-3 0 1,0 1 0,-3-1-88,0 1 0,0-1 0,0 0 0,0 1-63,0-1 0,0-5 1,0-1-1,-3 1-591,-3-2 744,5 5 0,-7-13 0,8 6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39"/>
    </inkml:context>
    <inkml:brush xml:id="br0">
      <inkml:brushProperty name="width" value="0.08571" units="cm"/>
      <inkml:brushProperty name="height" value="0.08571" units="cm"/>
    </inkml:brush>
  </inkml:definitions>
  <inkml:trace contextRef="#ctx0" brushRef="#br0">0 87 7716,'18'0'64,"-1"0"1,1 0-1,-1 0 19,1 0 1,4-5 0,4-1 0,1 2 0,4 2-17,2 2 0,2-6 0,-1 1 0,1 1-41,0 2 0,6-4 1,-1 0-1,1 2 18,1 2 0,-5-4 0,6 0 0,-4 3 4,2 1 1,5 2 0,-3 0 0,-1 0-4,1 0 0,-3-6 0,-4 0 0,-2 2-61,1 2 1,0 2 0,-2 0 0,-4 0 1,2 0-1,-8 0 1,-2 0-1,-1 0-20,-3 0 0,-5 0-1365,-1 0 774,-7 8 1,2 2 625,-12 7 0,-11 1 0,-10-1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0"/>
    </inkml:context>
    <inkml:brush xml:id="br0">
      <inkml:brushProperty name="width" value="0.08571" units="cm"/>
      <inkml:brushProperty name="height" value="0.08571" units="cm"/>
    </inkml:brush>
  </inkml:definitions>
  <inkml:trace contextRef="#ctx0" brushRef="#br0">33 53 7941,'0'-10'-389,"2"0"419,4 5 0,-3 3 0,9-4 0,2 2 67,2-2 0,1 5 0,0-5 0,0 4-2,1 2 0,0 0 0,-1 0 1,0 0-52,0 0 0,1 0 0,0 0 0,-1 0-111,0 0 0,0 0 50,1 0 0,-3 8-140,-3 3 0,-4 5 1,-8 1 6,0 0 1,-2-5-1,-2-1 1,-4 3 89,-1 2 1,-1-5 0,-4 1-1,2-1 19,-1-1 0,-2 6 7,-2-5 1,5 2 0,2 2 350,2-4-231,2-7 1,9 3-28,2-7 1,5 0-1,8 0 1,-1 0 1,0 0 0,0 0-6,1 0 1,0 0-1,-1 0-42,0 0 0,-5 6 1,-3 2-15,-1 1 1,4-3-1,-6 6-2,-3 2 1,0-4-1,-3 1-36,0 2 1,0 3 0,0 1 28,0 1 1,-3-6-1,-3-3 28,-5-1 0,-5 3 1,-1-3-1,0 0 37,0-1 0,-1-1 0,0-6 0,1 0-8,0 0 1,0 6 0,-1 0-1,0-2 0,1-2 0,0-2 0,0 0 15,-1 0 0,0 0 0,1 0-71,0 0 0,0 0 1,-1 0-119,0 0 0,7 0 0,-1 0-118,-1 0-519,5 0 0,2 0 764,12 0 0,4 0 0,7 0 0</inkml:trace>
  <inkml:trace contextRef="#ctx0" brushRef="#br0">972 88 7804,'0'-10'-84,"-2"2"171,-4 8 1,-3 0-29,-9 0 0,1 2 0,-1 2 45,1 2 0,6 2 0,-1-2-28,-2 5 0,4-1 1,1 2-1,-1-1-23,1-1 1,4 5 0,-2-3 0,1 3-115,1 3 0,-1-1 0,6 0 61,0 1 1,0-1-1,0 1-26,0-1 0,0 0 16,0 1 1,1-1 0,4 1 7,0-1 0,3-7 0,-3-2 24,7-1 1,3-3-1,3 6-46,0-3 0,-1-1 0,0-6 0,1 0-15,-1 0 1,1 0 0,-1 0 0,0 0 17,1 0 1,-1-2-1,1-2-17,-1-2 0,0-5 0,-1 4 42,-4-3 0,1 4 0,-7-5 53,-3-3 0,0 4-10,-3-2 1,-6 6 0,-2-3 0,-2 1-10,-3 4 0,-3 2 0,-1 2 0,0 0-27,-1 0 0,1 0 1,-2 2-1,-3 2-112,-1 2 0,0 5 0,4-2 1,-3 0 43,-1 5 57,-8 1 0,11 10 0,-4 2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38"/>
    </inkml:context>
    <inkml:brush xml:id="br0">
      <inkml:brushProperty name="width" value="0.08571" units="cm"/>
      <inkml:brushProperty name="height" value="0.08571" units="cm"/>
    </inkml:brush>
  </inkml:definitions>
  <inkml:trace contextRef="#ctx0" brushRef="#br0">35 105 7703,'0'10'169,"0"-2"-95,0-8 130,0 0-134,8 0 0,-4-3-74,8-2 1,-3-5-62,3-7 0,1 5 1,-7 1-21,-2-3 0,-2 5 126,-2-3 1,0 6-41,0-6 72,0 9 1,2-5-67,4 8 1,-5 8 34,5 3 0,-4 5 0,-2 1-26,0 0 1,0 1 0,2-1 1,4 1 0,-4-1 0,3 0 0,0 1-98,0-1 0,-3 1 1,4-1-81,-4 0 1,0-1 0,2-3-407,2-1 311,-1 0 1,-5 0 254,0-1 0,0 1 0,0 5 0</inkml:trace>
  <inkml:trace contextRef="#ctx0" brushRef="#br0">0 471 7911,'18'0'189,"-1"-2"1,1-2-85,-1-2 0,0 0 1,1 6-36,-1 0 0,1 0 0,-1 0 1,0 0-183,1 0 1,-1 0 0,1 0 0,-1 0-74,0 0 0,-5 0 1,-1 0-394,3 0 1,2 0 577,1 0 0,-7 8 0,-3 2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37"/>
    </inkml:context>
    <inkml:brush xml:id="br0">
      <inkml:brushProperty name="width" value="0.08571" units="cm"/>
      <inkml:brushProperty name="height" value="0.08571" units="cm"/>
    </inkml:brush>
  </inkml:definitions>
  <inkml:trace contextRef="#ctx0" brushRef="#br0">0 1 7094,'10'0'437,"0"0"-360,-4 0 0,-5 2-48,5 4 0,-2-4 1,0 5 48,2 1 0,7-6 0,-1 4-9,3-4 1,-3-2-1,-1 0 1,3 0-56,2 0 1,1 0-1,0 0-97,0 0 1,1 0 0,0 0-136,-1 0 1,0 0 0,0 0-176,1 0 1,0 0 91,-1 0 1,-5 6 300,-1 0 0,-7-1 0,4-5 0</inkml:trace>
  <inkml:trace contextRef="#ctx0" brushRef="#br0">104 227 8016,'10'0'-1387,"-2"0"2003,-8 0-422,8 0 1,-1 2 0,7 2 0,-2 2-222,1-2 0,2-2 1,3-2-125,0 0 1,5 0 0,0 0 0,-2 0 159,-1 0 1,-1 0-10,4 0 0,4 7 0,8 3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1"/>
    </inkml:context>
    <inkml:brush xml:id="br0">
      <inkml:brushProperty name="width" value="0.08571" units="cm"/>
      <inkml:brushProperty name="height" value="0.08571" units="cm"/>
    </inkml:brush>
  </inkml:definitions>
  <inkml:trace contextRef="#ctx0" brushRef="#br0">18 209 7550,'-9'2'-818,"3"4"1281,4-4-46,2 6-7,0-8-81,0 0-265,8 0 0,-5 0 0,9 0-27,2 0 0,1 0 0,2 0 29,1 0 1,5-6-1,1 0 1,-3 2-14,-2 2 1,4-4 0,2 0 0,1 3-42,-2 1 1,6-4 0,-6 0-1,3 2-28,5 2 1,-5 1-1,0-3-90,-2-2 63,-2 0 1,-5 6-1,-1 0 1,0 0 0,1 0 0,-3 2-1061,-3 4 96,-4-4 454,-8 13 553,-8-5 0,-2 0 0,-7-3 0</inkml:trace>
  <inkml:trace contextRef="#ctx0" brushRef="#br0">332 18 6650,'0'-10'291,"0"2"1,-2 8-148,-4 0 0,4 2-38,-4 4 1,4 4-8,2 7 1,0 1-1,0-1 33,0 0 1,0 1 0,0-1-14,0 1 1,0-1 0,0 0-77,0 1 1,0-1 0,0 1 0,0-1-22,0 1 0,0-7 1,0 0-1,0 3-41,0 2 1,0 1 0,0 1 22,0-1 1,0 0 0,0 1-90,0-1 0,0 1 80,0-1 0,0 0-48,0 1 0,0-6-347,0-1-480,0-7-210,0 11 1090,0-12 0,0 4 0,0-7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6"/>
    </inkml:context>
    <inkml:brush xml:id="br0">
      <inkml:brushProperty name="width" value="0.08571" units="cm"/>
      <inkml:brushProperty name="height" value="0.08571" units="cm"/>
    </inkml:brush>
  </inkml:definitions>
  <inkml:trace contextRef="#ctx0" brushRef="#br0">1 105 8162,'0'-10'-824,"0"1"948,0 3-32,0-4 0,1-5 1,5 1-36,6 2 0,3 6 0,3-3-40,0 1 1,-1 2-1,0 6-65,0 0 82,1 0 0,0 0 0,-1 0 13,0 0 0,0 0-134,1 0 0,-3 8 0,-3 4 0,-4-3 0,-8 3 58,0 2 0,-2 1 0,-2 2 6,-2 1 1,-8-7 0,5 1 0,-3-1-28,1-2 0,-1 7 0,-5-7 0,1 3 25,5-1 0,-5-5 0,5 4 33,-5-2 0,5-2 0,1-4 204,2 3-9,3-3-173,5 6 0,7-8 1,4 0-1,5-2 35,1-4 1,1 4 0,0-3-1,-1 3 69,0 2 1,0 0 0,1 0-111,0 0 0,-1 0 1,0 0-1,0 0 34,1 0 1,0 0-1,-1 0-239,0 0 1,0 6-118,1 0 0,0 1 0,-1-3-239,0 2 0,-5 0 537,-1-6 0,1 0 0,6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9"/>
    </inkml:context>
    <inkml:brush xml:id="br0">
      <inkml:brushProperty name="width" value="0.08571" units="cm"/>
      <inkml:brushProperty name="height" value="0.08571" units="cm"/>
    </inkml:brush>
  </inkml:definitions>
  <inkml:trace contextRef="#ctx0" brushRef="#br0">1 262 7391,'0'-10'308,"0"3"116,0-1-269,0 6 80,0-5-400,0 7 177,8 0 1,-5 0 0,9 0 75,2 0 1,-4 0 0,1 0-47,2 0 0,3 0 0,1 0-10,1 0 0,-1-3 0,1 0 0,-1-3-9,0 2 0,1 2 1,-1 2-1,1-2-25,-1-4 0,6 5 0,1-5 1,-3 3 2,-2 3 1,-2 0 0,1 0 0,-1 0-54,1 0 0,-7 0 0,1 0-215,2 0 1,1 0 53,3 0 1,-7 0-568,0 0-79,1 0 859,-2 0 0,-3 0 0,-7 9 0,0 0 0</inkml:trace>
  <inkml:trace contextRef="#ctx0" brushRef="#br0">279 1 7001,'0'11'286,"0"1"0,0-6 0,0 6-197,0 1 1,6 3 0,0 1 3,-2 0 1,-2 1 0,-2 0-67,0-1 0,0 0 0,0 0 1,0 1-1,0 0 32,0-1 0,0 0 1,0 0-1,0 1-47,0 0 0,0-1 0,0 0 0,0 0-4,0 1 1,0 0-1,0-1-43,0 0 0,0 0 1,0 1 14,0 0 0,0-7-201,0 1-249,0-1-147,0-1-212,0-3 373,0-7 456,0 0 0,0-7 0,0-3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6"/>
    </inkml:context>
    <inkml:brush xml:id="br0">
      <inkml:brushProperty name="width" value="0.08571" units="cm"/>
      <inkml:brushProperty name="height" value="0.08571" units="cm"/>
    </inkml:brush>
  </inkml:definitions>
  <inkml:trace contextRef="#ctx0" brushRef="#br0">0 18 7523,'17'0'-31,"-5"0"140,-1 0 0,1 0 0,6 0-13,-1 0 1,1 0 0,-1 0 0,3 0-32,2 0 0,0 0 0,5 0 0,0 0-43,0 0 1,4 0 0,8 0 0,3 0 40,3 0 0,-5 0 0,7 0 0,-1-2 16,-2-4 1,5 4 0,-7-4 0,1 4-29,0 2 1,-3 0 0,-5 0 0,0 0-42,-1 0 1,2 0 0,-2 0-1,-1 2-108,-4 4 0,-2-4 1,-6 6-1,3-3-15,-3 1 0,-3 2 0,-5-4-313,-2 2 127,-7 7 1,10-8-318,-8 6 0,0-5 616,-6 5 0,-8-7 0,-2 4 0</inkml:trace>
  <inkml:trace contextRef="#ctx0" brushRef="#br0">261 383 7055,'2'-11'75,"4"1"18,5 2 0,5 1 0,1 3 0,1-2-60,-1 2 1,1 2 0,-1 2 0,0 0-22,1 0 1,-1 0 0,1 0 0,-1 0-51,0 0 1,-5 0-1,-3 2 31,0 4 0,-3-2 1,-6 7-73,0 3 1,0-5 0,-3 1-1,-3 0-36,-5 0 0,-5-1 0,-3 5 0,-2-4 63,-2-3 1,-1 5 0,9-4 0,1-1 27,3 1 0,1 0-15,-1-2 203,3-5 0,10 8 0,4-9-104,5 0 1,5 0-1,1 0 1,0 0-18,1 0 0,5-6 0,0 0 11,-1 2 1,-3 2-1,-4 4 10,-3 4 0,3-2-49,-3 7 1,-3-1-1,1 3-28,-2-1 0,-2-1 0,-6 7-108,0 0 136,0-9-69,0 6 38,0-5 1,-2 6-1,-2-3 1,-4-3 7,-2-2 1,-1 5 0,-6-3 13,0 0 1,-1-1-1,0-5 1,1 2 48,0-2 0,-1-3 0,1-1 1,-1 0-27,1 0 1,0 0 0,-1 0 0,1 0 39,-1 0 0,3-1 1,1-3-1,3-2 7,-3 2 1,5-4-1,-3 1-258,-2-3-442,7 6 271,-1-3 1,10 7 0,4 0 352,6 0 0,3 0 0,2 0 0</inkml:trace>
  <inkml:trace contextRef="#ctx0" brushRef="#br0">1114 314 7233,'0'-10'561,"-2"2"-538,-4 8 1,2 0-1,-7 0 35,-2 0 1,-3 6-1,0 2-64,5 2 0,-5-7 0,6 5 0,-1-2 13,-1 0 1,7 7 0,-7-1 5,-2 3 0,1 3 1,-1-1-38,3 1 1,5-1 0,-4 0 0,3 1 22,2 0 0,4-7 0,1 0-11,0 3 1,0 1 0,0 3 7,0 0 0,7-7 0,5-1 3,3-3 1,-3 5 0,0-4 21,1 1 0,3-5 1,1 4-10,0 0 1,1-7 0,0 5-12,-1-3 1,6-3 0,0 0 0,-2 0-55,-1 0 1,-3-3-1,0 0 1,1-5-10,0-2 0,-1 4 0,0-6 49,1-1 0,-7 4 15,1-3 0,-8 1 34,1-7 0,-10 6-23,-7 0 1,-3 9 0,-3-3-1,1 4 17,0 2 1,-1 0 0,0 0-1,1 0-129,0 0 0,-3 8 0,-1 1 0,-2 3-72,2 0 0,2 0 1,1 3 170,0-3 0,-6 11 0,-3-4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57"/>
    </inkml:context>
    <inkml:brush xml:id="br0">
      <inkml:brushProperty name="width" value="0.08571" units="cm"/>
      <inkml:brushProperty name="height" value="0.08571" units="cm"/>
    </inkml:brush>
  </inkml:definitions>
  <inkml:trace contextRef="#ctx0" brushRef="#br0">18 36 8832,'0'17'331,"-2"1"-482,-4-1 0,4 0 0,-4 1 78,4 0 0,2-1 1,0 0 74,0 0 0,0-5 27,0 0 12,8 0 1,2 3 13,7-3 0,1-5 7,-1-7-46,0-7-67,1 4 72,-9-4-13,7 7 24,-6-8-17,7 6 0,0-5 8,1 7 0,-7 0 22,1 0-23,0 0-25,5 0 0,0 0 0,1 0 0,-1 0 0,1 0-145,-1 0 1,1 0-315,-1 0 0,0 0-630,1 0 328,-9-9 764,-1 8 0,-16-15 0,-1 6 0</inkml:trace>
  <inkml:trace contextRef="#ctx0" brushRef="#br0">296 1 7320,'0'17'648,"0"1"-532,0-9 30,0 7-117,0-14 0,0 7 0,0-3 0,0 6 26,0 3 1,0-3-1,0 0 1,0 1 113,0 3-139,0 1 29,0 0 1,0 1-22,0 0 0,0-1 1,0 0-125,0 0 146,0 1-10,0 0-202,0-1 191,0-7 5,0-3-160,0 1-472,0-6-152,0 14 431,0-15-219,0 7 528,0-8 0,0 0 0,0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52"/>
    </inkml:context>
    <inkml:brush xml:id="br0">
      <inkml:brushProperty name="width" value="0.08571" units="cm"/>
      <inkml:brushProperty name="height" value="0.08571" units="cm"/>
    </inkml:brush>
  </inkml:definitions>
  <inkml:trace contextRef="#ctx0" brushRef="#br0">261 35 7622,'0'-10'-129,"6"1"0,2 5 246,1-2 1,3 0 0,6 6-21,-1 0 1,0 0 0,3 0 0,1 0-44,2 0 1,0 0-1,-6 0 1,1 0-8,0 0 1,1 0 0,2 0-155,2 0 1,1 0 35,-7 0 0,-5 7 49,-1 5 1,-9 4-1,0 1-21,-6 1 1,-7-7 0,3 1-1,-2-1 28,-4-1 1,-1 3 0,-2-4 10,-1 0 1,1-5 0,0 1 3,-1-2 1,6-3 28,1 0-18,7 0 0,-2-3-8,12-2 0,3 3 0,9-4 16,0 4 0,-1 2 0,0 0 0,1 0 14,-1 0 1,1 0-1,-1 0-25,0 0 0,-1 2 1,-3 2-10,-1 2 1,-8 2 0,4-4-1,-2 3 2,-1 3 0,1-4 0,-6 5-9,0 3 0,0-5 1,0 3 40,0 2 1,-2-4 0,-4-1 15,-6-1 1,-3 3 0,-2-5 0,-1-2-10,1-2 0,0 3 0,-1 1 1,1-2-13,-1-2 0,1-2 0,0 0 0,-1 2-111,0 4 1,1-4 0,0 4 0,0-4-542,-1-2 0,6 0-245,1 0 869,7 0 0,-11 7 0,5 3 0</inkml:trace>
  <inkml:trace contextRef="#ctx0" brushRef="#br0">0 627 8290,'17'0'-250,"-7"0"0,6 0 257,-5 0 1,5 0-1,1 0 88,0 0 0,1 0 0,0 0 1,-1 0 1,0 0 1,6 0 0,3 0 0,1 0-1,4 0 1,-4 0-1,2 0 1,2 0-30,2 0 0,0 0 0,-3 0 1,0 0-78,0 0 1,3-2 0,2-2-1,0-2-24,0 2 0,-2 2 0,-3 2 0,0 0-27,0 0 0,-4 0 1,-3 0-1,-4 0-320,-1 0 1,-1 0-225,0 0 1,-1 2-312,-5 4 915,-3-4 0,-16 6 0,-1-8 0</inkml:trace>
  <inkml:trace contextRef="#ctx0" brushRef="#br0">157 905 8281,'17'-7'50,"-5"4"0,-1-3 0,3 5-21,2 1 0,1-2 0,0-2 0,0-2-47,1 2 0,1 3 1,3 1-51,1 0 1,0 0 0,-8 1-182,-3 5 0,2-2 141,-8 8 0,-2-1 0,-10 6 37,-6 1 0,-3-6 0,-5-3 1,-1 1 55,-2 0 0,0-5 0,5 5 39,0-2 1,1 3 0,2-3-33,3 2 32,5-7 1,8 6 41,5-9 0,4 0 0,7 0 60,0 0 1,1 0-1,0 0-67,-1 0 1,0 0 0,0 0 15,1 0 0,0 0 0,-3 1 8,-3 5 1,3-4-106,-3 4 0,1 3 44,-1 3 1,-4-2 0,-8 1-15,0 3 1,0 2 0,-3-1-126,-2-3 1,-3 3 0,-6-6 0,3 1 115,-2-4 0,-3 2 1,-1-2-1,-1 0 54,0 1 1,1-5 0,0 4-1,0-4 77,-1-2 1,0 0 0,1 0-1,0 0-64,0 0 1,5 0 0,0 0-1,0-2-11,3-4 0,-6 4-454,3-4-690,4 5 409,1 1 1,8-3 679,5-3 0,11 5 0,10-7 0</inkml:trace>
  <inkml:trace contextRef="#ctx0" brushRef="#br0">975 835 8105,'0'-9'56,"0"1"1,-2 8 150,-4 0 1,2 0-142,-7 0 0,5 0 1,-5 0-110,-3 0 0,-2 6 1,-1-1-1,1 1 15,5 2 0,-5-4 0,7 8 0,-3 0 38,0-3 1,1 6 0,-5-3 10,5 3 0,-2 3 0,7 0 13,2-1 1,2 0 0,2 0 14,0 1 1,0-6-1,0-1-22,0 2 1,0 3-4,0 1 1,0-5-1,2 0-28,3 1 0,5 3-16,7 1 1,1-1 0,-1-3-39,1-1 0,-1-9 0,1 3 1,-1-3 0,0-3 1,1 0 27,-1 0 0,1 0 1,-1-3 24,0-3 0,-1 3 0,-2-7 1,-5 1-11,-1-1 0,-1 4 1,-3-6 90,2-1 1,0-2 6,-6-3 0,0 6-34,0 1 1,-8 5 0,-3-4-9,-5 3 1,-1 1-1,-1 6 1,1 0-19,0 0 0,-1 1 0,-1 4 1,-3 0-119,-1 0 1,0 2 0,6 1 0,-1 1-260,1 5 0,-1-4 0,1-1 0,2 1 353,3 0 0,-3 1 0,5 6 0</inkml:trace>
  <inkml:trace contextRef="#ctx0" brushRef="#br0">1532 453 7098,'12'0'133,"-1"0"1,1 0 0,5 0-38,0 0 0,1 0 1,0 0-74,-1 0 1,0 0-1,0 0 1,1 0 29,0 0 0,-1 0 1,0 0-1,3 0-100,3 0 1,-4-6-1,6 0 1,-2 0 52,1-2 1,1 6 0,-4-5 0,2 1-25,-2 0 0,-1 0 1,-3 6-1,1 0-141,-1 0 1,-5 0-1,0 0-412,1 0-94,-5 0 257,-1 0 408,-7 0 0,0 0 0,0 0 0</inkml:trace>
  <inkml:trace contextRef="#ctx0" brushRef="#br0">1775 261 7684,'0'-17'202,"0"7"1,0 4-101,0 12 0,6-2 1,0 8-1,-2 1-70,-2 2 1,-2 3 0,2-1 0,2 1-23,2-1 0,0 2 0,-6 2 0,1 3-59,5-3 1,-4 4 0,4-2-1,-4-1-46,-2-3 0,0 4 1,0 0-1,0-1-42,0-3 1,0-1 0,0-1-232,0 0 1,2 1 367,3 0 0,-2-9 0,4-1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58"/>
    </inkml:context>
    <inkml:brush xml:id="br0">
      <inkml:brushProperty name="width" value="0.08571" units="cm"/>
      <inkml:brushProperty name="height" value="0.08571" units="cm"/>
    </inkml:brush>
  </inkml:definitions>
  <inkml:trace contextRef="#ctx0" brushRef="#br0">1 105 8243,'0'-9'-1172,"0"1"1309,0 8 1,0 0 0,0-8-63,0 6 56,0-6 1,8 8-322,-6 0 302,5 0 1,-7 0 199,0 0-187,8 0 1,2 0-50,8 0 1,-1 0 0,0 0 0,0 0-52,1 0 0,0-1 0,0-3-111,6-2 162,-5 0-20,14 6 4,-6 0-9,0 0 8,6 0-219,-6-8 8,0 6 148,6-5 219,-6 7-201,8 0 10,0 0-20,-1-8 104,-6 6-83,13-6 0,-20 8 9,27 0 110,-27 0-102,20 0 3,-14 0-7,8 0 13,-8 0 21,6 0-26,-14 0-161,6 0 169,0 0-11,-5 0-195,5 0 177,-8 0 8,1 0-15,-1 0-197,0 0-20,-7-8 214,6 7-32,-7-7-408,9 8 58,-9 0 1,7 0 0,-5 0-725,5 0 1091,-6 0 0,5 0 0,-5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1:00"/>
    </inkml:context>
    <inkml:brush xml:id="br0">
      <inkml:brushProperty name="width" value="0.08571" units="cm"/>
      <inkml:brushProperty name="height" value="0.08571" units="cm"/>
    </inkml:brush>
  </inkml:definitions>
  <inkml:trace contextRef="#ctx0" brushRef="#br0">18 71 7460,'-9'0'980,"1"-3"-938,8-3 0,8 5 0,3-7 0,5 2 28,1 0 1,1 0 0,-1 6 0,0 0-99,1 0 1,5 0-1,0 0 1,-2 0-29,-1 0 1,-3 0-1,1 0-13,-1 0-161,0 0 143,-7 8 1,4-4 0,-8 8 48,-3 1 1,-6-3 0,-6 2-37,0 1 0,-3 2 1,-5 1 60,0-5 1,-1 3-1,3-6 22,3 2 0,-3-6-24,3 1 144,4 5-109,1-8 0,8 4 1,5-10-28,6-2 0,3 0 0,3 6 9,-1 0 1,1 0 0,-1 0-48,0 0 0,1 0 42,-1 0 1,-1 8 9,-4 4 0,1-3-1,-8 3 0,1 0-5,-6 5 1,0 0 0,-1-1-2,-5-5 0,2 3 0,-6-6 0,1-1 89,-1 1 0,-2 4 1,-5-7 6,-1 0 0,1 2 0,-2-1 1,-2-2-29,-3-3 1,1-1-1,6 3-15,-1 3 1,1-5 0,-1 5-102,1-4 1,5-2-259,1 0-960,7 0 811,-4 0 0,10-2 455,4-4 0,4 5 0,7-8 0</inkml:trace>
  <inkml:trace contextRef="#ctx0" brushRef="#br0">888 1 7051,'-11'0'309,"-1"0"1,7 0 0,-7 0-226,-2 0 0,5 5 1,-1 3-1,0 0-49,1-1 0,-3 5 0,-4-4 0,3 0-26,2 0 1,-1 5 0,-6-3 0,3 1 34,3 1 0,-3-2 0,6 3 0,-3-1-20,0 1 0,6 1 0,-3-1 1,1-1-1,4 2 1,-4-5 0,3 3 0,0 1-5,4 3 0,1-5 1,0 1-14,0 2 1,7 1 0,3 3-8,0-1 1,6-6-1,-5-1-49,5-2 59,-7-3 1,6 1-1,-1 0-14,8-2 1,2 4 0,6-2 0,-7-3-97,-4 0 0,-1-3 1,-1 0-1,0 0 58,0 0 1,1 0-1,0-3 1,-1 0 22,0-3 0,-1-2 0,-3 4 1,-3-3 19,-2-3 1,-1 4 0,-2-6 9,0-1 1,1 3 0,-6-1 34,0-3 1,0 4-29,0-1 1,-8 1 0,-4-2 1,-3 6 1,-3 5 0,1 1-1,0 0-4,0 0 0,-1 1 0,0 4 0,1 2-107,0 3 0,-6-4 0,-1 5 0,3 1-381,2-3 0,2 7 472,-1-4 0,0 3 0,1 2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1:21"/>
    </inkml:context>
    <inkml:brush xml:id="br0">
      <inkml:brushProperty name="width" value="0.08571" units="cm"/>
      <inkml:brushProperty name="height" value="0.08571" units="cm"/>
    </inkml:brush>
  </inkml:definitions>
  <inkml:trace contextRef="#ctx0" brushRef="#br0">119 52 8024,'-18'1'-480,"1"5"0,6-4 0,0 4 1063,-3-4-257,7-2 0,-2-2-175,9-4 1,3 4-1,0-5 1,5 1-34,2 0 1,1 0 0,6 6-1,0-2-106,1-3 0,-1 3 0,0-4 0,0 4-41,1 2 1,-2 0-1,1 0 1,1 0 0,-1 0 1,0 0-1,0 0 1,1 2-39,-1 4 0,-6-4 0,-1 5-257,-3 1 1,-1 2 281,-6 7 1,-8 0 0,-3-2 19,-4-4 1,-2 5-1,-1-7 1,-1 3 22,-4-1 1,4-5-1,-4 3-9,5-1 0,0 4 234,1-7-194,7 1 0,4-6-25,12 0 0,4 0 0,7 0 0,1 0 0,-2 0 1,1 0-1,1 0 19,-1 0 1,-2 2 0,-2 1 0,-1 3-19,1-2 0,-3 0 0,1 0 0,1 4-17,-3 1 0,5-3 0,-7 4 0,1-1-7,0 0 1,-3-3 0,-5 6 9,0 1 1,0-3 0,0 1 26,0 3 1,-1 1-1,-5 0 1,-6-3 48,-3-7 0,-2 5 1,0-1 65,0 0 1,-7 0 0,2-8 0,1 3-43,1 2 0,3 0 0,1-6 0,-2 0-19,1 0 0,0 0 0,0 0 0,-1 0-64,1 0 1,0 0 0,2-2-1,1-2-141,3-2 1,7-2-1,-4 5-471,1-3 0,5-2-5,-4 3 1,6 3 189,6-4 1,3 4 414,8 2 0,1-7 0,-1-3 0</inkml:trace>
  <inkml:trace contextRef="#ctx0" brushRef="#br0">943 0 7072,'-17'0'272,"-1"0"-127,2 0 0,4 0 0,1 0-48,-3 0 0,-1 0 0,-2 0 0,2 2-38,3 3 1,-3-1-1,4 8-15,-5 1 1,1-3 0,1 1 0,5 2-27,1 3 0,-5-5 1,4 1-1,-1 1-2,4 2 0,-2 2 1,3 1-1,-1-1 29,-1 0 0,4-6 0,-2 1 0,3 1 21,2 3 0,0 0 1,0 2-10,0-1 1,0 0 0,0 0 14,0 1 0,2-1 0,3 0-39,7 0 0,3-5 0,3-3 1,-1 0-46,0 1 1,6-6 0,0 3 0,-1-1-59,3 0 1,-5 0 0,4-6 0,-1 0 42,0 0 0,0 0 0,-6 0 1,0 0-60,0 0 1,1 0-1,-1 0 64,0 0 1,0-2-1,1-2 67,-1-2 0,-8-7 1,-2 4 3,2-1 0,-8-6 0,5 5 1,-4-4-10,-2-2 1,-2 0 0,-2-1 0,-3 1-32,-3 0 1,4 2 0,-5 1 0,0 3-20,1-2 0,-5 5 1,3 1-1,-3 1 23,-2 0 1,-1 0-1,1 6 1,-2 2-127,-4 4 0,2 1 1,-7 7-1,-1-3-16,2 3 0,-5 1 0,3 2 0,-1 2 129,1 4 0,-11 4 0,4 7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1:18"/>
    </inkml:context>
    <inkml:brush xml:id="br0">
      <inkml:brushProperty name="width" value="0.08571" units="cm"/>
      <inkml:brushProperty name="height" value="0.08571" units="cm"/>
    </inkml:brush>
  </inkml:definitions>
  <inkml:trace contextRef="#ctx0" brushRef="#br0">52 413 6438,'-10'0'-59,"3"0"0,4 0 218,-2 0 0,1 0 171,-8 0-66,9 0-2,-5 0-8,8 0 82,0 0-275,8 0 1,-5 0 0,9 0 1,2 0 1,-5 0 0,3 0-41,1 0 0,-4 0 0,3 0 0,1 0-13,2 0 0,2 0 1,1 0-1,-1 0-55,0 0 0,0 0 0,1 0-76,-1 0 1,0 0-1,0 0-136,1 0 1,-2 0 0,1 1-17,1 5 0,-6-4 1,-3 6-53,-2-1 1,-1-3 324,-6 7 0,0-7 0,-7 12 0,-3-7 0</inkml:trace>
  <inkml:trace contextRef="#ctx0" brushRef="#br0">120 584 7683,'-13'6'0,"10"0"0,12-3 0,6 0 0,3-3 0,-1 0 0,0 0 0,2 0 0,4 0 0,3 0 0,4 0 0,-4 0 0,1 0 0,-1 0 0,5 0 0,9-9 0,4 0 0</inkml:trace>
  <inkml:trace contextRef="#ctx0" brushRef="#br0">1296 0 7247,'-9'0'1339,"-7"0"-1131,15 0 1,-13 2 0,8 4-88,3 5 0,1-1 0,2 1-73,0 2 0,0 3 0,-2-1 1,-2-1-13,-2-3 1,1 0-1,5 6-109,0 1 1,0-1 0,0 0 0,0 0-222,0 1 0,0-1 0,0 0-181,0 0 1,0-5 0,0-1-574,0 2 1048,0-5 0,0 7 0,0-5 0</inkml:trace>
  <inkml:trace contextRef="#ctx0" brushRef="#br0">1709 86 7553,'-2'-9'186,"-4"3"0,2 4 0,-7 4-50,-2 4 1,3-3 0,0 9 0,1-1-97,-1-1 1,1 5-1,-3-3 1,6 3 18,5 2 0,1 0 0,0 0-39,0 1 1,7-3 0,3-2 0,3-3-47,4-3 1,-3 1 0,9-4 0,-2 2-89,1-3 1,-1-1 0,8-2-1,0 0 45,-3 0 1,5 0 0,-6-2 0,0-1 7,-1-3 0,1-8 0,-4 3 0,2-3 62,-2 3 1,-7-4 0,-5 3 107,-1-3 1,-3-2 0,-5 0-4,0-1 1,-7 1 0,-7 2-98,-7 4 1,3-3-1,-7 8 1,2 3-194,0 1 0,-6 2 1,4 0-1,0 0-155,1 0 0,-5 2 0,6 1 0,2 5 339,2 2 0,2 1 0,0 6 0</inkml:trace>
  <inkml:trace contextRef="#ctx0" brushRef="#br0">902 670 7137,'11'0'-388,"0"0"0,-5 0 0,5 0 791,3 0 0,1 0 0,2 0-127,0 0 1,1 0-1,-1 0-136,0 0 0,6 0 0,1-2 0,2-1-16,-1-3 0,5 0 0,-1 6 0,5-2-60,6-4 0,-2 5 0,6-5 0,0 3-29,0 3 0,0-1 0,3-3 1,-3-2-79,-2 2 1,4 3 0,-4 1 0,0 0-24,0 0 1,4 0 0,-6-2-16,-2-4 0,-7 4 0,-4-4 0,-1 5 0,-1 1 8,0 0 1,-2 1-266,-6 5 1,-2-2-1219,-3 7 1556,-5 0 0,-22 7 0,-4-1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22"/>
    </inkml:context>
    <inkml:brush xml:id="br0">
      <inkml:brushProperty name="width" value="0.08571" units="cm"/>
      <inkml:brushProperty name="height" value="0.08571" units="cm"/>
      <inkml:brushProperty name="color" value="#008C3A"/>
    </inkml:brush>
  </inkml:definitions>
  <inkml:trace contextRef="#ctx0" brushRef="#br0">0 418 7243,'0'17'90,"0"1"1,0-1 0,0 1 0,0-1 13,0-1 0,0-4 0,0-1 0,0 3-55,0 2 1,0 1-57,0 0 0,0 1 0,0-1 1,0 1-14,0-1 0,2 0 0,2 1-40,2-1 1,-1 1-159,-5-1 0,0 0-694,0 1 222,0-8 690,0-3 0,9-14 0,0-3 0</inkml:trace>
  <inkml:trace contextRef="#ctx0" brushRef="#br0">17 418 7349,'0'-17'28,"0"-1"0,0 6 0,0 1 125,0-2 0,6 3-69,0-2 0,8 7-39,-3-7 0,3 6 0,-1-4 1,-1 2 6,2 5 1,1-1 0,3 0 0,-1-2-16,0 2 1,0 2 0,3 2 0,2 0-39,1 0 0,-1 0 0,-4 0 0,0 0-25,-1 0 0,0 2 0,1 4-62,-1 6 1,-2-3 0,-1 1-1,-4 0 12,-2 0 1,3-5-1,-5 7 20,-2 1 0,-2-3 0,-2 1 96,0 3 1,0-4-1,0 2-23,0 1 1,-8-3 0,-2 1 0,-1 1 1,-1-3 1,1 5-1,-7-8 1,1 0 17,-1 1 1,1-3 0,0 5 0,-1-1-16,0-4 1,1-1 0,0 1 9,0 2-31,7 0 0,-13-1-33,-1 1 1,-3 2 0,2-4-1,8 2-439,2-3 225,6 0 1,4-3 245,10 0 0,5-8 0,7-2 0</inkml:trace>
  <inkml:trace contextRef="#ctx0" brushRef="#br0">1288 35 7959,'0'-9'-1249,"0"0"1349,0 2-39,0 5 0,-9-6-145,8 8 126,-7 0 1,0 0 0,-3 0 46,-5 0 1,-1 8 0,0 4 137,-1 3-173,0 3 32,1-9-28,0 15 0,-1-13 10,-7 14 43,6 0-48,-6 2-405,-1 0 424,7 6-17,-6-6 8,0 8 12,6 0-12,-7 8-4,9-7 0,0 7 0,-1-8-504,1 6 523,-1-4-18,9 5-40,-7-7 43,14 0-292,-5 0 296,7 0-166,0-1 156,0-6 0,7 4-37,3-12 0,7 7 1,1-6-1,1 3 0,2-6-121,2-4 1,7 2-1,-6-7 1,4 1-146,3-4 0,2-4 236,1-2 0,-1 0 0,4 0 0,6 0 0,-3 0 0,-1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24"/>
    </inkml:context>
    <inkml:brush xml:id="br0">
      <inkml:brushProperty name="width" value="0.08571" units="cm"/>
      <inkml:brushProperty name="height" value="0.08571" units="cm"/>
      <inkml:brushProperty name="color" value="#008C3A"/>
    </inkml:brush>
  </inkml:definitions>
  <inkml:trace contextRef="#ctx0" brushRef="#br0">35 349 6795,'-10'0'351,"3"0"0,5 0-296,-4 0-48,4 0 1,-6-1-5,8-5 0,0 2-23,0-8 0,0 6 19,0-5 1,2 1-4,4-1 0,-2-3 6,7 8-89,-7 0 86,12-1 2,-14 4-5,13-4-63,-13 7 60,13 0 2,-5 0 16,8-8-18,-9 6-4,7-5 3,-7 7 227,9 0-222,-1 0 1,1 0 14,-1 0-8,0 0-2,-7 0 10,6 7-3,-7-5 7,1 13 9,-2-5-30,-1 7 1,-4 1 0,2 0 0,3-1 0,-3 0-8,-1 0 0,-2 1-42,-2 0 57,0-1-36,0-7 32,0 5-4,0-13 3,-7 5 49,5 2-50,-6-8 0,1 7-4,4-8 59,-4 0-51,-1 0 0,4 0 0,-6-2 0,0-2 4,1-2 0,5-7-11,-1 2 10,2-5 0,3 6 0,0-6-3,0 7 2,0-9-10,0 1 9,8 7-55,2-5 53,-1 6-3,7-9 2,-6 0-1,7 1-1,0 7-1,9-5-71,-7 13 70,6-14 0,-8 15-8,1-5 31,0 4-26,-1 2 1,-7 0 15,5 0-17,-6 0 1,1 0 19,6 8 0,-12-4 0,5 7 0,1 2 107,0 3-115,-6-6 4,11 6 22,-13-7 1,11 9 0,-7-1-50,-2 0 35,-2 0-1,-2-7-2,0 6 5,0-6 0,0 7 1,0-7-4,0 5-427,0-13 200,0 14-26,0-15-260,0 15 225,0-14 274,0 6 0,0-1 0,0 3 0</inkml:trace>
  <inkml:trace contextRef="#ctx0" brushRef="#br0">905 366 7684,'12'0'-912,"-1"0"898,3 0 1,2 0 0,1-1 16,0-5 1,0 4 0,1-6-12,0 1 0,-3 3 0,-1-6 0,-5 0 3,-1 1 1,3 3 0,-2-4 64,0 2 1,0-5-5,3 2 1,-4 1-1,-10 0-11,-4 2 1,3 3 0,-9 5-16,-2 0 1,-2 0 0,-1 0 12,0 0-17,0 0-5,7 0 4,-6 0-4,6 0 0,-1 0 0,-1 0-27,-1 0 27,5 0 5,-8 7-63,7-5 59,0 13-4,-7-5-8,14 0-5,-6 6 8,1-7 2,4 0 20,-4 7-25,7-14 5,0 13-2,0-12-3,0 12 2,0-13-1,0 14 53,0-15-46,0 15 1,0-12 19,0 8 1,0-7-1,2 5 36,3-3 1,-2 1 0,4-4-10,1 2 1,-4 2-1,7-2-166,-7-5 132,12 15 8,-15-14-16,8 6-59,-2-8 60,-5 0 3,13 0-174,-12 0 163,12 0-18,-6 0 15,9 0-156,0 0 145,-9 0-20,6 0-27,-5 0 41,7 0-13,1 0 0,0-8-35,-1 6 0,-5-6 33,-1 8 0,1-6 0,5-1-42,1-3 0,-1 4-7,0-6 40,1 1-5,-9 1 9,7-6-5,-14 7 107,6 0-102,-1-7 1,-5 14-1,6-13 149,-8 12 7,0-4-94,0-1 27,0 6-32,0-5 0,-2 7 55,-4 0 0,-3 0 42,-9 0-105,9 0 77,1 0-75,0 7 7,6-5-7,-6 6-4,8-1 12,0-4-4,0 12 16,0-6 19,0 1 4,0 6-13,0-6-29,0 7 1,6-6-26,0 1 1,2-6 0,-2 5-37,5 3 0,-1-6 73,2-3-203,-1 5 0,6-8 0,1 4-72,-1-4 1,1-2-1,-1-2 1,0-2 0,1-4-204,-1-1 1,1-3 437,-1-6 0,0 1 0,1 0 0</inkml:trace>
  <inkml:trace contextRef="#ctx0" brushRef="#br0">1410 105 7798,'0'-17'-603,"0"0"485,0 7 254,0 3-353,0 7 20,0 0 1,-2 5-299,-4 1 495,4 7 0,-5-3 0,7 7 0</inkml:trace>
  <inkml:trace contextRef="#ctx0" brushRef="#br0">1828 18 7755,'9'9'-467,"-1"-8"633,-8 15 0,0-12-66,0 7-12,0-7 1,6 11 0,0-3-3,-2 3 1,-1 3 0,1 0 0,2-1-51,-2 0 0,0 0 1,0 1-1,1 0 60,0-1-291,-4 0 112,7 0 0,-6 1-46,4 0 0,-2-1 0,0 0-209,2 0 84,0-7 98,-6 6-198,0-15 254,0 15-194,0-14 294,0 6 0,-9-8 0,0 0 0</inkml:trace>
  <inkml:trace contextRef="#ctx0" brushRef="#br0">1654 279 6375,'9'0'793,"1"0"0,-4 0-703,5 0 1,5 0 0,1 0 0,1 0-97,-1 0 1,1 0 0,-1 0 41,0 0 1,1 0-128,-1 0 0,2 0 148,5 0 0,-5-5-45,4-1 0,2 0-365,-2 6 1,3 0 25,-3 0-321,-3 0 316,4 0 109,-6 0 223,0 0 0,6-7 0,3-3 0</inkml:trace>
  <inkml:trace contextRef="#ctx0" brushRef="#br0">2228 1 7712,'-10'0'-400,"3"0"548,7 0 1,0 8-80,0 4 1,0-3-1,1 1 1,4-1-31,0 1 0,1-4 0,-6 6-130,0 1 149,0 2-240,8 3 213,-6 0 5,5 6 0,-7-4-73,0 5 63,0-7-21,0-1-80,0 0 80,0 0 8,0 1-20,0 0-24,9-1 34,-8-7 1,7 5-5,-8-6-41,0 1 43,0-2 1,0 0-34,0-7 32,0 8-3,0-2 2,0-5-4,0 6 3,0-8 43,0 0-43,0-8 10,0 6-8,0-14 0,0 15-41,0-15 41,0 6 0,0-1 1,0-1-1,0-1 0,0 5-1,0-8-29,0 15 28,0-15-3,8 15-3,-7-15-53,8 6 53,-2 0 2,-5-5 3,6 13-6,-1-5 3,-4-2-6,12 8-15,-13-15 19,14 15-4,-7-8 0,0 2-3,7 5 4,-6-6-6,7 8 44,-7 0-37,6 0-3,-7 0 8,9 0-8,-1 0 10,0 0-6,-7 0-9,6 0-5,-7 0 93,9 8 168,-1 1-218,0 9 18,0-9-29,-7 7 1,4-6 0,-6 6-1,-1-3 26,1-2-10,-2 1 1,-4 0 14,3-1-37,-2 1 1,4-1 12,-7 1 1,-7-1-216,4-1 210,-4 6-335,-1-15 148,-1 8-21,-1-2-272,-6-5 200,6 6-16,1-8 285,-6 0 0,5 0 0,-7 0 0</inkml:trace>
  <inkml:trace contextRef="#ctx0" brushRef="#br0">2803 279 7658,'17'10'-205,"0"-2"0,-5-6 527,-1 4-359,1-5-77,-2 8 222,5-9-289,-13 0-34,14 0 302,-14 0-17,13 0-163,-13 0 0,14 0 159,-14 0-13,13-9-216,-13 8 160,6-7 19,-1 0-18,-5 7 15,6-15-1,0 14-8,-6-13 78,5 12-67,1-12-2,-6 13 86,6-5-83,-8-2 8,0 8-6,0-7 56,0 0 1,-2 7-7,-4-5 1,-4 3 37,-7 3-72,0 0 8,-1 0 49,9 0-54,-7 0-1,6 0 11,1 0-10,-7 0-3,14 9 2,-13 0-88,5 0 87,1 7 7,-7-6-153,6 7 139,0-7 1,3 6 0,-1-7-19,6 9 17,-5-9-4,7 6-20,0-5-22,0 0 28,0 6 1,0-13 33,0 9 1,2-6-14,3 6-17,5-9 0,2 11 0,-1-9-10,3 0 0,1 2 0,3-1-127,-1-2-22,-7-3 152,5-1-12,-5 0-222,7 0-13,-7 0 225,5 0-424,-5 0 202,0 0-32,5 0 209,-5 0-57,0 0 46,5-7-113,-5 5 185,-1-13 0,15 12 0,-5-4 0</inkml:trace>
  <inkml:trace contextRef="#ctx0" brushRef="#br0">3186 279 7899,'17'0'-303,"0"0"0,-1-1 0,-2-3 0,-3-2 571,2 2 0,3 2-23,1 2-220,1 0 57,-1 0 19,-7 0-19,5 0-99,-5 0 96,0 0-1,5 8-67,-5-6 85,-1 5-29,7 2 9,-6-8-276,0 15 262,5-15-16,-13 15-233,13-6 222,-13 0 9,6 5-22,0-13-245,-7 14 237,8-15-1,-2 15 0,-5-6-71,4 7 0,-4 0 62,-2 0 1,-2-5 0,-4-2 111,-6-2 0,3 4-26,-3-7 1,0 1 66,-5-6-94,7 0 1,3-8-65,7-4 1,0-3-20,0-3 1,1 3-1,3 2 1,2 1 10,-2-2 0,4 5 1,0-3-1,1-1 1,3-3-1,3-1 7,-3 0 0,3 5 1,-5 0-1,1-1 1,1-3 0,0 5 1,3-1-1,-1 1 77,-2 1 0,-3-6 0,4 6 137,-1 1 1,0-5-175,6 9 1,-7-1-425,1 6 0,-8 1 165,1 5 1,-5-3 0,-4 4 219,-1 1 0,-9-6 0,5 5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30"/>
    </inkml:context>
    <inkml:brush xml:id="br0">
      <inkml:brushProperty name="width" value="0.08571" units="cm"/>
      <inkml:brushProperty name="height" value="0.08571" units="cm"/>
      <inkml:brushProperty name="color" value="#008C3A"/>
    </inkml:brush>
  </inkml:definitions>
  <inkml:trace contextRef="#ctx0" brushRef="#br0">1 1 7220,'11'0'241,"1"0"0,-6 0-188,6 0 0,0 0 0,5 0-51,0 0 0,0 0 0,1 0 0,0 0-47,-1 0 0,0 0 0,0 0 0,3 0 30,3 0 1,-3 0 0,4 0 10,2 0 0,-7 0 0,6 0 0,-2 0 0,1 0-5,-3 0 0,-2 0 0,-2 0-54,1 0 0,0 0 27,-1 0 0,-5 0 34,-1 0-37,-7 0 23,3 0 33,-7 0 39,0 0 124,9 0-164,-8 8 28,7-6 0,-8 8 47,0-5 0,0-1 0,-2 5-38,-4 0 0,5-2 0,-8-3 0,4 4 8,-1 1 1,-5-3-1,5 6 1,0-1-2,-2-1 1,6 6 0,-5-5 0,1 5 16,0 1 1,-6 0-1,5 1 1,-1 0-10,0-1 0,1 2 0,2 2 0,-2 3 35,-3-3 0,5-2 0,-5 1-109,2 3 38,-6-4 1,10 6 0,-5-8-50,1 1 0,2 0-233,6-1 0,0-6-221,0 1-329,0-8 800,0 3 0,8-22 0,1-4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31"/>
    </inkml:context>
    <inkml:brush xml:id="br0">
      <inkml:brushProperty name="width" value="0.08571" units="cm"/>
      <inkml:brushProperty name="height" value="0.08571" units="cm"/>
      <inkml:brushProperty name="color" value="#008C3A"/>
    </inkml:brush>
  </inkml:definitions>
  <inkml:trace contextRef="#ctx0" brushRef="#br0">53 818 7955,'-12'0'-542,"0"0"0,6 0 741,-5 0-119,7 0 1,-4-7-95,8-5 1,8 2 22,4-1 0,-3 7 0,3-3 0,1 1-23,3 0 0,1 0 0,1 6 17,-1 0 1,1 0-1,-1 0 20,0 0 0,1 0-34,-1 0 17,1 0 0,-7 6 0,-1 1 17,-2 3-11,-3 2 5,3-2-23,-6 5 0,8-12-7,-4 9 18,-4 0-5,5-3 1,-7 7 7,0-5 1,0-1 14,0 2-24,0-1 1,0 1 104,0 0-60,0-9 1,-2 6-30,-3-9 1,0-3-20,-6-3 0,7 3 0,-2-9 2,4-1 0,2 3 0,0-2-2,0-1 0,0-2 0,0-3 7,0 0 0,6 7 0,2 1 0,1 1 25,5-1-25,2 6 71,-7-12-69,7 15 6,-7-7 35,9 8-36,-1 0-1,1-8 8,-9 6-49,7-6 44,-6 8-1,7 0 4,0 0-37,1 0 35,-1 0-6,1 0 29,-1 0-26,0 8-3,-7-6 2,6 14-2,-7-15 2,9 15-3,-1-6-14,-7 0 15,5 5 1,-13-6-1,14 1-32,-15 6 33,7-6 1,-8 7-164,0 0 156,0-7 0,0 6-8,0-15 7,0 15-16,0-15 13,0 15-278,0-14 13,0 6 215,0-1 25,0-4-313,0 4 143,0-7 64,0 0 0,0 0 1</inkml:trace>
  <inkml:trace contextRef="#ctx0" brushRef="#br0">992 801 6531,'-9'0'1091,"-6"0"-973,12 0 0,-4 0-84,-1 8 79,6-6 0,-5 5 28,7-7-330,0 8 316,0-6-26,0 14-63,0-15 1,0 15-74,0-5 0,0-1 1,0 2 5,0 2 0,0-5 0,1 3 39,5 1 0,-2-5 0,8-2 29,1-4-267,2 5 239,-5-4-14,6 4 11,-6-7-102,7 0 93,0-7-2,0 4 0,1-6-2,0 3 0,-1-3-8,-7-1 5,5-6-16,-13 15 15,14-15 189,-15 14-36,7-13-136,-8 12-4,0-12 1,0 11 6,0-7 1,0 5 0,-2-4-14,-4 2 1,-4-4 0,-5 5 0,2-1 2,1 0 9,8-5 34,-12 11-33,15-5-40,-15-2 37,6 8-4,1-7 4,-6 8-5,5 0 3,0 0 6,-6 0-6,15 0-98,-15 0 96,6 0-3,1 0-49,1 0 46,8 0-3,-7 0-139,4 0 21,-4 8 78,7-7 4,0 8 0,7-9 32,5 0-16,-4 0-4,8 0 91,-7 0-82,9-9 0,-9 8 5,6-15 78,-5 14-68,0-6-12,6 1 64,-7 5-56,0-13 6,0 12-6,-2-12 52,-5 6-46,6-1 1,-8-6-1,0 14 7,0-13-7,0 5 17,0 0 135,0-5-140,0 13 4,0-14 89,-8 7-89,-1-1 46,-9-5 11,0 13-50,1-6 4,0 8-56,0 0 62,-1 0-7,0 0-1,1 0-40,0 0 44,0 0-6,-1 0 0,8 0 1,-5 0-15,3 0 0,2 2-69,-1 4 0,7-3 29,-2 9 0,5-6 15,1 6 1,7-9 0,4 3 2,5-4 1,1-2 0,1 0 0,0-2-7,-1-4 0,0 5 0,0-5 0,1 4-4,0 2 1,-1-6 0,0 0 0,3 3 23,3 0 0,-4 3 1,5-2-1,-6-2 24,0-1 0,5-1 0,0 6 1,-1 0 18,-3 0 1,-1 0 0,-1 0 19,0 0 1,0 0 0,1 2-25,0 4 0,-1-4 1,-1 5-1,-3-1-25,-2 0 0,-5 6 1,4-5-1,-2 3 0,4-4 13,-7 5 1,3-1-1,-4 3 48,2-1 1,-1 0-48,-5 6 0,6-7 0,0 0 17,-2 3 1,-3-5 0,-1 3-1,0 2 1,0 2-1,0 1 2,0 0 1,0-6-1,-1 1 54,-5 2 0,4 2 5,-4 1 1,4-6-5,2 1 0,2-2 2,4 1 0,3-3 0,9-8-71,0 0 1,-7 0 0,1 0 0,1 0-65,3 0 0,1 0 0,1-2-303,-1-4 0,0 5 0,1-8-242,-1 2 1,1 5-1,-3-6 578,-3 1 0,3-3 0,-5-7 0</inkml:trace>
  <inkml:trace contextRef="#ctx0" brushRef="#br0">2176 592 6700,'12'0'149,"-1"0"1,-5 0-82,6 0 0,-1-8-32,7-3 1,-3-5-1,-1 1 1,-4 1-25,-3 3 0,5 5 0,-4-4-26,1 3 1,-3-5 0,3 4 15,0-2 1,-3 5 0,-5-5 69,5 2 142,-4 3-31,6 5-128,-8 0 1,0 7-1,0 5-34,0 3 1,0-3 0,0 0 0,0 1 8,0 3 0,0 1 0,0 0-35,0 1 0,0-1 0,0 1 1,0-1 4,0 0 1,0 1-1,0 0-42,0-1 1,1-2-1,3-2-129,2-1 0,0 0-30,-6 6 1,0-7-435,0 0-44,0-6 679,8 2 0,-6 1 0,5 1 0</inkml:trace>
  <inkml:trace contextRef="#ctx0" brushRef="#br0">2246 871 7253,'12'0'547,"-1"0"-382,2 0 1,-3-6 0,2 0-20,2 2 0,-5 3 1,3 1-74,1 0 0,-3 0 1,1 0-201,3 0 1,-5 0 0,3 0 50,2 0 0,-4 0-598,1 0 1,-5 0 673,6 0 0,-1-9 0,6 0 0</inkml:trace>
  <inkml:trace contextRef="#ctx0" brushRef="#br0">2699 575 7955,'0'-10'-186,"0"2"1,0 6 262,0-3 0,1-3 1,3-6-1,4 4-52,2 3-66,-6-7 0,5 7 62,-3-5 0,-2-2 49,7 9-17,-7-9-78,4 12 35,-8-13 0,2 7 1,4-4-20,-5 5 12,8 7 1,-9 2-1,0 3 1,0 7 41,0 4 0,0 1 0,0 0-30,0 1 0,0-1 0,0 1 1,0-1-11,0 0 0,0 1 1,0-1-239,0 1 222,0-1 0,0 0 1,0 1-108,0 0 0,7-1-187,5 0 0,-3-1 17,3-5 1,-6 3 54,5-8-105,-7 0 338,4-6 0,-8 7 0,0 3 0</inkml:trace>
  <inkml:trace contextRef="#ctx0" brushRef="#br0">2699 854 7685,'17'0'294,"-7"0"-198,-3 0-22,1 0 117,-6 0-107,14 0 1,-15 0-99,15 0 125,-15 0-24,15 0 0,-6 0-3,7 0 0,0 0 2,1 0 21,0 0-209,-9 0 16,6 0 157,-5 0-563,7 0 261,1 0 107,-8 0-4,5 0-433,-5 0 262,0 0 87,-3 0-441,1 0 286,-6 0 367,14 0 0,-15-9 0,7 0 0</inkml:trace>
  <inkml:trace contextRef="#ctx0" brushRef="#br0">3186 0 7955,'11'0'-723,"1"0"920,-8 0-52,4 0-58,-1 0 0,-3 0 0,8 0 62,1 0 0,-3 0 0,1 2-41,3 4 0,2-2 0,1 6-120,0-3 98,1 7 24,-1-4-43,1-1-185,-9 7 185,15-7 8,-13 1-260,14 6 259,-7-7-30,-1 1 10,1 5-29,7-5 23,-6 7-38,6 1 43,-7-1-306,-1 1 285,-7-1-28,5 0 91,-5 1-82,7 7 11,-7-6-15,5 7 53,-12-9-46,4 8 1,-7-6 6,0 7 2,0-9-7,0 8 8,0-6 7,0 7-10,0-9 18,0 8-8,0-6-87,0 7 72,-7-9 0,2 6-4,-6 1 1,1-1-1,-3-6 1,1 3 48,-2 3 0,-1-4 0,-1 4-31,5-4 0,-5-1 1,5 0-1,-2-1 1,-2 0 17,4 0 0,0 1 1,-7-3-1,3-1 45,3-2 0,-3-1 0,5 6 0,-2-1-16,1-5 1,1 5-1,-3-6 1,3 1 88,2 1 0,-5-1-98,1 7 0,-4-3 0,1-1 54,3-2 1,-3-7-183,3 7 1,-1-6 0,-1 4-138,3-3 1,5-1-107,-6-6 0,7 0 76,-7 0 1,6 0-557,-6 0 1,6 0 51,-5 0 1,5 0 728,-5 0 0,-1 0 0,-5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37"/>
    </inkml:context>
    <inkml:brush xml:id="br0">
      <inkml:brushProperty name="width" value="0.08571" units="cm"/>
      <inkml:brushProperty name="height" value="0.08571" units="cm"/>
      <inkml:brushProperty name="color" value="#008C3A"/>
    </inkml:brush>
  </inkml:definitions>
  <inkml:trace contextRef="#ctx0" brushRef="#br0">0 0 7458,'18'0'135,"-1"0"1,1 0-167,-1 0 1,0 0 0,1 2-6,-1 4 1,-5-4 0,0 4-126,1-4 1,3-2-23,1 0 0,0 0 3,1 0 1,-6 0-121,-1 0 0,-5 0 300,5 0 0,-7 0 0,4 8 0,-8 1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38"/>
    </inkml:context>
    <inkml:brush xml:id="br0">
      <inkml:brushProperty name="width" value="0.08571" units="cm"/>
      <inkml:brushProperty name="height" value="0.08571" units="cm"/>
      <inkml:brushProperty name="color" value="#008C3A"/>
    </inkml:brush>
  </inkml:definitions>
  <inkml:trace contextRef="#ctx0" brushRef="#br0">1 1 7966,'10'0'-1665,"5"0"1732,-3 0 1,3 0 16,3 0 0,-7 0 103,1 0 0,-1 0-151,7 0 0,0 0 0,-3 2-52,-3 4 1,3-4 32,-3 3 1,-3-3-1,3-2-57,1 0 0,-3 0-300,2 0 0,-7 3-9,7 2 349,-8-3 0,12 6 0,-7-8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06"/>
    </inkml:context>
    <inkml:brush xml:id="br0">
      <inkml:brushProperty name="width" value="0.08571" units="cm"/>
      <inkml:brushProperty name="height" value="0.08571" units="cm"/>
      <inkml:brushProperty name="color" value="#008C3A"/>
    </inkml:brush>
  </inkml:definitions>
  <inkml:trace contextRef="#ctx0" brushRef="#br0">0 158 7354,'10'0'700,"0"0"-508,-4 0-66,-5 0 0,9 0-164,-4 0 0,-2 0 0,5-2 58,-1-4 1,4 2 0,-5-6-37,3 3 0,-6-7 0,4 4 0,-3-1-23,1-1 1,0 7-1,-4-5 14,4 2 1,-4-6 153,3 3-86,-2 3 1,-3-1 138,0 3 7,0 4-146,0-6-28,0 8 0,0 2 30,0 4 1,2-3 0,2 9 0,1 2 1,1 2-1,-6 1 1,0 0-14,0 0 0,0 1 0,0 0 0,0-1 37,0 0-24,0 0-11,8 1 17,-6 0-138,5-1-165,-7 0 4,0 0 156,0-7 0,0 6-266,0-5 168,8-3 112,-6 7-295,6-12 135,-8 4 0,0-7-501,0 0 414,0 8 160,0-6 164,0 5 0,0-7 0,8 0 0,1 0 0</inkml:trace>
  <inkml:trace contextRef="#ctx0" brushRef="#br0">0 540 7226,'10'0'335,"6"0"-248,-15-7-10,15 5 0,-12-6 32,8 8-100,-1 0 0,1 0 0,-1 0 1,3 0 28,1 0 0,0-1 1,-1-4-1,-2 0 77,1 1-61,3 2 7,1 2-21,1 0 13,-1 0-3,0 0-9,-7 0 8,13 0 11,-19 0-10,19 0 3,-13 0-37,8 0 0,1 0 61,4 0-13,-4 0-230,7 0 215,-9 0-6,-7 0-12,5 0-95,-5 0 1,7 0 106,1 0-286,-1 0 260,-7 0-5,5 0-213,-5 0 201,-1 0-498,-1 0-82,0 7 1,-4-3 579,7 8 0,1-8 0,5 3 0</inkml:trace>
  <inkml:trace contextRef="#ctx0" brushRef="#br0">975 315 7544,'8'9'148,"-4"-1"1,7-8-1,3 0 1,2 0-57,1 0 1,0 0-1,0 0 1,3 0 133,3 0-109,-3 0-26,4 0 3,2 0-191,-7 0 203,6 0-39,1 0-271,-8 0 264,8 0 8,-9 0-20,0 0-377,1 0 205,0 0 0,-7 0-405,1 0 299,-8 0-85,11 7 0,-13-3-551,4 8 866,-5-8 0,-1 12 0,0-7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09"/>
    </inkml:context>
    <inkml:brush xml:id="br0">
      <inkml:brushProperty name="width" value="0.08571" units="cm"/>
      <inkml:brushProperty name="height" value="0.08571" units="cm"/>
      <inkml:brushProperty name="color" value="#008C3A"/>
    </inkml:brush>
  </inkml:definitions>
  <inkml:trace contextRef="#ctx0" brushRef="#br0">331 0 6243,'-17'0'82,"-1"0"0,6 0-32,1 0-19,-1 0-6,2 0-3,-5 0 0,12 0 0,-9 0 0,-2 0 48,-2 0 1,5 6 0,-1 0-77,-1-2 1,3-2-1,-1 0 5,-3 4 1,4-5 0,1 7 0,-1-2 2,0 0 0,5 6 1,-5-5-1,0 1-31,1 0 21,5 5-4,-4-11 14,0 14 1,7-13 0,-8 7 24,2-2 0,5 5 0,-4-1 42,4 3 0,2 3 0,0-1-31,0 1 1,0-6 0,2-1 0,2 2 58,2 3-65,-1 1 3,4 1-3,-8-1-71,7 1 71,0-1-3,-7 0 8,8 1-31,-2-1 21,-5 1 1,6-1 54,-8 0-56,7 1-3,-4-1 9,4-7 12,-7 5 0,6-5-3,0 7 56,-1 1-64,-5-1 6,0 1 7,0 7 0,3-6 10,3 4 1,-5-3 14,5-3-175,-4 0 145,-2 9-2,0-7-141,0 6 135,0-8-5,0 1-25,0 0 1,0-1 0,0 0 0,0 0-4,0 1 0,0 0 0,0-1-10,0 0 0,0 0 0,0 1 26,0 0 0,0-1 14,0 0 0,-6 0-18,0 1 0,0 0 6,6-1 0,0-6 0,-1-1 26,-5-2 0,4 6 8,-4-3 1,4-1-17,2 2-15,0-9 1,0 7 53,0-5-68,0-2 0,2 4 22,4-7 0,-2 0 0,7 0 26,3 0 0,-4 0 0,1 0-35,3 0 0,1 0 1,2 0-1,1 0-39,0 0 1,-1 0 0,0 0 0,0 0-174,1 0 0,0 0 0,-1 0 0,2 0-286,5 0 1,-5 0 477,4 0 0,4 0 0,0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0"/>
    </inkml:context>
    <inkml:brush xml:id="br0">
      <inkml:brushProperty name="width" value="0.08571" units="cm"/>
      <inkml:brushProperty name="height" value="0.08571" units="cm"/>
      <inkml:brushProperty name="color" value="#008C3A"/>
    </inkml:brush>
  </inkml:definitions>
  <inkml:trace contextRef="#ctx0" brushRef="#br0">1 1 7278,'2'11'240,"1"1"-193,3 2 1,0 1 0,-6 3 81,0-1-132,0 0 63,0 1-30,0 7 1,0-5-14,0 3 0,0-4 0,0 0 0,0 2-71,0 2 54,8 1 0,-6-6 1,3-1-251,-2 0 271,-3 0-244,0 1 106,0 0 1,0-1 68,0 0-237,0 0 0,0-7 208,0 6-43,0-15-32,0 15 87,0-14 65,0 6 0,-8-1 0,-2 3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1"/>
    </inkml:context>
    <inkml:brush xml:id="br0">
      <inkml:brushProperty name="width" value="0.08571" units="cm"/>
      <inkml:brushProperty name="height" value="0.08571" units="cm"/>
      <inkml:brushProperty name="color" value="#008C3A"/>
    </inkml:brush>
  </inkml:definitions>
  <inkml:trace contextRef="#ctx0" brushRef="#br0">1 122 7953,'17'-12'0,"1"3"0,0-1-167,-1 0 1,0 6 47,0-1 1,1-3-1,0 3 1,-1 0-1,0 1 1,0 1 156,1-3 0,0 0 0,0 4 0,4-2 50,1-2 0,1 0 0,-7 5-116,0-5 0,0 4 1,1-4-1,0 4 1,-1 2 39,0 0 0,0 0 1,1 0-30,0 0 0,-7 8 5,1 4 0,-8 3 0,2 3 0,-5-1 7,-1 0 1,0-5-1,-1-1 1,-4 3 1,0 2 0,-9-5 1,5 1-1,-3-1 12,0-1 0,6 3 0,-5-4 109,-2 0 1,-3-3-1,-1 3-54,-1-1 0,-1-2 0,-3-4-11,-1 3-39,0-2 0,4 4 0,-3-7 0,-1 0-58,2 0 0,1 6 0,3 0-117,0-2 182,0-3-443,7-1 36,2 0-148,8 0 534,0 0 0,15-7 0,5-3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1"/>
    </inkml:context>
    <inkml:brush xml:id="br0">
      <inkml:brushProperty name="width" value="0.08571" units="cm"/>
      <inkml:brushProperty name="height" value="0.08571" units="cm"/>
      <inkml:brushProperty name="color" value="#008C3A"/>
    </inkml:brush>
  </inkml:definitions>
  <inkml:trace contextRef="#ctx0" brushRef="#br0">278 1 6489,'-17'0'184,"6"0"1,-1 2-85,-2 4 0,-1 1 0,-3 7 30,1-2-36,0-1 1,0 6 0,1 1 19,5-1 1,-5 1-1,5-1 1,-3 0-29,2 1 0,-1 1 1,5 3-1,0 1 141,0-2-238,-5 6 38,11-8 0,-6 8 0,8-6 0,0 3 0,0-1 0,0 0 25,0 0 0,0 1 0,0-7 0,0 1-174,0-1 1,6 0-1,0 1 1,-2-1-127,-3 1 0,5-7 0,2-1 0,0 0-98,0-1 0,5-5 0,-1 2 346,3-4 0,11-10 0,1-2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1"/>
    </inkml:context>
    <inkml:brush xml:id="br0">
      <inkml:brushProperty name="width" value="0.08571" units="cm"/>
      <inkml:brushProperty name="height" value="0.08571" units="cm"/>
      <inkml:brushProperty name="color" value="#008C3A"/>
    </inkml:brush>
  </inkml:definitions>
  <inkml:trace contextRef="#ctx0" brushRef="#br0">105 296 6985,'12'0'-173,"0"0"1,-6 0 303,5 0 0,-7 8-56,2 4 0,1 3 0,-1 3 0,-2-1-42,-2 0 0,0 1 0,1-1 0,3 1-11,-2-1 1,-2 0 0,-2 1-1,0-1-59,0 1 1,0-1 13,0 0 1,0 1-1,-2-3 9,-3-3 1,0-4 8,-6-8 1,5 0 1,-5 0 1,1-2 0,-2-4 0,5-6 2,-1-3 0,4 3 0,-5 0 0,-1-1 0,0-2 0,0-3 0,-1 1 0,3-1 23,0 1 1,6 0-1,-3-1 1,3 1-5,2-1 0,0-5 0,2 0 1,2 2-12,1 1 1,9 3 0,-3 0 0,5-3-17,1-3 1,1 4-1,-1-5 1,2 5 18,5 2 1,-5 5 0,4 3 0,-4-1 40,-1 0 1,-1 6-1,1-2-38,-1 4 1,1 2-1,-1 0-7,0 0 0,-5 0 0,-3 2 0,1 2-33,0 2 40,-6 8 0,4-12-4,-1 13-36,-5-13 1,6 13 0,-8-3 15,0 4 0,0 1 1,0 0-23,0 1 1,0-1 0,0 1-1,-2-3 20,-4-3 7,-3 3-5,-1-13 4,-6 14-10,7-15 8,-9 15-12,1-14 7,0 6 1,-6-3-15,-1 1-23,1 0 169,5-6 0,-4 2-38,-2 4-194,1-4 116,-2 5 1,5-7 5,-3 0 6,4 0-10,1 0 1,1 0-438,0 0 1,5 0 431,0 0 0,9 0 0,-5 0 0</inkml:trace>
  <inkml:trace contextRef="#ctx0" brushRef="#br0">1167 0 6869,'-18'0'-104,"7"0"0,-1 0 219,-1 0 1,-1 2-1,1 2 1,1 2-3,-1-2 0,3 6 0,-2-1 0,-1 3-8,-2 0 0,-3-1 0,0 6 91,1 1-92,0-1-12,0 1-5,-1-1 8,0 8-6,1-5-3,0 12 24,0-12-223,7 5 217,-6 0-27,14-6-195,-6 14 185,8-6 10,-7 0-8,5-1 0,-6-1-19,8-6-77,0 14 1,2-13-1,2 3 1,4-4-70,1-1 0,1-1 1,4 0-1,-3 0-2,2 1 1,3-6 0,1-3-1,1 1-172,0 0 1,5-6 0,0 1 0,-2-3-81,-1-2 0,-3 0 1,0 0 349,0 0 0,1-7 0,0-3 0</inkml:trace>
  <inkml:trace contextRef="#ctx0" brushRef="#br0">1289 262 6793,'10'-10'531,"-3"2"-306,-7 8 0,2 0-97,4 0-63,-4 8 0,5-4 0,-7 7 1,0 3-1,0 1 93,0 3 0,0-6 1,0-1-1,0 2-109,0 3 1,6 1 0,0 1 0,-2-1-25,-2 1 1,-2-1 0,0 0 0,0 1-150,0-1 1,0 1-1,0-1-111,0 0 0,0 1-502,0 0 1,0-7 736,0 0 0,0-6 0,8 10 0,2-6 0</inkml:trace>
  <inkml:trace contextRef="#ctx0" brushRef="#br0">1707 279 7617,'9'0'-335,"-1"0"537,-8 0 1,0 2-83,0 4 1,0-3 0,0 9-54,0 2 1,0-4-1,0 1 1,0 2 15,0 3 0,0 1 1,0 1-1,0-1-105,0 1 0,0 1 1,0 2-1,0 3-32,0-3 0,0-2 1,0-2-1,0 1 26,0 0 1,0-7 0,0 0-346,0 3 1,0 1-246,0 3 1,-2-6 617,-4-1 0,4-7 0,-5 4 0</inkml:trace>
  <inkml:trace contextRef="#ctx0" brushRef="#br0">1846 70 7419,'17'0'-114,"1"0"0,-1 0 1,1 0 216,-1 0 1,0 6 0,1 0-1,-1-1 3,1 3 1,-1-4 0,0 7 0,1 3-67,-1 2 1,1 1-1,-1 1 1,0 1-38,1 4 0,-1-1 0,-1 6 0,-3 1 32,-1-2 0,-8 6 1,2-3-1,-5 0-84,-1 0 1,-1 2 0,-5-3-1,-6 2-209,-3-2 1,-3 2-1,1-6 1,-3 0-480,-2 1 737,2 4 0,-20-10 0,3 5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9"/>
    </inkml:context>
    <inkml:brush xml:id="br0">
      <inkml:brushProperty name="width" value="0.08571" units="cm"/>
      <inkml:brushProperty name="height" value="0.08571" units="cm"/>
      <inkml:brushProperty name="color" value="#008C3A"/>
    </inkml:brush>
  </inkml:definitions>
  <inkml:trace contextRef="#ctx0" brushRef="#br0">1 174 8147,'17'0'25,"1"0"1,-7 0 0,1 0 0,1 0-6,3 0 1,-5 0 0,1 0 0,2 0 11,1 0 1,2 0 0,1 0 0,-1 0-22,1 0 0,-1 0 0,2 0-31,5 0 0,1 0 0,4 0-48,-6 0 1,-10 0 0,-1 0-90,2 0 1,1 0-471,3 0-429,-8 0 1056,-3 0 0,-7 0 0,-7-7 0,-3-3 0</inkml:trace>
  <inkml:trace contextRef="#ctx0" brushRef="#br0">210 0 7338,'9'0'-444,"-1"0"873,-8 8-235,0-6 0,0 8-34,0-4 1,6-3-32,0 9-31,0-8 0,-6 11 88,0-3-109,0-4 0,0 7 0,0-3 1,0 3 22,0 3 0,0-1 1,0 0-101,0 1 1,0-1 0,0 1-44,0-1 1,0 1 0,0-1-177,0 0 1,0-5-1,0 0 16,0 1 190,0-5-77,0 7-159,0-13-843,0 6 1092,0 0 0,0-6 0,0 5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8"/>
    </inkml:context>
    <inkml:brush xml:id="br0">
      <inkml:brushProperty name="width" value="0.08571" units="cm"/>
      <inkml:brushProperty name="height" value="0.08571" units="cm"/>
      <inkml:brushProperty name="color" value="#008C3A"/>
    </inkml:brush>
  </inkml:definitions>
  <inkml:trace contextRef="#ctx0" brushRef="#br0">70 210 7386,'-11'0'79,"-1"0"0,0 0 440,-5 0-26,7 0-387,2 0 1,10 0-86,4 0 0,-2-6 0,7 0 18,3 3 0,2 0 0,1 3 0,0 0-40,1 0 0,-1-6 0,1 1 0,-1 1-2,1 2 1,-1 2 0,0 0 0,1 0-14,-1 0 1,1 0-1,-1 0-29,0 0 1,1 0 0,-1 0 7,1 0 0,-1 0 22,0 0 0,-5 0 14,0 0 1,-3 2 7,3 4-14,3-4 0,-12 8 328,2-5-234,-3-3 1,-2 14 87,0-5 1,0 5-139,0 1 1,0 0 0,0 1 0,0-1 11,0 1-4,0-1-191,0 0 182,0 1-14,0 0 10,0-1-151,0 0 134,0 0-1,0 1-106,0-9 98,0 7-7,0-6-228,0 7-15,0 0 5,0-7 1,0 0-551,0-4 526,0-5-73,0 8-557,0-9 893,-7-9 0,-3 0 0,-8-9 0</inkml:trace>
  <inkml:trace contextRef="#ctx0" brushRef="#br0">157 453 7123,'16'-1'325,"-3"-4"-160,-2 0 1,1-3 111,6 3-170,-9 2 0,7-6 1,-5 5 214,5-2-200,1-8 1,1 13-126,-1-7 163,1 8-41,-1-8-267,0 6 248,1-6-67,-1 1 1,2 5 0,3-4 0,1 4-60,-2 2 1,-1-6 0,-3 0-193,0 2 0,1 3-660,0 1-215,-1 0 718,-7 0 0,-5 0 375,-10 0 0,-5 7 0,-7 3 0</inkml:trace>
  <inkml:trace contextRef="#ctx0" brushRef="#br0">749 36 7706,'18'0'-294,"-3"-2"0,-2-2 0,-1-2 0,2 3 348,1 0 1,-3-3 0,-1 0 0,2 3 144,3 1 0,1 2 0,3 0-127,3 0 1,-9 0 0,3 0 0,-1 0 82,-1 0-88,3 8 18,-1 1-108,0 1 92,0 5-2,1-5 2,0 8-108,-1-1 104,0 0-10,-7 1-164,6-1 152,-7 8 6,1-5-10,-2 5-123,-1 0 117,-5-5 5,6 12-96,-1-13 90,-4 14-12,4-13 16,-7 13-157,0-14 141,0 14-18,0-14 15,0 7-214,0-2 1,-7-4 175,4 5-304,-12-7 139,6-1-8,-1 0 133,-6 0-540,6 1 249,-14 0 352,4-9 0,-5 6 0,7-5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4"/>
    </inkml:context>
    <inkml:brush xml:id="br0">
      <inkml:brushProperty name="width" value="0.08571" units="cm"/>
      <inkml:brushProperty name="height" value="0.08571" units="cm"/>
      <inkml:brushProperty name="color" value="#008C3A"/>
    </inkml:brush>
  </inkml:definitions>
  <inkml:trace contextRef="#ctx0" brushRef="#br0">0 70 7465,'2'-10'164,"4"5"-300,-4 3 178,14 2 17,-15 0-45,15 0 40,-14 0-41,13 0 25,-5-8-108,7 6 105,0-6-34,-7 8 28,6-7-63,-6 5 54,7-6 0,0 8-83,1 0 76,-1-8 1,1 6 1,-1-6-19,0 8 0,1 0 0,-1 0 29,1 0 1,-1 0-3,0 0-27,1 0 0,-3 2 2,-3 4 1,-2-2 7,-5 7 1,0-1 0,4 4-4,-1-2 1,-1-3 0,-3 5-4,2-3 1,2 1-1,-5 5 7,3 1 0,0-6 1,-4-1-1,2 2 1,2 3 1,2 1 0,-4 1 4,2-1-10,-1 1 1,-5-1-6,0 0 1,2 1 11,4-1-6,-4 1-29,6-1 25,-8 0 1,0 1-1,0-1-6,0 1 8,0-1-2,0 0 58,0 1-57,0-1 1,0 1 141,0-1-137,0 0 4,0 1-3,0 0 61,0 6-52,0-12 0,0 19 3,0-20 9,0 15-9,0-9 11,0 0-54,0 1 40,0 0 0,0-1 22,0 0-118,0 0 97,0 9 5,0-7-53,0 6 0,0-8 45,0 1-15,0 0 8,0-1-12,0 0 10,0-7-32,0 6 35,0-7-8,0 9 1,0-1 86,0-7-85,0 5 4,0-6-3,0 9 150,0-9-144,0 7 11,0-14 4,0 13-4,0-5-3,0 0 10,0 6-46,0-15 46,0 15-25,0-6 1,0 1 0,0 1-24,0 1 36,0 2-13,0 3 10,0-8 66,0 5-67,0-13-8,0 13-30,0-12 37,0 4 1,0 1 8,0 4-16,0-5 0,0 3-161,0-4 161,0-4 0,0 6-17,0-1 14,0-5-5,0 6 3,0-8-6,0 7-15,0-4 15,0 4 35,0-7-34,0 8 61,0-6-27,0 6 139,7-8-68,-5 8 44,6-7 1,-8 9-42,0-4-14,-8-4 0,6 8 0,-5-6 14,-1 1 1,4 7 97,-7-6-138,6-1 21,-2-5 0,5 6-7,-4 0 1,2 0-23,-8-6 1,1 0 0,-7 0-152,1 0 0,0 0 0,-1 0 0,1 0-250,-1 0 0,-1 0 0,-2 0 0,-4 0 348,-2 0 0,-10 0 0,-8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8"/>
    </inkml:context>
    <inkml:brush xml:id="br0">
      <inkml:brushProperty name="width" value="0.08571" units="cm"/>
      <inkml:brushProperty name="height" value="0.08571" units="cm"/>
      <inkml:brushProperty name="color" value="#008C3A"/>
    </inkml:brush>
  </inkml:definitions>
  <inkml:trace contextRef="#ctx0" brushRef="#br0">0 0 7794,'10'0'-505,"0"0"580,-4 0 0,-3 0 0,9 2-129,2 4 1,1-4 0,2 4 0,1-4 84,-1-2 0,1 0 0,-1 0 0,1 0-21,-1 0 0,6 0 1,1 0-1,-3 0-66,-2 0 1,-2 0 0,1 0-162,-1 0 1,1 0-186,-1 0 1,-7 2 401,-5 4 0,5 3 0,0 9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8"/>
    </inkml:context>
    <inkml:brush xml:id="br0">
      <inkml:brushProperty name="width" value="0.08571" units="cm"/>
      <inkml:brushProperty name="height" value="0.08571" units="cm"/>
      <inkml:brushProperty name="color" value="#008C3A"/>
    </inkml:brush>
  </inkml:definitions>
  <inkml:trace contextRef="#ctx0" brushRef="#br0">0 1 7976,'10'0'-177,"0"0"0,-7 2 0,6 1 256,0 3 0,3 0 0,5-6 0,0 0-52,1 0 0,-1 0 0,1 0 0,-1 0-14,0 0 0,6 0 0,1 0 0,-3 0-195,-2 0 1,-1 0 0,-1 0-1,1 0 182,-1 0 0,0 0 0,1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30"/>
    </inkml:context>
    <inkml:brush xml:id="br0">
      <inkml:brushProperty name="width" value="0.08571" units="cm"/>
      <inkml:brushProperty name="height" value="0.08571" units="cm"/>
      <inkml:brushProperty name="color" value="#008C3A"/>
    </inkml:brush>
  </inkml:definitions>
  <inkml:trace contextRef="#ctx0" brushRef="#br0">0 0 7081,'12'0'315,"-1"0"-203,3 0 1,-4 0 0,2 0-11,1 0 0,-4 2 1,3 2-58,2 2 1,1-1 0,3-5-38,-1 0 0,0 0 1,0 0 37,1 0 0,0 0-111,-1 0 1,-1 3 0,-3 0-563,-2 3 0,-5 0 627,6-6 0,0 8 0,5 2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9"/>
    </inkml:context>
    <inkml:brush xml:id="br0">
      <inkml:brushProperty name="width" value="0.08571" units="cm"/>
      <inkml:brushProperty name="height" value="0.08571" units="cm"/>
      <inkml:brushProperty name="color" value="#008C3A"/>
    </inkml:brush>
  </inkml:definitions>
  <inkml:trace contextRef="#ctx0" brushRef="#br0">0 175 7570,'10'0'-196,"6"0"1,-13-2 184,9-3 0,-9 1 1,6-6 74,-2 2 1,-5-6 0,6 3-13,-1-5 0,-3-1 1,6 0 27,-2 0 0,0 5 0,-5 0 164,3-1 177,0 5-76,-6 0-180,0 8 0,0 2 1,0 4-94,0 6 1,6 3 0,0 3-1,-3-1-61,0 0 1,-3 0 0,1 1 0,4 0-5,0-1 1,3 0 0,-4 3 0,2 1-11,-2 2 0,-1 0 1,1-6-1,2 1-89,-2 1 1,-3-2-1,2 0 1,0 0-172,3 1 1,0 0-234,-6-1 1,0 0-69,0 0 1,0 1-121,0 0 684,0-9 0,0 6 0,0-5 0</inkml:trace>
  <inkml:trace contextRef="#ctx0" brushRef="#br0">53 611 6958,'9'-1'583,"-3"-5"0,3 3-474,3-2 0,3 1 0,3 0-13,0-1 1,-1-1-1,0 3 1,0 0-87,1-3 0,-1 0 0,0 6 0,0 0 38,1 0 1,-1 0 0,1 0 0,-1 0-150,0 0 1,-5 0-1,-1 0-77,3 0 0,-4 0-1045,2 0 209,-9 0 1014,5 0 0,-8 8 0,0 2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32"/>
    </inkml:context>
    <inkml:brush xml:id="br0">
      <inkml:brushProperty name="width" value="0.08571" units="cm"/>
      <inkml:brushProperty name="height" value="0.08571" units="cm"/>
      <inkml:brushProperty name="color" value="#008C3A"/>
    </inkml:brush>
  </inkml:definitions>
  <inkml:trace contextRef="#ctx0" brushRef="#br0">296 1 7238,'10'0'436,"-2"0"-416,-8 0 1,-3 0-10,-2 0 0,1 0 0,-8 0-24,-1 0 1,3 0 0,-1 0-1,-3 0 14,-1 0 0,-3 0 1,0 0 0,1 0 0,0 0 0,0 0 28,-1 0 0,6 0-21,1 0 0,7 0 1,-5 5 18,3 1-31,3 0 26,-12 2 1,7 2 68,-3 7 1,-3-5-17,8-1 1,-5-5-1,5 5-44,2 4 0,2-6 0,2 3-8,0 1 0,0-3 0,0 1 47,0 3 0,0 1 0,0 3-1,0-1 1,0-5-1,0-1 1,0 3-45,0 1 1,0 3 0,0-1-1,0 1-25,0-1 1,0 0 0,0 1 0,0-1-25,0 1 1,0-1 0,0 0 24,0 1 0,0 0 0,0-1 0,0 0 9,0 0 1,2 1 0,2 0-1,2-1 1,-1 0-1,-2 0-11,3 1 0,-5 0 0,5-1-5,-4 0 1,-2 0 0,0 1-7,0 0 0,0-1 7,0 0 1,0 0 2,0 1 0,0 0 14,0-1 0,0 0 1,0 0-11,0 1 1,6 0 0,0-1-52,-3 0 0,1 0 31,2 1 1,-2-3 0,6-1 5,-3-2 1,-1-1 0,-4 5-1,4-5 0,-4 5 17,4-5 0,-5 5 4,-1 1 1,0 0 0,0 1-1,0 0 1,0-1-1,0 0-4,0 1 1,0-1 0,0 1 1,0-1 0,0-5 0,0-1 18,0 3 0,0-5 0,0 3 4,0 2 0,0-5-33,0 3 0,0-1 11,0 7 0,0-7 1,0 1 1,0-6 4,0 6 0,0-7 1,0 7 73,0 1 1,-1-3-54,-5 1 0,2 1-26,-8 6 0,8-6 1,-1-1-22,3 2 0,2-3 3,0 1 0,0-5-31,0 6 0,0-6 37,0 6 1,-6-6-13,1 5-19,-1 1 15,6 5 20,0-7-6,0 5 1,1-13 7,5 4 0,-2-4 1,8-2 1,-1 0 3,6 0 1,-5 0-1,0 0 14,1 0 0,-3 0 0,2 0-21,1 0 0,-3 0 0,1 0 1,3 0 1,-4-2 0,2-2 37,1-2 1,2-2 27,3 3 1,-1 3 0,1-6 16,-1 0 0,-5 6-7,-1-4-182,1 5-449,-3 1-145,-1 0-443,-8 0 997,0 0 0,-8 0 0,-1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49"/>
    </inkml:context>
    <inkml:brush xml:id="br0">
      <inkml:brushProperty name="width" value="0.08571" units="cm"/>
      <inkml:brushProperty name="height" value="0.08571" units="cm"/>
      <inkml:brushProperty name="color" value="#008C3A"/>
    </inkml:brush>
  </inkml:definitions>
  <inkml:trace contextRef="#ctx0" brushRef="#br0">1 53 7573,'9'-8'433,"1"6"-589,-4-4 0,-2 4 1,5 0-1,1-2 216,0-2 0,-4 1 0,5 5 0,3 0 31,1 0 0,0-2 0,1-2-78,1-2 1,-3 0 0,9 6 0,-3 0 23,-3 0 1,0 0 0,1 0 0,-1 0-134,1 0 0,-1 2-3,0 4 0,-7-2 0,-4 7 20,-4 3 1,-2 2-1,-2-1 1,-2-1 11,-2-3 1,-15 1 0,-1 5 0,-2 1 1,-2-3 0,7-1 0,-2-4 37,-3-3 1,1 4 0,6-2 97,0 0-40,7-5 1,4 4 9,12-8 1,4 0 0,7-3 0,0 0-8,1-3 0,-1 0 0,1 6 44,-1 0 1,0 0 0,1 0-29,-1 0 0,1 0 1,-3 2 15,-3 4 0,-3-2-54,-3 8 0,-2-3 0,6 5-5,-3-3 0,-1 1-17,-6 5 1,0-5 26,0 0 0,-7-3 1,-3 5-8,0-3 0,-5-7 0,3 4 0,-3 0 0,-3-6 1,1 3 9,-1-3 1,1 4 0,0 0 0,-1-2 90,1-2 0,-1-2 0,1 0-72,0 0 0,5 0-297,0 0 1,6 0-645,-5 0 137,7 0 766,-4 0 0,24-8 0,3-2 0</inkml:trace>
  <inkml:trace contextRef="#ctx0" brushRef="#br0">888 0 6959,'-17'0'453,"0"0"0,5 0-355,1 0 1,-1 6 0,-6 2-38,1 1 0,5-3 0,1 6-20,-3 2 1,5-5 0,-3 3 7,-1 1 0,3 3 0,0 1 0,1 1-68,-1-1 0,6 0 1,-2 1 3,4-1 1,2 1 0,0-1 19,0 0 0,0 1 0,0-1 0,0 1-10,0-1 1,6-5 0,2-2 0,1-1-15,5 0 1,-5-3 0,3 4-1,2-2 0,1-4 1,3 0 0,-1 0 0,0 2-45,1-3 1,0-1 0,-1-2 0,0 0 10,0 0 0,1 0 1,0 0-22,-1 0 1,0-2 44,0-4 1,-1 3-1,-5-9 27,-5-2 0,-2 4 0,0-1 49,2-2 0,0-3 1,-8-1-3,-4-1 1,2 1-1,-7 1 1,-3 3 13,-2 2 0,3 6 0,-2 0 0,-5 3-82,1 2 0,-1 2 0,1 2 0,-2 3-103,-2 3 1,-8 1 0,4 7-1,-2 1-802,-1 4 927,9-3 0,-12 5 0,6-8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48"/>
    </inkml:context>
    <inkml:brush xml:id="br0">
      <inkml:brushProperty name="width" value="0.08571" units="cm"/>
      <inkml:brushProperty name="height" value="0.08571" units="cm"/>
      <inkml:brushProperty name="color" value="#008C3A"/>
    </inkml:brush>
  </inkml:definitions>
  <inkml:trace contextRef="#ctx0" brushRef="#br0">575 18 6279,'0'-10'975,"0"2"-824,0 8-83,0 0 1,-8 0-60,-4 0 0,2 0 0,-1 0-15,-2 0 1,-3 8 0,-1 2 127,-1 0-101,9-3 11,-7 1 50,6 2-59,-7 7 8,0-7-11,7 5-8,-6-5 0,12 1 1,-5 1-1,1 2-22,4 1 48,-5-5-26,6 5 55,-4-5-48,7 7 47,0 1 1,0-6-28,0-1-20,7 1 66,-4 5 1,10-6-31,-7 1-148,8 0 125,-5-3 9,9 7-34,-9-6 1,6 1 0,-3-1 0,4-3-12,1-3 1,-5 4 0,0-2 0,1-2-18,2-2 1,-3-2-1,-1 0 1,3 0-19,2 0 1,1 0 0,0 0 6,1 0 1,-1-6 0,1-2 16,-1-2 0,-1-1 1,-3-6 36,-2-1 0,-6 1 0,0-1 62,-3 1 1,-2 5-1,0 1-40,0-3 0,-2-1-46,-3-3 0,-5 9 0,-7 3-17,-1 4 1,1 2 0,-3 2 0,-1 1-127,-2 3 1,0 8 0,5-2 0,1 1-133,-1-1 0,1 3 0,0-5 0,1 1-605,5 1 882,-5 0 0,6 5 0,-7 1 0</inkml:trace>
  <inkml:trace contextRef="#ctx0" brushRef="#br0">0 644 7714,'17'0'-510,"1"0"1,0 0 595,-1 0 1,-6 0-1,1 0 1,2 0-7,1 0 0,4 0 1,3 0-1,1 0-22,-2 0 0,6 0 1,0 0-1,2 0 31,1 0 0,-2 0 0,7 0 1,0 0 14,0 0 0,6 0 1,-1 0-1,-2 0-90,-1 0 1,-2 0 0,0 0 0,2 0 28,3 0 0,-3 0 0,4 0 0,-6 0-35,-6 0 0,4 0 0,-5 0 1,4 0-206,-4 0 1,3 0-1,-8-1 1,-1-4-206,-2 0 1,-3-1 401,0 6 0,0 0 0,1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51"/>
    </inkml:context>
    <inkml:brush xml:id="br0">
      <inkml:brushProperty name="width" value="0.08571" units="cm"/>
      <inkml:brushProperty name="height" value="0.08571" units="cm"/>
      <inkml:brushProperty name="color" value="#008C3A"/>
    </inkml:brush>
  </inkml:definitions>
  <inkml:trace contextRef="#ctx0" brushRef="#br0">1 1045 6730,'10'2'583,"-3"2"-389,2 2 0,0 0 0,9-6-76,-1 0 1,0 0-1,0 0-141,1 0 1,0-2 0,0-2-1,4-2 26,1 2 1,1 1-1,-5-1 1,2-2 40,2 2 1,2 2-1,-3 2 1,1 0-4,-2 0 0,5 0 0,-4 0 0,0 0-24,-3 0 1,-1 0 0,-1 0-59,0 0 1,0 0-1,1 0 5,0 0 1,-7 0-1,1-2-105,1-4 1,3 4 0,-1-5-263,-3-1-792,3 6 678,-5-6 517,0 8 0,-3 0 0,-7 0 0</inkml:trace>
  <inkml:trace contextRef="#ctx0" brushRef="#br0">366 750 6854,'10'11'-297,"-4"1"0,-4-6 389,-2 5 0,0-5 0,0 5 61,0 3 0,2-4 0,2 2-60,2 1 0,0-3 0,-6 1 2,0 3 1,0 1-1,0 3 11,0-1 1,0 0-1,0 1 1,0-1 64,0 1 0,1-1 1,4 2-1,0 2-49,-1 3 0,-2-1 0,-2-5 1,0-1-12,0 0 0,0 1 1,2-1-29,3 1 1,-2-1-176,3 0 1,-3-1 19,3-5 1,-4-1-1395,4-4 1466,-5-4 0,-1-2 0,0-10 0</inkml:trace>
  <inkml:trace contextRef="#ctx0" brushRef="#br0">1602 506 7060,'-17'0'257,"0"0"0,5 0 1,1 0-18,-3 0-217,7 0 0,-2-2 0,9-4 33,0-6 0,0 3 0,3-3-180,2-1 0,5-1 1,8 2-1,-1 5 117,0-1 0,0 6 0,1-4 59,0 5 0,-1 1 0,0 1-75,0 5 0,-5-4 0,-2 6 3,-2-1 0,3 3 0,-5 7 6,-2 1 1,-2 0 0,-2-1-16,0 0 1,-6 0-1,-2 1 1,-1-3-12,-5-3 0,4 3 0,-1-5 0,-1 2-6,2-1 1,-5-5 32,3 6 1,3-8 0,-1 4 49,2-1 61,-5-5 1,9 6-44,-8-8 41,8 0 115,-3 0-199,7 0 1,0-2-9,0-4 1,1 4 0,5-4 24,6 5 1,3 1 0,3 0 22,0 0 0,-1 0 1,0 0-30,0 0 0,7-6 1,-1 0-61,-1 2 0,-4 2 1,2 2-84,3 0 1,3 0 0,2 0-85,-5 0 1,-9 0 0,-2 0-882,1 0 1085,-5 0 0,-1 0 0,-7 0 0</inkml:trace>
  <inkml:trace contextRef="#ctx0" brushRef="#br0">1133 1115 7864,'17'0'103,"-6"6"0,1 0 0,2-2-72,1-2 0,4-2 1,3 0-1,3 0 1,2 0-12,4 0 0,2 0 1,3 0-1,3 0 17,2 0 0,2 0 0,-5 0 0,5 0 22,1 0 1,1-2 0,3-2 0,-2-2-13,3 2 1,-5 2 0,1 2 0,-1 0-33,1 0 1,-7-5 0,3-1 0,-6 2-126,-6 2 1,2 2 0,-8 0 0,-2 0-169,-1 0 0,-9 0 1,1 0-1,-1 2-964,-1 3 1242,-2-3 0,-8 14 0,0-6 0</inkml:trace>
  <inkml:trace contextRef="#ctx0" brushRef="#br0">1272 1481 7949,'8'-10'69,"1"3"1,9 7-105,-1 0 0,0-6 0,1 0 0,0 2 121,-1 2 0,0 2 1,0 0-1,1 0-32,0 0 1,-1 0 0,0 0 0,0 0-176,1 0 0,0 2-23,-1 4 1,-2 4-1,-3 7 0,-5 0 0,-7 0 80,0 1 1,-7-3 0,-5-1 0,-3-2 33,-2 1 1,-3-4-1,-2 1 4,0-2 1,-1 4 0,5-5-1,0 1-55,1 0 187,7-2 4,3-6 0,12-2 0,3-2 0,2-2-17,4 2 1,1-3 0,3 1 0,-1 2-26,0 2 1,0 0-1,1-2 1,0-2-8,-1 3 1,-6 0 0,1 3 15,2 0 1,-1 3 0,1 0-38,-3 3 0,-7 8 0,4-4-180,-1-1 1,-4 6-1,2-3 128,-3 3 1,-2-3 0,-2 0 14,-3 1 1,1 1 0,-6-1-1,0-3 41,1-2 1,-3 3 0,-6-3 50,1 2 1,0-7 0,0 6-65,-1-2 1,-6-5-1,2 4 1,0-4-36,3-2 0,-5 0 0,1 0 1,1 0 35,-4 0 1,7 0-1,-6 0-86,-1 0 0,7 0 0,-4 0-198,4 0 1,7 0-741,1 0 658,7 0 1,4 0-1,11 0 334,5 0 0,1 0 0,0 0 0</inkml:trace>
  <inkml:trace contextRef="#ctx0" brushRef="#br0">2142 1428 8040,'-8'-9'-318,"-3"3"1,1 4 467,-1 2 1,5 0 0,-6 2-50,-2 4 0,-1-3 0,-3 7 9,1-2 0,0 6 1,1-3-44,5 5 1,-3-5 0,7 1 0,-1 2-50,0 1 1,-4 3 0,5-1 0,-1 0-32,1 0 0,-5 1 0,6 0 1,2-1 1,2 0 0,2 0 0,0 1 0,0 0 19,0-1 1,0 0-1,0 0-35,0 1 0,8-3 1,2-1-1,1-4 17,1-3 1,-1 5-1,6-6 1,1-2-31,0-3 0,1-1 0,2 0 0,2 0-39,-2 0 1,1 0 0,-1 0 0,0-1 46,-5-5 1,1 2 0,-5-6 0,2 1 23,-3-1 0,2-1 1,-4-5 53,0 5 0,-5-5 0,1 4 80,-2-3 1,-6 3-1,-2 2-95,-7 3 0,1 1 0,-5 6 0,-3 0 0,-1 0-5,1 0 0,0 0 0,-2 0 1,-2 0-73,1 0 1,1 0 0,0 0 0,-1 2-161,7 4 0,-3-2 0,7 5 0,-3 1-368,2 0 1,3-6 573,3 1 0,4 5 0,-5-1 0</inkml:trace>
  <inkml:trace contextRef="#ctx0" brushRef="#br0">2386 36 7606,'11'0'216,"1"-2"-189,2-4 0,-4 4 0,1-3 0,2 2 0,3 3 4,1 0 1,1 0-1,-1 0 1,1 0 38,-1 0 0,0-6-58,1 1 1,-1-1 0,1 6 0,-1 0-1,0 0 2,1 0 0,-3 2 0,-1 2 0,-3 1-35,3 0 1,-5-4 0,3 2 50,2 2 0,-4-3 0,1 6 57,2 0 0,-3-7 1,0 8-51,-3-2 1,-1-3-1,-6 8 1,3-1 4,2-1 0,-3 6 0,4-5-48,-4 5 0,-2 1 0,0 0 0,2 0 12,4 1 1,-5 0 0,5-1 0,-4 0 27,-2 0 0,0 1 1,0 0-1,0-1-12,0 0 1,0 0 0,0 3 0,0 1-9,0 2 1,6 0 0,0-5 0,-2 0-1,-2-1 0,-2 6 0,0 0 1,0 1-18,0 0 0,0-2 0,0 5 1,0 0 10,0 0 1,0-4 0,0 4 0,0 0 2,0 0 0,-2-3 0,-2 5 0,-2 0 5,2-2 1,2 4 0,2-6-1,0 0-21,0 1 0,0 2 0,0-5 0,0 1 2,0 1 1,-5-6 0,-1 4-1,2-3 1,2-3 1,2 6 0,0 0-5,0-1 1,0-3-1,0 0 1,0 3-1,0 1 10,0-2 0,0 0 0,0 1 0,0 1 1,0-2 0,0 0 0,0 1 1,0 1-9,0-2 1,0-1 0,0-3-1,0 0-1,0 1 0,0 0 0,0-1 0,0 0 2,0 0 0,0 1 0,0 0 53,0-1 1,0 0 0,2-1-11,4-5 0,-5 5 0,5-5-46,-4 5 1,0-5-1,2 1 17,2 2 1,0-5 10,-6 3 0,0-6 0,0 5 77,0 3 1,0-5-6,0 3 0,0-6 1,0 5 16,0 3 0,-6-4-58,0 2 1,-5-1 8,5 6 0,-2-5-76,2-1 0,4-5 99,-3 6 0,-4-6 222,4 6-218,-1-9 1,4 5-56,-3-8 1,0 0-1,-6 0 1,-1 2-8,3 3 1,-7-2-1,4 3 1,-3-5-34,-2-1 1,-6 0 0,-1 2 0,3 2-91,2 2 0,1-1 0,1-5 0,-3 0-279,-3 0 0,4 0 0,-4-1 200,3-5 1,3 2 0,-1-7 173,1-3 0,-8-9 0,-2-5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4:09"/>
    </inkml:context>
    <inkml:brush xml:id="br0">
      <inkml:brushProperty name="width" value="0.08571" units="cm"/>
      <inkml:brushProperty name="height" value="0.08571" units="cm"/>
      <inkml:brushProperty name="color" value="#008C3A"/>
    </inkml:brush>
  </inkml:definitions>
  <inkml:trace contextRef="#ctx0" brushRef="#br0">0 0 7388,'17'0'140,"1"0"1,-6 0-1,0 0-81,1 0 0,2 0-3,2 0 1,-5 0-1,0 0-205,0 0 1,-2 0-1,2 0-215,1 0 1,-3 0-1,1 0 90,3 0 0,-4 0 274,2 0 0,-1 8 0,6 2 0</inkml:trace>
  <inkml:trace contextRef="#ctx0" brushRef="#br0">104 191 7766,'0'10'-562,"3"-3"1,0-5-1,6 2 711,0 2 0,-3 0 1,5-6-1,2 0-242,2 0 0,3 0 0,-1 0 0,1 0 93,-1 0 0,0 0 0,1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4:05"/>
    </inkml:context>
    <inkml:brush xml:id="br0">
      <inkml:brushProperty name="width" value="0.08571" units="cm"/>
      <inkml:brushProperty name="height" value="0.08571" units="cm"/>
      <inkml:brushProperty name="color" value="#008C3A"/>
    </inkml:brush>
  </inkml:definitions>
  <inkml:trace contextRef="#ctx0" brushRef="#br0">209 53 6977,'-12'6'82,"1"-1"0,5 3 0,-5-4-30,-3 2 1,4-1 0,-2-5 0,1 2 22,1 4 0,-5-4 0,3 4-90,-3-5 0,3-1 0,0 0 0,-1 0 0,-1-1 0,3-5-21,5-5 0,4 1 41,2-2 0,0 1 0,2-5-17,4 5 1,-2 2 0,7 8-1,3-3 7,1-2 1,-3 0-1,0 6 1,1 0 28,3 0 1,1 0 0,0 0 0,1 0 27,-1 0 0,1 0 1,-1 0 61,0 0 1,1 2-88,-1 4 1,-1-2 0,-4 7-17,-7 3 0,-1 2 1,0 1-46,1 0 0,1 0 0,-6 1 13,0 0 1,-7-1 0,-3 0 11,0 0 1,-5-5 0,5 0 0,-1 0 5,-1-3 0,0 6 0,-5-5 0,0 2-14,-1-1 1,1-1-1,-1 4 1,3-2 5,3 1 1,-3-3 0,3 0 0,-1-1 8,1 0 1,-3-5-1,5 4 8,0 0 0,1-6 1,5 6 15,-2-1 131,0-5 0,8 6-9,4-8 1,3 0 0,9 0-39,-1 0 1,1-6 0,-1 1-85,1 1 1,-1 2 0,0 2-1,1 0 18,-1 0 1,1 0 0,-1 0 4,0 0 0,1 0 0,-1 0 0,1 0-22,-1 0 0,0 0 0,1 0-134,-1 0 0,-5 0-534,-1 0 75,1 0 1,-2 2-218,-5 3 787,-3-3 0,-2 6 0,0-8 0</inkml:trace>
  <inkml:trace contextRef="#ctx0" brushRef="#br0">888 191 8323,'10'-7'-128,"-3"3"1,-5-6-553,4 3 0,-4-7 750,4 2 0,-5 3 0,-2-1 2,-5 2 0,4 1 1,-6 3-1,1-2 37,-5 2 0,2-3 1,-1 1 19,-3 2 1,-9 2 0,-4 2-46,0 0 0,1 0 0,9 0 0,0 0-29,0 0 1,-7 0-1,1 2-118,1 3 126,11-2 1,-5 10 0,7-5 2,-1 1 0,2-3 0,8 6-183,0 1 0,0-3 110,0 2 0,3-2 0,2 3 43,7-2 1,-2-7 0,1 4 2,2 0 0,3-6 1,1 3-1,1-2-17,0-3 1,-1 6 0,0-1-1,0-1 3,1-2 1,0-2 0,-1 0 0,0 0-57,0 0 1,1 0-1,0 2 1,-1 2-21,0 2 0,-5 1 0,-1-3-39,3 2 1,-7 8 0,2-5-11,-2 1 0,-5 5 54,4-3 1,-6 3 56,-6 3 0,-3-3 0,-7-1 0,2-2-3,3 1 0,-1-5 1,-5-1-1,0-1-20,-1 0 0,0 5 0,1-2 0,0-2 4,0 1 1,5 0 0,0-4 0,-1 2-12,-3-3 1,-1-1 0,0-2 8,-1 0 0,6 0 1,3-2-11,1-4 1,0-1-1,4-7 1,-1 2 24,0-1 1,4-3 0,1-1-4,0 0 0,0-1 1,1 1-1,4-1-4,0 1 1,9 6-1,-5-1 1,3-2 43,0-1 0,0 3 0,5 2 1,-2 1-21,-3-1 1,4 6 0,-5-3 0,5 1-66,1 0 1,-6 0-1,1 6 12,2 0 0,1 0-553,3 0 0,-1 0 584,0 0 0,0-8 0,1-2 0</inkml:trace>
  <inkml:trace contextRef="#ctx0" brushRef="#br0">1654 0 6530,'9'8'150,"-1"-4"0,-10 7 107,-4 3 0,3-4 0,-9 2 0,-2 3-126,-1 6 1,-3 0 0,1 6 307,0-1-372,-8 5 0,3-4 1,-6 7-1,-2 1 69,3 0 1,-8 5-1,4 1 1,-5 0 15,-3 1 1,6-3 0,-8 8 0,4-1 116,3-3-136,-9 8-254,15-15 0,-11 13 141,15-8 1,-5 1 0,7-3 0,0 1-67,2-1 1,3-2 0,0-3-52,0 2 0,5-8 1,2-1-1,0-1-233,1-5-360,5-2 304,-4-2 17,8-7-448,0 6 248,0-15 569,0 8 0,0-9 0,0 0 0</inkml:trace>
  <inkml:trace contextRef="#ctx0" brushRef="#br0">1410 817 7257,'-10'0'-144,"3"-2"1,9-2 231,3-1 0,5-1 0,7 4-23,1-4 0,-1 4 1,1-5 18,-1-1 1,0 6 0,1-4-1,-1 4 29,1 2 1,-1 0 0,1 0-78,-1 0 1,0 0-134,1 0 0,-9 8 65,-3 3 1,-4 5 0,-2 1-5,0 1 1,-8-3 0,-3-1 0,-5-3 14,-1 3 0,5-5 0,1 1 1,-3 0 28,-1 0 1,-3-4 117,1 5-36,-1-7-100,9 4-20,1-8 0,16 0 0,1-2 1,3-2 3,-1-2 1,1 0 0,6 6 51,-1 0 0,1 0 110,-1 0 0,0 0-113,1 0 1,-1 6 18,1 0-25,-9 7 1,-1-9 0,-6 6-1,1 0 35,3-1 1,0-3 0,-6 6 102,0 1 0,0-3-67,0 1 1,-7 1-16,-5 5 0,-3-1 0,-3-5 0,3-2-11,3-2 0,-3-5 1,3 6-1,-4-2-18,-1-1 1,0 1-1,-1-6 1,1 0-62,-1 0 0,1 2 1,0 2-68,-1 1 1,1 1-386,-1-6 224,1 0 0,6 0 58,-1 0 0,8-1 1,-2-5 186,4-6 0,10-3 0,2-2 0</inkml:trace>
  <inkml:trace contextRef="#ctx0" brushRef="#br0">2211 661 7322,'-10'7'644,"-6"-5"-495,5 4 0,1 2 1,-2-2 17,-1-2 1,5-1-1,1 1-65,-1 2 0,-1 6 1,-7-4 2,4 1 0,-2-3 0,7 3-189,-3 0 1,6 4-1,-3-3 1,1 1 119,0 1 1,-2-7-1,5 7 14,-3 2 0,-2 1 1,4 3-1,-2-1-6,3 0 1,0-5 0,3 0 0,0 1-47,0 3 1,0 1-1,0 0-34,0 1 0,0 0 0,3-1 21,2 0 0,-3-6 0,6 1 17,0 2 1,2 2-1,7-1 5,0-3 1,-1 3 0,-3-6 0,-1 1 23,1-4 1,3-2 0,1 0-26,0 2 1,1 0-1,0-5 1,-1 3-16,0 2 0,0 0 0,1-6 0,0 0-1,-1 0 0,0 0 1,0 0-60,1 0 0,0-2 0,-1-2-27,0-2 0,0-8 70,1 3 0,-6-2 0,-3-1 79,-1 2-75,-2 1 0,-6-1 0,0 1 1,0-3 0,0 4 46,0-2 1,-2 9 0,-2-5 0,-4 2-24,-1 0 0,-3 1 0,-6 5-1,1 0 1,0 0 0,0 0 0,-1 0 51,0 0 0,-5 0 0,0 0 0,2 0 13,1 0 1,3 1-1,-2 3-51,-5 2 1,6 6-1,-6-4 1,5 1-96,2 5 1,1-4 0,2 1-1,5 2-188,1 3 1,-5 1 0,3 1 162,0 0 0,-3-1 105,7 0 0,-8 0 0,4 1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4:04"/>
    </inkml:context>
    <inkml:brush xml:id="br0">
      <inkml:brushProperty name="width" value="0.08571" units="cm"/>
      <inkml:brushProperty name="height" value="0.08571" units="cm"/>
      <inkml:brushProperty name="color" value="#008C3A"/>
    </inkml:brush>
  </inkml:definitions>
  <inkml:trace contextRef="#ctx0" brushRef="#br0">1 0 7802,'10'2'-533,"-3"2"490,1 1 1,-4 4 0,8-6 89,1 3 1,-3 0-16,1-6 1,1 0 0,5 0-83,1 0 1,-6 0-1,-1 0-63,2 0 0,-3 0 0,2 0-205,2 0 1,-1 2 317,-2 4 0,5-5 0,-6 8 0</inkml:trace>
  <inkml:trace contextRef="#ctx0" brushRef="#br0">18 243 7813,'0'10'-117,"0"-3"291,0 1 0,8-6-198,4 4 1,3-2 0,3-1-88,-1 3 0,0 0 1,1-6-1,0 0-324,-1 0 1,0 2 434,0 4 0,9-5 0,1 8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4:10"/>
    </inkml:context>
    <inkml:brush xml:id="br0">
      <inkml:brushProperty name="width" value="0.08571" units="cm"/>
      <inkml:brushProperty name="height" value="0.08571" units="cm"/>
      <inkml:brushProperty name="color" value="#008C3A"/>
    </inkml:brush>
  </inkml:definitions>
  <inkml:trace contextRef="#ctx0" brushRef="#br0">18 18 8194,'18'0'110,"-1"0"1,1 0-161,-1 0 1,-6 0 0,1 0 0,2 0-1,1 0 9,3 0 0,-7-2 1,1-2-1,2-2 44,1 3 0,-3 1 1,-1 2 75,2 0 0,-3 0-16,2 0 1,-7 0 49,7 0 1,-6 0-70,6 0 1,-6 2 0,3 4 22,-1 5 0,5-1-31,-1 2 1,2-1 0,-1 6-48,-1 1 1,-3-1-1,5 1 1,-4-1-3,-3 0 0,5 1 0,-7-1 0,0 1-43,-4-1 1,5 0 0,0 1-54,-2-1 1,-2 1 0,0-1-96,4 1 0,-5-1 1,5 0-172,-3 1 0,-3-6 0,-3-3-279,-3-1 654,5-2 0,-15 1 0,6 3 0</inkml:trace>
  <inkml:trace contextRef="#ctx0" brushRef="#br0">36 227 6382,'-10'0'642,"0"-2"-353,5-4-100,3 4-224,-6-5 234,8 7 145,0 0-335,8 0 0,-5 0 0,9 0-1,2 0 0,-4 0 1,1 0-1,2 0 0,3 0 0,1 0 1,3-3-25,3-2 0,-3 3 1,3-4-1,-4 4 18,-1 2 0,-1-2 0,0-2 0,0-2 3,1 3 0,0 1 0,-1 2-18,0 0 0,0 0 0,1 0-131,0 0 0,-7 0-24,1 0 0,-7 0-184,7 0 1,-7 2 40,7 4 1,-6-4 310,6 3 0,0-3 0,5-2 0</inkml:trace>
  <inkml:trace contextRef="#ctx0" brushRef="#br0">1306 18 8022,'0'12'-226,"0"0"0,-1-1 1,-3 6 326,-2 1 1,-8-7 0,5 1 0,-3 2 19,0 1 0,1-3 0,-7-1 0,1 3 20,0 1 0,-1 3 0,-1-1 0,-2 0 21,-2 1 0,-9 5 0,5 2 1,-1 1-48,-2-2 0,3 6 0,-3-6 0,0 4-2,0 3 1,3 0 0,-3-1 0,1 0-54,2 0 1,-6 3 0,5 3 0,-4-4-6,4-3 0,-4 4 0,7-6 0,0 2-52,0 0 0,2-7 0,6 2 0,-1 0-59,0-1 1,1 0-287,0-6 1,7 1-163,4 0-571,5-9 0,1-3 1075,0-12 0,7-12 0,3-9 0</inkml:trace>
  <inkml:trace contextRef="#ctx0" brushRef="#br0">1272 837 7929,'9'1'-794,"-3"5"0,-2-4 1264,2 4 0,-4-6-221,4-6 0,-5 2 34,-1-7 0,0-1-213,0-6 1,0 7 0,-1 1-71,-5 3 0,-4-5 0,-7 6 32,-1 2 0,1 3 0,-1 1 0,1 0-54,0 0 1,-7 0-1,1 0 1,0 0 63,-2 0 0,6 0 0,-7 1 0,3 3-19,0 2 0,-1 6 1,7-5-1,2 3-69,3 4 1,-1-5-1,5 3-34,-2 1 0,7 3 30,-3 1 1,6-1 0,6-5 0,3-3-7,1 0 1,5-7 0,-3 5 0,3-3-17,2-3 0,1 0 0,0 0 0,-1 0 17,0 0 0,1 0 0,-1 0 0,1 0 17,-1 0 0,0 0 1,1-3 46,-1-3 0,-5 5 1,0-7-2,1 0 1,-3 7 0,0-8-1,-1 3 160,0 1 0,-3-3-73,6 3 0,-6 1 3,6-8-52,-9 8 0,5-6 1,-6 7-2,4-3-92,-4 0 28,5 6 28,-7 0 0,0 2 62,0 4 1,0-2 284,0 7 1,0-5-214,0 6 0,0-1-63,0 6 1,0-5-1,0 0 68,0 1-113,0-5 1,0 7-1,-1-5 77,-5 0-46,4 6 1,-6-7 12,8 9 55,0-1-73,0 0-1,-8 0-33,6 1 0,-5 0 21,7-1 27,0 0-12,0 0 0,0 1 30,0 0-47,0-1 1,0 0 37,0 0 1,-3 3 0,0 2 41,-3 1 1,0-1 0,6-4-10,0 0 0,0-1 0,0 0 11,0 1 0,0-7 6,0 1 0,-6-6-187,0 6 16,1-9 37,5 5 0,0-16 0,0-1 0</inkml:trace>
</inkml:ink>
</file>

<file path=ppt/ink/ink1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28:23.942"/>
    </inkml:context>
    <inkml:brush xml:id="br0">
      <inkml:brushProperty name="width" value="0.05292" units="cm"/>
      <inkml:brushProperty name="height" value="0.05292" units="cm"/>
      <inkml:brushProperty name="color" value="#FF0000"/>
    </inkml:brush>
  </inkml:definitions>
  <inkml:trace contextRef="#ctx0" brushRef="#br0">5336 12989 535 0,'-9'-10'458'0,"3"4"-111"0,-1-1-64 0,3 1-75 0,4 6-23 0,-5-7-51 0,5 7 9 0,0 0 17 0,0 0 16 0,0 0 9 0,1 9 5 0,7 4 16 0,1 2-19 0,4 7 16 0,1 4-17 15,4 8-28-15,1 3-13 0,0 2-21 0,2 3-22 16,0 7-22-16,1 1-23 0,1 0 1 0,-6-7-22 0,2-3-3 16,-4 2-9-16,3-1-5 0,-2 0-15 15,0-3-28-15,2 0-47 0,-4-5-40 0,4 1-43 16,-5-8-14-16,1-2-54 0,0-2 1 0,-3-4-57 0,1-4-36 16,-3-2-48-16,-1-2-48 0,-2-3-319 0,-6-7-232 15</inkml:trace>
  <inkml:trace contextRef="#ctx0" brushRef="#br0" timeOffset="263.2">5298 13257 61 0,'-18'-42'573'0,"1"-1"-147"0,7 1-68 16,1 4-81-16,4 5-11 0,4 4-49 0,2 1 3 0,5 4-46 16,2-2 19-16,2 0-16 0,7 6 3 0,1 2-9 15,3 4-10-15,1 4-12 0,2 4-22 0,-2 4-1 16,1 2-16-16,3 5-17 0,-2 2-17 0,0 5-11 15,1 5-2-15,-4 2-6 0,2 7-18 0,-5 4 1 16,-4 2 0-16,-4-2-8 0,-2 4-3 0,-5 0-4 16,-3 2 10-16,0-1-6 0,-4 0-8 0,-4 4 0 15,-1-2-8-15,-5-2 1 0,4-5-4 0,-4-3-2 16,1-2-4-16,0-3 1 0,1-4-10 0,0-2-15 16,1-4-59-16,2-1-90 0,0-5-89 0,2-2-100 15,7-4-114-15,-10-1-564 0,9-6-651 0</inkml:trace>
  <inkml:trace contextRef="#ctx0" brushRef="#br0" timeOffset="546.5">6054 12626 456 0,'0'0'705'0,"0"0"-135"16,0 0-81-16,0 0-80 0,-9 9-40 0,3 2-49 15,-2 3-13-15,-1 5-13 0,1 3-25 0,0 6-14 16,0 0-28-16,2 7-30 0,2 0-4 0,0 8-31 16,4 3-7-16,1 0-20 0,4 5-25 0,0-2-14 0,3 0-16 15,2 2-13-15,3-2-16 0,0-1-10 16,6 4-6-16,0-9-5 0,0-3-8 0,3-3-2 0,5-1-6 16,0-4-16-16,1-4 12 0,1-1-17 15,3-4-27-15,0-3-45 0,-4-6-52 0,2-3-39 0,0-3-84 16,-5-4-46-16,2-2-58 0,-5-2-50 0,4-2-137 15,-4-3-117-15,-2-5-319 0,1-1-575 0</inkml:trace>
  <inkml:trace contextRef="#ctx0" brushRef="#br0" timeOffset="2694.35">6803 12616 520 0,'4'-10'399'0,"-1"2"-54"0,0 0-62 0,0 3-3 0,-2-1-54 0,2-1 10 0,-3 7-54 0,4-10-3 0,-4 10-45 15,2-9 2-15,-2 9-39 0,1-7 2 0,-1 7-30 16,0 0 1-16,2-7-24 0,-2 7 23 0,0 0-11 0,0 0 3 15,-12 7-11-15,2-2 13 0,1 4-16 0,-1 0-6 16,-4 4-9-16,0 1 1 0,1-2-13 16,-4 4 4-16,3 1-10 0,0-1 2 0,1-1-7 0,1 1 4 15,0-1-7-15,2-2 3 0,2 1 1 16,3-1 6-16,1-2-2 0,3 0-1 0,2-3-1 16,2 2 5-16,3-3-1 0,0-1-1 0,6 0 5 0,2-3 9 15,4 0-1-15,1-1-5 0,-1-1 1 0,4-1-5 16,-2 0-6-16,2 1 0 0,0 1-2 0,-2-1-3 15,2 2 4-15,-3-1-7 0,1 0 6 0,-3 3-1 16,2-2 4-16,-5 5 1 0,2-1 8 16,-5 1 4-16,-1 3-1 0,-1 1 0 0,-4 0 6 0,-1 4 18 15,-2-1 5-15,-2 2-5 0,-3 0-4 0,-1 1 1 16,-5 1 32-16,0 0-16 0,-1 1 9 16,-3-1 14-16,2-1-14 0,-4 0-16 0,2-2-9 0,-3-1-12 15,1-1-6-15,1 0-12 0,-3-2 3 0,3-2-4 16,-1-1-7-16,1-2-7 0,-1-2-9 0,2 0-10 15,0-3-26-15,0-1-57 0,13-1-62 0,-20-2-52 16,12-3-59-16,2 0-44 0,-1-3-24 0,2-2-51 0,0-4-70 16,3-2-446-16,-1 1-474 0</inkml:trace>
  <inkml:trace contextRef="#ctx0" brushRef="#br0" timeOffset="3593.26">7224 12587 102 0,'-2'-11'677'0,"0"0"-98"0,-1 0-96 0,2 1-45 16,-2 0-53-16,3 2-41 0,-3 0-47 0,0 1-54 0,2 1-31 0,1 6-29 0,-2-11 17 0,2 11 13 0,0 0-26 0,0 0-12 16,0 0-10-16,9 13 3 0,-5-4-27 0,5 4-12 15,0 4-18-15,2 1-17 0,1 0 3 0,2 4 6 16,3-1-16-16,-1 2-13 0,-2 0-12 0,4-1-26 16,0-2 16-16,-1-1-28 0,-1 0 17 0,2-1-31 15,-2-2 24-15,0-1-30 0,-3-3 23 16,1 1-26-16,-2-4 21 0,-2 1-28 0,0-2 2 0,-2 1 14 15,-1-4 7-15,2 0-27 0,-5 3 22 0,3-4-22 16,-7-4 30-16,9 7-28 0,-9-7 26 0,5 8-24 16,-5-8 29-16,8 6-23 0,-8-6 31 0,6 4-31 15,-6-4 24-15,5 6-34 0,-5-6 31 0,0 0-32 16,5 5 30-16,-5-5-31 0,0 0 33 0,0 0-32 16,4 4 27-16,-4-4-29 0,0 0 27 0,0 0-28 0,0 0 29 15,0 0-31-15,0 0 32 0,0 0-32 0,0 0 26 16,0 0-28-16,0 0 22 0,0 0-24 0,0 0 20 15,0 0-47-15,0 0-27 0,0 0-46 16,-12-1-47-16,12 1-21 0,0 0-58 0,-9-5-52 0,9 5-55 16,-9-3-39-16,9 3-98 0,-7-5-104 15,7 5-446-15,-9-2-656 0</inkml:trace>
  <inkml:trace contextRef="#ctx0" brushRef="#br0" timeOffset="4343.25">7346 12536 455 0,'0'0'430'0,"0"0"-92"0,-2-6-45 0,2 6-50 0,0 0 7 0,0 0-49 0,-3-5-2 0,3 5-49 0,0 0 3 0,0 0-21 0,-7-6 3 16,7 6-18-16,0 0 18 0,-6-5 7 0,6 5-4 16,0 0-27-16,-5-7-21 0,5 7-10 0,-2-9-5 0,2 9 13 15,-3-12-18-15,3 4-9 0,-1 1-14 0,1-4-6 16,1 0-11-16,-1-1 6 0,0 0 3 0,1 0 19 16,1-3-5-16,-1 2 11 0,0 0 1 0,1 0-7 15,-1 0 15-15,0-1-8 0,0 3 0 16,3-2-18-16,-2 2 0 0,1 0-15 0,0 2 5 0,1 0-22 15,-1 1 23-15,5 2 6 0,0 3 21 0,6 2 17 16,0 2-9-16,5 3 6 0,4 4 6 0,6 1-14 16,6 5-15-16,2 3-1 0,0 1 8 0,2 2-11 15,-1 0-6-15,0 3-2 0,1 0-2 0,-4 0-8 16,1 0-10-16,-3-2 2 0,0 1 19 0,-3 0-4 16,-1 0 11-16,-7-4-11 0,1 2-11 0,-1-2-3 15,-3 0-5-15,0-2 6 0,-3-2 4 0,-1 2-2 16,-1-1-7-16,0-2-5 0,-4-3-3 0,-1 1-5 0,1-2-1 15,-2-1-2-15,0-1-3 0,-1-1-4 16,-3 2-11-16,3-4-39 0,-7-4-105 0,6 4-106 16,-6-4-94-16,0 0-90 0,5-6-20 0,-5 6-68 15,0-13-89-15,-4 3-463 0,-1-3-703 0</inkml:trace>
  <inkml:trace contextRef="#ctx0" brushRef="#br0" timeOffset="4992">8095 12078 345 0,'0'0'702'0,"0"0"-187"0,-1-6-68 0,1 6-39 0,0 0-46 0,0 8-25 0,1-1-28 0,0 3-33 0,3 3 4 0,3 2-35 0,-1 4-7 16,2 1-42-16,4 6-17 0,1-1-34 0,1 1-31 16,4 4-19-16,4 2-14 0,-3-4-19 0,0 1-11 15,-1-5-12-15,-1-1-6 0,1-1-2 0,-4-2-13 16,-1-5 1-16,-1 0-6 0,-1-2-4 0,-2-1-3 16,-1-2 1-16,0-1 1 0,-1-2 65 0,-1 0 24 15,-1 0 28-15,-5-7-24 0,6 3-22 0,-6-3-14 0,4-6-12 16,-5-1-12-16,-3-2-11 0,0-6 0 15,-2-3-5-15,-4-2-3 0,-3-5-26 0,-2-3 31 16,-2-1-27-16,-5-2 36 0,3-2-34 0,0 4 25 0,1 4-3 16,2 3-8-16,3 1 0 0,1 3-2 0,0 3-1 15,5 2-3-15,-1 3-6 0,2 0-3 0,2 3 2 16,4 7-2-16,-4-9 5 0,4 9 6 0,0 0 6 16,14-1-30-16,-3 2 30 0,1 3-29 0,1 0 30 15,2-1-18-15,2 3 11 0,1-2-2 16,-1 1 0-16,0-4 1 0,0 3-3 0,2-3 0 0,0 0 0 15,-2-2 1-15,1 0 26 0,-4-4-33 0,1 0 27 16,-2-2-32-16,2-1 28 0,-4-4-3 0,-2 0-7 16,-4-2 0-16,3-3-3 0,-5 1-5 0,0-4-1 15,-3 0 2-15,-3-4 3 0,0-3-8 0,-1 4 0 16,0-1 2-16,0 3 1 0,0 4 7 0,0 0 3 16,2 3-6-16,0 2-3 0,0 3-4 0,2 9 18 15,2-10 20-15,-2 10 7 0,13 3 13 16,0 4 6-16,1 4 5 0,5 5-1 0,2 3 17 0,3 5-12 15,1 2-35-15,2 0 28 0,-1 3-33 0,-1-3 0 16,-3 3-6-16,4-2-6 0,-5 1 25 0,-4-5-44 16,2 0 4-16,-1-2-58 0,-5-3-23 0,-2-2-79 0,1 0-24 15,-3-3-59-15,-2-3-44 0,2 0-38 16,-5-2-104-16,-1-1-108 0,-3-7-84 0,-2 7-102 16,2-7-609-16,0 0-926 0</inkml:trace>
  <inkml:trace contextRef="#ctx0" brushRef="#br0" timeOffset="5208.06">8774 11660 441 0,'24'-7'729'0,"3"2"-134"0,1 4-58 0,0 2-67 0,8 4-51 0,-3 3-37 0,6 3-27 0,0 5-29 0,-2 1-71 0,1 2-38 0,0 1-43 0,-4 4-33 15,0 1-27-15,-1 2-26 0,-4 3-12 0,-3 2-15 16,-5 0-13-16,0 2-7 0,-6 1-12 15,-2 1 0-15,-4-5-16 0,-4 1-12 0,-4 0-14 16,0-3-65-16,-3 3-75 0,-3 1-70 0,-5-1-75 0,-3 3-51 16,-4 0-93-16,-1-3-47 0,-2 1-118 0,-1-5-300 15,-3 0-474-15</inkml:trace>
  <inkml:trace contextRef="#ctx0" brushRef="#br0" timeOffset="5592.83">7101 13684 375 0,'4'-8'647'0,"-3"0"-143"0,3 1-157 0,-3 1-106 0,3-1-113 0,2 0-62 0,1 0-98 0,-1-2-65 0,4 0-61 0,3-1-63 0,1-2-98 0,5-1-147 15,4-3 52-15</inkml:trace>
  <inkml:trace contextRef="#ctx0" brushRef="#br0" timeOffset="5791.89">8991 12546 30 0,'0'0'583'0,"0"0"-206"16,0 0-171-16,0 0-119 0,0 0-87 0,0 0-104 15,0 0-270-15,0 0 170 0</inkml:trace>
  <inkml:trace contextRef="#ctx0" brushRef="#br0" timeOffset="5992">7229 13518 176 0,'-9'5'668'0,"2"-1"-159"0,7-4-148 0,0 0-54 0,0 0-102 15,0 0-34-15,0 0-92 0,13-6-58 0,-1 0-74 16,4-2-60-16,1-1-78 0,2-3-101 0,1 1-286 16,-2-1-91-16</inkml:trace>
  <inkml:trace contextRef="#ctx0" brushRef="#br0" timeOffset="6224.67">8995 12708 202 0,'11'-6'598'0,"-3"1"-189"16,-2 2-207-16,-6 3-135 0,12-5-83 0,-12 5-77 15,5-5-144-15,-5 5-121 0,0 0 185 0</inkml:trace>
  <inkml:trace contextRef="#ctx0" brushRef="#br0" timeOffset="8238.96">10166 12214 783 0,'-4'-6'728'0,"1"-1"-138"0,1 0-142 0,-1 2-107 0,3-3-55 0,-1 1-56 0,1-1-44 0,1-1-40 0,3-1-23 0,1-2-8 0,5-2-16 0,2-2-10 0,4-3-13 15,5-1-15-15,6-4-11 0,3 1-14 0,4 0-6 16,0 0-9-16,4 2 0 0,-1 1-9 0,-1 2-12 16,0 2-42-16,-8 4-54 0,0 1-63 0,-7 5-67 15,-6 2 6-15,-2 3-35 0,-13 1-17 0,13 6-25 0,-13 0-28 16,-7 7-32-16,-4 5-349 0,-11 8-209 0</inkml:trace>
  <inkml:trace contextRef="#ctx0" brushRef="#br0" timeOffset="8389.48">10166 12343 357 0,'-15'16'336'0,"4"-2"-41"0,2-2-23 15,4-2-43-15,2-3 1 0,3-7-33 0,6 11 15 16,-6-11-43-16,19 1 8 0,-4-3-30 0,8-3 3 16,1-4-38-16,7-2 4 0,5-4-6 0,2-3-13 15,5-1-15-15,6-6-9 0,3 0-16 0,1-3-8 16,-2-1-12-16,1 1-6 0,-2 1-16 0,-9 5 4 16,-2 1-35-16,-4 2-46 0,-1 3-101 0,-9 3-92 15,-6 5-102-15,-3 1-499 0,-4 4-403 0</inkml:trace>
  <inkml:trace contextRef="#ctx0" brushRef="#br0" timeOffset="8907.61">11249 12605 1474 0,'0'0'818'16,"4"-7"-184"-16,-4 7-126 0,0 0-99 0,0 0-75 15,13 5-52-15,-8 1-40 0,5 8-20 0,2 3-36 0,2 4-46 16,2 6-16-16,5 3-36 0,-2 3-5 16,4 5-18-16,3 6-10 0,-1 3-17 0,2-1-3 15,-3 4-12-15,3-2-5 0,-4 0-15 0,-1-8-12 0,-4 1-21 16,0-3-28-16,-1-1-24 0,-4-2-33 0,-4-4-51 15,-2-4-55-15,-3-4-42 0,-1-3-40 0,-3-2-43 16,-3-4-1-16,-1-2-10 0,0-5 8 0,-3-3 16 16,7-4 44-16,-17-5 57 0,4-4 53 0,-5-9 75 15,-4-8 58-15,-1-6 53 0,0-8 43 0,-2-9 35 16,0-5 49-16,2-2 14 0,2 0 7 0,4 0 18 16,4 9-2-16,4-1 9 0,0 1-21 0,4 3 11 15,2 8 3-15,2 4-9 0,2 2-27 0,6 5-2 16,-2 1-18-16,4 3-16 0,4 1-4 0,1 6-3 15,1 2-11-15,3 3-2 0,1 6-10 0,-1 2-6 16,0 4 3-16,0 7 0 0,4 0-14 0,-5 4-10 16,1 4-9-16,0 1-3 0,-5 3 20 0,0 2-14 15,-5-2 6-15,-5 0 3 0,1 1 3 0,-5 1-7 16,-3 1-20-16,0-1 3 0,-5 3-9 0,-3-2 1 16,0-1-12-16,-1-6 8 0,3 0-17 15,-2-4 1-15,2-5-70 0,3-2-110 0,7-7-109 0,-13 2-78 16,13-2-106-16,-9-13-124 0,9 0-458 0,0-5-673 15</inkml:trace>
  <inkml:trace contextRef="#ctx0" brushRef="#br0" timeOffset="9137.9">11922 12304 838 0,'14'-5'736'0,"-5"3"-140"0,-9 2-131 0,12 6-63 0,-9 1-42 0,-2 4-19 0,-4 4-30 0,-1 7-30 0,-4 4-25 0,-1 6-22 0,-3 6-34 15,-3 0 25-15,5 4-51 0,-3 0-2 0,7 0-53 0,-1 0 21 16,3-6-48-16,4 1 0 0,3-1-11 0,2 4-16 16,5-3-7-16,4-1 22 0,-1-3-52 0,6-4 25 15,1-1-60-15,0-7 19 0,2-2-62 0,2-5 1 16,2-1-56-16,-2-4-52 0,1-4-62 0,1-3-72 16,1-2-69-16,-2-4-55 0,-3 0-71 0,1-5-118 15,-1-1-547-15,-4-4-765 0</inkml:trace>
  <inkml:trace contextRef="#ctx0" brushRef="#br0" timeOffset="9971.79">12552 12411 233 0,'10'-21'667'0,"1"0"-123"0,-2 1-106 0,-1 2-34 0,-2 0-72 0,2 2-11 0,-4 4-45 0,0-1-18 0,-2 3-46 0,-1-1 1 16,1 4-45-16,-5-2-8 0,1 3-27 0,-5 4-16 0,-3-2-32 0,0 6 16 0,-5-1-27 0,-2 5-2 16,-5 2-28-16,-3 4 24 0,0 2-19 0,2 2-10 0,0 1-3 15,2 2-1-15,3-1-11 0,2-1-6 0,5-1 1 16,2 2-4-16,1-3-6 0,4-1 13 0,3 1 3 15,1-2-2-15,5-1-1 0,3 0-5 0,1-2-2 16,5-1-1-16,0-2-5 0,1 0 1 0,7 0-3 16,0-4 1-16,1 2-1 0,-2-2-5 0,4 1 2 15,-2 0 8-15,2-1-12 0,-3 2 1 0,1 1 1 16,0 0-3-16,-4 1 1 0,0 2 2 0,-1-1 0 16,-5 2-4-16,1-1 6 0,-4 4-1 0,-1-1 8 15,-2-1 6-15,-3 4-3 0,-1-3 8 0,-3 1-7 16,-3 1 6-16,-4 2-3 0,-2 1-3 0,-1-1-5 15,-5-1 5-15,-1-1-12 0,-4 3 6 0,-2-1-12 16,1-3 8-16,1-2 2 0,0 0-1 0,-1-4-4 16,3-1-29-16,1-4-93 0,1-2-76 15,2-3-121-15,0-5-67 0,4-1-98 0,1-8-93 0,1-4-505 16,4-6-697-16</inkml:trace>
  <inkml:trace contextRef="#ctx0" brushRef="#br0" timeOffset="10187.86">12618 12161 489 0,'24'-26'716'15,"-2"5"-133"-15,0 4-95 0,2 3-79 0,0 7-43 16,2 3-36-16,1 3-29 0,2 4-16 0,4 3-18 16,7 7-21-16,-3 3-25 0,0 4-23 0,0 4-29 15,-1 2-18-15,-4 4-35 0,-3 1-14 0,-2 4-28 0,-3 3-8 16,-3 0-23-16,-6 2 1 0,-2 1-16 0,-7 0 2 16,-3-5-11-16,-6 0 7 0,-3 5-15 0,-7-3 6 15,-2 0-25-15,-4 0 2 0,-2-2-12 0,-3-3-3 16,-3 0-11-16,2-6-24 0,-1 1-47 0,7-9-27 15,0-1-61-15,3-6-54 0,4-3-75 0,1-5-56 16,11-4-106-16,-12-2-118 0,9-7-402 16,3-1-602-16</inkml:trace>
  <inkml:trace contextRef="#ctx0" brushRef="#br0" timeOffset="10404.68">13446 11987 636 0,'12'-11'747'0,"-2"1"-185"0,-2 5-75 15,-8 5-63-15,11-2-32 0,-11 2-27 0,14 7-26 16,-8 3-30-16,2 1-19 0,-2 5-18 0,5 2-35 16,-4 3-48-16,4 3-30 0,0 5-29 0,1-1-24 15,1 6-7-15,2 2-39 0,0 0 7 0,-1 0-32 16,2-1 10-16,-1 0-35 0,-1-4-15 0,0-3-74 16,-2-3-79-16,0 0-95 0,-3-5-100 0,0 0-67 15,-2-6-77-15,0-1-66 0,-3-1-43 0,-1-3-341 16,-3-9-531-16</inkml:trace>
  <inkml:trace contextRef="#ctx0" brushRef="#br0" timeOffset="13241.35">13662 12339 37 0,'-1'-10'398'0,"1"10"-81"0,-5-7-44 0,5 7-22 0,-8-8-32 0,3 4-23 0,5 4 5 0,-10-6-11 0,2 2-3 16,-1 0-10-16,0 2-21 0,0-1 12 0,0 2-6 15,9 1 11-15,-23 0-15 0,11 1 17 0,0 2-21 16,-2 2 16-16,-1 1-32 0,-1 1 20 0,-2 3-35 0,-2 1-4 16,3 0-4-16,-4 6-10 0,0-1 1 0,1 1 3 15,-1 0-17-15,5-6-15 0,-1 3 4 0,4-3-21 16,2-3 4-16,0 1-14 0,4-1 7 0,-1-2-14 16,1 0 5-16,0 0-6 0,3-3-2 15,4-3 1-15,-1 7-6 0,1-7 10 0,0 0-25 16,14 1-5-16,0-5-1 0,0-1-4 0,7-2-3 0,-1-3 1 15,3-1-4-15,3 0-1 0,-1-5 1 0,3 0 0 16,3-2 3-16,1-1-6 0,0 0-3 0,0 0-2 16,-2-1-15-16,1 2-5 0,-5 3-29 0,-1 0-27 15,-3 2-51-15,-3 1-32 0,-1 2-75 0,-1 0-37 16,-4 2-62-16,-1-1-103 0,-3 4-63 0,0-1-90 16,-1 0-272-16,-2 0-414 0</inkml:trace>
  <inkml:trace contextRef="#ctx0" brushRef="#br0" timeOffset="13485.05">14069 11873 112 0,'2'-9'785'0,"1"2"-146"16,-2 1-132-16,3 0-113 0,-4 6-82 0,6-8-7 0,-6 8 15 15,0 0 13-15,14 2-16 0,-7 5-6 16,3 2-42-16,-1 5-6 0,1 2-59 0,5 6-25 0,-2 3-48 15,5 7-29-15,-1-1-14 0,-1 5-14 0,2 1-18 16,-1 2-15-16,1 0-5 0,-3 1-10 16,0-1-19-16,-3-1-48 0,-1-2-73 0,-1-6-57 15,-2 0-88-15,0-3-64 0,-4-5-64 0,0-3-67 0,-2-3-67 16,-2-3-70-16,0-2-335 0,-2-5-497 16</inkml:trace>
  <inkml:trace contextRef="#ctx0" brushRef="#br0" timeOffset="13717.56">14163 12056 364 0,'-9'-44'563'0,"5"1"-93"0,2 7-100 0,2 3-44 16,1 6-29-16,2 2-42 0,2 3-12 0,1 1-11 15,4 5-16-15,-1 2-13 0,0 4-9 0,2 3 4 16,1 4-27-16,-12 3-16 0,22 1-17 0,-11 4-30 16,1 5-18-16,-2 1-11 0,0 4-13 0,-2 3-1 15,-1 2 0-15,-1 0-24 0,-5 0 14 0,-2 5-34 16,-3-1 18-16,-5 4-25 0,-1-1 8 0,-4 1 5 15,-3 2-20-15,-2-2 8 0,1-4-26 0,0-3 4 16,0-3-43-16,0-2-27 0,3-5-69 16,1-2-58-16,1-2-70 0,3-5-86 0,10-2-66 0,-13-2-49 15,11-5-488-15,0-2-552 0</inkml:trace>
  <inkml:trace contextRef="#ctx0" brushRef="#br0" timeOffset="13952.83">14641 11438 483 0,'8'-3'734'16,"-8"3"-183"-16,10-5-69 0,-10 5-70 0,0 0-10 0,5 8-26 15,-6 2-28-15,-4 3-31 0,-3 6-13 16,-2 6-36-16,-3 4-27 0,0 6-10 0,-1 3-61 16,0 1 1-16,3 0-49 0,-1 4 8 0,6 0-56 0,2-3 8 15,3-3-37-15,3 0-1 0,5 2 2 0,0-6-1 16,7 1-12-16,0-2-15 0,7-4-25 0,-1-5-36 15,5-1-41-15,0-5-50 0,2-4-79 0,1-3-101 16,0-2-62-16,0-5-42 0,-1-2-105 0,0-3-115 16,-4-3-416-16,1-3-670 0</inkml:trace>
  <inkml:trace contextRef="#ctx0" brushRef="#br0" timeOffset="14484.5">15055 11617 847 0,'0'0'682'0,"0"0"-121"0,-2 11-65 0,2 0-40 0,0 2-42 16,0 5-51-16,0 2-57 0,2 4-8 0,1 2-42 16,1 0-22-16,2 2-30 0,0 3 0 0,-1-4-59 15,3 1-22-15,-1-5-23 0,0-1-18 0,-2-3-19 16,0-2-14-16,1-2-7 0,-3-2-5 0,1-1-3 0,1-1-2 16,-4-2 26-16,1-4-12 0,-2-5-11 15,0 0-10-15,0 0 23 0,0 0-45 0,-10-10 16 16,3-1-33-16,-2-6 23 0,-3-3-39 0,-3-6 23 0,-2-6-39 15,-1-3 24-15,-1-2-18 0,-1-1 28 0,0-1-18 16,1 0 8-16,1 2 5 0,1 3 8 0,4 7-2 16,3 2 4-16,0 6 1 0,2 1 5 15,2 3-9-15,1 4 0 0,1 4 8 0,4 7 5 0,1-8 3 16,-1 8 5-16,10 5 6 0,-2 1 27 0,2 5-32 16,6 3 22-16,-2 1-30 0,5 5 22 0,-1-2-32 15,1 1 35-15,0-1-37 0,-3-5 29 16,0 0-28-16,-2-1 28 0,-2-3-25 0,-2-1 31 0,0-3-29 15,0-2 25-15,-10-3-32 0,13 1 24 0,-5-5-29 16,-2 0 27-16,-1-4-33 0,-1-2 28 0,1-3-25 16,-4-1 2-16,1-2 2 0,-2-3-1 0,0 0 8 15,0-6-4-15,-2 0-2 0,1 1-6 0,1 1 18 16,-2 0-15-16,2 4 22 0,-2 2-18 0,1 4 23 16,1-1-26-16,0 3 23 0,1 3-24 0,2 1 30 15,-3 7-9-15,6-5 21 0,1 9 12 0,-1 2 18 16,4 5 0-16,1 4-4 0,3 9 5 0,0 2 21 15,2 8-46-15,2 1 23 0,0 2-39 0,-3 0 25 16,2-2-37-16,-3 1 27 0,3-2-38 0,-6-4 6 16,1-4-76-16,-3-1-44 0,-3-3-50 0,2-3-48 15,-4-2-47-15,1-4-79 0,-4-1-66 0,-1-4-40 16,-4-3-64-16,4-5-57 0,-6 4-529 0,6-4-718 16</inkml:trace>
  <inkml:trace contextRef="#ctx0" brushRef="#br0" timeOffset="14667.83">15295 11288 495 0,'8'-21'703'0,"5"2"-128"0,1 6-66 0,1 6-62 16,3 5-48-16,3 4-26 0,3 6-11 0,6 9-21 0,4 5-24 0,-2 7-42 0,2 8-14 0,-1 4-15 0,-1 2-5 0,-1 4-42 0,-4-1-4 16,-3 1-63-16,-6-5-1 0,-4 1-60 0,-4 0-2 0,-3 0-92 15,-6 0-51-15,-3-5-66 0,-6 5-85 0,-7-2-122 16,-3 2-97-16,-8 3-108 0,-6 0-202 0,-1-5-436 15,-3-3-801-15</inkml:trace>
  <inkml:trace contextRef="#ctx0" brushRef="#br0" timeOffset="16922.79">16117 11669 1068 0,'-10'2'760'0,"10"-2"-124"0,-14 1-135 0,14-1-60 0,-13 3-77 0,13-3-16 0,0 0-42 0,-17-2-49 16,17 2-46-16,-6-5-30 0,6 5-30 0,-1-11-31 15,3 2-26-15,5-3-13 0,2 0-20 0,5-5-8 16,5 0-14-16,8-4-5 0,4-1-1 16,2 2-15-16,4-2-7 0,1 3-1 0,-1 0-5 0,0 2-9 15,-3 2 10-15,-5 2-6 0,-2 1-14 0,-4 3-26 16,-3 0-41-16,-1 2-86 0,-3 1-75 0,-5 0-122 15,2 0-109-15,-3 1-238 0,-1 0-448 16,-1-4-774-16</inkml:trace>
  <inkml:trace contextRef="#ctx0" brushRef="#br0" timeOffset="17401.58">16727 10885 745 0,'0'0'785'0,"9"-6"-153"15,-9 6-130-15,6-3-86 0,-6 3-35 0,9 6-32 16,-4 2-16-16,4 1-33 0,-1 6-32 0,2 3-46 16,4 4 35-16,0 6-44 0,5 4 3 0,-2 3-63 15,3 1 2-15,3 1-50 0,3 9-9 0,0 0-13 16,-1 2-14-16,2-2-16 0,-3 3-13 0,-4-9 17 0,0 2-52 16,-2-2 14-16,-3-1-57 0,0-2-3 0,-2 0-64 15,-4-6-25-15,-1-3-21 0,-3-4-55 16,-4-5-36-16,-1-1-61 0,-1-2-32 0,-4-2-10 15,0-6 7-15,-4-2-19 0,1-4-9 0,-2-3 26 0,-4-5 28 16,0-5 50-16,-4-7 49 0,0-3 49 16,-4-10 30-16,-1-2 33 0,0-5 30 0,-3-9 19 0,2-4 25 15,0-3 42-15,5-1 39 0,0-2 59 16,2 1 5-16,8 6 35 0,0 1 15 0,4 2 0 0,4 3 35 16,1 8 2-16,4 4-6 0,-1 0 6 0,4 3-25 15,3 5 3-15,0 4-37 0,2 4 20 16,2 3-22-16,4 4 31 0,-3 4-51 0,4 4 2 0,2 4 3 15,-1 4-7-15,5 8-17 0,-4 3-5 0,2 6-30 16,-2 5-5-16,-5 0-16 0,-4 2-5 0,-3 0-10 16,-6 3-1-16,-3 0-7 0,-3 8-3 0,-7 1 22 15,-3 2-29-15,-8 6-6 0,-4-1-7 0,-4-4-8 16,0-2-8-16,2-8-26 0,-1-5-32 0,0-2 1 16,0-6-76-16,4-8-66 0,3-5-89 0,6-6-56 15,1-4-99-15,1-6-56 0,4-3-534 16,2-5-665-16</inkml:trace>
  <inkml:trace contextRef="#ctx0" brushRef="#br0" timeOffset="17625.84">17485 10634 884 0,'19'-1'747'15,"-4"1"-119"-15,-6 2-143 0,-4 5-45 0,-1 4-61 0,-5 6-19 0,-7 5-46 0,-3 6-41 0,-6 9-21 0,-7 11-37 0,-2 4-19 0,-1 1-34 0,2 1-3 0,1-1-47 0,4-1 6 0,5-6-46 0,7-3-14 0,3 0-6 0,4-7 0 0,3 2 0 0,9 0 34 0,5-2-40 0,4-1 19 0,5-5-53 0,6-4 13 0,2-2-74 0,5-5-54 16,1-5-60-16,2-2-101 0,3-5-91 0,-7-3-106 16,2-3-101-16,-1-2-211 0,-1-5-326 0,-4-3-715 15</inkml:trace>
  <inkml:trace contextRef="#ctx0" brushRef="#br0" timeOffset="18071.46">17998 10874 411 0,'4'-9'737'0,"0"4"-139"0,-1-1-100 15,-3 6-102-15,4-10-59 0,-4 10-43 0,3-7-36 0,-3 7-19 16,4-8-18-16,-4 8-17 0,0 0-41 16,-5-4-9-16,5 4-38 0,-12 3-7 0,3 4-35 0,-3 0-4 15,-4 5 0-15,-1 1 3 0,-1 5-27 0,-3 1-8 16,2 0-8-16,2 3-7 0,2-2-6 0,2-2-2 16,3 0 3-16,1 0 5 0,1-4 7 0,5 2 10 15,1-3-10-15,2 0 9 0,3-3-14 0,2 2 4 16,4-2-7-16,2-2-2 0,4-1-9 0,1-1 2 15,1 1-6-15,4-2 5 0,0-2-10 16,1 1 4-16,1 2 1 0,-3-4-2 0,-2 1-4 0,1 1 4 16,-1-1-9-16,-1 4 9 15,-1-3-9-15,-3 1 11 0,0 3 4 0,-2-1 8 0,-4 0 5 0,-1 2-2 16,-3 0 12-16,-2 0-21 0,-1 0 5 0,-3 2 3 16,0-1-2-16,-4 1 3 0,-3 0 3 0,-3-1 9 15,2 1 0-15,-6-2-5 0,-1 1 7 0,0-3-4 16,-2 1 1-16,2-3-9 0,-1-1-8 0,2-2-16 15,2-2-32-15,1-1-36 0,1-2-49 0,3-4-88 16,1-1-84-16,1-4-103 0,4-1-74 0,3-5-145 16,4-4-594-16,1-5-815 0</inkml:trace>
  <inkml:trace contextRef="#ctx0" brushRef="#br0" timeOffset="18399.03">18253 10778 424 0,'7'-3'767'0,"-7"3"-180"0,13-3-97 0,-13 3-76 0,7 4-40 0,-7-4-19 0,5 13-18 16,-3-2-11-16,0-1-23 0,-1 4-44 0,0 1-35 16,2 2-25-16,-1 2-12 15,3 3-26-15,0-1-2 0,2 2-32 0,-1 0 3 0,2 0-11 16,1-2-37-16,0 0 22 0,0-2-33 0,1-1 35 0,-1-2-35 16,-1-3 30-16,1-3-35 0,1 2 22 0,0-6-24 15,0 1 13-15,0-2-42 0,2-5 23 0,1 0-38 16,-2-5 26-16,2-2-37 0,0-1 26 0,1-5-36 15,-3-3 27-15,1-2-31 0,-2-1 25 16,-1-1-27-16,-3-1 30 0,-3-1-33 0,-2-1 31 16,-1 2-24-16,-1 1 30 0,-3-2-31 0,-2 2 1 15,-6 0 0-15,1 2 2 0,-3 1-4 0,-2 2-2 0,1 2-5 16,0 1-19-16,-1 3-33 0,5 0-40 0,-2 3-42 16,3 1-45-16,1 0-27 0,9 5-82 0,-13-3-80 15,13 3-107-15,0 0-105 0,-9 3-210 0,9-3-365 16,3 6-781-16</inkml:trace>
  <inkml:trace contextRef="#ctx0" brushRef="#br0" timeOffset="18966.5">18791 10737 448 0,'11'4'734'0,"-4"1"-179"0,-1-1-66 0,2 3-45 0,-3 3-29 16,0 3-22-16,1 0-6 0,0 2-18 0,-1 1-55 0,1 0-63 15,0 2 11-15,1 0-36 0,-1 2-8 0,2-2-40 16,-1 0-21-16,0-3-38 0,-1 1-17 0,-1-3-18 16,1 0-17-16,0-2-10 0,-2-1-4 0,-2-3-11 15,2 1 39-15,-1-2 25 0,-3-6-14 0,0 10-19 16,0-10-12-16,0 0-13 0,-16-1-41 0,6-7 25 0,0 0-35 16,-5-6 27-16,-3-4-35 0,-1-4 31 15,-2-6-37-15,-1-2 28 0,1-2-43 0,0-3 8 0,3 0 2 16,3 0 30-16,-2 1-27 0,8 5 29 15,0 2-33-15,4 3 32 0,3 5-2 0,2 1-8 0,2 4 1 16,3 1-30-16,4 1 36 0,0 5-23 0,3 1 35 16,2 4-25-16,-1 1 33 0,2 2-31 15,2 3 31-15,0 0-30 0,0 0 28 0,2 3-33 16,-1 0 7-16,-1-3-3 0,-1 3 5 0,-2-2 1 16,-1 0 1-16,-1-1 0 0,-2 0 1 0,-3-1 5 15,-7-3-3-15,16 1-1 0,-16-1-2 0,10-5 25 16,-6 0-33-16,2-2 26 0,-3-2-34 0,-2-1 32 15,3-3-4-15,-3 0-6 0,1-3 0 0,-1-1-1 16,0-1-2-16,-1 0-1 0,3-1-3 0,-1 1 5 16,-2 0-4-16,3 3-1 0,-2 0 0 0,-1 3-1 15,3 1-3-15,-1 0 5 0,-2 4-6 0,0 7 0 16,9-6 22-16,-9 6 5 0,12 5 5 0,-6 2 8 16,4 5 11-16,2 3 5 0,-2 5-36 0,5 4 26 15,-2 0-33-15,1 4 4 0,-2-1-3 0,2 1 21 0,-3-2-32 16,1 2 24-16,-1-2-38 0,1-1-14 0,-3-4-77 15,-2-2-14-15,1-5-62 0,-3 1-12 0,0-2-12 16,-2-3-61-16,-3-3-60 0,0-7-56 16,-3 9-30-16,3-9-3 0,0 0 11 0,-14-1-14 15,6-3-1-15,0-4-10 0,-1-4-27 0,0-3-335 0,-3-4-315 16</inkml:trace>
  <inkml:trace contextRef="#ctx0" brushRef="#br0" timeOffset="19154.93">19095 10366 311 0,'6'-25'544'0,"-2"2"-43"0,5 3-89 0,1 3-2 0,4 4-20 0,1 5-44 0,1 4-7 0,-2 4-23 0,7 4 12 0,0 6-6 0,2 7-28 0,4 10-25 0,1 2 32 0,-2 6-28 0,2 11 40 0,-3 2-63 0,-4 4-28 0,1 2-10 0,-6 2-63 0,-7-5-4 0,-4 0-41 0,-2 2 5 0,-6 1-60 0,-2 1-16 0,-9 5-93 16,-4 1-22-16,-5-4-86 0,-5-2-53 0,-4-1-58 0,-5-4-102 15,-1 1-88-15,-6-5-90 0,2-1-138 0,-4-5-576 16,4-4-879-16</inkml:trace>
  <inkml:trace contextRef="#ctx0" brushRef="#br0" timeOffset="20462.89">11844 15379 949 0,'0'0'823'0,"-18"-1"-173"0,18 1-151 0,-12-3-106 0,12 3-75 0,0 0-64 0,-8-2-49 0,8 2-47 0,6-7-31 0,0 2-27 0,3-2-15 0,6-2-20 0,1-2-11 16,4 0-12-16,6-4-9 0,4-3-6 0,2 0 3 0,3-2-11 15,1 0-4-15,2-3-9 0,0 1-16 0,1-2-44 16,-4 0-45-16,1 1-59 0,-4 2-61 0,-1 2-30 16,-10 5-43-16,-3 3-45 0,-6 4-27 0,-4 3-48 15,-8 4-426-15,0 0-381 0</inkml:trace>
  <inkml:trace contextRef="#ctx0" brushRef="#br0" timeOffset="20631.91">11782 15678 261 0,'-8'13'539'0,"2"-3"-137"0,5-2-98 0,1-8-63 16,5 9-23-16,-5-9-29 0,17-2-12 0,-1-4-18 16,5-3-16-16,11-7-16 0,6-4-17 0,9-7-9 15,2-4-10-15,3-3-4 0,3-3-3 0,0-2-24 0,4-1 5 16,-2 1-27-16,-1 0 3 0,-3 2-33 16,-2 3-33-16,-5 4-121 0,-9 6-135 0,-5 2-178 15,-4 2-343-15,-7 5-329 0</inkml:trace>
  <inkml:trace contextRef="#ctx0" brushRef="#br0" timeOffset="23977.84">13056 13929 20 0,'0'0'574'0,"0"0"-132"0,0 0-117 0,-7 5-22 0,7-5-51 0,-11 1 20 0,11-1-36 0,-12 1-3 0,12-1-25 0,0 0 9 15,-17 0-29-15,17 0 1 0,0 0-15 0,-16-1-34 16,16 1-16-16,0 0-10 0,-11-5-19 16,11 5-25-16,0-7-7 0,0 0-15 0,5-1-9 0,2-1-10 15,3-2-5-15,0 0-3 0,6-2-1 0,0 2-9 16,0 1 1-16,1 0-1 0,1 2-3 0,-2 1 1 15,0 4-2-15,0 2 0 0,-3 1-3 0,3 3 6 16,-1 3 2-16,-1 6 3 0,2 3 2 0,-5 3-3 16,-2 7 12-16,1 1 3 0,-6 6 2 0,1 1-7 15,-5 2 7-15,-2 1-2 0,-5 5 2 0,0 0-1 16,-2-2-5-16,0-3 3 0,-3-5 3 0,2-2-4 16,0-3 2-16,0-4-6 0,3-1-2 0,2-6-6 15,-1-1 12-15,2 0 11 0,1-5-10 0,1-1-1 16,2-8-3-16,9 4-5 0,0-5-4 0,6-3-3 15,4-6-4-15,4-3-5 0,8-6-3 0,1-3 4 16,0-2-9-16,0-1-12 0,-2-4-31 0,1 3-33 16,0-4-35-16,-3 5-32 0,-3 0-52 0,-6 5-86 15,1-1-52-15,-7 4-86 0,-1 2-104 0,-3 0-412 16,-2 0-520-16</inkml:trace>
  <inkml:trace contextRef="#ctx0" brushRef="#br0" timeOffset="24202.73">13424 13752 4 0,'3'-5'696'0,"0"-2"-182"0,-3 7-77 0,8-4-37 15,-8 4-25-15,16 5-20 0,-5 3-23 0,2 7-6 0,6 4 4 16,3 7-20-16,1 8-36 0,0 3-31 16,4 9-34-16,1 4-44 0,-1 4-33 0,0 1-24 15,1 3-19-15,-1 0-11 0,-2 5 2 0,3-2-11 16,-2 0-11-16,-2 1-7 0,-1 0-9 0,3-3-11 0,-3-3-15 15,-3-3-19-15,3-4-15 0,-5-8-28 16,-3-2-48-16,3-5-65 0,-1-3-90 0,-4-6-111 0,-2-6-57 16,1-2-145-16,-3-6-640 0,-2-3-811 0</inkml:trace>
  <inkml:trace contextRef="#ctx0" brushRef="#br0" timeOffset="24639.67">14040 14337 1005 0,'2'-25'618'0,"-2"2"-139"0,1 3-97 16,0-1-86-16,3-2-49 0,0 2-25 0,2-1-1 16,-1 2 6-16,3-2-9 0,6 0-13 0,0-2-12 0,3 3-36 15,-2 0-21-15,4 3-15 0,-3 4-24 16,0 3-23-16,-3 3-11 0,1 2-12 0,-2 4-11 16,-12 2-9-16,20 2-5 0,-12 4-2 0,-3 4-11 15,-1 4 3-15,-4 4-5 0,-3 6-2 0,-3 6-7 16,-6 6 3-16,-2 0-3 15,-4 0-1-15,-1-2-1 0,0-1 0 0,2-4 12 0,1-5-13 0,0-4 12 16,6-4-13-16,1-3 12 0,2-1-8 0,1-3 8 16,4-3-8-16,2-6 11 0,0 0-15 0,0 0-1 15,18-3 0-15,-4-4-4 0,3-1 3 0,2-2 2 0,2 2 3 16,1-2-3-16,0 2 4 0,2 1-1 16,-1 0 0-16,0 4-2 0,-1 0 3 0,-1 3 0 15,0 3 6-15,3 0-1 0,-1 6 5 0,-1-2 1 16,-4 5-2-16,0 1 12 0,-4 0 12 0,0 5 2 0,-5 0-15 15,-1 2 7-15,-3 0 1 0,-3-1 17 0,-4 1 8 16,-2 4-1-16,-1-3 2 0,-7 5 21 0,-2-2-12 16,-1 1-15-16,-2-3-7 0,-3-1-5 15,-1-3-12-15,-2-3-4 0,-1-1-19 0,2-5-23 0,-1-3-31 16,0-2-18-16,2-3-31 0,3-3-33 0,0-5-34 16,1-2-112-16,2-4-84 0,5-5-27 0,-1-1-81 15,5-4-49-15,2-4-552 0,2-4-689 0</inkml:trace>
  <inkml:trace contextRef="#ctx0" brushRef="#br0" timeOffset="24909.05">14948 13586 726 0,'0'0'830'0,"6"-4"-187"0,-6 4-112 0,8 4-42 0,-3 1-37 0,5 5-53 0,-1 2-45 0,4 5-56 0,2 3-41 0,-1 2-16 0,4 2-39 0,3 5 21 0,-1 0-68 0,1 1-5 15,0 2-16-15,0 0-31 0,2 1-18 0,-3 3-15 16,1-2-21-16,-1-1-11 0,-1 1-28 16,-1-3-14-16,-1 0-43 0,-4-6-50 0,-1 0-57 0,-3-4-74 15,-2-2-89-15,-2-2-93 0,-1-3-75 0,-4 1-119 16,-2-3-692-16,0-4-900 0</inkml:trace>
  <inkml:trace contextRef="#ctx0" brushRef="#br0" timeOffset="25091.82">15005 14143 532 0,'-7'-13'750'16,"4"3"-176"-16,1 0-96 0,2 1-95 0,2-3-50 16,2 2-40-16,3-2-42 0,3 0-18 0,1-3-15 15,3 0-15-15,0-1-5 0,8-2 0 0,-1-1-44 16,7-3-17-16,1-3-28 0,2 1-10 0,1 2-13 15,2-4-16-15,-2 3-12 0,0 1-25 0,-3 0 5 16,-7 5-19-16,0 0-14 0,-6 4-59 0,-3 0-92 16,-4 1-113-16,1 5-97 0,-7-2-100 0,-3 9-159 0,0-8-501 15,0 8-733-15</inkml:trace>
  <inkml:trace contextRef="#ctx0" brushRef="#br0" timeOffset="27491.27">15959 13158 363 0,'-3'-21'598'0,"3"3"-110"0,-2 0-65 0,-1 2-61 0,2 0-47 0,-2 3-40 0,2 3-19 0,-2-2-48 0,2 2-40 16,0 1-32-16,-2 1-32 0,3 1-20 0,0 7 8 16,-2-9 8-16,2 9-14 0,0 0 27 0,0 0-20 15,-7 4-4-15,7-4-34 0,-3 13-10 0,0-3 5 0,2 2 14 16,-2 2-9-16,1 1-10 0,-1 1-9 15,-1 2 1-15,3 0-8 0,-2 0-3 0,3 0-6 16,-1-1-4-16,1-1 1 0,1-3 1 0,1 0 6 0,0-1-3 16,2-1-2-16,1-1-1 0,2-3 0 15,3-1-7-15,0-3-1 0,3-1-2 0,1-1-3 16,4-4-3-16,0 1 1 0,3-1 1 0,2-4 4 16,-1 4-6-16,2-1-3 0,-5 1-1 0,1 0 4 0,0 2 1 15,-1 1-2-15,-1 3-1 0,0 0 1 0,-3 2-5 16,1 1 5-16,-3 3 1 0,-1 1-1 0,-3 2 0 15,0 1-1-15,-5 1 1 0,0 0-1 16,-3 0-1-16,-3 2 0 0,-2 0 4 0,-4-2 0 0,0 2-2 16,-6 0 1-16,2-1-8 0,-6-2-8 0,1-2-31 15,-3 1-45-15,-2-5-43 0,0 0-77 16,-2-3-58-16,2-3-64 0,-1-2-18 0,0-2-39 16,0-4-49-16,1-1-430 0,3-4-420 0</inkml:trace>
  <inkml:trace contextRef="#ctx0" brushRef="#br0" timeOffset="27857.24">15877 13108 379 0,'6'-15'613'0,"2"6"-149"0,0-1-89 16,-1 3-68-16,1 0-35 0,0 1-26 0,2 1-28 15,-1-1 0-15,1 1-17 0,0 0 10 0,2 1-33 16,-1-1 12-16,3-1-38 0,-1 0-17 0,4 0-22 16,-3-2 2-16,2 1-39 0,2-1 0 0,1-2-27 15,1-1 4-15,-2 1-26 0,-2-2 4 0,2-2-16 16,-1-1 1-16,-2-3-7 0,2 4 0 0,-6-4-3 15,2-2 1-15,-4 0-2 0,-1 0 12 0,-3-3 16 16,2 0 22-16,-4 2 19 0,-1 2 10 0,0 0 27 16,0 2 13-16,-2 2-14 0,3 3-21 0,-2 1-15 15,-1 1-2-15,3 4 27 0,-3 6 19 0,0 0 2 0,14 9 14 16,-5 3 10-16,3 10 10 0,8 8-11 0,1 8-48 16,6 10-12-16,0 2 54 0,4 8-22 0,-2 2 14 15,-1 1-18-15,2 1-23 0,-4 2-11 0,1-2-40 16,-1 0 22-16,-4-2-34 0,1-3 20 0,-2 0-35 15,0-3 1-15,-3-2-4 0,-5-7 22 0,0-4-56 16,0-2 0-16,-1-2-83 0,-5-8-28 0,1-1-74 16,0-6-60-16,-1-2-20 0,-3-4-63 15,3-2-81-15,-2-3-80 0,1-3-96 0,-1-4-217 0,-5-4-351 16,16-4-792-16</inkml:trace>
  <inkml:trace contextRef="#ctx0" brushRef="#br0" timeOffset="28256.37">17147 13259 555 0,'7'-24'711'0,"-3"3"-146"16,-1 0-78-16,-3 3-74 0,-3 0-52 0,-1 0-8 15,-1 2-43-15,-6 0-4 0,-1 1-17 0,-4 3-28 16,-3 3-26-16,0 2-16 0,-3 4-19 0,2 4-14 16,-6 4 9-16,-1 6-59 0,-2 5 1 0,-1 9-21 15,5 2 22-15,3 2-18 0,3 1-2 0,4 2-4 16,4-3-7-16,5 0 7 0,2-5-4 0,6 1-35 15,3-2 21-15,1-3-42 0,3 0 29 0,0-4-60 16,8-1 10-16,-1-6-46 0,1-1 11 0,1-5-50 0,0-2 21 16,2-1-36-16,-3-4 18 0,4-2 5 0,0-4 6 15,-5-3 4-15,4-4 4 0,-4-2 4 0,-1-3 5 16,-3-2 4-16,1-2-23 0,-6 1 39 16,0 2-28-16,-3-2 34 0,-3 3-30 0,0 4 39 0,1 0-25 15,-2 2 45-15,0 3-32 0,0 1 26 0,1 4-32 16,-1 8 42-16,0-9-21 0,0 9 36 0,1 10-36 15,-1 1 32-15,3 5-2 0,-1 8-2 0,1 3 3 16,2 4-4-16,1 3 3 0,2 6-32 0,3-1 25 16,0 1-32-16,0-1 21 0,2-2-28 0,-3 1 3 15,3-2 21-15,-2-1-48 0,0-5 1 0,0-3-69 16,-2-1-36-16,-1-4-88 0,0-2-37 0,0-2-74 16,-1-3-132-16,-1-2-81 0,-1-2-90 0,2-2-836 15,-2-2-1083-15</inkml:trace>
  <inkml:trace contextRef="#ctx0" brushRef="#br0" timeOffset="28511.8">17752 13114 1309 0,'6'-5'910'0,"1"0"-206"0,-7 5-146 0,11-7-108 0,-11 7-82 0,12-7-87 0,-5 1-39 0,6-2-11 0,1 1-18 0,5-3-24 0,3-1-25 0,6-3-33 0,9-2-27 0,1-1 9 0,2-1-50 0,4 1 10 0,-1-2-38 0,-1 2 16 0,0-2-38 0,-2 0 25 0,-2-2-42 0,-3 1 10 0,-3 1-47 0,-3-2-56 0,-6 4-39 0,-3 2-60 0,-5 2-70 0,-4 1-87 0,-3 1-81 0,-4 2 6 0,-4 3-70 0,-2-1-65 0,-4 1-445 0,-4 3-613 0</inkml:trace>
  <inkml:trace contextRef="#ctx0" brushRef="#br0" timeOffset="31711.76">19213 11911 608 0,'5'-6'543'0,"-5"6"-137"0,0 0-24 0,-2-8-71 0,2 8-19 0,0 0-23 0,0 0-26 0,-1-6-34 0,1 6-17 0,0 0-27 0,0 0-6 0,0 0 24 0,0 0-4 0,0 0-27 0,10 7-29 0,-5 0-22 0,-1-1-10 0,4 2-20 0,-3 1-11 0,5 0-9 0,-1 1-9 0,0 0 34 0,3-1-11 0,-2 1 5 0,0-1-13 0,3-3 14 16,-3 1-15-16,3 0-2 0,-2-1-10 0,0-2 2 15,0 0-15-15,1-1 4 0,-1-2-12 0,-11-1-2 0,23-4-9 16,-11-1-4-16,0-2-15 0,1-2 7 0,-1-2-7 15,-1-4 2-15,1 1-20 0,-2-4-2 0,-2-1 0 16,-1-2-7-16,-3 0 5 0,1-1 33 16,-3 3-29-16,0 0 8 0,-2 0 2 0,0 2 3 15,0 0 5-15,0 4 14 0,-2 0-14 0,2 2 13 16,0 1-13-16,0 3 2 0,0 7 10 0,0 0 28 0,0 0 6 16,6 5 7-16,-4 6-2 0,2 4-6 0,0 6-6 15,3 4-1-15,3 4-9 0,0 7-6 16,0-1 0-16,4 2-2 0,0 1-4 0,0 1 4 15,-1-2-4-15,1 0 0 0,0-3-4 0,0 1-2 16,0-7-8-16,-2-2-24 0,-1-1-73 0,1-5-73 16,-3-2-88-16,2-3-84 0,-4-2-74 0,0-1-156 15,-2-8-600-15,1 1-788 0</inkml:trace>
  <inkml:trace contextRef="#ctx0" brushRef="#br0" timeOffset="31931.14">19782 11721 563 0,'4'-14'765'0,"-1"3"-193"0,-2 2-106 0,-1 9-51 0,8-7-26 16,-8 7-10-16,11 3-15 0,-7 3-20 0,4 6-36 15,0 1-32-15,-1 6-22 0,5 8-13 16,-2 0-31-16,4 8-41 0,0 1-57 0,1 3 2 0,1 1-46 16,0 0-7-16,2 2-19 0,1-1 19 0,-2 0-40 15,2 1 23-15,0 0-36 0,-1-2 21 0,-1-2-64 16,-2-1-34-16,4-2-50 0,-5-4-67 0,2-4-64 15,-3-4-65-15,-2-3-71 0,-1-3-62 0,1-3-134 16,0-6-643-16,-3-1-834 0</inkml:trace>
  <inkml:trace contextRef="#ctx0" brushRef="#br0" timeOffset="32301.94">20379 11769 865 0,'7'-8'798'0,"-3"2"-163"0,1 1-142 0,-5 5-85 16,0 0-59-16,0 0-42 0,0 0-37 0,9 5-46 16,-9-5-33-16,-2 12-25 0,2-5-23 0,-2 2-29 0,-1 1-22 15,1 1-17-15,-1 2-14 0,-2 0-7 16,4 2-18-16,-1-2 2 0,1 2-11 0,1-2-2 16,0 1-11-16,1-3 6 0,2 2-12 0,2-3 4 0,1 0-7 15,2-2 3-15,1 0-8 0,2-2 8 0,2 0-11 16,0 0 10-16,2-2-11 0,1 0 5 0,-1-1-7 15,1 2 8-15,0-2-2 0,2 3 5 16,-4-2-10-16,4 3 9 0,-3 1-12 0,1-1 16 16,-1 5-10-16,0-2 11 0,-2 1-12 0,-1 1 9 0,-2-1-1 15,-1 2-1-15,-3 0 5 0,1 1-5 16,-1-1 0-16,-5 3-6 0,2-4 9 0,-5 1-12 16,0 2 12-16,-3 0-9 0,-2-1 3 0,0 0-3 15,-2-1 7-15,-4 1-10 0,2-1-4 0,-3-3-32 16,1-2-23-16,0 0-60 0,0-4-89 0,2 1-68 0,-1-4-57 15,2-2-79-15,0-3-82 0,2 0-82 0,-2-6-336 16,1-1-485-16</inkml:trace>
  <inkml:trace contextRef="#ctx0" brushRef="#br0" timeOffset="32466.79">20434 12007 190 0,'-2'-19'732'0,"3"1"-144"0,0 1-109 16,2-1-71-16,-1 1-51 0,5-3-32 15,1 0-18-15,4-3-8 0,3 0-22 0,6-5-6 0,3 2-35 16,2-2-34-16,3-1-29 0,3 1-29 0,3 0-22 15,7-7-23-15,1 3-18 0,3 1-15 0,0-2-17 16,2 2-12-16,-2 1-8 0,-9 4-6 0,-2 1-22 16,-1 1-77-16,-5 2-152 0,-6 3-139 15,-5 1-134-15,-1 3-286 0,-7-1-319 0,-5 2-723 16</inkml:trace>
</inkml:ink>
</file>

<file path=ppt/ink/ink1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29:25.438"/>
    </inkml:context>
    <inkml:brush xml:id="br0">
      <inkml:brushProperty name="width" value="0.05292" units="cm"/>
      <inkml:brushProperty name="height" value="0.05292" units="cm"/>
      <inkml:brushProperty name="color" value="#FF0000"/>
    </inkml:brush>
  </inkml:definitions>
  <inkml:trace contextRef="#ctx0" brushRef="#br0">5529 12868 920 0,'-5'-16'691'0,"0"2"-147"0,1 2-114 0,-1 1-95 0,1 4-69 0,4 7-54 0,-4-8-42 0,4 8-21 0,0 0-3 0,7 11-9 0,-1 1-8 0,4 4-10 15,-1 3-27-15,8 6-3 0,-2 7-26 0,4 3-12 16,0-1-12-16,3 5-12 0,-3-1-4 0,3 2-5 0,-3-1-2 16,1 1-1-16,0-2-6 0,-2 1-5 15,-3-2-12-15,3-2-33 0,-3-2-59 0,-3-4-88 16,-3-2-90-16,-3-5-102 0,2-1-115 0,-5-5-506 16,-1-3-601-16</inkml:trace>
  <inkml:trace contextRef="#ctx0" brushRef="#br0" timeOffset="258.61">5400 12918 679 0,'0'-28'714'0,"2"1"-146"15,5-2-123-15,2 3-94 0,2 1-63 16,5 1-17-16,3 3-21 0,1 3 0 0,3 1-9 16,4 4-10-16,1 1-33 0,2 2-21 0,-4 3-19 0,1 5-34 15,1 2-18-15,-1 2-32 0,-1 4-6 0,1 4-21 16,-2 2 2-16,-2 2-18 0,-1 4 0 0,-7 4-11 15,-2 2 0-15,-3 1 3 0,-3 5-7 0,-5 1-2 16,-3 4-1-16,-4 5-14 0,-5 2 8 0,-3-1-9 16,-1-1-4-16,-4-2 5 0,-1-2-3 0,1-4 1 15,-3-3-1-15,5-6-6 0,-2-3-16 0,1-6-48 16,2-2-71-16,3-6-91 0,0-3-100 0,3-6-54 16,0-1-121-16,1-10-155 0,4-3-289 0,3-8-538 15</inkml:trace>
  <inkml:trace contextRef="#ctx0" brushRef="#br0" timeOffset="499.74">6082 12410 802 0,'9'-7'793'0,"-9"7"-138"0,9 4-135 0,-11 5-88 16,-1 10-37-16,-3 4-53 0,-3 13-48 0,-4 6-48 15,0 2-20-15,-2 2-5 0,-2 8-14 0,3 3 3 16,3-9-13-16,2 0 9 0,2 1-44 0,1-1 17 0,5-1-49 15,2-2 11-15,5-1-13 0,1-3-11 0,3-3-25 16,2-3-23-16,4-3-18 0,3-2-23 16,0-2-23-16,2-8-29 0,0-1-36 0,4-2-33 0,-2-3-45 15,0-5-48-15,0-3-76 0,-1-3-70 0,-1-2-72 16,4-5-77-16,-4-1-46 0,0-4-118 0,2-6-515 16,-3-3-775-16</inkml:trace>
  <inkml:trace contextRef="#ctx0" brushRef="#br0" timeOffset="3150.17">6843 12380 517 0,'1'-12'521'0,"-1"2"-98"0,0 1-81 0,0 1-48 0,1 2-57 0,-1-1-34 0,0 7-44 0,0-10 52 0,0 10 20 0,0 0 29 0,0 0 4 16,7 8 4-16,-5 3-36 0,2 5-5 0,0 4-48 0,1 4-15 0,0 8-32 0,3-1 6 0,-2 8-18 0,3 1 10 0,-2 1 11 0,0-2-11 0,2 1-12 0,-1-2-6 0,0-5-4 0,2 4-7 15,-4-7-18-15,2 0-13 0,-2-6 1 0,2-1 22 16,-3-3-42-16,-1-3 30 0,1-3-18 0,-1 2 40 15,0-5-3-15,1-2 30 0,-3 1 7 0,-2-10-27 16,4 8-25-16,-4-8-21 0,0 0-25 0,-4-7-6 16,3-3-13-16,-2-1-5 0,-3-5-3 0,0-5-10 15,-1-7 1-15,-2-2-30 0,-2-7 25 0,-1-6-24 16,3 0 24-16,-3-4-29 0,1 0 25 0,-2-3-21 16,2 5 5-16,2-2 6 0,3 5-6 0,-2 1 14 0,4 9-2 15,-1 7 4-15,2 3-7 0,2 2-1 0,-1 4 0 16,2 3 5-16,2 3 16 0,2 3 17 0,4 3 8 15,3 5 14-15,2 3 4 0,7 6 3 0,6 5-5 16,1 7 21-16,5 3-43 0,-1 5 28 16,2-1-39-16,1 9 25 0,-6-4-39 0,-1 1 32 15,0-2-36-15,0 1 33 0,-4-2-40 0,0 1 0 0,-4-2-17 16,0-4-35-16,-5 0-39 0,0-4-39 0,-5-4-36 16,0-1-58-16,-3-2-37 0,0-5-76 0,-4 2-110 15,-2-3-61-15,-2-1-60 0,-1-2-114 0,-1-1-563 16,4-6-863-16</inkml:trace>
  <inkml:trace contextRef="#ctx0" brushRef="#br0" timeOffset="3461.49">6921 12818 351 0,'-11'5'890'0,"11"-5"-219"0,-11 2-120 0,11-2-147 0,0 0-60 16,-12 1-80-16,12-1-34 0,0 0-53 0,-3-6 11 0,3 6-43 0,6-12-6 0,-1 4-38 0,5-3-19 0,6-3-17 0,4-3-13 0,2-1-11 0,9-2-7 0,1-2-5 0,2 2-8 0,-1-1-5 0,2 0-8 0,-5 2-27 15,1 1-45-15,-7 4-47 0,-6 1-52 0,0 4-65 0,-4-1-66 16,-2 4-92-16,-6 0-102 0,0 0-466 0,-6 6-541 16</inkml:trace>
  <inkml:trace contextRef="#ctx0" brushRef="#br0" timeOffset="4395.68">7763 12318 541 0,'0'0'537'0,"9"4"-124"0,-9-4-93 0,6 6-49 0,-2-1-28 0,1 2-39 0,-1-1-20 0,0 1 0 0,1 1 1 0,-1 0 0 16,-2 0-17-16,2-2-6 0,-1 1-4 0,-2-1 5 0,-1-6 22 0,5 9 28 0,-5-9-19 0,4 9-1 0,-4-9-16 0,0 0-44 0,0 0-17 0,0 0-24 0,0 0-19 0,-10-10-17 0,2 0-7 0,-2-4-11 16,-3-2-11-16,0-6-1 0,-3-2 12 0,1-1-24 15,-1-8-2-15,1 1-2 0,-2-3-4 16,4-1-5-16,3-1-2 0,0-3 1 0,5 6-9 0,2-2 8 16,3-1-4-16,5 3 3 0,-1 0-1 0,5 3-1 15,4 3 5-15,0 3 3 0,3 4 2 16,0 5 3-16,3 5 12 0,1 5 8 0,2 5 1 0,3 6 20 15,6 4-6-15,5 11 19 0,-2 3-23 0,2 6 10 16,2 10-28-16,0-1 0 0,-5 6-4 0,-1 2-4 16,-2 1 1-16,-1 1 5 0,-4 0 6 0,1 0-29 15,-6-8 25-15,-1-1-26 0,-1 0 18 0,-3-2-24 16,1-4 13-16,-3-5-50 0,-2-3-45 0,-2-4-50 16,1-3-84-16,-3-4-51 0,-1-2-77 0,-3-2-70 15,-2-4-126-15,-1-6-123 0,6 5-346 0,-6-5-628 0</inkml:trace>
  <inkml:trace contextRef="#ctx0" brushRef="#br0" timeOffset="5911.07">8691 11705 54 0,'2'-8'554'0,"2"-1"-105"16,0-1-71-16,-2 0-61 0,1 0-47 0,1-1-30 0,-3-1-51 0,2 1 15 0,-1-1-26 0,1 1 20 0,-2 0-3 0,2 1 8 0,-3 0-28 0,1 0 6 0,-2 2-42 0,-2 0 1 0,1 0-31 0,-4 1 24 0,0 3-22 0,0-1 5 0,-3 3-32 0,9 2 0 0,-23 2-8 15,10 0 14-15,-2 5-36 0,-1-1 8 16,2 5-26-16,-1 0 6 0,-1 2-24 0,5 2 8 0,-2-1-13 16,6 2 14-16,-1-1-21 0,3 1 16 0,1 0-17 15,4 1 44-15,0 0-10 0,3 0 7 0,4-1-4 16,2 1 0-16,3-2-16 0,4-1 6 0,1-2-14 16,3-1 5-16,3-1-8 0,3-3-6 0,-3-2-3 15,4 1 1-15,0-3-6 0,-2 0 6 0,2 1-7 16,-3-3 4-16,-3 1-2 0,-2 0-2 0,0 2-6 15,-4-1 10-15,2 3-8 0,-3-2 3 0,-2 4-2 16,-1 0 2-16,-3 4 3 0,-2-1 1 0,-5 3-3 16,-1-1 3-16,-1 4-1 0,-4 0-3 0,-3 1 4 15,-2 1 1-15,-1 0-1 0,-4-2 0 0,0 3 0 16,-2 0 3-16,1-5-4 0,2 0 1 0,-3-1 4 16,2 0-5-16,-3-3 1 0,2 2-24 0,-1-4-22 15,-1-2-81-15,5-3-122 0,-3-1-69 0,4-3-76 16,-1-1-144-16,2-3-102 0,1-4-384 0,2-2-628 15</inkml:trace>
  <inkml:trace contextRef="#ctx0" brushRef="#br0" timeOffset="6169.73">8785 11362 838 0,'10'-14'764'0,"2"0"-157"15,1 4-145-15,0 2-101 0,3 3-39 0,1 2-31 16,3 2 0-16,2 4-27 0,4 0-21 0,6 7-23 15,6 2-9-15,-1 3-20 0,1 4-29 0,-2 6-25 16,2 0-18-16,3 10-23 0,-5 2-16 0,-1 4 1 16,-5 0-33-16,-7-2 6 0,-1 1-28 15,-5 3 16-15,-4-1-31 0,-1 0 23 0,-4 0-30 0,-4 2 1 0,0-2-2 16,-2-3 8-16,-4-2-10 16,-2-1-11-16,-1 5 4 0,-2-8-17 0,-2 4-18 0,-1-6-14 0,1-3-19 15,1-6-61-15,-2-3-106 0,1-1-70 16,3-4-86-16,-1-6-96 0,2-2-164 0,5-6-449 0,0 0-723 15</inkml:trace>
  <inkml:trace contextRef="#ctx0" brushRef="#br0" timeOffset="6408.27">9840 11721 1304 0,'-3'9'897'0,"3"-9"-182"16,0 0-146-16,-4 6-119 0,4-6-87 0,0 0-82 16,0 0-59-16,0 0-41 0,9-3-15 0,0-1-35 15,4-3-10-15,1-1-38 0,5-4-20 16,7-1-11-16,6-4-8 0,-1 0-16 0,4-1-47 0,2 0-62 16,0 0-68-16,-2 0-81 0,-1 3-26 0,-6 1-57 0,-1 2-43 15,-6 3-69-15,-3 1-71 0,-4 1-547 16,-5 4-658-16</inkml:trace>
  <inkml:trace contextRef="#ctx0" brushRef="#br0" timeOffset="6593.8">9975 11888 508 0,'-6'15'895'16,"2"-3"-153"-16,1-3-179 0,3-1-88 16,3-1-78-16,2-3-35 0,4 0-53 0,4-3-39 0,1-1-40 15,6-1-32-15,3-3-24 0,2-2-21 0,7-3-43 16,6-3-5-16,0-1-38 0,2-2-1 0,1-1-26 15,0-1 11-15,-2-2-35 0,0 1-19 0,-4-2-41 16,0 2-51-16,-8 3-49 0,-4 0-93 0,-6 3-79 16,-1 0-62-16,-6 4-122 0,-5 0-156 0,-2 1-390 15,-3 7-665-15</inkml:trace>
  <inkml:trace contextRef="#ctx0" brushRef="#br0" timeOffset="18471.62">12125 11882 566 0,'5'-9'542'0,"-4"-1"-111"0,3 2-44 0,-4 1-31 0,3 0-53 0,0 2-29 0,-3 5-23 0,0-10-21 0,0 10-27 0,1-9-27 0,-1 9-3 0,0 0-4 0,0 0 17 0,-8 5 7 16,3 5-14-16,-3 4-32 0,-1 6 3 0,-3 7-12 16,2 4-5-16,0 6-7 0,1 3-26 0,4-5 16 15,1 1-23-15,4-1-18 0,5 1-1 0,3 3 37 16,2-2-16-16,4-1 19 0,4-3-19 0,0-2 45 0,5-3-46 15,1-3 11-15,-2-6-45 0,1-2 22 16,1-3-26-16,-2-4 16 0,1-3-38 0,-3-2 21 16,2-4-35-16,-2-1-5 0,1-5-1 0,2-2 1 0,-1-4-9 15,-3-1 2-15,3-5 1 0,-3-3-3 16,-4-2-12-16,-1-3 14 0,-5-1-11 0,0-4 9 16,-5 0 2-16,-1-3-6 0,-3-1 23 0,-4-3-31 0,-4-4 28 15,-2-1-32-15,-4 1 24 0,0 4-28 0,-5-1 26 16,-1 5-27-16,-1 2 25 0,-5 5-27 15,3 7 27-15,1 3-30 0,-6 6 29 0,5 6-31 16,-5 4 31-16,-4 9-42 0,-1 4 6 0,-3 7-93 0,4 6-22 16,4 1-77-16,1 5-61 0,4 1-101 0,5 0-81 15,8-1-58-15,5-4-96 0,6-2-716 0,3-3-934 16</inkml:trace>
  <inkml:trace contextRef="#ctx0" brushRef="#br0" timeOffset="18673.11">12977 11979 1953 0,'-13'-2'953'15,"3"-3"-205"-15,10 5-166 0,-19-1-133 0,19 1-95 16,-14 0-71-16,14 0-35 0,-16-1-51 0,16 1-37 16,-11 0-31-16,11 0-27 0,0 0-20 0,-13 0-18 15,13 0-45-15,0 0-109 0,0 0-102 0,-10-4-153 16,10 4-108-16,3-6-114 0,4-1-192 0,0 0-476 0,3-5-846 15</inkml:trace>
  <inkml:trace contextRef="#ctx0" brushRef="#br0" timeOffset="19102.89">13276 11502 1183 0,'9'-15'803'0,"-1"2"-165"15,-2 0-151-15,-2 3-82 0,0 1-69 0,0 2-46 16,-3-2-45-16,-1 9-37 0,-4-11-39 0,4 11-23 0,-13-5-21 15,13 5-16-15,-25 1-20 0,7 3-8 0,-6 3-22 16,-5 4-6-16,-2 5-15 0,-3 1-5 16,4 2-6-16,0 1-4 0,7 0-6 0,4-3 0 0,1 3-2 15,7-3-4-15,1 1 8 0,3-1-7 0,4-1 3 16,5 1-2-16,0 0 19 0,6-1-2 0,5 0 23 16,0-1-31-16,4-1 11 0,4 0-20 0,3 0 11 15,2-3-23-15,-1 1 20 0,2-1-24 0,1 0 16 16,-4 0-15-16,5-1 17 0,-4 1-19 0,-2-1-1 15,1 2-1-15,-3-2 1 0,-2 1 7 0,0-1-5 16,-5 3 3-16,-1-3 4 0,-1 1 0 0,-3 1 0 16,-3 0 2-16,-1-1 8 0,-2 1-7 0,-3 0 13 0,-4-1 32 15,0 0 1-15,-2 1-8 0,-3-1 4 16,-3-2 25-16,1 0 7 0,-2-4 10 0,-2 0-11 16,-1-3-12-16,2-2 15 0,1-1 7 15,-3-5-15-15,4 1 6 0,-2-8-3 0,5-1 15 16,0-4-39-16,4-4 13 0,5-3-41 0,1-7 8 0,5-1-42 15,3-9-12-15,3 2-11 0,1-2-9 0,1 2-16 16,3-1-9-16,-2 3-36 0,-1 2-4 0,-1 1-31 16,0 6-41-16,-2 2-28 0,-2 6-68 0,-1 1-72 15,-2 2-46-15,-2 2-61 0,1 1-84 0,-2 5-105 16,-2-1-503-16,2 2-759 0</inkml:trace>
  <inkml:trace contextRef="#ctx0" brushRef="#br0" timeOffset="19506.88">13699 11322 847 0,'18'-9'821'0,"-4"3"-128"0,0-1-181 0,-2 0-77 0,-3 3-77 0,2 0-21 0,-3-1-39 0,0 0-26 0,-8 5-26 0,12-4-19 0,-12 4-21 0,0 0-19 0,0 0-24 0,9 4-22 0,-11 2-30 0,-2 2-20 16,-4 3-16-16,-2 2-16 0,-3 3-7 0,0 3-10 15,-1 2-9-15,-1 2-7 0,3-1-6 0,2-1-2 16,0-1-1-16,4 0 8 0,-1 1 8 0,5-3-4 16,-1 0 14-16,3-2-2 0,1 1-4 0,3-1-2 15,3-1 27-15,0-1-32 0,6 0 24 0,0-1-36 0,2 0 28 16,2-3-31-16,1 1 22 0,0-2-36 16,3 0 32-16,1-1-29 0,-4 1 24 0,4-1-36 15,-2-1 31-15,-1 1-33 0,0 1 31 0,-2-1-33 16,-2 0 31-16,0 0-32 0,-3 2 2 0,0 1 31 0,-2-1-32 15,-2 4 30-15,-2-2-30 0,-2 2 32 0,-3-1-32 16,-1 1 4-16,-2 1 1 0,-2 2 5 16,-3-3-1-16,-3 4-1 0,0-2 4 0,-3 1 1 0,-1-3-1 15,1 1-4-15,-5-1 0 0,3-2-23 16,-3-1-37-16,0-2-75 0,2-2-75 0,0-4-105 0,1-2-124 16,2-2-83-16,-3-4-115 0,3-1-132 0,-4-4-392 15,3-6-781-15</inkml:trace>
  <inkml:trace contextRef="#ctx0" brushRef="#br0" timeOffset="19701.38">13713 11483 787 0,'9'-17'863'15,"0"2"-155"-15,4 1-190 0,-3 0-84 0,6 2-67 16,1-2 1-16,6 0-14 0,4-1-19 0,1 1-9 16,4-3-20-16,5 1-27 0,-2-1-38 0,2 0-39 15,0 0-18-15,2 0-2 0,0-1-65 0,-2 1-23 16,0 0-18-16,0-1-15 0,-2 2-26 0,-2 0-34 15,-9 2-19-15,0-1-91 0,-3 3-82 0,-4 0-75 16,-2 0-131-16,-6 4-83 0,-3-1-97 0,-1 4-119 16,-5 5-604-16,-5-10-903 0</inkml:trace>
  <inkml:trace contextRef="#ctx0" brushRef="#br0" timeOffset="21065.12">8962 14181 717 0,'0'0'764'0,"-14"-1"-145"0,14 1-138 0,-18 0-108 0,6 2-51 0,3 4-41 0,-3 1-38 0,1 5-33 0,-3 4-5 0,4 2-28 0,-2 6-34 0,1 2-16 0,3 5-7 0,3-2-8 0,0 5-32 15,4 0 15-15,2-1-16 0,4-2-11 0,4 2-12 0,1-4 18 0,4-3-5 0,4-2-9 0,0-2 5 0,3-5 4 0,-1-1-1 16,2-5-9-16,-2-4-2 0,1-2-17 0,-3-2-20 15,2-6 11-15,1-3-18 0,-1-4 16 0,0-6-25 16,-1-2 3-16,-2-5 1 0,-2-4-5 0,-2 0 18 16,-6-3-21-16,-3-2 17 0,-4 4-26 0,-4-5 30 15,-4 1-2-15,-6-4 1 0,-1 3 6 0,-6 1-10 16,-4 4 3-16,0 3 1 0,1 7 3 0,-3 6-5 16,-2 3-4-16,2 5-6 0,-1 5-2 0,-3 4-3 15,-2 7-2-15,0 5 1 0,2 5-23 0,2 2 19 16,3 3-40-16,3 2-10 0,5 2-29 0,3-4-34 15,5 2-66-15,5-6-67 0,3 1-98 0,4 0-76 16,3-4-92-16,5-1-140 0,3-7-445 0,2-1-716 16</inkml:trace>
  <inkml:trace contextRef="#ctx0" brushRef="#br0" timeOffset="21248.72">9267 14146 924 0,'4'-12'806'0,"2"1"-169"15,-6 4-153-15,0 7-101 0,-6-11-78 0,6 11-60 16,-4-7-49-16,4 7-42 0,-6-6-29 16,6 6-24-16,-5-3-28 0,5 3-13 0,-7-4-12 15,7 4-22-15,0 0-76 0,-5-5-68 0,5 5-90 0,4-6-72 16,-3 0-109-16,4-3-115 0,-1-1-441 0,0-6-527 16</inkml:trace>
  <inkml:trace contextRef="#ctx0" brushRef="#br0" timeOffset="21531.68">9267 13855 674 0,'0'0'798'0,"0"0"-161"0,0 0-144 0,0 0-93 0,0 0-99 0,0 0-49 16,0 0 4-16,3-8-29 0,-2 4 13 16,6-4-33-16,0-1-21 0,1-1-29 0,2-2-24 0,0 0-24 15,3-1-2-15,1 0-14 0,0-1-18 0,-2 6-16 16,0-2-8-16,1 3-11 0,0 0 20 0,-2 2 2 15,2 4-3-15,0 1 35 0,1 4 13 0,3 3-13 16,-1 2-17-16,5 7 24 0,-1 5 4 0,-2 1 32 16,4 7 12-16,-2 0-14 0,2 1-9 0,-3 1-7 15,0 0-22-15,-1-1-17 0,3 0-16 0,-3-1-8 16,-2-4-40-16,1 0 8 0,-3-3-61 0,2-3-31 16,-4-1-93-16,-2-2-51 0,3-1-56 0,-3-5-103 0,-1 0-87 15,1-3-58-15,-3-4-79 0,-7-3-131 16,12 0-486-16,-6-4-820 0</inkml:trace>
  <inkml:trace contextRef="#ctx0" brushRef="#br0" timeOffset="21886.05">9806 13594 1030 0,'2'-15'893'0,"-2"2"-201"16,0 4-142-16,0 0-123 0,1 2-79 0,-1 7-43 0,1-7-31 15,-1 7-32-15,0 0-36 0,0 0-29 0,0 0-36 16,7 5-1-16,-5 0-39 0,1 3-3 0,0-1-35 15,3 3 3-15,-3 1-28 0,4 0-8 0,-2 2-6 16,3 0-2-16,-2 0-2 0,4 0-9 0,-3-1 1 16,2 0-7-16,-1-1 3 0,1 1-3 0,1-1-4 15,1-1 7-15,-1-1 14 0,2 0-25 0,-1-2 0 16,2 0 6-16,-1-1-5 0,2-3-2 0,-3 3 5 16,3 0 1-16,-1-3-1 0,0 1 0 0,-1 0 2 15,0 0 0-15,3 0-10 0,-4-1 9 0,1 1 16 16,0 0-20-16,-2 0 17 0,0 2-23 0,-1-1 21 0,0 2-27 15,-1 0 28-15,-2 2-19 0,-1 0 13 0,-1 2-17 16,-1-1 14-16,-3 3-12 0,0-1 17 16,-3 0-19-16,1 4 20 0,-5-2-27 0,3 1 9 15,-6 0-23-15,4-1-34 0,-3 0-43 0,-3-1-77 0,2-2-70 16,-3-1-71-16,1-1-70 0,-4-3-12 16,2-2-73-16,-1-2-60 0,-2-5-456 0,-1-3-594 15</inkml:trace>
  <inkml:trace contextRef="#ctx0" brushRef="#br0" timeOffset="22065.19">9822 13644 56 0,'0'-20'819'0,"0"3"-197"0,0-1-127 0,1 1-103 15,-1 0-84-15,2 1-33 0,1 0-16 0,2 0-18 0,3-4-24 16,0 1-18-16,1 1-25 0,3-2-17 0,1-1-24 16,2-1-29-16,1 1-17 0,2-1-13 0,-2 1-6 15,2-1-25-15,-1 1 9 0,-3 5-29 0,-1-1 8 16,1 3-39-16,-3-2-26 0,-3 4-75 0,-1 0-42 15,0 1-82-15,-3 2-69 0,-2 1-81 0,-2 8-89 16,2-10-509-16,-2 10-574 0</inkml:trace>
  <inkml:trace contextRef="#ctx0" brushRef="#br0" timeOffset="22967.47">10381 13514 466 0,'-6'5'745'0,"0"1"-147"0,1-2-119 0,-2 2-122 0,0-2-60 0,0 0-34 0,7-4 24 0,-9 7-21 0,9-7 1 0,-9 5-28 0,9-5-1 0,0 0-50 0,-7 6-11 0,7-6-29 0,0 0-22 0,10-6-25 0,-3 1-21 0,4-4-13 0,1 1-17 16,5-4-7-16,2-5-6 0,4 0-9 0,-2-2-5 0,4-4-6 0,2-1-3 0,-1-3-1 0,-1 1 0 0,0-2 2 0,-1 2-9 15,-1 0 2-15,-4 3-6 0,-4 0-3 0,2 4-12 16,-6 1-34-16,0 2-45 0,-4 2-62 0,0 2-50 16,-5 2-81-16,1 3-48 0,-4 0-63 0,1 7-79 15,-7-7-69-15,7 7-430 0,-15-2-565 0</inkml:trace>
  <inkml:trace contextRef="#ctx0" brushRef="#br0" timeOffset="23201.34">10385 13229 970 0,'0'0'813'0,"12"-6"-172"0,-12 6-155 16,15-2-84-16,-6 0-35 0,3 1-41 0,3 2-17 0,0 1-25 15,4 0-50-15,-1 3-7 0,4 3-34 0,1 1-2 16,0 4-25-16,0 2-4 0,3 3-58 16,-1 4 6-16,1 1-44 0,-4 3 11 0,1 2-43 0,-3-2 21 15,-6 1-36-15,3-3-11 0,-5 2 5 0,1-1-4 16,-1 1-11-16,-3-5-13 0,1 1-34 15,-4-2-41-15,2-1-40 0,-3-3-61 0,3-3-92 0,-3 0-52 16,-1-3-50-16,1-1-38 0,-1-2-95 0,-4-7-137 16,6 6-342-16,-6-6-595 0</inkml:trace>
  <inkml:trace contextRef="#ctx0" brushRef="#br0" timeOffset="23829.22">10386 14912 351 0,'-3'-6'706'0,"-1"-1"-104"0,0 1-89 0,-1 0-85 0,5 6-59 15,-9-7-45-15,9 7-17 0,-11-3-10 0,11 3-28 0,-13 7-5 0,5 2-19 0,2 4-25 0,-3 5-3 0,1 1-37 0,2 3-11 0,2 1-47 0,1 3 46 0,0-2-47 0,6 1 5 0,0 0-53 0,2-1 14 0,3 2-42 0,1-1 20 0,7-4-27 0,-3-1 38 0,4-5-14 0,-2-1-14 0,4-3-6 0,0-2-15 0,-3-3-31 16,0-3 28-16,-2-2-32 0,3-2 32 16,-3-4-24-16,1-2 22 0,-1-6-31 0,-1-1 29 15,0-3-30-15,-4-2 30 0,-3-2-7 0,1-1 4 0,-6-2-1 16,-1 4 17-16,-4-4-2 0,-2 2 0 0,-2 0-3 16,-1 3 1-16,-4 1-4 0,2 1-2 15,-4 2-4-15,-1 3-6 0,-2 2-1 0,2 0-6 16,-2 5 0-16,1 3-4 0,-1 1-4 0,0 2-4 0,2 1-22 15,2 5-24-15,-3 1-38 0,5 0-81 0,1 4-46 16,3 0-88-16,3 0-125 0,3-1-95 0,2 0-116 16,2 1-782-16,2-4-1030 0</inkml:trace>
  <inkml:trace contextRef="#ctx0" brushRef="#br0" timeOffset="24015.82">10837 14825 1819 0,'-10'-4'1023'0,"1"1"-231"16,9 3-162-16,-15 0-147 0,15 0-100 0,0 0-75 16,-9-2-56-16,9 2-44 0,0 0-40 0,0 0-34 15,0 0-29-15,0 0-57 0,0 0-108 0,-6-5-107 0,6 5-118 16,1-7-138-16,2 0-90 0,-1-3-162 16,1-1-667-16,1-3-945 0</inkml:trace>
  <inkml:trace contextRef="#ctx0" brushRef="#br0" timeOffset="24366.11">10843 14405 1093 0,'0'0'1024'0,"10"-1"-233"0,-10 1-150 16,0 0-150-16,14 3-38 0,-10 1-93 16,4 3-22-16,-3-2 2 0,1 4-10 0,-1 0-6 0,3 2-6 15,1 0 11-15,0 2-51 0,0 1-28 0,2 0-63 16,2 0-15-16,0 0-53 0,1-1-2 0,0-1-14 15,1 0-17-15,-2-4-39 0,1 1-47 0,0-2 0 16,0-3 0-16,-2 0 0 0,-1-1 0 0,3-3 0 16,-2-3 0-16,-1-1 0 0,2-2 0 0,-3-2 0 0,2-2 0 15,-5 0 0-15,1-2 0 0,-3 0 0 16,2 1-6-16,-5 0-6 0,-1-1 0 0,1 1 8 0,-1 1 3 16,0 2-1-16,-1 1 3 0,0 0-1 0,0 7-1 15,0-12-2-15,0 12 0 0,2-10-2 16,-2 10 4-16,0 0-7 0,0 0 3 0,0 0 0 0,6 7-17 15,-1 1 25-15,-1 0-16 0,2 2 15 0,-2-1-5 16,1 4-3-16,2 0-42 0,-1-2-49 0,2 2-25 16,-2 0-82-16,-1-3-13 0,2 3-91 0,-1-5-64 15,-1 0-65-15,1 1-65 0,0-2-10 0,-1-1-24 16,-5-6-76-16,9 6-84 0,-9-6-372 0,0 0-685 16</inkml:trace>
  <inkml:trace contextRef="#ctx0" brushRef="#br0" timeOffset="24716.73">11312 14201 1119 0,'4'-18'811'0,"-2"3"-143"16,1 1-149-16,-2 1-107 0,2 2-79 0,-1 2-66 0,0 2-25 15,-2 7 3-15,2-10 26 0,-2 10-4 16,0 0-45-16,0 0 11 0,13 4-29 0,-12 3-33 16,2 0-36-16,-1 1-22 0,-1 2-23 0,2 1-48 15,0 0 16-15,-1-1-35 0,1-1 22 0,-2 2-39 0,3-3 28 16,0 2-37-16,-2-3 31 0,2 1-34 15,0 0 34-15,0-2-37 0,1-1 33 0,0 2-34 16,3-3 29-16,-1 0-33 0,1-1 32 0,0 1-33 16,2 0 34-16,0-2-35 0,-1 1 32 0,4 0-32 0,-3 1 34 15,2 0-37-15,2 0 35 0,-3 0-30 0,2 0 30 16,-3 2-32-16,2-1 31 0,-2 0-32 16,0 1 34-16,-2-1-32 0,2 1 30 0,-2 0-29 0,-2 0 28 15,-1 0-26-15,-1 0 29 0,2 0-34 0,-6 1 33 16,1 1-32-16,-1-1 3 0,-1 0 7 15,-5 3-2-15,2-3-2 0,-2 1-1 0,-1 0-3 16,0-1-18-16,-4 0-44 0,2-1-70 0,-1-4-61 0,-1 1-81 16,-1-3-59-16,-3-1-80 0,2-3-26 0,-3-2-87 15,-1-4-80-15,-1-3-440 0,3-1-678 0</inkml:trace>
  <inkml:trace contextRef="#ctx0" brushRef="#br0" timeOffset="24895.95">11325 14118 762 0,'2'-8'745'0,"0"2"-159"0,-2 6-131 0,2-12-103 16,-2 6-73-16,3 0-62 0,1-1-14 0,2-1-9 16,-1-1-21-16,0-1-33 0,4-2-27 0,1 0-25 15,2-3-15-15,-1-2-18 0,6-3-7 0,0-2-27 16,0 0-16-16,1-2-49 0,4-1-5 0,-4 2-52 16,0-1-23-16,0 1-45 0,-2 1-29 0,1 1-64 15,-2-2-101-15,1 3-132 0,-1 3-357 0,-2 2-399 16</inkml:trace>
  <inkml:trace contextRef="#ctx0" brushRef="#br0" timeOffset="25178.2">12125 13662 2017 0,'0'0'1220'0,"0"0"-199"0,0 0-211 0,0 0-194 16,0 0-103-16,0 0-120 0,0 0-32 0,0 0-20 16,0 0 55-16,9-3 14 0,-2-1-317 15,1-2-93-15,4-4 0 0,7-4 0 0,6-9 0 0,6-2 0 16,1-5 0-16,6-5 0 0,1-2 0 0,-1 0 0 16,-2 0 0-16,-9 5 0 0,-1 2 0 0,-1 0 0 15,-4 3 0-15,-7 5 0 0,-1 3 0 0,-4 2 0 16,-1-1 0-16,-4 4 0 0,-4 4-51 0,-2 1-565 15,-3 2-113-15,-2 4-75 0,-7 3-150 0,-2 2-641 16,-7 5-1246-16</inkml:trace>
</inkml:ink>
</file>

<file path=ppt/ink/ink1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34:53.489"/>
    </inkml:context>
    <inkml:brush xml:id="br0">
      <inkml:brushProperty name="width" value="0.05292" units="cm"/>
      <inkml:brushProperty name="height" value="0.05292" units="cm"/>
      <inkml:brushProperty name="color" value="#FF0000"/>
    </inkml:brush>
  </inkml:definitions>
  <inkml:trace contextRef="#ctx0" brushRef="#br0">17808 7567 417 0,'0'0'386'0,"-9"-9"-71"0,9 9-44 0,-9-6-33 0,9 6-38 0,-6-7-33 0,6 7-35 0,-10-3 8 0,10 3-16 0,0 0-5 0,-16 1-9 0,16-1-15 0,-9 6-4 0,3-1 9 0,6-5-17 0,-8 8-3 0,6-2 5 0,0 1 3 0,2 0-4 0,2 2 1 0,0-1-9 16,5 2-13-16,4-1-9 0,1 4-10 0,4-3-5 0,7 3-9 0,3 0-7 0,6-2-8 0,10 1-2 0,4-2-3 0,6-2 13 0,3 1 14 0,14-2 8 16,4-2-1-16,1-3 8 0,-7-2 12 0,12-2-6 15,-1-2-3-15,0-1-3 0,0-5-6 0,1-1-15 0,-5-1-5 16,1-4-5-16,-3-1 10 0,-4-2-19 16,-3 0 14-16,-4-2-24 0,-2-2-1 0,-3-4-4 15,-1 1-2-15,-5-5-8 0,1-3-10 0,-2-2-4 0,-2-4-1 16,-4-3 9-16,1-2 4 0,-7-5 10 15,-2 0 8-15,-5-3 6 0,-4-1 14 0,-6-1 3 16,-4-1 6-16,-7 5-4 0,-3 1-3 0,-7-2 13 16,-6 0 1-16,-4-8 1 0,-8 3-7 0,-6 0 3 15,-5 4-1-15,-11 3-3 0,-8 3-2 0,-8 4-2 16,-10 6 4-16,-7 5-9 0,-8 4-2 16,-5 7-4-16,-3 6-5 0,-5 5-5 0,-6 7 9 0,2 5-7 15,-3 5-1-15,3 7 0 0,-14 6 0 0,24 1-2 16,3 3-2-16,8 4-5 0,0 2 5 0,8 4-5 15,4 2 7-15,4 0-10 0,7 2 10 0,4 2-3 16,6 1-1-16,8 2 0 0,4 4 0 0,8-1-7 16,8-3 5-16,9 1-11 0,6 1 2 0,7 2-4 15,5 0 5-15,9 6-6 0,7-3 8 0,7-2 1 16,5-3-2-16,10-4 7 0,5-4 0 0,6-2 5 16,6-7 0-16,4 0-8 0,-1-5 7 0,1-4-15 15,-2-3-42-15,-5-3-64 0,-9-6-73 0,-6-1-86 16,-10-5-90-16,-6-2-120 0,-2-3-557 0,-5 0-659 15</inkml:trace>
  <inkml:trace contextRef="#ctx0" brushRef="#br0" timeOffset="16602.14">10941 13822 357 0,'0'0'382'0,"-14"1"-94"0,14-1-51 0,0 0-56 0,-15 0-21 0,15 0-6 0,0 0-4 0,-10 3-18 0,10-3-5 0,0 0 11 0,0 0-53 0,1 8 13 0,-1-8-34 0,0 0 7 0,14 5-32 0,-4-4 12 0,3 0-30 0,4 1 17 0,4 0-29 15,6-1 17-15,10 1-21 0,3 1 12 0,11-1-3 0,3-1-7 16,3 0 6-16,2 1-3 0,3-2 1 0,1 0 20 16,1 0-27-16,1-3 21 0,-2 1-29 0,-1 0 24 15,0-2-25-15,-3 1 26 0,-7 0-28 0,-2 1 26 16,-13-1-32-16,-8 1 29 0,-2 1-28 0,-7 1 25 16,-7-2-20-16,-13 2 23 0,13 2-25 0,-13-2 22 15,0 0-38-15,-18 4 40 0,-1 0-25 0,-9 0 26 16,-8 2-26-16,-10-1-5 0,-5 2 11 0,-4 0-6 15,-2 0 2-15,-11 0 4 0,-1 1 1 0,0 0 1 16,0 1 0-16,1 1 0 0,-1 1 1 0,0-1-1 16,0 2-2-16,1-1 3 0,3 0 4 0,1 3-2 15,11-5-16-15,7 3 15 0,1-1-13 0,4-1 14 16,9-2-11-16,8-1 14 0,3 0-15 0,7 0 18 16,5 0-16-16,9-7 16 0,0 9-19 0,11-6 18 0,8 2-10 15,10-3 9-15,9-1-1 0,16-1 4 16,6-2-4-16,18-4 0 0,5 1-2 0,4-1-2 15,2-3 7-15,2 0 5 0,-2-2-5 0,0 0 28 16,-1-1-7-16,-1 3-5 0,-5-3 0 0,-5 3-2 16,-8 1-8-16,-16 3 1 0,-7 0 0 0,-9 1-7 15,-10 1-1-15,-4 2 0 0,-6 0-2 0,-7 1-1 16,-10 0 0-16,0 0 2 0,13 1-10 0,-13-1 11 0,-13 6-12 16,3-4 7-16,-4 2-21 0,-3-1-22 0,-1 0-37 15,0 0-52-15,-1 1-52 0,1 0-64 0,-1-1-132 16,4 0-272-16,-5-1-159 0</inkml:trace>
  <inkml:trace contextRef="#ctx0" brushRef="#br0" timeOffset="18398.72">12591 14287 87 0,'0'0'162'0,"8"6"-24"0,-8-6-23 0,7 3-2 0,-7-3-20 0,8 4-10 0,-8-4-19 16,0 0-4-16,9 4-14 0,-9-4-4 0,0 0-14 15,0 0-16-15,0 0-26 0,13-2-27 0,-13 2-23 0,0 0-17 16,0 0 3-16,1-8-19 0,-1 8 69 0,0-6-4 16,0 6 9-16,-4-10 0 0,4 10 23 15,-3-12 35-15,0 6 34 0,3-1 19 0,-1 0 15 16,-2-2 28-16,3 2-4 0,0 0 19 0,-1-1-18 0,0 0 6 16,-1 1 11-16,1 1-1 0,1 6 2 15,0-12-11-15,0 12-12 0,-1-9-6 0,1 9-22 16,-2-10-14-16,2 10-8 0,-1-7 12 0,1 7-9 15,0 0-7-15,0-10 7 0,0 10-11 0,0 0-15 0,0-6 21 16,0 6-16-16,0 0-5 0,0 0 38 0,0 0 22 16,0 0-13-16,0 0 25 0,0 11-19 15,1-4 32-15,2 4 4 0,0 1-4 0,-1 4 8 0,1 3-17 16,1 2-33-16,0 4 16 0,2 4-19 0,-1 3-9 16,1 0-17-16,-2 2-4 0,1 0 8 0,1 7-4 15,0-6-12-15,-4 1-12 0,2-1-4 0,1-1-13 16,-1-2-1-16,1-2-5 0,-1-3-2 0,0-4-5 15,-2-1-15-15,1-1-38 0,-2-3-65 0,3-2-95 16,0-1-83-16,-2-5-60 0,1 2-81 0,2-5-85 16,-1 1-515-16,1-3-636 0</inkml:trace>
  <inkml:trace contextRef="#ctx0" brushRef="#br0" timeOffset="18876.5">13104 14519 379 0,'6'-8'558'0,"-1"-2"-156"0,-2 3-39 0,-2 0-57 0,2-1-11 0,-1-2-75 0,-2 2-36 0,-1-3-29 0,-2 0 5 0,1-1-17 0,-2 0-20 0,-1 0-4 0,0-1-6 0,-2 1 12 16,-2 0-24-16,3 0-21 0,-2 1-14 16,-1-1-14-16,0 4-8 0,2-2-6 0,-1 4-6 15,-1 0-7-15,0 0 1 0,0 4-9 0,-2-1 32 16,11 3-1-16,-26 3-10 0,12 1-7 0,0 4-7 0,-1-1-4 15,-1 5-2-15,1 0-9 0,2 1 5 0,4-1-11 16,-1 0 7-16,2 0-5 0,3 1 3 0,1-3 57 16,2 2-2-16,0-2-11 0,4 0 5 0,0-3-11 15,4 1-6-15,0-2-9 0,2-2-4 0,3 0-9 16,-1-4 0-16,3 1-1 0,1-3-8 0,-2-1 1 16,4-1-3-16,-3-2 5 0,1-2-2 0,0 0-5 15,-1-1 0-15,-3 0-1 0,2-1 0 0,-1 2-1 16,-3 0 0-16,-2 0 13 0,1 4-14 0,0-2 0 15,-2-1 3-15,-5 7 8 0,8-3 8 0,-8 3 18 16,8 2 13-16,-3 6-14 0,-1 0 2 16,1 5-11-16,1 3-1 0,2 3-6 0,0 3 6 0,2 4-13 15,0 3 2-15,-1 0 0 0,1 2-4 0,-1-1-4 16,0 0 1-16,0 0-2 0,-3-3-1 0,2 2 3 16,-1-5-7-16,-3-1-13 0,4-2-8 0,-1 0-21 15,-2-5-56-15,1-1-69 0,-2-1-90 0,2-2-84 16,1-4-44-16,-1-2-53 0,1-2-57 0,-7-4-52 15,13-1-272-15,-5-5-349 0</inkml:trace>
  <inkml:trace contextRef="#ctx0" brushRef="#br0" timeOffset="19263.93">13528 14477 415 0,'10'-18'527'16,"0"2"-64"-16,-1 3-50 0,0 1-60 0,-4-2-71 15,1 2 30-15,-3 2-33 0,1-3-19 0,-4 4-4 0,0-2-32 16,-2 2-14-16,-2-1-33 0,-1 2-29 15,-2-1 3-15,-4 2-28 0,-1 1-19 0,1 1-27 16,-2 3 25-16,0 0-17 0,-1 2-21 0,0 2-10 0,2-1-13 16,1 2-6-16,-2 1-14 0,3 2 6 0,1-1-11 15,3 2 10-15,1 0-17 0,2 0 11 16,2 2-14-16,2-3 10 0,3 2-13 0,0 0 12 0,2-2-19 16,3 1 4-16,1-1 0 0,-1-2 3 0,2 1-3 15,1-1 0-15,0 0 0 0,0-3-1 0,0 0 16 16,-1 0-17-16,2-1 16 0,-13 0-16 15,17 0 18-15,-17 0-18 0,14-2 14 0,-14 2 7 0,13-1 43 16,-13 1-38-16,11-3 21 0,-11 3-32 0,0 0 32 16,13 0-32-16,-13 0 11 0,5 7 6 0,-5-1-4 15,2 2-11-15,-1 1-2 0,-1 4 3 0,1 2-5 16,1 2-4-16,4 1 1 0,-4 3-3 0,3 1 43 16,-1 0-58-16,0 1 40 0,1 0-41 0,-1 1 39 15,1-2-41-15,0-1 37 0,0 2-32 0,-1-2 24 16,0-3-43-16,0-1 4 0,0-2-46 0,0-1-30 0,-1 1-65 15,2-3-88-15,-1-1-102 0,1-4-62 16,1 1-78-16,1-3-68 0,-7-5-493 0,14 0-672 16</inkml:trace>
  <inkml:trace contextRef="#ctx0" brushRef="#br0" timeOffset="19563.98">13882 14484 592 0,'5'-12'565'0,"0"-1"-120"0,0 4-85 0,-2 2-39 16,1 2-28-16,-4 5-3 0,6-5-22 0,-6 5-26 15,0 0-34-15,9 6-14 0,-4-1-33 0,0 5-31 0,0-2-22 16,-1 5-25-16,3 1-3 0,-2-1-2 0,1 2-12 16,2 0-11-16,-2-1-10 0,1 0-11 0,0-1-6 15,1 0-5-15,-2-2-2 0,1-1-7 0,-1 0 2 16,-1-3 36-16,4-1 12 0,-3-3-5 0,-6-3-13 16,15 4-8-16,-15-4-13 0,16-5 0 0,-9 0-13 15,-1-2 6-15,4-2-11 0,-5 0 0 0,-1-3 1 16,1 0 8-16,-3 0 2 0,-2 0-11 0,0-1 13 15,-2 2-18-15,-2-1 15 0,1 2-14 0,-1-1 9 16,-3 1-10-16,0 2 4 0,0 1-10 0,-2 0 8 16,-2 4-10-16,1-1 4 0,-1 3-19 0,11 1-24 15,-19 2-69-15,10 1-70 0,0 3-71 0,4 0-89 16,0 0-86-16,3 3-84 0,0-3-506 0,4 3-628 16</inkml:trace>
  <inkml:trace contextRef="#ctx0" brushRef="#br0" timeOffset="20212.52">14508 14551 872 0,'12'1'622'0,"-2"1"-148"0,-10-2-69 0,15 4-77 16,-8 0-50-16,-7-4-54 0,11 6-44 0,-11-6 40 15,10 5-24-15,-10-5 6 0,8 4-17 0,-8-4-4 0,5 5-17 16,-5-5 3-16,7 4-3 0,-7-4-11 0,0 0-7 15,0 0-23-15,12-3-22 0,-8-3-20 16,1 0-14-16,-1-3-9 0,1-3-12 0,-1-3-10 0,1-2-7 16,-2-1-8-16,-1-3 39 0,-2-4-59 0,1-3 33 15,-2-1-45-15,1-7 42 0,-2 0-53 0,-2-7 45 16,-1-2-47-16,0 5 10 0,1 5 5 16,-1 1 7-16,-1 4 4 0,2 6-2 0,2 1 1 0,-3 5 1 15,3 3-3-15,0 2-5 0,0 3 3 16,2 10 9-16,-3-8 5 0,3 8-2 0,-2 7 55 15,2 5-53-15,1 4 43 0,0 8-39 0,6 5 54 16,0 4-51-16,2 9 43 0,3-1-37 0,3 1-2 0,-1 0-2 16,4-2 7-16,0 1-9 0,1-2 40 0,0-2-54 15,2-4 42-15,-1 0-51 0,0-4 41 0,-3-5-48 16,2-4 44-16,-1-2-50 0,-1-3 51 0,-2-5-48 16,-1 0 43-16,0-4-46 0,0-4 46 0,-2-1-47 15,-2-2 47-15,3-1-46 0,-3-4 3 0,2-1 5 16,-2-3 4-16,0-2 2 0,-2 0-1 0,-1-1 2 15,1 0 1-15,-3 1 2 0,0 2-4 0,-1 1 4 16,-1-1-5-16,3 2-6 0,-4 1-9 0,2 1 1 16,-4 6 3-16,4-5 2 0,-4 5 2 0,0 0 5 15,0 0 3-15,14 3 3 0,-7 1-1 0,-4 0 0 0,4 3-2 16,-1-1 7-16,-1-1-6 0,4 2 1 0,-4 0 0 16,3-3 1-16,-1 3 2 0,0-3 2 15,1 1 0-15,-2-3 3 0,2 2-3 0,-8-4-2 16,14 1 2-16,-14-1 2 0,14-3 0 0,-14 3 3 15,12-7-2-15,-6 1 2 0,-2-2-6 0,0 0 0 16,-2-2-2-16,-2 1 1 0,0-2-3 0,-2 0 3 0,0 0 39 16,-4-2-52-16,-2 1 43 0,1 0-47 0,-2 1 42 15,-3 2-49-15,2-1 47 0,-3 3-47 0,-1 0 32 16,3 1-69-16,-3 1-2 0,2 3-92 0,-1-1-75 16,-1 3-118-16,0 0-130 0,-1 1-76 0,-2 3-154 15,1-2-474-15,-2 2-791 0</inkml:trace>
  <inkml:trace contextRef="#ctx0" brushRef="#br0" timeOffset="20414.84">14453 14383 543 0,'-1'-7'766'0,"0"0"-167"0,1 7-88 0,-3-10-98 0,6 3-57 0,-3 7-47 0,6-11-25 0,-1 3-43 0,7 1-10 0,3 0-47 16,4-1-13-16,4-1-40 0,4 1-16 0,4 0-34 15,-2 1-4-15,3 1-29 0,1 1 3 0,-1-1-25 16,0 2 5-16,-2 1-47 0,-1 0-50 0,-1-1-81 0,-1 0-104 16,-3 0-74-16,1 0-69 0,-2 1-88 15,-4-2-126-15,-3-1-296 0,1 1-470 0</inkml:trace>
  <inkml:trace contextRef="#ctx0" brushRef="#br0" timeOffset="26441.15">15906 14280 670 0,'9'-5'614'0,"-9"5"-144"0,8-4-83 0,-8 4-105 0,0 0-46 0,10-3-58 0,-10 3 6 0,0 0-13 0,9-4 14 0,-9 4 11 0,0 0-4 0,0 0 12 0,5-5-15 0,-5 5-6 0,0 0-42 0,-2-5-3 0,2 5-21 15,-7-6-3-15,7 6-16 0,-11-9 13 0,3 4-39 0,2-1 16 16,-1-3-35-16,0 2 36 0,-1-1-39 0,4-2-1 16,-1-1-10-16,1 1-2 0,4-2-5 0,0-2-10 15,4 1-1-15,4 0-6 0,2 0 0 0,4 1-2 16,2 1-5-16,1 2-1 0,2 4-3 0,-2 1 0 16,2 4-1-16,0 1-2 0,3 5 3 0,0 3-7 15,-3 1 3-15,0 4 4 0,0 2 1 0,-1 4-5 16,-1-1 7-16,-3 2 2 0,-3-2 4 0,-3 3-1 15,0-2-2-15,-4 2-1 0,1 0 2 0,-5-4-10 16,0 1 7-16,-5-1-5 0,-1 1 4 0,-1-1 0 16,-2-1 35-16,-4-1-17 0,0-2 29 0,-3-1-5 15,0-2 0-15,0-4 7 0,0-1-2 0,1 0-11 0,1-2 4 16,1-2-5-16,2-1-28 0,11-1 28 16,-18-3-8-16,18 3-10 0,-10-6-3 0,10 6-5 0,-2-9-5 15,2 9-2-15,8-5-5 0,-8 5-1 16,19-3 0-16,-5 3 3 0,1 3 8 0,5-1 12 0,0 3-8 15,4 0-6-15,1 2-28 0,0 0 31 0,2 3-5 16,-1-1-1-16,-2 0-6 0,0 0 2 16,-2 0-27-16,0-1-20 0,-2 1-32 0,2-2-42 15,-3-2-45-15,0 0-66 0,-5 0-94 0,0-2-114 0,-1-2-68 16,0-2-84-16,-4-1-96 0,0-1-365 0,-3-3-665 16</inkml:trace>
  <inkml:trace contextRef="#ctx0" brushRef="#br0" timeOffset="26658.19">16493 14120 958 0,'1'-13'733'0,"0"3"-140"0,1 2-145 0,-2 8-68 0,6-9-46 0,-6 9-28 0,0 0-47 16,13 2-6-16,-7 2-42 0,1 3-4 0,-1 3-39 0,3 2 12 0,-1 1-61 0,-1 3-13 0,1 2-13 0,2 0-8 0,-1 2-21 15,0 2-12-15,-1 0-11 0,1 0-4 0,-3 1-6 16,3-1-11-16,-2-1-3 0,0 1-11 0,1 0-15 15,-2-3-24-15,-2-3-40 0,3 0-41 0,-1-2-59 16,-2 1-72-16,-2-5-59 0,2 0-61 0,1 0-49 16,-2-3-71-16,-3-7-103 0,6 4-322 0,-6-4-477 15</inkml:trace>
  <inkml:trace contextRef="#ctx0" brushRef="#br0" timeOffset="26956.01">16809 14230 530 0,'3'-13'643'0,"1"3"-113"0,0 2-104 0,-1 2-66 0,-1 0-71 15,-2 6 7-15,5-7-3 0,-5 7-17 16,0 0-24-16,7 4-19 0,-7-4-1 0,6 11-51 0,-3-4-6 16,1 5-51-16,2-3 16 0,-2 3-15 0,1 3-28 15,1-4-20-15,-1 1-13 0,3 1 9 0,-2-3 2 16,1 2 10-16,-1-2-8 0,3-2-4 16,-1-1-3-16,1 1-3 0,0-4-4 0,1 0-12 0,0-2-3 15,-10-2-7-15,23 0-11 0,-13-2-9 0,2-2-6 16,1-4-1-16,-3 0-2 0,1-3 39 15,-4-1-55-15,-1-1 46 0,1-2-53 0,-4 1 47 0,1-2-40 16,-4 3 50-16,-2-2-50 0,-1 1 40 0,-1 0-48 16,-3 2 4-16,-4 0-1 0,0 2-1 0,-1 2 4 15,-3 2-5-15,1 2 25 0,-1 3-91 16,2 2-41-16,1 2-50 0,-2 2-68 0,0 3-89 0,4-1-89 16,1 4-42-16,1-2-104 0,4 2-149 0,2 0-303 15,2-1-616-15</inkml:trace>
  <inkml:trace contextRef="#ctx0" brushRef="#br0" timeOffset="28072.88">16418 14242 191 0,'6'-9'413'0,"-6"9"-72"0,4-9-35 0,-4 9-34 0,5-7-7 0,-5 7 4 0,4-7-47 0,-4 7-4 15,2-6-33-15,-2 6 26 0,0 0 8 0,0 0 14 16,0 0-13-16,-6 10-25 0,2-4 3 0,-3 4-13 15,0 2-22-15,1 1-2 0,-1 2-35 0,1 1-11 16,-2-1 10-16,3 2-20 0,1-2-18 0,-1 1-16 0,4 2 24 16,-1-2-10-16,4 1-3 0,-1-3 1 15,4 1-5-15,1-1-14 0,3-1-10 0,2-3-11 16,-1 1-5-16,5-4-13 0,-2 1-5 0,4-5-1 0,-2 1-2 16,2-4-2-16,-2 0-11 0,2-2 14 0,-2-2-15 15,0-2 15-15,-2-2 7 0,1-1 1 16,-5-3-3-16,0 0 4 0,0 0 6 0,-5-2-2 0,-2-2 39 15,-4-1-60-15,-2 2 43 0,-5-2-55 0,0-1 49 16,-3 3-59-16,-3 0 47 0,1 1-53 0,-4 3 48 16,2 1-53-16,-4 2 41 0,5 2-69 0,-3 2-27 15,4 2-26-15,0 1-55 0,1 2-67 0,3 1-87 16,1 2-108-16,1 0-58 0,5 3-163 0,3-7-540 16,0 11-792-16</inkml:trace>
  <inkml:trace contextRef="#ctx0" brushRef="#br0" timeOffset="29355.86">17561 14186 502 0,'7'-9'561'0,"-2"1"-154"0,-1 1-18 0,-2-1-62 0,1-2-58 0,-3 3-58 0,-1-1-10 0,-1-1-24 0,-3 0-14 0,1 0-14 0,-2-3-11 0,-4 2-14 0,1-1-12 0,-3 0-20 15,-2 1-10-15,-3-2-18 0,0 1-10 0,-5-1-13 0,0 0-3 16,-5-1-7-16,-1 0-3 0,-6-1 23 16,-3 0-1-16,-3 1-9 0,2-3 25 0,-6 4 1 15,1-3-13-15,-3 3-11 0,-4-3-9 0,-3 3-4 0,-9-1 0 16,-2 0-10-16,-1 2-3 0,-3-1-3 0,2 2-5 15,-2 0-2-15,-2 0 3 0,1 2 37 0,-2-1-11 16,0 1-8-16,-2-1-5 0,-3 2-8 16,-1 1-1-16,-3 0-6 0,1 0 6 0,-3 1-8 0,3 1-1 15,-3 0 0-15,-2 1 0 0,5 0-4 0,-3 1-2 16,-1 0 3-16,2 1-3 0,-2 1 1 16,5 0 0-16,-1 1 0 0,1 1-1 0,0-2 1 0,2 2 1 15,0 1-5-15,3 0 6 0,-2-1-1 0,11 0-1 16,0 1-3-16,-10-2 0 0,9 2 1 0,0-3 0 15,1 1 3-15,-1 0 9 0,1 0 4 0,0-1-1 16,-2 0 11-16,3-1-18 0,-4 1 3 0,3-1 1 16,-10-1 2-16,1 0 2 0,9 0-2 0,-1-1-3 15,1 2-1-15,-1-1 0 0,1 1-2 0,-1-1-3 16,1 2 5-16,-1 0 8 0,1 2-4 0,3-1-4 16,-2 1 0-16,3 2-2 0,1 0 0 0,-10 3 2 15,1 1 0-15,12-1 12 0,-9 4-2 0,10 0 4 16,0-1 0-16,-5 5-4 0,10-2 8 0,0 2-2 15,3 0-1-15,-8 7 1 0,9-3 22 0,-4 5-25 16,8-3 21-16,2 2-29 0,2-1 19 0,0 0-29 16,2 0 23-16,2 2-17 0,-1 0 20 0,3-1-23 15,0 2 22-15,0 1-34 0,0-2 28 0,4 2-29 16,-1 1 35-16,1-2-17 0,0 1-12 0,1 1 1 16,1 0-1-16,0-2 0 0,2 3 6 0,0-1 1 15,1-2 24-15,5-3-26 0,0 1-3 0,0 1 2 0,4-1 0 16,0-3-2-16,3 1-1 0,2 1 40 15,2-2-46-15,2 0 48 0,4 1-47 0,2-1 40 0,4 4-43 16,2 4 39-16,3-1-45 0,7 6 44 0,-1-1-11 16,5-1-42-16,0 3 45 0,4-2-40 0,-2 0 39 15,2 0-37-15,2-1 43 0,0-2-53 0,0 2 9 16,-1-3 1-16,3-1 7 0,-1 0 2 0,-1-1-1 16,4-2 9-16,0-1-11 0,3 0 7 0,0-2 4 15,0-1-4-15,4-2 46 0,1-3-52 0,3 0 47 16,3-2-46-16,5-2 40 0,1-2-45 0,5 0 55 15,0-3-38-15,5-1 47 0,10-2-32 0,4 1 8 16,4-2 35-16,1-1-54 0,4-1 42 0,1-1-56 16,4 1 67-16,3-1-46 0,-1 2 41 0,0-1-49 15,1 0-4-15,0 1 48 0,0 0-55 0,-3 2 43 16,2-1-50-16,-4-1 44 0,-3 2-40 0,-1 0 37 16,-2-1-44-16,-5 0 44 0,1-1-42 0,-12-1 1 15,-1 0 42-15,14-1-44 0,-1 0 65 0,0-2-49 16,3 0 40-16,2-2-45 0,1 0 39 0,1-2-37 15,2 1 0-15,1-1 0 0,2 0 2 0,2-2-1 16,1 0-1-16,1 1 3 0,2 0 4 0,-2 1-5 16,-1 0 3-16,-3 0-1 0,-1 0 0 0,-3 0 1 0,1 2-1 15,-6-2 1-15,0 1-3 0,-3-1 2 0,-1 0-2 16,-2 0 0-16,-2-1-1 0,-3-1 0 16,-3-1 0-16,1 0 2 0,-2-1 2 0,-3-3-2 0,-2 0-2 15,3 0 33-15,-2-2-41 0,1-2 35 0,-1 0-37 16,0 0 34-16,1 0-41 0,-3-1 44 0,-2 1-46 15,1 0 43-15,-10 2-42 0,-3-1 40 0,-1 1-40 16,-3 0 35-16,-1-1-31 0,0-1 36 0,-6 0-36 16,1 0 35-16,-3-1-38 0,-2 0 6 0,0-1 4 15,-2-1-1-15,-8 1 4 0,3-2 0 16,-5 1 2-16,0-1 4 0,-1-2 1 0,-3-2-24 0,-2 2 29 16,0-2 2-16,-4-2-6 0,-1 1-2 0,0-3 5 15,-5 5-3-15,1-4-4 0,-2 1 33 0,-1-1-38 16,-1 2 34-16,0-1-42 0,-2 2 35 0,-1-2-34 15,0 0 2-15,-2 2 33 0,2 2-37 0,0 3 4 16,-1-1 0-16,1 3 2 0,-1 2 1 0,0 1 2 16,0 2 2-16,2 2-3 0,1 1 3 0,-2 0-2 15,0 2-2-15,0 0 5 0,-1 0 2 0,-1 1-4 16,-2 0 4-16,1 1-2 0,-4 0-3 0,-1 1 0 16,-1 0-13-16,-5 1-29 0,-4-1-43 0,-2 1-70 15,-7-1-53-15,-2 1-78 0,-5-1-116 0,2 2-111 16,-8-4-88-16,6 5-184 0,-2-2-325 0,5 0-729 15</inkml:trace>
  <inkml:trace contextRef="#ctx0" brushRef="#br0" timeOffset="30105.83">18390 14065 403 0,'0'0'455'0,"-7"4"-72"0,7-4-54 0,-9 4 2 0,9-4 7 0,-8 3 16 0,8-3 7 0,0 0-12 0,-8 3-17 0,8-3-31 0,0 0-34 0,0 0-9 0,0 0-61 0,0 0-1 0,0 0-57 0,0 0 28 0,19-3-63 0,-3 1-21 0,4-1-12 0,6-1-15 0,6 1-11 0,4-4-8 0,9-1-4 0,1 1-6 0,6-3 3 0,-1 0-7 0,13-4 5 0,1 0 1 0,1-1-4 0,-4 1 2 15,-2 0 0-15,-10 2 1 0,-5 0-7 0,-7 2-3 16,-6 2-4-16,-8 1-9 0,-1 2-17 0,-4-4-55 16,-2 0-83-16,-7-1-76 0,-1 0-88 0,-5-1-50 15,-4 1-36-15,-1-2-83 0,-7 0-68 0,-3-4-485 16,-9-1-651-16</inkml:trace>
  <inkml:trace contextRef="#ctx0" brushRef="#br0" timeOffset="30279.68">18705 13579 268 0,'-18'-3'637'0,"3"2"-128"0,3 3-63 0,5 4 10 16,3 5-75-16,1 3 4 0,3 7-14 16,4 8-28-16,5 10-10 0,5 4-53 0,0 4-49 15,5 10-29-15,-1-1-24 0,1 2-25 0,1-2-9 16,-2 1-26-16,-2-3-23 0,-3-7-16 0,0-3-14 15,-2 1-20-15,0-1-5 0,-1-2-2 0,-3-2-20 0,1-1-29 16,-3-6-35-16,1 0-64 0,-2-7-91 0,-3 0-127 16,1-2-124-16,-2-3-136 0,0-2-704 0,-2-2-894 15</inkml:trace>
  <inkml:trace contextRef="#ctx0" brushRef="#br0" timeOffset="31340.49">19861 13391 628 0,'-4'-6'690'0,"0"0"-119"0,-3 0-77 0,1 1-99 0,-3 2-38 0,1-2-35 0,3 0-39 0,5 5-32 0,-12-5-48 0,12 5-32 0,-9-6-42 0,9 6-9 0,0 0 20 0,0 0 8 0,0 0-43 0,12 3 2 0,0-1-41 0,8 0 9 0,6 2-33 0,3-1 25 0,8 0-31 0,4-2 29 0,0 1-22 0,1-4-7 15,7 0-3-15,1-1 8 0,-3 0-5 0,-6-1 0 16,-3 2-6-16,-2 0-11 0,-8 0-8 0,-1 1 2 16,-5-1-5-16,-4 2-2 0,-2 0 31 0,-2 2 47 15,0 2-31-15,-4 4 52 0,0 2-48 0,-6 3 12 16,-1 4-11-16,-3 2 18 0,-3 5-11 0,-1 5-11 15,-4 1-10-15,-3 6-32 0,-2 1 25 0,0 1-5 16,-1 2-6-16,0-1-8 0,-3 3-6 0,4-4 38 16,-1 2-49-16,0-1 33 0,1-1-38 0,1-1 35 0,1-1-39 15,4-4 33-15,-1-3-47 0,4-4 20 0,2-1-73 16,0-4-50-16,5 0-44 16,1-4-65-16,2 0-80 0,4-4-117 0,2-4-111 0,2-4-142 0,1-4-630 15,2-5-918-15</inkml:trace>
  <inkml:trace contextRef="#ctx0" brushRef="#br0" timeOffset="31954.64">20779 13430 890 0,'0'-22'584'0,"2"3"-137"0,-1-1-57 16,0 2-94-16,1 0-13 0,0 1-18 16,2-1-17-16,1 3-14 0,1 1-11 0,3-3-9 0,2 2-24 15,3 1-5-15,0 2-23 0,3 2 1 0,3 2-16 16,-4 4-28-16,3 1-10 0,-2 3-6 15,2 3-16-15,-2 2-1 0,1 6-12 0,-3 2-10 0,0 3-7 16,-1 2-7-16,-3 1-10 0,-2 3-8 0,-3 0-5 16,-3 3 7-16,-1 0-5 0,-2 1-4 0,-5 1 0 15,1 1 3-15,-5 0-2 0,0-2-2 0,-3 0-5 16,-1-1 18-16,-1-4-26 0,1 1 18 0,0-5-7 0,0-1-3 16,4-1-5-16,-2-4-4 15,5 0 1-15,-1-2-5 0,2 0 6 0,1-1-3 0,4-8-1 16,5 13-1-16,2-7-1 0,6-1-5 0,3 0-4 15,6-3-22-15,2 0 18 0,5-2-25 0,6-3 2 16,1-2-18-16,7-1 2 0,2-3-18 0,-2-2-9 16,5-2-20-16,-5-2-22 0,-1 0 0 0,2-4-34 0,-6 0-9 15,-1-1-5-15,-4-4 15 0,-2 1 24 16,-3-3 22-16,-5-2 23 0,-1-1 15 0,-7 3 12 16,-3 1 13-16,-2-2 14 0,-5 4 29 0,-2-1 13 0,-2 4 20 15,-4-3 7-15,0 2 25 0,-5 2 16 16,-1 1 2-16,-1 1 11 0,-2 2-2 0,-2 5-6 15,3 1-6-15,-2 3-13 0,0 3 3 0,1 2-8 0,1 3-12 16,1 3-8-16,0 3-11 0,1 4-6 0,2 2-5 16,2 2 37-16,5 2-17 0,0 2 33 0,5 3-56 15,2-1 46-15,4 1-56 0,3 1 43 0,0-3-54 16,0 0 44-16,2-6-45 0,-2 0-4 0,1-1 5 16,0-3 18-16,0-3 2 0,-1 0 1 0,-2-4 40 15,2-2-55-15,-2-2 42 0,-2-2-48 0,2-4 39 16,-2-1-52-16,1-5 46 0,-4-2-49 15,-1-4 48-15,-1-3-51 0,-2 2 50 0,-3-1-56 16,-1-1 10-16,-3-1 1 0,-3 2 1 0,-2 0 3 0,-3 3 5 16,-3 0-2-16,-2 3 9 0,-2 3-8 0,-1 1-7 15,-1 4-6-15,0 3-18 0,3 2-26 16,-3 2-30-16,4 1-47 0,0 4-47 0,2 1-71 0,2 3-99 16,4 1-71-16,4 1-131 0,1 0-157 0,3 0-286 15,2-2-603-15</inkml:trace>
  <inkml:trace contextRef="#ctx0" brushRef="#br0" timeOffset="32192.87">21893 13159 973 0,'7'-8'838'0,"1"3"-159"0,-2 0-142 0,-6 5-87 0,8-7-48 0,-8 7-42 0,0 0-39 0,10 4-43 0,-10-4-37 0,5 9-22 0,-2 0-27 0,-1 1-17 0,1 3 16 0,-1 2-75 0,2 2 15 0,0 0-65 0,0 5 26 0,2-1-55 0,1 1 33 0,-2-1-55 0,1 1-2 0,-2-3-4 16,3 3-9-16,0-3-46 0,-2 0-56 0,2-3-41 0,-2 0-61 0,1-1-97 0,0-1-117 0,1-3-53 0,-1 1-76 0,-2-4-82 0,4-1-480 0,-8-7-725 0</inkml:trace>
  <inkml:trace contextRef="#ctx0" brushRef="#br0" timeOffset="32472.28">22278 13147 1103 0,'4'-7'752'0,"0"1"-145"16,-4 6-119-16,0 0-72 0,0 0-39 0,0 0-32 0,5 5-50 15,-5-5-59-15,0 14-39 0,2-5-30 0,-1 2-25 0,3 0-26 16,0 3-23-16,3-2-10 0,-1 1-10 16,2-1 50-16,1-1-52 0,3 1 54 0,-1-4-57 15,0 1 49-15,2-2-59 0,2-1 36 0,0-1-50 0,-3-3 45 16,3-2-55-16,-3 0 37 0,2-2-44 0,1-3 30 15,-2-4-45-15,0 0 34 0,-1-4-47 0,-1-3 0 16,-3-2 2-16,-3 3-1 0,-2-3 3 16,-3 2-2-16,-3-2 10 0,-2 2-13 0,-5-2-1 15,-4 1-28-15,-4 1 24 0,-5 0-48 0,-1 4 1 16,-4 2-65-16,-2 3-32 0,4 2-50 0,-7 4-87 16,-2 4-92-16,-3 3-82 0,-4 3-123 15,-4 6-164-15,0 3-330 0,-7 7-694 0</inkml:trace>
  <inkml:trace contextRef="#ctx0" brushRef="#br0" timeOffset="33021.19">20524 13955 9 0,'5'-11'634'0,"1"2"-124"0,-1 1-86 0,3 0-16 0,-2 3-45 0,-2-2-39 0,1 2 7 0,-5 5 4 16,12-1-1-16,-12 1 4 0,9 11-11 0,-4 0-30 0,-3 3-43 0,2 4-23 0,-4 9 37 0,-2 0-70 0,-2 10 30 0,-4 3-61 0,-2 4-19 0,1 0-8 0,-3 0-15 0,0 3-34 0,2-1 14 0,-3-2-11 0,1-1-17 0,3-1-29 0,-1-2-29 0,3-6-55 0,1-3-61 15,1-6-75-15,3-1-62 0,2-5-112 0,0-2-138 0,2-4-82 0,1-2-190 0,1-5-554 0,-4-6-915 0</inkml:trace>
  <inkml:trace contextRef="#ctx0" brushRef="#br0" timeOffset="34000.22">21103 12404 296 0,'2'-14'454'0,"1"1"-114"0,-1 0-77 16,-2 0-50-16,0 2-21 0,-1-3-10 0,0 3-33 16,-2 1 8-16,1-1-23 0,-4 2-19 0,3-1-21 0,-2 1-15 15,-2 3-34-15,2-1 15 0,-2 2-20 0,-1 2-2 16,8 3-8-16,-12-5-4 0,12 5 14 15,-13-3 0-15,13 3-14 0,-12-1 3 0,12 1-5 0,-11-1-8 16,11 1-1-16,0 0-3 0,-12-1-3 0,12 1-3 16,0 0 1-16,-12-1-4 0,12 1 19 0,0 0 6 15,0 0 16-15,0 0 10 0,-10-3 13 16,10 3 9-16,0 0 2 0,0 0-9 0,0 0-7 16,0 0-14-16,-9-2-13 0,9 2-3 0,0 0-6 15,0 0-11-15,0 0-31 0,0 0-57 0,0 0-52 0,1-7-69 16,-1 7-91-16,0 0-105 0,0 0-463 15,0 0-400-15</inkml:trace>
  <inkml:trace contextRef="#ctx0" brushRef="#br0" timeOffset="34658.07">21046 12354 440 0,'11'-5'596'0,"-11"5"-125"0,6-7-83 15,-6 7-44-15,7-9-57 0,-4 4-23 0,-3 5-14 0,1-13-18 0,1 5-10 0,-2 1-4 0,0-3-36 0,0 3 24 0,-3-3-31 0,3 2-14 0,-3-2-36 0,-1 2 2 0,-1 0-13 16,-2-1-11-16,1 2-34 0,-3 0 9 0,-1 3-10 0,-3 2-3 0,-3 1-19 0,0 2 14 0,-3 4-2 0,-4 3-13 0,-3 4-3 0,2 3-17 0,-3 6 0 0,0 3-6 0,5 2 19 0,6-4 2 0,1 3 13 0,4 2-4 0,2-1 19 0,4-2-4 15,3-1 2-15,4-2-8 0,3 0-8 0,3-2 4 0,2-1-4 0,4-1-5 0,2-3-3 0,1-3-6 0,3-2-11 0,1-3-6 0,0-4-6 0,-1-3-16 0,5-4-26 0,-2-4-5 0,1-3 11 16,-1-4 1-16,-3-4-11 0,-1-2 22 0,-3-3-11 0,-2 0 25 0,-3-3-28 0,-3-1 35 0,-3 4-26 0,-1-3 3 0,-3 2 27 0,-1-1-25 0,-1 4 20 0,-3 0-20 0,0 5 28 0,2 0-15 0,-1 2 28 0,-1 2-27 0,0 4 23 0,2 0-26 16,2 10 25-16,-8-3-20 0,8 3 30 0,-7 8-29 15,7 2 32-15,0 3-36 0,2 4 23 0,3 6-4 16,3 4 22-16,2 3-6 0,4 5-5 16,0 0-9-16,3-2 7 0,1 0 2 0,2-1-15 0,1-2-11 15,-1-3-16-15,-1-6-19 0,-2-2-36 0,5-2-68 16,-6-4-63-16,2-5-97 0,-1-5-101 0,-3-2-95 15,0-3-35-15,-1-4-99 0,-2-5-559 0,1-3-792 0</inkml:trace>
  <inkml:trace contextRef="#ctx0" brushRef="#br0" timeOffset="35009.62">21347 11940 666 0,'-2'-17'826'0,"-1"5"-181"0,0 4-145 0,3 8-87 15,0 0-41-15,0 0-41 0,3 6-30 0,0 4-37 16,1 6-32-16,4 6-12 0,1 6-26 0,1 0-24 15,5 8-17-15,1 0-14 0,2 1-32 0,-2 1-1 16,2-1-20-16,1 0-21 0,-3-2-9 16,0-1-9-16,-3-8-14 0,0-1-4 0,-4-4-10 0,1-3-2 15,-3-3-1-15,-1-3 0 0,0 1 3 0,-2-6-2 16,-1 0-2-16,-3-7-1 0,0 0-3 0,0 0-5 16,0 0-4-16,-2-12 1 0,1 0-4 0,-3-1-16 15,2-3 20-15,-2-1-21 0,1 1 24 0,3-1-23 16,-1 4 11-16,1 0 11 0,1 0-19 0,2 3 22 15,3 2-29-15,-1 1 31 0,3 2-26 0,5 1 26 16,-2 4-29-16,0 2 27 0,4 2-19 16,-2 4 12-16,1-2-1 0,-1 6-1 0,-1-1-3 0,1 1 1 15,-4 2 1-15,0-3 2 0,-3 2 2 0,-2 1-7 16,0-2 6-16,-4-1-1 0,-4 1-1 0,0 1 1 16,-6-1 1-16,1 0 1 0,-6 0-2 15,-2-1 1-15,-1-2-13 0,-2 0-23 0,-1-3-14 0,5 0-24 16,-3-2-20-16,3-2-43 0,1-2-70 0,1-1-66 15,1-3-81-15,4-1-15 0,3-2-86 0,2 0-77 16,3-3-540-16,3-1-687 0</inkml:trace>
  <inkml:trace contextRef="#ctx0" brushRef="#br0" timeOffset="35854.43">21997 12161 542 0,'12'-8'815'0,"-4"0"-160"0,-4 2-129 0,-4 6-99 0,6-6-46 0,-6 6-34 15,0 0-33-15,0 0-25 0,-16 4-36 0,7 2-51 16,-3 2-41-16,0 1-7 0,2 2-8 0,-3 0-31 0,4 0-10 16,-1 4-17-16,1-2 2 0,1 0-16 0,2 1-9 15,-1 0-11-15,4-1-5 16,-1-1-17-16,0-2-10 0,2 0-8 0,0 0 2 0,2-4-5 16,0-6-3-1,0 10 3-15,0-10-4 0,0 0 4 0,0 0-4 0,13-4-17 0,-9-2 17 0,1-4-18 16,0 1 25-16,0-5-18 0,0 1 20 0,-1-1-20 0,1-1 28 15,0-1-20-15,-1 1 25 0,1 1-20 16,-1 1 19-16,3-2-3 0,-4 5-5 0,4 0-5 16,-2 1-6-16,1 2 0 0,3 3-25 0,1-2 29 15,-1 4-20-15,4 1 19 0,0 1-28 0,0 1 30 0,3 1-29 16,-2 2 30-16,3 1-24 0,-3 1 25 0,3 0-28 16,-3-1 3-16,1 2 30 0,-3-1-28 15,0 0 18-15,-1-1-22 0,-2 1 23 0,-2-2-26 16,3-1 28-16,-3 2-26 0,-1-2 34 0,-6-3-20 15,9 4 27-15,-9-4-28 0,0 0 24 0,0 0-29 0,0 0 30 16,0 0-17-16,4-10 33 0,-5 5-35 0,1-4 29 16,-3 0-28-16,6-4 26 0,-2 1-8 0,0-1-5 15,2-2-3-15,1 1-3 0,-2 2-4 16,2 2-2-16,-1 0-2 0,-1-1-4 0,1 4 4 0,-2-1-9 16,2 3 2-16,0-1-3 0,-2 0-1 0,-1 6 9 15,4-6-9-15,-4 6 9 0,0 0-6 16,0 0 6-16,9 2-6 0,-9-2 7 0,7 6-6 0,-7-6-1 15,10 9 1-15,-10-9 4 0,11 7-3 16,-1-4 0-16,0 1-2 0,-1 0-3 0,1-3-8 16,1 0-21-16,-11-1-20 0,22 0-30 0,-11-2-51 0,0-1-25 15,-1-2-47-15,0-1-43 0,2 1-47 0,-3-5-38 16,0 2-31-16,-2-3 34 0,0 2 9 0,-3 1 77 16,-1 1 32-16,1-1 64 0,-4 2 13 0,0 6 33 15,2-8 12-15,-2 8 30 0,0 0 8 0,-2-7 52 16,2 7-3-16,0 0 52 0,0 0 0 0,0 0 35 15,0 0-6-15,0 0 37 0,-2 5-11 0,2-5 8 16,0 0 21-16,0 0 8 0,2 8 12 0,-2-8 8 16,0 0 13-16,0 0 3 0,0 7 1 0,0-7 5 15,0 0-3-15,0 0-24 0,0 0-25 0,0 0-25 16,9-5-12-16,-9 5-14 0,5-7 12 0,-2 2 0 16,-1-1-17-16,0 0-8 0,0-1 9 0,0-1 0 0,-2 8 23 15,1-14 13-15,-1 7 2 0,-1 1-5 16,-1 0-10-16,-2 2-12 0,4 4-13 0,-9-7-13 15,9 7-8-15,-15 0-11 0,5 3-8 16,0 1-8-16,-2 3-5 0,1 1-3 0,2 3-3 0,-3 0-3 16,3 2 4-16,4 0-6 0,0 0 13 0,1 1-19 15,4 0 38-15,0 1-22 0,4-1 24 0,1-1-34 16,0 0 18-16,4 0-47 0,3-3 2 0,-2 1-79 0,0-3-35 16,3-1-89-16,-3-2-69 0,2-1-72 0,0-3-118 15,-12-1-72-15,21-4-133 0,-12-1-674 0,-3-2-959 16</inkml:trace>
  <inkml:trace contextRef="#ctx0" brushRef="#br0" timeOffset="37252.1">21854 11758 412 0,'0'0'760'0,"0"-11"-193"0,-1 1-120 0,0-2-98 0,-1-5-83 0,0-1-46 0,-1-4-46 0,3-3-30 0,-1-2-18 0,0-1-11 0,-2-6-2 0,-1 0-2 0,2-2-9 0,-3-6-16 0,-2 0-14 0,-1-1-11 0,-3-2-15 0,-2 2 10 0,-1-3 13 0,-2 3 10 16,-5-7 9-16,2 7-3 0,-3 4-21 0,2 1 41 0,0 3-5 0,0 5 21 0,2 1 0 0,3 6-21 0,-2 4-3 0,5 5-16 0,1 1-15 0,-1 6-5 16,1 5-3-16,11 2 0 0,-16 7-9 0,8 6 1 0,2 8 8 0,2 4 3 0,4 7-8 15,2 4-7-15,2 9-11 0,5 0-1 0,0 0-9 16,4 1-20-16,0-2 22 0,2-1-23 0,-1-1 12 15,4-1 2-15,-1-3-4 0,0-2-7 0,4-2 3 16,-3-4-4-16,2-2-1 0,1-7-6 0,-3-2-3 16,2-2-6-16,-3-6-2 0,0-1-1 0,0-6 1 15,-3-3 3-15,0-2-3 0,3-2-13 0,-3-4 15 16,1-3-14-16,2-3 19 0,-4-2-15 0,-2 0 14 16,1-3-14-16,-2-3 11 0,-2 1-11 0,-2-1 17 15,3-2 3-15,-4 3 2 0,-1 1-6 0,-3 2 5 16,0 0-5-16,1 4 1 0,-5 0 2 0,2 2-2 15,-2 2 2-15,-2 2 4 0,-1 1-6 0,6 6 5 16,-14-1-2-16,5 4 3 0,1 2-3 0,-2 3 3 16,1 2-8-16,0 2 14 0,0 1-17 15,4 1 23-15,0 0-9 0,1 3 7 0,1 0-16 0,3 0 15 16,0 0-2-16,3 0-6 0,0-2 9 0,0 0 3 16,4-1 10-16,-1-1-1 0,2 1 6 0,1-4-13 15,0 0 4-15,2-2-7 0,-1-1 2 0,1-2-2 16,1-1-3-16,-3-3-2 0,-9-1-24 0,22-1 27 15,-12-3-22-15,-2-1 23 0,2-2-28 0,-1-2 29 16,-2-1-23-16,-2-3 21 0,2 1-30 16,-3-1 25-16,-1 1-23 0,-1 1 29 0,-2-1 7 15,2 1 9-15,-2 1-5 0,0 2-3 0,-2-1 1 0,2 4-3 16,0 5-4-16,-4-10-1 0,4 10-2 0,0 0-1 16,0 0-29-16,-11 3 33 0,11-3-27 0,-4 11 27 15,4-2-28-15,0 0 28 0,3 4-27 0,0-2 25 16,1 1-3-16,1 1 1 0,3-3 1 0,0 1-6 15,2-2-2-15,0 0-1 0,-1-3 4 0,3-1-2 16,-2-1-2-16,0-3 2 0,2-2-4 0,-2-3-32 16,0-1 39-16,0-1-27 0,1-3 31 0,-2-2-30 15,-2-1 29-15,3-4-31 0,-3-2 27 0,-1-1 1 16,-1-2-7-16,2 0-1 0,-5-1 3 0,3 1-3 16,-2 2 2-16,-2 2-3 0,3 2 3 0,-3 2-3 15,2 1-3-15,-2 2-4 0,3 3 5 0,2 2 1 16,3 2-3-16,-9 3 4 0,20 0-4 15,-5 4 4-15,0 0-2 0,7 3 4 0,0 0-2 0,2 1 4 16,4 0-7-16,-1 1 6 0,-3-3 0 0,3 1 2 16,-2-1-3-16,2-3 2 0,-1 0-4 0,-2-1 3 15,-1-2 0-15,0-1-1 0,1-1 0 16,-2-3-3-16,0-2 2 0,-2-1 3 0,-2-2-4 0,0-1 0 16,0-3 0-16,-4 1-6 0,-1-3 4 0,-2-1-1 15,-2-2 2-15,-2 0-2 0,-1-2-1 0,-2-1 1 16,-3 4 6-16,-1 1-3 0,0-1-3 0,-2 1 3 15,-2 2-3-15,0 1 0 0,0 4-1 0,-2 1 0 16,1 2-6-16,-3 1 0 0,8 6 2 0,-15 0 2 16,6 6 40-16,-1 2-40 0,-1 3 37 0,4 2-44 15,-2 3 37-15,2 4-42 0,2 0 7 16,3 3-2-16,2-1 7 0,2 2 2 0,3-1-1 0,4 5-22 16,0-3 35-16,3 2-25 0,2-2 29 15,-1-2-22-15,0-2 17 0,0-2-29 0,-1-2 26 0,1-1-23 16,-4-4 24-16,1-1-28 0,-1 0 28 0,-3-1-23 15,2-2 29-15,-2-2-22 0,-1 0 22 0,-1 0-27 16,-4-6 33-16,3 6-34 0,-3-6 28 0,0 0-28 16,-9 2 27-16,9-2-28 0,-13-2 38 15,5-1-34-15,-1-1 31 0,-1-1-32 0,4-1 25 16,-2-1-22-16,2-3 22 0,-1 2-2 0,2-6-5 0,4-2 0 16,1 4 2-16,1-5-2 0,4-1-2 0,3-3 2 15,1 0-14-15,4-4 12 0,3 3-3 0,2-1 2 16,1 2-5-16,2-1-1 0,0 2 5 0,-1 2 38 15,-1 3-42-15,-2 2 36 0,-1 1-43 0,-3 2 43 16,0 0-45-16,-2 3 52 0,-2-1-43 0,1 2 48 16,-2 1-34-16,-2 1 40 0,1-3-32 0,-1 4 37 15,-6 3-34-15,10-7 34 0,-10 7-31 0,7-7 34 16,-7 7-38-16,6-4 31 0,-6 4-44 0,5-6 30 16,-5 6-40-16,3-6 27 0,-3 6-44 0,0 0 19 15,4-7-78-15,-4 7-10 0,0 0-117 0,0 0-71 16,2-7-70-16,-2 7-74 0,0 0-59 0,0 0-8 15,0 0-45-15,0 0-25 0,0 0-37 0,-14 2-264 16,14-2-410-16</inkml:trace>
  <inkml:trace contextRef="#ctx0" brushRef="#br0" timeOffset="37576.19">23082 11094 137 0,'0'0'591'0,"-6"6"-89"0,6-6-131 0,0 0-41 0,-3 4-63 0,3-4-8 0,0 0-44 0,0 0-8 0,5-3-23 0,-1-2-3 0,3-1-11 0,0 0-18 0,5-2-2 0,-1-2 1 0,1-1-7 0,1-1-16 0,1-2-9 0,0 0-13 0,-1 2 0 0,0-4-9 0,-1 1 10 0,2 2 15 0,-4 1-20 0,-3 0-10 16,-1 0-4-16,-1 3-15 0,-1-1-13 0,-4 2-8 15,0 1-12-15,-4 0 11 0,-1 3-2 0,5 4-1 16,-17-3-11-16,5 7 1 0,-4 2 24 0,-3 6-13 0,-4 5-5 16,1 3-1-16,-2 3-10 0,0 5-6 15,2-2-1-15,4 4 5 0,3-5 19 0,5 0 7 16,3 1 34-16,2-4 10 0,5-1-24 0,5 1 21 15,0 0-28-15,6-3 17 0,1 0-38 0,5-1 18 16,6-5-38-16,1 1 21 0,-2-6-35 0,8 1 19 0,-5-6-4 16,5 0-15-16,-2-5-31 0,-2 0-38 0,1-3-60 15,1-4-74-15,-1-3-68 0,-4-1-67 16,-2-4-73-16,-5-1-67 0,-2 0 0 0,-2 0-46 16,-3 0-32-16,-3 2-65 0,-1 0-284 0,-2 3-451 15</inkml:trace>
  <inkml:trace contextRef="#ctx0" brushRef="#br0" timeOffset="37725.98">23358 11212 501 0,'0'11'789'0,"0"-11"-195"0,0 9-112 0,0-9-109 0,0 7-68 0,0-7-62 16,0 0-48-16,0 0-70 0,-2 6-57 0,2-6-64 15,0 0-117-15,0 0-89 0,0 0-182 0,-5-5-550 16,5 5-511-16</inkml:trace>
  <inkml:trace contextRef="#ctx0" brushRef="#br0" timeOffset="39529.48">15562 15085 385 0,'-16'1'460'0,"2"0"-108"0,0 0-54 0,1-1-38 0,-1 2-28 0,4-1 0 0,10-1-11 16,-18 0-2-16,18 0 1 0,-16 1 9 0,16-1-5 0,-11-1-38 16,11 1-22-16,-9-4-23 0,9 4-20 0,-1-7-10 15,1 7-16-15,6-6-10 0,3 1-15 0,0 1-13 16,5 0-12-16,5-1-9 0,4 0-7 0,3 2-7 0,8-2-3 16,2 0-1-16,8-1-5 0,4 0 0 0,3 1-1 15,-1-2-3-15,4 0 3 0,-2 1 27 0,1-1 4 16,0-1 8-16,-4 2 8 0,-11 1-1 15,-5 0-11-15,-6 2-13 0,-1-1 1 0,-7 2-10 16,-4 1-3-16,-15 1-4 0,14 0-3 0,-14 0 4 16,0 0-6-16,-14 6-1 0,-4-1 46 0,-6 1-11 15,-10 1-7-15,-10 2 17 0,-4-2 1 0,-5 0-4 16,-2 1-5-16,-5-2 48 0,-9 3-57 0,-5-3 36 0,2-1-50 16,-4 1 51-16,-1-2-45 0,-1 1 50 0,0 0-33 15,-1-1 35-15,5 1-60 0,2 1 38 0,17 0-55 16,3-1 46-16,7 1-56 0,11 1 42 0,4 0-53 15,10 1 49-15,8 0-53 0,5 2 50 0,8-2-47 16,9 2 41-16,8 0-44 0,10 0 2 0,13 0 1 16,5-1 1-16,5-2 2 0,8-2 1 0,2-3-5 15,15-1 0-15,4-4 41 0,1-2-51 0,2-3 43 16,0-2-50-16,-3-3 47 0,1-1-43 0,-4 0 44 16,-5-1-38-16,-4 0 46 0,-6 0-2 0,-17 4-5 15,-1 1-4-15,-13 0-4 0,-7 3-8 0,-5 0-13 16,-6-1-34-16,-5 2-55 0,-8 6 1 0,0-11-29 0,-6 7-38 15,-5-1-47-15,-3 0-66 0,-5 1-59 0,-2 3-31 16,-7 0-53-16,1 2-59 0,-1 0-106 16,1 1-319-16,1 2-475 0</inkml:trace>
  <inkml:trace contextRef="#ctx0" brushRef="#br0" timeOffset="40445.93">17993 15423 292 0,'7'-12'461'0,"-2"2"-102"0,0 0-37 0,-1-1-3 0,-1 0-73 0,0-1 9 0,1 2-42 0,-3-1 32 0,0-1-8 0,1 1 8 0,0 2-5 0,-2 0-21 0,0 1-18 0,2 0-21 0,-2 8-7 0,-2-10-10 0,2 10-12 0,0 0-8 0,-10-3-33 0,4 7-9 0,-2 3-28 0,2 4-5 0,-4 2-24 0,1 4 1 0,1 1-9 0,1 2-7 15,2 0-11-15,1 2 6 0,1-1-2 0,3-3 29 16,0 1 0-16,1-1 16 0,2-1 6 16,0-2 13-16,2-1-2 0,2-1-4 0,-1-1-3 0,3-3-13 15,3-2-9-15,-1-2-11 0,3-2-12 0,0-4-1 0,3-1-8 16,0-4-3-16,2-2-4 0,0-3-1 16,-4-2-3-16,3-5-3 0,0-1 2 0,-3-3-48 15,-3-1 53-15,-2-2-36 0,-3 4-2 0,-3-1 44 16,-2 1-47-16,-2 1 49 0,-4-1-49 0,-5 1 48 0,0 2-6 15,-1 2-7-15,-5 1 0 0,-1 3 1 0,-2 1-4 16,-2 3-35-16,-1 1 38 0,2 5-48 16,0 2 52-16,0 1-46 0,-1 3-5 0,0 4-23 15,2 2-6-15,4 2-22 0,3 1-34 0,3 2-88 16,4 1-88-16,4 2-118 0,2-2-100 0,5 3-216 0,4 1-371 16,3-4-720-16</inkml:trace>
  <inkml:trace contextRef="#ctx0" brushRef="#br0" timeOffset="40717.87">18505 15366 644 0,'0'0'772'0,"0"-11"-184"0,0 11-77 0,0-10-105 0,0 10-60 16,0-7-66-16,0 7-45 0,1-7-51 15,-1 7-34-15,0 0-36 0,1-6 43 0,-1 6-20 0,0 0 15 16,0 0-46-16,10 5-1 0,-10-5-26 0,9 6-3 15,-5-1-13-15,1-2-6 0,-1 2-8 0,-4-5-12 16,9 8-9-16,-9-8-6 0,8 8 0 0,-8-8-6 16,5 5-3-16,-5-5 0 0,5 5 6 0,-5-5-17 15,0 0 2-15,1 7-1 0,-1-7-1 0,0 0-23 16,0 0-29-16,-13 0-34 0,13 0-35 0,-11-2-50 16,11 2-68-16,-13-4-59 0,13 4-54 0,-8-3-63 15,8 3-90-15,-5-5-481 0,5 5-581 0</inkml:trace>
  <inkml:trace contextRef="#ctx0" brushRef="#br0" timeOffset="41161.93">18956 15262 342 0,'15'-12'738'0,"0"-1"-143"0,-2 1-72 0,-3-1-64 0,-1 2-64 15,-2-1-32-15,-2-1-39 0,0 2-34 0,-4 1-27 0,-2-2-30 16,1 1-13-16,-5-1-18 0,0 1-55 0,-3 0 1 15,-1 1-23-15,-4 2-21 0,-1 3-23 0,0 0-9 16,-3 3-54-16,2 2 31 0,0 1-42 16,-2 3 34-16,2 0-46 0,0 4 39 0,2 1-47 0,-1 4 41 15,2-1-41-15,2 3 10 0,1-1 1 0,3 2 8 16,3 0 1-16,1-2 1 0,2 0 48 16,1 1-56-16,3-2 41 0,0 1-54 0,3-3 44 0,1-1-43 15,-2-2 31-15,3-3-57 0,0-1 33 16,1-2-45-16,-10-2 32 0,21-2-26 0,-10-2 8 0,2-3 23 15,-2-2 14-15,1-4-27 0,1-1 31 0,-2-3-24 16,-2-1 20-16,-1 0 2 0,0-1 2 0,-5 2 0 16,1 2 3-16,-1-1 3 0,-2 3-4 0,2 0 1 15,-1 4 2-15,0-2-4 0,-1 4-3 0,-1 7 1 16,1-9 11-16,-1 9-1 0,0 0-8 16,-4 8-30-16,2-1 37 0,-1 4-31 0,3 2 36 0,-1 4-31 15,0 2 6-15,1 3 9 0,0 2 39 0,0 2-49 16,1 1 41-16,-1 0-8 0,1 1 0 0,0 0-11 15,1 0-4-15,-1 0-2 0,0 0-6 0,-1-2-25 16,0-1-43-16,2-1-68 0,-4-4-79 0,2 1-113 0,0-2-110 16,0-2-70-16,-2-1-108 0,0-4-505 0,1 1-735 15</inkml:trace>
  <inkml:trace contextRef="#ctx0" brushRef="#br0" timeOffset="41608.1">19416 15318 836 0,'15'-21'721'0,"2"0"-102"0,-6 3-94 0,2 0-67 0,-4 1-40 0,0 0-61 0,-4 1-15 0,1 2-74 0,-2 0-2 0,-1 2-71 0,-3-1 8 0,0 2-64 0,-3 0 23 0,-1 1-24 0,-6 3-15 0,0 1-28 0,-5 2-18 0,-1 3-14 0,-3 2-9 0,1 2-17 15,-5 4-5-15,0 2-54 0,3 0 52 0,-2 5-51 0,0 1 48 0,7-2-49 0,0 3 12 0,4 0 42 16,0 0-50-16,3-2 50 0,3 0-46 0,4 0 47 16,-1-2-48-16,4 0 49 0,2-1-50 0,1-1 42 0,1-3-61 15,2-1 49-15,1 0-46 0,0-4 49 16,2-1-50-16,1-2 48 0,-1-2-45 0,3-2 0 16,-1-4 11-16,2 0 5 0,-2-3 2 15,0-2 44-15,-2 0-47 0,-2 1 48 0,0 0-51 0,-2-2 47 16,-1 2-51-16,-1 1 53 0,-1 2-42 0,-1 1 50 15,2 1-47-15,-3-1 41 0,1 3-50 0,-3 6 52 16,2-6-47-16,-2 6 43 0,0 0-47 0,-5 6 42 16,5 0-44-16,-5 3 47 0,3 1-49 0,-1 4 7 0,3 0 2 15,-1 4 47-15,0 0-54 0,1 1 47 16,1 1-8-16,0 0-4 0,-1 4-6 0,3 0-2 16,-1-1-46-16,2-2-93 0,-3-1-94 0,2-1-111 15,-1 0-82-15,0 4 3 0,0-5-13 0,3 0-102 0,-1-2-169 16,3 0-264-16,-1-2-551 0</inkml:trace>
  <inkml:trace contextRef="#ctx0" brushRef="#br0" timeOffset="41827.83">19885 15476 466 0,'5'-6'861'0,"-1"-2"-178"0,3 0-147 16,-2 0-76-16,3-1-77 0,2-1-41 0,7-2-45 15,1 1-20-15,5-2-66 0,4 1-5 16,2-1-54-16,8-2-27 0,2 2-14 16,1 0-17-16,1 1-18 0,2 1-13 0,1-1-20 0,-3 2 4 0,1 1-11 15,-6 1-7-15,-3 2 35 0,-2-1-68 0,-7 0-9 16,-2 0-93-16,-3 0-119 0,-3 0-147 16,-4-3-88-16,-4 2-130 0,-4-3-604 0,-5 1-803 0</inkml:trace>
  <inkml:trace contextRef="#ctx0" brushRef="#br0" timeOffset="42030.95">20186 14895 650 0,'0'0'654'0,"-14"0"-98"0,12 7-35 15,1 3-75-15,-1 2-25 0,2 6-16 0,3 2-43 16,-2 4-59-16,1 4-28 0,4 3-53 0,-4 3-22 0,3 0-38 16,-1 1 10-16,1 1-36 0,-1 6 4 0,3 1-26 15,-1-4-24-15,0 3-19 0,-2-2-16 0,3-5-10 16,-4-2-8-16,1 0-10 0,1-2-2 15,0-5-5-15,-2-1-9 0,-1-1-32 0,1-2-42 0,0-3-82 16,-1-2-94-16,-2-2-85 0,0 0-103 16,0-3-72-16,-1-1-109 0,-2-3-586 0,1-2-805 15</inkml:trace>
  <inkml:trace contextRef="#ctx0" brushRef="#br0" timeOffset="43169.84">21321 14913 395 0,'5'-8'429'0,"-3"1"-55"0,-1-1-50 0,0 2-26 0,-1 6-13 0,1-12-23 0,-1 12-12 0,-3-8-17 0,3 8-9 0,-12-2-11 0,12 2 6 0,-18 4-25 0,4 3 18 0,0 2-37 0,-2 3-24 0,-2 6 33 0,0 0-44 0,2 3-28 0,0 1-20 0,4 2-17 0,3-2 57 0,2-1-44 0,2 2 8 0,3 0 3 15,2-1-17-15,2 0-6 0,3 0-7 0,2-2 37 16,2 0-58-16,2-3 40 0,1-1-54 0,4-1 49 16,1-4-53-16,0-2 34 0,4-4-57 0,-2-2 44 15,1-3-47-15,3-5 2 0,1 0 2 0,3-6 36 16,0-2-50-16,-4-3 40 0,5-7-5 16,-4 0-7-16,-1-3-9 0,-5-3 3 0,-2 2-8 15,-5-1-3-15,-3-2 0 0,-2 0 3 0,-6 5-4 16,0-1-1-16,-7 2 3 0,-2-1-4 0,-4 3-3 0,-4 0-42 15,-2 5 55-15,1 5-50 0,-2 1 52 0,-1 4-52 16,-3 4 28-16,2 2-79 0,1 3 5 0,0 5-75 16,-1 2-32-16,3 2-73 0,5 5-94 0,0 1-62 15,5 3-97-15,3-1-127 0,3 0-408 0,3-1-670 16</inkml:trace>
  <inkml:trace contextRef="#ctx0" brushRef="#br0" timeOffset="43360.06">21844 15049 361 0,'9'-9'702'0,"-1"1"-167"0,-3 1-105 0,2 1-59 0,-3 0-62 16,0 0-56-16,-1 1-52 0,-3 5-30 0,5-9-41 16,-5 9-17-16,5-9-33 0,-5 9-15 0,5-6-56 15,-5 6-50-15,0 0-86 0,6-3-85 0,-6 3-126 16,0 0-109-16,0 0-364 0,9 3-342 0</inkml:trace>
  <inkml:trace contextRef="#ctx0" brushRef="#br0" timeOffset="43726.97">22078 14787 666 0,'1'-10'556'0,"-1"2"-95"0,0 1-35 0,0 7-42 16,-4-10-30-16,4 10-13 0,-6-5-9 0,6 5-6 15,0 0-40-15,-16 2-31 0,8 3-23 0,1 2-36 16,-2 4-33-16,1 1-33 0,2 3-11 0,0 4-11 16,3 2-24-16,-1-2-13 0,4 2-13 0,2 2 9 15,0 0-25-15,3 0 33 0,2-1-54 0,2 1 32 0,0-3-47 16,1-1 39-16,1 0-48 0,2-2 3 16,-1-2 10-16,2-3 9 0,-3 0 1 0,2-4 43 15,-2-2-49-15,1-2 40 0,1-2-48 0,-2-2 40 0,3-4-51 16,-2-2 42-16,2-3-12 0,-1-4-3 15,-2-2-5-15,1-2-2 0,-3-1-2 16,-2-1-4-16,-2-2-2 0,-2 0-1 0,3 2-2 16,-6-1 1-16,-3 1-1 0,0 0-2 0,-1-1 1 0,-5 2-44 0,0 0 49 15,-4 2-46-15,-1 2 50 0,-2 2-48 0,-4 2 38 16,0 2-45-16,-3 2 19 0,5 2-74 0,-1 4-25 16,1 1-47-16,2 3-61 0,1 2-96 0,3 1-77 15,3 3-61-15,1-1-103 0,3 2-595 0,5-1-777 16</inkml:trace>
  <inkml:trace contextRef="#ctx0" brushRef="#br0" timeOffset="44068.18">22552 14795 483 0,'17'-11'781'0,"-2"0"-153"0,-5 1-80 0,2 3-87 15,-4 0-52-15,0 1-38 0,-3 2-32 0,-5 4-41 16,4-5-28-16,-4 5-41 0,0 0 8 15,-10 6-75-15,2 1 4 0,-2 2-34 0,1 3-27 0,-3 2-18 16,1 3-19-16,2 1-10 0,0 1-15 16,2-1-5-16,0 0-5 0,5-1 10 0,0 0 3 0,1-1 9 15,2-2 11-15,-1-1 17 0,4 1-14 0,1 0 4 16,3-3 4-16,0-2-11 0,3-1-13 0,2 0-6 16,1-5-9-16,1 0-7 0,-1-2-8 0,3-2-3 15,-2-3-3-15,2 0-1 0,-2-5-9 0,0-2 0 0,0-1-3 16,-4-2-1-16,1-3 0 0,-5-1-3 0,-3 1 0 15,0-1-1-15,-3 2-5 0,-3-1-34 16,-1 0 42-16,-6 0-37 0,1 3 39 0,-3 0-61 16,-1 4 26-16,-1 0-63 0,-2 4 11 0,1 0-70 0,-2 2-25 15,2 3-47-15,-2 2-87 0,2 3-80 16,0 1-55-16,3 2-35 0,-2 2-57 0,9-1-48 16,0 0-394-16,3 1-574 0</inkml:trace>
  <inkml:trace contextRef="#ctx0" brushRef="#br0" timeOffset="44395.23">22952 14782 466 0,'17'-10'571'0,"-2"-3"-58"0,-2 4-69 0,-2-1-78 0,-1 1-38 0,-3 1-36 16,-1 0-19-16,-2 1-19 0,-4 1-11 16,0 6-39-16,0-11-23 0,0 11-28 0,-4-8-23 0,4 8-32 15,-9-4-12-15,9 4-22 0,-12 0-8 16,5 4-11-16,1-1-4 0,-1 4-12 0,2 0-6 0,1 0-3 15,0 5-5-15,2-1-2 0,2-1 0 0,2 4 0 16,2 0-7-16,3 0 1 0,4 3-1 0,0 0 0 16,4 1-2-16,0 0-1 0,4 0 6 0,0 0-8 15,-2 0-1-15,2-1-1 0,-2-2 4 0,-2 0-4 16,-2 0 2-16,0 0 0 0,-2-1-1 0,-3 0 0 16,1-2 0-16,-5 2 0 0,0-3 3 0,-4 0-4 15,0 0 1-15,-4 1 3 0,-2-1 1 16,-2 0 1-16,-1 0-2 0,-3-1-5 0,-2-2 6 15,0 2-7-15,-1-3 1 0,-1 0-20 0,0-1-40 16,0 0-99-16,-3-3-149 0,3 1-105 0,-4-1-149 0,1-5-516 16,1 0-698-16</inkml:trace>
  <inkml:trace contextRef="#ctx0" brushRef="#br0" timeOffset="44587.33">22967 14787 406 0,'27'-12'723'15,"1"0"-123"-15,0 1-52 0,2-1-94 0,0 2-34 16,5-4-38-16,3 1-47 0,-1-1-32 0,4 1-46 16,1-1-27-16,0 1-66 0,3 1-7 15,-2 0-55-15,0 1-18 0,-1 2-19 0,-7 0-12 0,-1 1-10 0,-2 1-5 16,1-1-11-16,-7 1-6 0,-3 1-12 0,0 0-105 16,-6 2-161-16,-4-2-148 0,-4 1-152 15,-2 1-744-15,-7 4-903 0</inkml:trace>
  <inkml:trace contextRef="#ctx0" brushRef="#br0" timeOffset="73635.98">9550 16998 72 0,'2'-4'310'0,"-2"4"-70"15,10-8-64-15,-10 8-23 0,13-2-41 0,-13 2-4 0,17 0-35 0,-6 1 8 0,3 1-31 0,4 1 1 0,5 1 12 0,4 1-10 16,4 1-6-16,2 1-4 0,3 0-4 0,7 1-7 0,1 1-1 16,-1 0 8-16,6 0-24 0,-3 0 0 15,6 1 5-15,0-2-8 0,3 1 0 0,3-1-1 16,9 2-3-16,3-1-2 0,0 0 3 0,0-2-8 16,4 0 6-16,-2-1-8 0,2 0 8 0,1-2-2 15,2 2 2-15,4-2-2 0,-1-1-1 0,3 0 1 16,3-2 0-16,-2 2 1 0,3-3 4 0,0 0 5 0,-1-2-3 15,2 0 1-15,1 0 1 0,1 0 0 0,-1-2 0 16,1 1 7-16,-1-2 26 0,-1 1 22 0,-3-1-27 16,0 2 1-16,0-3-9 0,0 2 24 0,-3 0-15 15,1 1-2-15,1-1-2 0,-3 2-5 0,2-1-1 16,-4 1 0-16,-2 1 20 0,-12-1-12 0,-1 1-2 16,-3 1-8-16,1 0-1 0,-2 0-12 0,-1 1-1 15,-2 1-1-15,1-1 5 0,0 0-12 0,-3-1 6 16,2 1-8-16,0 0 21 0,1-1-22 0,-1 0 7 15,1 0-9-15,0 0 10 0,1-1-6 0,0 0 9 16,1 0-15-16,-1 0 14 0,2-1-11 0,1 0 10 16,-1 1-2-16,2-1 16 0,0-1 4 0,-1 1-22 15,0-1-15-15,-3 1 13 0,1-2-11 0,-1 2 22 16,-3 0-24-16,2-1 16 0,-5-1-12 0,-2 2 9 16,-1-2-17-16,0 1 18 0,-1 1-16 0,1-2 11 15,1 2-17-15,-3-2 23 0,2 1 12 0,0 0-18 16,1 1 1-16,1-2 9 0,0-1-14 0,0 1 13 15,-1 0-17-15,-1-1 0 0,2-1 6 0,-1 0-4 16,1-2-2-16,-1-1 3 0,0 0 0 0,-4-1 4 16,4-1 21-16,-3 0-1 0,-1 0-8 0,-2 0 5 0,-1 0 9 15,-1-1-7-15,-3 1 2 0,0 0 0 0,-7 2 16 16,-2-1 5-16,1 2-21 0,-2-2 0 16,1 1-5-16,1 1-4 0,-1 0-5 0,-1-1 2 0,2 1 2 15,2 0-5-15,-2 0 5 0,2-1-4 0,2 0 1 16,2 0-2-16,3-1-1 0,0-1-1 15,1 0 7-15,-1 0-9 0,-1 1 3 0,-1-2 9 0,0-1 8 16,-7 2 5-16,-2 0-12 0,-2-2-1 0,-2 1 30 16,-4-3-34-16,-4 4 4 0,-2-3 0 0,-2 1-2 15,-2-2-2-15,-3 3-4 0,-2-2 2 0,-2 0-6 16,1-1 4-16,-4 1-4 0,1 0-1 0,-2-1 2 16,-1 2-1-16,0 0-2 0,-1 0 1 0,-2-3 0 15,2 1-4-15,-2 0 6 0,-2 1-3 0,1-2-4 16,-1 0 2-16,-1 1 2 0,0-2-3 0,-1-1 4 15,-1-2-7-15,0 2 11 0,-1 2-9 0,1-2 13 16,-1 1-13-16,-1-1 8 0,-2 1-10 0,2-1 10 16,-3 2-8-16,0-2 7 0,-3-2-11 0,-1 1 10 15,-1 0-7-15,-1 0 9 0,-1 0 2 0,-3 1 7 16,0 0-10-16,-3 0 5 0,-3-1-10 0,-4 1 8 16,-2 3-2-16,-1-1-1 0,-2 3 0 0,-2 0-4 0,-3 1 1 15,-1 4 0-15,-3-3 5 0,0 4 1 16,-2-1-4-16,-1 2-1 0,-1 0 1 0,0 0 3 15,0 1-2-15,-3 1-11 0,-2 0 11 0,-1-1-3 16,-2 1-1-16,-4 1 5 0,-8-1-8 0,-5 0 1 0,1 2 3 16,-2 0-1-16,-1-2-2 0,0 3 6 15,0 0 7-15,-2 1-4 0,0 0 2 0,1 1-5 16,-1 1 2-16,-1 2-1 0,2-1-6 0,4 3 0 16,-1-2 0-16,2 3-3 0,4 1 4 0,2 0-3 0,-1 1-8 15,12-4 8-15,-1 4-2 0,-8 1 3 16,9-2-1-16,0 0-2 0,-1 1 2 0,-2-2 3 15,3-1-1-15,-2 1-10 0,-1-1 10 0,-1-1-10 16,-1 1 9-16,2-2-5 0,-2-1 8 0,-1 0-9 16,0-1 8-16,-2-1-9 0,1 1 10 0,0 0-10 0,4-1 8 15,0-1-9-15,3-1 10 0,3 1-7 0,3-3 7 16,1 2-8-16,8 0 10 0,0-1-11 0,2-1 9 16,-1 0-10-16,-1-1 13 0,-3 0-12 0,-3 2 9 15,2-2-10-15,-4 1 4 0,1 0 7 0,-3 0-3 16,1 0 0-16,-2 0-2 0,0 0 3 0,-1 1-2 15,-1 0-3-15,5-1 2 0,-2-1 2 0,3 1-2 16,-1 1-2-16,3-1 6 0,6 0-4 0,1 0-2 16,1-1 3-16,-1 2-4 0,3 0 4 0,-3-1-3 15,2 2 2-15,1-1-2 0,-1 1 0 0,1 0 2 16,-1 1-5-16,-1-2 3 0,1 2-2 0,-1 0 5 16,0 2 15-16,-1-1-21 0,-1-1 2 0,2 1 2 15,-3 0 0-15,-2 1 0 0,-3 0 0 0,5-1 5 16,-4 1-5-16,5-2 1 0,-2 1 0 0,0-1 0 0,1 0 2 15,-1-1 0-15,2-2-2 0,-7 0 0 16,9 0 0-16,-1-1-3 0,2-1 1 0,1 0-2 16,-3 0 3-16,3-1 3 0,1-1-2 0,-2 3-2 15,1-3 2-15,0 0 0 0,2 3 2 0,-2-3-1 0,0 3-3 16,1-2 5-16,-2 1-1 0,2-1-1 16,-1 1-1-16,0 0-2 0,0 2 1 0,-4-1 1 15,4 0 0-15,-3 1-2 0,1 2 0 0,-1 1-1 16,2 0-1-16,-2 2 0 0,-1 2-1 0,-3 0 4 0,-1 4-2 15,3 0 2-15,1 3-2 0,1 1 1 0,1 1 3 16,1 0-2-16,5 4 2 0,-1 0 1 16,2 1-9-16,1 1 12 0,2 2-10 0,1-1 13 0,-2 3-11 15,3 1 10-15,1-1-12 0,-1 1 7 0,-1-1 5 16,3 2-7-16,-2-1-1 0,2-2-2 0,-2 2 5 16,7-5-7-16,-1 2 1 0,-1-3 28 15,2 1-31-15,1-2 30 0,1-3-37 0,4 2 37 16,-1-3-37-16,0 2 34 0,3-2-38 0,0 1 34 0,3-2-28 15,-1 1 29-15,1 2-34 0,3-1 37 0,-1 2-37 16,1 1 33-16,2 3-32 0,3 2 36 16,0 2-35-16,-1 2 33 0,4 2-28 0,0 5 37 0,2 2 3 15,2 6-9-15,-2 1-1 0,3 0-8 0,0 0 25 16,0 0-36-16,5-1 28 0,1 0-36 16,0-3 28-16,1-1-28 0,5 0 24 0,2-4-24 15,4-1 29-15,5-3-32 0,4 0 25 0,12-1-25 0,4-2 31 16,9-5-35-16,2-1 23 0,6-5-108 0,3-1-54 15,1-5-98-15,4-3-72 0,0-1-79 0,-2-2-95 0,-9-3-340 16,-3 0-380-16</inkml:trace>
  <inkml:trace contextRef="#ctx0" brushRef="#br0" timeOffset="89088.71">12222 15979 231 0,'0'-8'493'0,"-1"0"-137"0,-1 3-57 0,1-3-71 0,-3 0-27 0,2 1-44 0,-1-2-13 0,-1 2-31 0,-1 0-7 0,0-1-37 15,1 0 6-15,-1 0-14 0,1 1-2 0,-1-1-12 16,1 3 1-16,-1-2-16 0,0-1 3 0,1 1-18 16,-2-1 7-16,1 1-17 0,-2 1 1 0,0-2 0 15,-1 1 13-15,-1-1-12 0,-2 0 23 16,-1 1-2-16,-1-1 13 0,-2 1 3 0,-3-2 15 0,-2 2 5 16,-3 0-1-16,-3-1-7 0,-3 1-1 15,-3-1-9-15,-3 1-5 0,-6 0-9 0,-3-2-9 0,0 2 27 16,-4-1 0-16,0 0-5 0,-3 1-11 0,1 0 1 15,-1 0-9-15,0-2 4 0,2 2-1 0,1 0 17 16,-1 1-11-16,2-1 0 0,2 0-13 0,-2 0 5 16,5 2-9-16,4-1-1 0,1 2-8 0,-2-2 4 15,3 2-11-15,-2 0 7 0,0 1-10 0,1-2 9 0,-1 2-11 16,3 0 8-16,-2 0-10 0,0 0 9 16,1 1-9-16,0-1 6 0,0 1-4 0,0 0 5 15,1 1-8-15,-2-1 12 0,1 1-12 0,-1 1 12 16,-2 1-13-16,1 1 12 0,-1-1-14 0,-1 2 8 0,-6 2-9 15,0 0 9-15,-2 1-7 0,4 2 12 0,-3 1-7 16,1 0 8-16,-3 1-7 0,4-1 6 0,-3 1 17 16,0 1 10-16,1-2 4 0,4 4 1 15,-2-4 15-15,5 2-17 0,7-2 0 0,0 0-11 16,2-1 2-16,3 2-10 0,0-1 4 0,5 1-11 16,1 0 22-16,2-1-19 0,1 2 9 0,1 0-9 15,1-1 3-15,2 0-10 0,-2 2 5 0,7-1-7 16,-4 2 4-16,2 1-8 0,1 0 7 0,-2 1-7 0,4 0 4 15,-2 2-4-15,-1 0 1 0,1 1 0 0,-1 1 3 16,1-1-5-16,-1 1 6 0,-2 3-8 0,1-2 6 16,1-1-10-16,0 0 10 0,2 2-1 0,-4 2-1 15,2-4 3-15,3 1 19 0,-2 1 5 0,1-1-5 16,-1 2-8-16,1-2 1 0,1 0 17 0,1 2-2 16,0 0-3-16,1-1 14 0,1 0-6 0,-1-1-4 15,2 2 7-15,-1-2-20 0,3-1 23 0,2-1-10 16,0 1 22-16,0 1-20 0,2-1 4 0,0 0-5 15,3 1 16-15,2 2-17 0,1 0 24 0,0-3-23 16,1 1 13-16,5 1-29 0,0 0 0 16,3 1-7-16,0 0 23 0,3-2-21 0,1 1 26 0,1-2-32 15,2 1 21-15,5 2-22 0,0-1 18 0,1-1-26 16,2 1 20-16,1-2-23 0,0-1 18 0,0 0-21 0,2-1 23 16,-2 0-19-16,3-2 22 0,-1 0-10 15,-1 0 0-15,3-3-1 0,1 2 2 0,2-3 1 0,0 0-7 16,0-1 3-16,1 1 1 0,3-3 3 0,-1 2-7 15,1-2-21-15,3-2 31 0,3 1 13 0,2 0 15 16,0-2-5-16,4 1-6 0,1 1-5 0,0-3-2 16,3 1 2-16,1 0 4 0,-2-1 4 0,1-1 8 0,1 1-6 15,-1-1-4-15,-2 1 9 0,2-1-6 16,0-1-4-16,-3 1-7 0,1 0-8 0,-2-2 5 16,2 1 7-16,-3 1-2 0,1-2-2 0,-1 0 0 0,1-1-8 15,-3 0-3-15,2 0 3 0,-4-1 4 0,1-2-4 16,-1 1-1-16,-1 0-2 0,-2-3 5 0,0 2-18 15,0-3 16-15,-2 1-4 0,1-1-2 0,0-2-1 16,-1 0 2-16,-2-1-4 0,0 0 1 0,1-2 0 16,-4-1-15-16,1 0 16 0,-2-2-19 0,-2-2 23 15,-1-1-19-15,0 1 20 0,2-2-20 0,-6 0 23 16,1-2-21-16,-1 1 19 0,-1 1-18 0,-5 3 1 0,-3-1 2 16,2 0 0-16,-2 0-1 0,0 1 0 0,-1 0 1 15,1 0 19-15,0 1-19 0,0-1 17 16,-4-1-22-16,4 1 20 0,-1 1-21 0,-3-2 23 0,0 3-25 15,-3-2 21-15,0 1-18 0,3 0 17 0,-3-4-20 16,1 0 19-16,0-2-16 0,0 0 17 0,-2 0-17 16,2-2 17-16,-2-1-21 0,3 0 23 0,-4-2-24 15,3 0 16-15,-2-5-10 0,0 2 18 0,-2 1-20 16,0-1 4-16,-2-1 0 0,1 2 4 0,-2-1-1 16,-2 0 3-16,-2 2 7 0,1 2-1 0,-2 0-2 15,0 1-3-15,-3 1 1 0,0-1-3 0,-1 1 7 16,-1 1-3-16,-1 0 20 0,-1-2-15 0,-2 2 11 15,1-2-21-15,-4 0 19 0,1 0-18 0,-2 3 14 16,-1-2-22-16,-2-2 1 0,-1 0 24 16,2 1-16-16,-3 2-9 0,-1-1 3 0,0 2 2 15,-1-1-3-15,-2 2 2 0,2 0 1 0,-3 1 1 0,-1 0 0 16,0 0 1-16,-3 1 1 0,-1 0-2 0,0 2-1 16,-3-1 4-16,-2 2-1 0,-3 0-5 0,-3 0 4 15,-3 1-3-15,-1 1 5 0,-2 1-4 0,-2 2 0 16,-3 1 3-16,-2 4-5 0,-3-2 5 0,-3 3-4 15,1 2 4-15,-3 0-3 0,-1 1 0 0,-1 2-2 16,-2 1-3-16,-1 3-1 0,5-2 0 0,-4 4-2 16,-6 1-11-16,8 0-6 0,5 1 2 0,1 0-6 15,6 0 8-15,1 0-34 0,5 1-23 0,7 0-23 0,4-2-39 16,8 2-25-16,0 0-35 0,4 0-59 16,3 2-83-16,4 0-92 0,2-1-77 0,3 3-97 0,1-2-482 15,3-1-710-15</inkml:trace>
  <inkml:trace contextRef="#ctx0" brushRef="#br0" timeOffset="90971.95">16965 15887 52 0,'0'0'424'0,"0"0"-121"0,9-3-37 0,-9 3-56 0,0 0-24 0,8-3-48 15,-8 3 14-15,0 0-26 0,4-6-1 0,-4 6-43 0,3-6 9 0,-3 6-32 0,1-6 29 0,-1 6-28 0,-3-10 8 0,3 10-20 0,-5-9 12 0,1 1-13 0,-2 1 6 0,0-2-17 0,-4 1 10 0,-1-2-12 0,-3 1 18 0,-1-2-18 0,-4-1 19 16,-4-2-14-16,-4 2 12 0,4-1-9 16,-5-2 3-16,-6-1-12 0,1 1 3 0,-5-1-10 15,2 1 8-15,-2-1-1 0,-1 1 17 0,0-1 0 0,-1 2-9 16,-2-1 0-16,0 1-6 0,0 0 21 0,-1 1-5 15,0 0-11-15,0 2-3 0,-2 2-4 0,1-2-8 16,0 4 0-16,-1 1-9 0,0 0-2 0,1 1 33 16,3 2 5-16,0 1-4 0,0 0-3 0,0 1-18 15,-1-1-1-15,2 2-7 0,-1 0 10 0,2 2-7 16,-1-2-2-16,3 1-2 0,1 1 0 0,-1-1-5 16,3 3 0-16,-1-1 6 0,1 0-10 0,-1 1 7 15,2 0-5-15,-2 1 13 0,2 0-5 0,-1 1 7 16,-1 0 9-16,2 1-1 0,-1 0-4 0,-1 2 11 15,2-1-10-15,-7 3 1 0,2 1 6 0,1-1-1 16,-3 1-14-16,3 0 15 0,5-1-9 0,-4 0-1 16,-2 2-8-16,7-2 17 0,-1-1-12 0,-1 0 6 0,1-1-8 15,2 1 12-15,-1-2-17 0,0 1 9 16,4-1 3-16,2 0 0 0,-1-2-12 0,3 1 4 0,-2 0-13 16,4-1 10-16,-2 2-15 0,1 0 5 15,3 0-9-15,-1 0 8 0,-1 2-9 0,2 1 9 16,0-1-12-16,1 2 10 0,0 1-11 0,-1-1 10 0,1 2-9 15,-1 0 0-15,4 0 0 0,-5 0 2 0,3-1 3 16,1 0-1-16,0 2-2 0,0-2 0 0,-2 1 1 16,4 0 0-16,-3-2 11 0,1 1 18 0,2 1-3 15,-1-2-1-15,-1 0 0 0,4 1 3 0,-4 0 8 16,2-3-6-16,2 3-5 0,1-1 0 0,0-1-5 16,-2 1-6-16,4 0 16 0,0 1-18 0,-2 0 38 15,2-1-31-15,1 2 22 0,0 0-30 0,-2 2 16 16,2-2-20-16,2 2 19 0,-2-1-27 15,2 1 20-15,0 0-16 0,-1-1 23 0,3 2-30 0,-1-1 45 16,0-1-29-16,3 2 27 0,-2 0-32 0,1 0 31 16,3 0-39-16,-1 1 37 0,2 0-22 0,-1 0 27 15,3 0-35-15,1 4 40 0,2 0-29 0,0-1-5 16,1 4 0-16,3 0-1 0,3 0 2 0,-2 0-5 16,3 0-3-16,0 1-3 0,3-2 22 0,-3 1-28 15,2-1 28-15,1 0-31 0,0-1 26 0,-2-2-28 16,3 1 30-16,-1-2-32 0,1 1 32 0,-2-1-31 15,2-1 27-15,1-1-29 0,-1-1 28 0,3 0-3 0,0-2-3 16,-1 1 2-16,1-1-1 0,2-1 0 0,2-2 5 16,0 1-12-16,3-2 38 0,3-2-19 0,1 2 27 15,1-2-3-15,8 1-4 0,0-2-12 0,2 0-4 16,3 1-2-16,0-4-1 0,3 3 0 0,-2-2-4 16,3-2 14-16,0 2 11 0,0-3-4 0,-2 2 2 15,3-1 1-15,-3-1-22 0,0 1 16 0,-2-1-27 16,-5 0 19-16,1-1-9 0,-1 0 0 0,3-1-8 15,-2 1-2-15,0-2-1 0,3 0 7 0,5-2-5 16,-1 1 0-16,4-1-2 0,-3-3-2 0,2 3-1 16,3-3-2-16,-1-1 2 0,-2 0-19 0,0 0 19 15,1 0-18-15,-3-1 23 0,2 0-22 0,-1-1 25 0,-2 0-25 16,1-2 21-16,-2 0-23 0,1 0 24 16,-3-2-19-16,0 1 18 0,-2-2-15 0,0-2 16 15,-2 1-20-15,0 0 20 0,-1-2-19 0,-1 1 19 0,-2-1-16 16,2-1 15-16,-2 0-16 0,-2-1 7 0,0 1-3 15,0-2 1-15,-1 1 0 0,1-2 2 0,-1-2-4 16,-2 1 1-16,1-2 16 0,-2-1-19 0,2-1 18 16,-3-2-19-16,0-1 17 0,0 0-20 0,-2-1 19 15,-3-1-16-15,-2 0 16 0,-2 0-18 0,-3-1 20 16,-3 0-18-16,-3 2 15 0,-2 0-18 0,-4-1 4 16,1 0 2-16,-6 0 1 0,0 2 1 0,-4 1 0 15,-1-5-30-15,-4 1 36 0,-1 0 1 0,-2 0 8 16,-1 2-13-16,-6-3 2 0,4-1-3 0,-2 7 0 0,1-1-1 15,-3 2 1-15,3 1 1 0,-1 1-4 16,1 0 0-16,-3 3 0 0,6 3-1 0,-2 0-2 16,0 2 0-16,0 1 3 0,2 1 0 0,1 2-5 15,-2 2-17-15,1-1-10 0,-2 2-17 0,-2 1-19 0,-1 1-19 16,-3 1-50-16,1 3-51 0,-2-1-51 16,-3 2-54-16,-5 2-94 0,0 2-77 0,-6 0-31 15,1 4-107-15,1 1-555 0,2 0-774 0</inkml:trace>
  <inkml:trace contextRef="#ctx0" brushRef="#br0" timeOffset="99769.57">18724 17547 213 0,'-11'-10'186'0,"-1"2"-35"0,-2-1-19 0,-2 0-10 0,-2-2-6 0,-2 1-17 0,3 0 2 0,-2-1 6 0,-1-1-5 0,1 0 1 0,0 0 2 0,1-1-7 0,-1-1-1 0,-1 2-5 0,0-2-15 0,-3 0-11 0,3-2-13 0,-3 2 5 0,-1 0-23 0,-1 1 15 0,-3 0-11 0,0 0 4 0,0 1-2 0,-4 1-1 0,0 0-12 15,0 2 11-15,-6-2-7 0,-3 1 9 0,-1 2 7 16,-2 1-12-16,0 0-2 0,-1 1-5 0,-5 2-3 0,1-1 1 16,-2 4-2-16,-5-1 0 0,2 2 8 15,-3 1 16-15,-2 3 7 0,0 2-17 0,-11 4 7 16,0 1-14-16,1 3 41 0,0 2-15 16,-3 2 9-16,3 1-33 0,0 1 14 0,1 2 2 0,2-1 28 15,2 1-39-15,1 1 24 0,6-1-33 0,2 0 29 16,13-1-15-16,1 0 6 0,6 4 25 0,2 1-35 0,6 3 37 15,2 3-40-15,5 3 57 0,5 3-4 16,6 3-11-16,3 2-13 0,6 2 1 0,4 2 9 0,6 2-14 16,6 7-8-16,5 1-8 0,5 0 63 15,6 0-5-15,5-3 41 0,7-1-12 0,1-4-15 16,6-2-24-16,5-4-14 0,3-4-20 0,2 0-10 16,7-6-10-16,3-1 1 0,4-4-15 0,2-1 5 15,2-4-13-15,-1-3 1 0,0-3-11 0,-3-5-5 0,0-4 1 16,-3-3-5-16,-7-5 7 0,8-5-5 0,1-3 4 15,-1-7-9-15,1-1 4 0,-1-7-5 0,1-6-37 16,-2-4 49-16,-2-3-41 0,14-11 46 0,-20 5-35 16,0-4 46-16,-4-2-43 0,-5-1 38 0,-5-1-43 15,-4 0 44-15,-8 0-20 0,-4 1 58 0,-8 2-55 16,-6 6 2-16,-9 0-4 0,-4 0-1 16,-6 6-19-16,-5 2 26 0,-6-6-23 0,-7 3 1 0,-6 1-2 15,-4 3 7-15,-5 1-6 0,-10-3-13 0,-1 4-24 16,3 6-24-16,1 3-1 0,-1 0-79 15,0 4-16-15,1 3-76 0,2 1-22 0,7 4-61 0,3 2-38 16,4 3-10-16,2 1-38 0,2 0-36 0,2 2-325 16,3 1-300-16</inkml:trace>
  <inkml:trace contextRef="#ctx0" brushRef="#br0" timeOffset="100788.17">18759 12844 16 0,'7'3'701'0,"-7"-3"-170"0,13 1-125 0,-13-1-79 0,11-2-59 0,-11 2-39 0,15-6-43 0,-9 0-5 0,3 0-21 16,1-3 16-16,-1-1 2 0,-1-3-7 0,2 0 0 0,-1-5-19 0,-2-1-10 0,-1-2 22 0,0-2-10 0,-5-1-22 0,1-2-17 0,-4-2-21 0,-2-3-14 0,-3 0-2 0,-6-5 1 0,-3 2 0 15,-4 0-29-15,-5 3 8 0,-6 1-26 0,-15-2 10 16,-4 3-21-16,-8 3 10 0,-9 3-16 0,-7 4 26 15,-5 5-7-15,-8 4 15 0,-8 5 8 16,-2 5 7-16,-7 6 16 0,-18 8 3 0,2 7-7 16,11 6-7-16,5 7 16 0,9 7-16 0,12 6-15 15,20-3-5-15,6 4-12 0,8 4-5 0,11 5-31 0,6 3 32 16,8 4-28-16,9 3 18 0,9 0-21 0,10 3 10 16,6 0 0-16,13-4-2 0,5 1-2 0,9-5-1 15,7-3 4-15,7-4-4 0,4-5-24 0,6-5 29 16,6-4-31-16,4-7 33 0,6-4-22 0,4-5 23 15,4-5-27-15,6-3 32 0,1-7-35 0,1-3 29 16,2-6-23-16,-1-4 29 0,2-5-21 0,-3-8 25 16,17-8 2-16,-5-5 3 0,-8-7 5 0,-5-4 2 0,-7-7-2 15,-19 4 2-15,-7-5-5 0,-7-3-28 16,-7-2 39-16,-7-1-34 0,-9-2 31 0,-10-2-5 0,-11 7-8 16,-10-1 2-16,-10-9-8 0,-12 2-3 0,-13 0-3 15,-6 4-4-15,-12 1-1 0,-17-5-2 16,-10 5-26-16,-6 6 24 0,-5 5-27 0,-7 5 28 0,-3 7-57 15,15 6 18-15,2 6-57 0,-1 4-40 16,3 2-35-16,6 3-58 0,2 5-84 0,15 4-113 16,4 3-79-16,3 3-118 0,5 4-710 15,2 1-930-15</inkml:trace>
</inkml:ink>
</file>

<file path=ppt/ink/ink1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36:59.198"/>
    </inkml:context>
    <inkml:brush xml:id="br0">
      <inkml:brushProperty name="width" value="0.05292" units="cm"/>
      <inkml:brushProperty name="height" value="0.05292" units="cm"/>
      <inkml:brushProperty name="color" value="#FF0000"/>
    </inkml:brush>
  </inkml:definitions>
  <inkml:trace contextRef="#ctx0" brushRef="#br0">8480 8288 69 0,'-3'-8'580'0,"-4"-1"-166"0,4-1-68 0,-2 0-68 0,0-2 11 0,0 0-44 0,-2 0 0 16,0-1-22-16,2 1 3 0,-2 0-10 0,1 0 9 15,2 3-6-15,-2 0-44 0,2 1-33 0,1 1-35 16,3 7-4-16,-5-4 14 0,5 4 19 15,0 11-2-15,1 4 3 0,3 6 3 0,3 9-13 0,3 8-9 16,0 6-28-16,2 3-3 0,3 11-19 0,-2 2-14 16,3 0-11-16,-2-1-8 0,2-2 1 0,-4 0-15 0,4-10-1 15,-6-1-6-15,4-3 1 0,-4-1-9 0,3-3-17 16,0-3-49-16,-3-8-66 0,-1-2-55 0,1-5-90 16,-2-1-59-16,-2-7-62 0,-1-2-88 0,-2-4-85 15,-3-7-400-15,6 6-553 0</inkml:trace>
  <inkml:trace contextRef="#ctx0" brushRef="#br0" timeOffset="250.21">8516 8576 201 0,'-9'-45'632'0,"-1"0"-96"15,3 5-121-15,3 6-71 0,0 4-25 0,3 4-60 16,1 5-1-16,3 2-20 0,0 1-23 0,5 3-22 16,1 2-12-16,5 1-20 0,5 4-7 0,-2 2-28 15,3 4-21-15,1 2-24 0,3 3-13 0,2 4 1 16,-1 1-11-16,-2 3-7 0,0 4 1 0,-1 2-18 15,-7-3 5-15,-2 3-18 0,-3 1-1 0,-1 2-3 16,-6 1-6-16,-3-1 0 0,-3 3 7 0,-7 4-5 16,-1-2 0-16,-6 0-3 0,2-1-2 0,-6-1-3 15,3-3 2-15,-2-1-3 0,-2-2-2 0,2-1-4 16,2-4-16-16,0-4-58 0,4-1-79 0,2-3-87 0,1-3-102 16,11-1-82-16,-16-6-104 0,12-1-456 0,3-3-583 15</inkml:trace>
  <inkml:trace contextRef="#ctx0" brushRef="#br0" timeOffset="465.65">9020 8173 507 0,'14'-7'786'0,"-3"4"-155"16,-11 3-107-16,0 0-87 0,6 5-51 0,-7 3-35 16,-7 6-22-16,-1 2-17 0,-5 6-51 0,0 3-46 15,-4 5-43-15,0 4-12 0,0 1-25 0,3 1-27 16,4 2-19-16,2 1-16 0,5-4-13 15,1-2-8-15,6 1-19 0,3-2-2 0,6 3 0 0,6-2-10 16,3-4-1-16,5-2-18 0,1-4 3 0,2-3-25 16,1-5-41-16,0-3-45 0,0-4-95 0,-1-5-99 15,-2 1-69-15,2-6-60 0,-3-3-55 0,2-2-37 16,-1-6-490-16,-6-4-617 0</inkml:trace>
  <inkml:trace contextRef="#ctx0" brushRef="#br0" timeOffset="831.86">9405 8426 535 0,'-4'-21'637'0,"-3"4"-86"0,4 0-89 15,-1 3-90-15,-1 2-72 0,4 1-38 0,-2 5-4 16,3 6-8-16,0 0-3 0,0 0 4 0,-5 6-36 16,5 2-5-16,1 4-32 0,2 3-22 0,0 2-7 15,2 4-24-15,0 1-18 0,-1 0-23 0,3 4-14 0,-2-3-18 16,0 1-5-16,-1-2-14 0,0 0-1 0,-1-4-16 16,0-1 11-16,0-3-18 0,0-2 12 15,-2 0-6-15,0-2 38 0,-1-3-9 0,0-7-5 0,-2 7-13 16,2-7-18-16,-9-2 17 0,4-4-21 0,-2-4 14 15,-1-4-18-15,-2-5 22 0,0-5-31 0,1-5-1 16,-2-1 5-16,2-10-1 16,0 0 13-16,1-3-19 0,2 3 32 0,3 5-21 0,2 1 1 0,1 6 6 15,1 2-2-15,3 2 3 0,1 3 5 16,4 3 9-16,-1 3 19 0,2 5 3 0,3 3 2 16,-2 5 4-16,3 3 7 0,3 4 3 0,2 4-1 15,-1 3-6-15,4 5-41 0,-1 4 32 0,4 4-26 0,-2 2 24 16,-2 4-36-16,1-1 35 0,-4 3-16 0,-1 1-5 15,-3-1-2-15,0 2-11 0,-7-4-48 0,1 1-81 16,-4-2-61-16,-1-4-70 0,-2 0-74 0,-2-1-83 16,-3-2-81-16,-4-1-59 0,2-3-85 0,-3-3-474 15,-4-3-727-15</inkml:trace>
  <inkml:trace contextRef="#ctx0" brushRef="#br0" timeOffset="1282.55">9369 8601 278 0,'-10'-10'667'0,"1"-2"-168"0,5 4-109 0,0-2-79 15,3 0-62-15,1 2-35 0,4-2-14 0,1-1-23 16,4 2-10-16,4-3-3 0,2-1-40 0,3 0 10 16,8-1-37-16,0 0-6 0,7-2-35 0,2 0-10 15,-2 1-5-15,2 0-18 0,-7 1 1 0,-1 3-7 16,-4-2-1-16,-1 4-3 0,-2 0-9 0,-3 1 5 0,-2 1-1 16,-3 0 1-16,0 3 6 0,-3-2 15 15,0 1 13-15,0 2 5 0,-9 3 7 0,12-6-2 16,-12 6-4-16,9-2-4 0,-9 2-2 0,0 0 18 15,7 8 4-15,-3-2 23 0,0 3-11 0,0 1 20 0,0 4-6 16,1 1 15-16,1 2-21 0,1 1-9 0,0 1-21 16,1 2-10-16,0-2 3 0,-1-1 16 0,1 1-15 15,-3-3-7-15,-1-2-10 0,1 1-6 0,-2-3-3 16,-1-1-1-16,2-2 1 0,0 0 23 0,-3-2 35 16,-1-7-7-16,1 7-10 0,-1-7 0 0,0 0-4 15,-6-6-11-15,2-2-32 0,2-2 25 0,-2-5-36 16,0-2 26-16,1-5-33 0,-1-2 29 0,2-2-37 15,2-2 25-15,-2-1 0 0,2 1-9 0,2 0 0 16,-1 1 1-16,2 2-3 0,-1 2 3 0,2 3-1 16,0 3-2-16,1 3-1 0,3 2 5 0,1 1 11 15,-2 5 0-15,4 2 1 0,1 2-3 0,1 3 3 16,1 2-31-16,0 3 32 0,4 4-35 0,-2 1 41 16,0 2-38-16,-2 2 28 0,0 1-29 0,0 1 3 15,-3 2-16-15,0 1 0 0,-3 0-77 0,-1-1-39 16,1 0-63-16,-4-1-124 0,-3-1-95 0,2-2-71 15,-3-2-109-15,0-1-665 0,0-3-874 0</inkml:trace>
  <inkml:trace contextRef="#ctx0" brushRef="#br0" timeOffset="1849.91">10278 8110 750 0,'9'-9'717'0,"0"4"-119"0,-9 5-85 15,14 1-54-15,-6 4-32 0,0 0-34 0,3 6-33 0,-1 0-44 0,1 3-32 0,1 3-56 0,3 1-5 0,-2 4-55 0,1 0-22 16,3 3 10-16,-2-1-60 0,-1 1 11 16,2 0-50-16,-1-1 18 0,-4-2-49 0,1-3 26 0,-3-3-39 15,-1 0 27-15,-1-3-3 0,-2-1-8 0,2-1-2 16,-4-4-6-16,0-1-3 0,-3-6-36 0,0 0 30 16,0 0-34-16,0 0 32 0,-8-10-32 0,3-2 31 15,-5-3-35-15,1-3 30 0,-1-6-33 0,-3-3 29 16,3-1 6-16,-2-7-5 0,-2-1 2 0,4 0-5 15,4 5 1-15,-2 0-1 0,4 0-3 0,2 5 5 16,0 2-4-16,5 1 3 0,1 2-1 0,1 2-7 16,4 2 7-16,-2 3-2 0,4 2 0 0,0 3-2 15,2 1 7-15,2 2-6 0,-3 4 5 0,-1 0-3 16,2 3 0-16,0 0 2 0,-3 1 1 0,2 4 0 0,-3-1-5 16,-3 1 2-16,3 3 4 0,-5 0-4 15,-2 1 2-15,-3 2 1 0,-2 0 0 0,1 0 0 0,-1 0-1 16,-3 0-2-16,2-1 0 0,2 0 1 15,-1-2 2-15,-1 2-3 0,3-1 4 0,0-1-3 0,-1 1 0 16,2-1-23-16,0 1 30 0,3-1-24 16,-1 1 30-16,4 0-24 0,0 1 26 0,4-2-31 15,-1 3 32-15,0-2-26 0,4-1 27 0,-3 1-33 16,2 1 8-16,0-3 3 0,-3 3-3 0,2-2 6 0,-1 2-1 16,-1-1 4-16,-3 2-2 0,-1 0 33 0,0-1-40 15,-2 0 30-15,-3 0-28 0,0 1 28 16,-3-1-29-16,-2 0 28 0,-4 1-31 0,2-1 30 0,-4-1-31 15,1 0 30-15,-3-2-29 0,-2-1 29 0,2-1-31 16,-5-1 31-16,3-3-26 0,-3 1 26 0,1-3-33 16,0-3 14-16,0 1-60 0,0-3-49 0,3-2-51 15,-1-2-120-15,3-1-91 0,0-3-89 0,3-2-125 16,0-4-722-16,4-2-910 0</inkml:trace>
  <inkml:trace contextRef="#ctx0" brushRef="#br0" timeOffset="2070.3">10672 7794 832 0,'14'-6'722'0,"2"2"-155"0,0 2-125 0,3 1-41 0,2 3-6 0,6 1-15 0,-2 4-28 0,4 2-44 0,3 2-43 0,4 5-6 16,-2 3-25-16,-1 3-45 0,-2 1-34 0,0 4-16 16,-2 3-22-16,-4 0-21 0,-1 2-20 0,-4 2-36 15,-2-2 20-15,-3 2-37 0,-4-6-7 0,-2 3 0 16,-4-2 1-16,-3-3 19 0,-2-1-18 0,-2-1-1 15,-3 0-47-15,-3-1 6 0,-1-3-67 0,0-2-32 16,0-2-22-16,-1-4-74 0,1-1-97 0,0-5-81 16,-1-3-108-16,10-3-165 0,-13 0-476 0,13 0-759 0</inkml:trace>
  <inkml:trace contextRef="#ctx0" brushRef="#br0" timeOffset="2315.67">11445 7933 806 0,'0'0'908'0,"4"-6"-185"0,-4 6-143 0,0 0-88 15,2-7-71-15,-2 7-81 0,4-5-73 0,-4 5-52 16,9-11-46-16,-1 5-31 0,3-1-28 16,3-2-24-16,4 1-16 0,5-1-16 0,5-1-10 0,0 0-9 15,3 1-8-15,0-1-6 0,1 2-8 0,0 1 0 16,-2-1-29-16,-7 4-69 0,-1-2-66 0,-3 3-92 15,0 1-64-15,-8 0-24 0,-11 2-38 0,14 4-54 16,-14-4-78-16,2 9-470 0,-8-2-563 0</inkml:trace>
  <inkml:trace contextRef="#ctx0" brushRef="#br0" timeOffset="2714.96">11419 8106 370 0,'-11'11'687'0,"1"-4"-171"15,4-1-87-15,5 0-45 0,1-6-52 0,4 7-25 16,-4-7-26-16,19 3-39 0,-3-3-42 0,4-3-39 15,4 0-33-15,8-2-26 0,1-4-22 0,8 0-13 16,4-5-13-16,0 1-17 0,2-2-8 0,-1-3-12 16,9-4-32-16,-3-3-38 0,0 0-38 0,-4-4-37 15,-1 0 7-15,-3-2-15 0,-10 3 19 0,0 0 11 16,-4-1 18-16,0 2 7 0,-6 0 28 0,-6 3 22 0,-3 4 23 16,-3 1 33-16,-2 2 37 0,-4 3 39 0,-3 2 9 15,-2 0 21-15,-1 4-6 0,-1-1 9 0,-2 3 4 16,-1 3 12-16,4 3 22 0,0 0-12 15,-14 1-6-15,9 3-19 0,0 6 3 0,1 2-13 0,0 4-9 16,2 0 2-16,2 4 3 0,1 0 5 0,4 3-23 16,0 1-16-16,6 1-3 0,3-1 11 15,0 0 7-15,4-1 3 0,-1-4 26 0,3-1 3 0,0-2-5 16,-1-4 4-16,3-3 10 0,0-2-9 0,2-1-46 16,-3-5 15-16,0-1-49 0,3-3 22 0,-1-3-42 15,-1-1 38-15,0-4 13 0,-4-1 34 0,1-4-55 16,-4 0 13-16,-3-1-6 0,-4-3-6 0,-5-1-14 15,-1 3-28-15,-6-4 12 0,-4 1-27 0,-7-2 13 16,-4 1-8-16,-11 2-3 0,-2 1-19 0,-6 3-41 16,-4 3-83-16,-2 5-74 0,-3 2-125 0,9 5-55 15,-1 4-109-15,-8 4-160 0,5 5-171 0,0 3-784 16,0 4-1265-16</inkml:trace>
  <inkml:trace contextRef="#ctx0" brushRef="#br0" timeOffset="4531.55">12357 8689 659 0,'0'-10'528'0,"0"-1"-84"0,-1 1-74 0,-1-1-51 0,0 2 22 0,2 0-8 0,0 3-37 0,0-1-21 0,0 0-51 0,0 7-44 0,0-11-34 16,0 11 9-16,0 0 20 0,0 0-2 0,14 7 5 16,-5 4-35-16,5 4-24 0,2 6-15 0,5 6-16 15,-1 4-17-15,3 1-13 0,-2 3-15 0,1 1-4 16,-2 0-5-16,2 0 0 0,-2 1 1 0,0 1-23 16,-1-1-2-16,-2-3-5 0,-1 1-9 0,-2-6-48 15,-5-3-75-15,1 0-51 0,-2-6-81 0,1-1-61 16,-5-3-22-16,-2-4-99 0,-2-1-44 0,-2-5-73 15,2-6-331-15,-13 7-446 0</inkml:trace>
  <inkml:trace contextRef="#ctx0" brushRef="#br0" timeOffset="4765.1">12440 8977 238 0,'-18'-38'555'0,"2"0"-99"0,3 4-51 16,3 3-29-16,2 2-38 0,4 4-51 16,3 2-16-16,4 0-17 0,2 2-32 0,4 1-15 15,2 2-15-15,1 1-16 0,4 2-14 0,1 1-11 0,7 0 3 16,-1 5-27-16,0-1-16 0,-1 4-37 0,4 4 3 15,-5 1-36-15,0 3 10 0,-1 2-23 0,1 2-6 16,-3 4-5-16,-2 2-1 0,-3 3-1 0,-2 1-5 16,-7 2-1-16,0 2 7 0,-4-1 12 0,-4 3-16 15,-4 5 7-15,-3-2-14 0,-2 3 10 16,-6-4-16-16,0 3 13 0,0-5-12 0,-1 0 11 16,0-4-15-16,2-1 11 0,3-6-41 0,-2 0-25 0,6-4-104 15,-2-2-81-15,4-3-86 0,9-2-109 0,-10-5-99 16,7-2-507-16,3 0-664 0</inkml:trace>
  <inkml:trace contextRef="#ctx0" brushRef="#br0" timeOffset="5012.6">13070 8374 1075 0,'4'-6'807'15,"-4"6"-133"-15,-2-7-144 0,2 7-77 0,-14 3-47 16,2 2-54-16,-2 3-58 0,-1 4-37 0,-6 6-15 15,2 3-57-15,-4 6 2 0,0 6-45 0,3 1 12 0,-1 4-51 16,5 0 2-16,4 3-48 0,3-1 19 0,3 3-43 16,5-7 27-16,4 1-28 0,4 3 10 15,4-2-1-15,6-2-8 0,2-1-5 0,4-7-10 16,4 1-17-16,2-7-24 0,3-2-23 0,-4-5-47 0,3-6-51 16,0-1-58-16,-3-6-78 0,0-3-100 15,-4-3-44-15,1-3-61 0,-4-2-67 0,3-7-55 16,-2-3-378-16,-5-4-580 0</inkml:trace>
  <inkml:trace contextRef="#ctx0" brushRef="#br0" timeOffset="5364.92">13344 8628 394 0,'-4'-18'693'0,"-1"5"-142"0,4 3-110 15,-2 2-82-15,3 8-26 0,-4-7 9 0,4 7-24 16,0 0-24-16,-1 14-33 0,1-3-9 0,3 6-15 16,-1 1-23-16,2 6-22 0,4 5-16 0,-1 1-23 15,0 2-16-15,-1-1-41 0,4 0-13 0,-3-1-6 16,0 0-15-16,1-3-8 0,1 1-8 0,-4-6-2 15,0-3-22-15,-1-1 1 0,1-3-6 0,-1-2 3 16,-1-2-7-16,-1-3 1 0,-2-8-1 0,-1 10 4 16,1-10-14-16,0 0-11 0,-10-10-2 0,3 2 20 15,1-8-26-15,-3-3 22 0,-1-6-19 0,-2-5 16 16,-1-8-17-16,2-1 15 0,1-2-11 0,-2-3 13 16,3 0-16-16,3 3 26 0,2 5-23 0,3 3 8 15,1 6 3-15,2 1 5 0,3 3-3 0,2 3 4 16,2 2 1-16,3 2-6 0,3 4 2 0,1 5-3 15,0 3 3-15,3 2 2 0,1 4-10 0,2 3 8 16,0 5 24-16,3 5-30 0,-2 3 16 0,1 6-23 16,-1-1 20-16,-1 4-18 0,-5-3 25 0,-1 1-19 0,-3 0 18 15,1 1-21-15,-2-3 17 0,-6-1-41 0,3-1-44 16,-4 0-60-16,-2-3-113 0,-2 0-123 16,-2-4-111-16,-2 2-166 0,-1-3-633 0,-6-2-885 15</inkml:trace>
  <inkml:trace contextRef="#ctx0" brushRef="#br0" timeOffset="5789.15">13346 8813 357 0,'-6'-10'761'0,"6"10"-190"15,-2-8-119-15,2 8-77 0,6-9-38 0,0 4-17 16,3 0-30-16,-1-3-38 0,7 1-39 0,-1 0-35 16,5-4-32-16,3 0-19 0,3-1-29 15,0-4-15-15,3 0-19 0,2-3-12 0,0-1-8 0,0-1-7 16,-2 1 6-16,-3-5-23 0,-2 2 10 0,-3 0-22 15,-3 1 24-15,-1 0 0 0,-5 4 17 0,-2 0-6 16,0 0 33-16,-5 3-4 0,2 2 15 0,-6 2-3 16,0 0-6-16,0 4 10 0,-2-1-18 0,2 8-12 15,-7-9-4-15,7 9-7 0,0 0-9 0,-10 5-7 16,6 4-5-16,2 1 8 0,0 3 28 0,4 5-28 16,0 1 36-16,2 3-25 0,5 3 19 0,2 2-34 0,4-2 37 15,1-1-6-15,0 0 1 0,3-2 6 16,0-3 5-16,1-2 9 0,1-5 10 0,-3-3-17 15,2 0 8-15,-2-5-12 0,3-3-37 0,-1-2 19 16,-2-3-36-16,2-3 25 0,-1-3-36 0,-2-3 26 16,2-4-32-16,-3-2 25 0,0-3-27 0,-5-3 22 15,0 1-25-15,-3-3 5 0,-3 2 5 0,-1 0 22 16,-3 0-35-16,-2-2 30 0,-2 1-33 0,-1 1 24 0,-1 1-9 16,-4-1-5-16,2 5-16 0,0 1-18 15,1 3-28-15,-1 3-48 0,0 2-64 0,0 2-55 16,2 3-39-16,-1 1-72 0,6 5-79 0,-13-2-73 15,13 2-85-15,-8 4-191 0,8-4-382 0,-6 10-765 0</inkml:trace>
  <inkml:trace contextRef="#ctx0" brushRef="#br0" timeOffset="6361.92">14310 8275 893 0,'0'0'848'0,"19"1"-155"0,-19-1-152 0,14 6-57 16,-6-1-56-16,1 1-35 0,1 4-69 0,2 0-34 0,0 2-46 0,1 2-47 0,1 0-40 0,-1 2-1 0,4 1-57 0,-1 2 10 15,1-1-44-15,-4-2 18 0,2 1-42 0,-4-1 23 16,1-3-35-16,-2-1 27 0,-1-2-36 0,-2 0 28 16,-1-3-17-16,0-2 36 0,-6-5-44 0,0 0 30 15,0 0-33-15,0 0 35 0,-6-4-29 0,2-4 32 16,-5-6-38-16,1-1-2 0,-3-5 4 0,1-5-6 15,-2-1-1-15,-2-9 21 0,0 0-38 0,4-2 29 16,2-2-6-16,2 6-6 0,3 1 1 0,1 4-5 16,2 3-3-16,2 1-2 0,1 1-3 0,2 6-4 15,0 2 0-15,2 1-2 0,0 3 2 0,2 4-1 0,-1 3-1 16,-8 4 5-16,15-3-5 0,-15 3 1 0,14 8 3 16,-6-2 0-16,-2 2-1 0,-1 2-1 15,-1 1 1-15,0 1-2 0,-4 1-30 0,0 4 35 16,-3 0-33-16,0 0 32 0,-3 0-34 0,0-2 8 0,0 1 5 15,1-3 0-15,1 0 1 0,0-3 4 0,0 1 1 16,0-4 1-16,4 0 4 0,0-7-1 16,0 10-1-16,0-10 3 0,10 6-3 0,0-4 1 0,2 2 30 15,1-2-35-15,6 0 29 0,-1 1-26 16,1 2 26-16,4-2-33 0,-1 3 1 0,0-1 6 16,-2 2-1-16,1 0 3 0,-2 1 4 0,-4 0 25 15,-1 0-36-15,-2 0 36 0,-1 0-32 0,-3 2 30 16,-4 0-33-16,-2-2 34 0,-3 1-30 0,-3 2 29 0,-4 0-32 15,-3 1 31-15,-3-1-28 0,-4 1 25 16,0-3-29-16,-1 1 29 0,-4-3-41 0,4 1 1 16,-3-2-47-16,4-4-11 0,0 0-50 0,4-3-40 0,-4-1-62 15,2-3-45-15,0-2-72 0,2-3-19 0,4-4-41 16,1-2-73-16,2-3-18 0,3-4-114 16,2-2-254-16,6-7-425 0</inkml:trace>
  <inkml:trace contextRef="#ctx0" brushRef="#br0" timeOffset="6561.77">14742 7870 373 0,'20'-10'757'0,"1"4"-156"0,-2 2-109 0,4 6-41 0,0 2-39 0,7 6-35 0,4 5-25 0,-3 4-36 0,1 3-37 0,-5 3-30 0,1 0-44 0,-3 2-4 0,-2 2-17 0,-3 0-27 0,0-1-46 0,-5-1-2 0,-2-1-47 0,-3 1-5 0,0 1-6 16,-3 0-14-16,-5-3-5 0,0 0-6 0,-2 0 14 0,-4-1-27 0,-1-2 12 0,-2 1-18 0,-3-2-10 0,-2-2-30 0,2 0-42 0,-4-2-31 15,3-3-65-15,-2-4-73 0,3-2-100 0,1-3-73 16,-1-2-113-16,10-3-165 0,-12-4-351 0,8-3-665 16</inkml:trace>
  <inkml:trace contextRef="#ctx0" brushRef="#br0" timeOffset="6780.11">15593 8056 1421 0,'9'-5'862'0,"-9"5"-202"16,4-5-106-16,-4 5-101 0,5-10-91 0,-1 4-81 0,5 0-55 15,0-2-34-15,4-1-28 0,3 0-33 0,5-2-21 16,3-1-27-16,3 2-16 0,2-2-16 0,1 2-13 16,0 1-29-16,-2-1-47 0,2 1-100 15,-5 1-85-15,-2 1-78 0,-3 2-68 0,-3 0-76 0,-3 1-96 16,-2 2-590-16,-12 2-746 0</inkml:trace>
  <inkml:trace contextRef="#ctx0" brushRef="#br0" timeOffset="6945.13">15683 8196 171 0,'-8'7'822'0,"8"-7"-186"0,0 10-143 0,0-10-59 16,15 2-64-16,-2-3-41 0,8-3-32 0,4 0-28 15,8-4-31-15,8-2-33 0,0-3-31 0,5 1-20 16,-2-3-26-16,4 0-23 0,-4 1-23 0,0-2-19 15,-3 2-13-15,-4 0-19 0,-6 3-59 0,-3-1-89 16,-7 2-114-16,-5-1-76 0,-2 3-95 0,-7 0-109 16,-5 1-568-16,-2 7-696 0</inkml:trace>
  <inkml:trace contextRef="#ctx0" brushRef="#br0" timeOffset="7377.3">16798 7410 966 0,'4'-5'733'0,"-4"5"-165"15,0 0-143-15,0 0-80 0,9 6-54 0,-6 5-28 16,3 0-5-16,-1 5 10 0,4 6-21 0,0 7-18 15,5 6-17-15,2 3-21 0,1 2-24 0,0 1-31 16,5 11-24-16,1 0-32 0,-1 0-3 0,-1-1-24 16,-2-6 1-16,-2-4-24 0,0 0 6 0,-3-1-35 15,1-5-2-15,-5-6-54 0,-1-3-61 0,-1-5-75 16,-2-2-32-16,-1-4-59 0,-3-4-46 0,-2-3-58 0,0-8-71 16,-4 6-31-16,4-6-98 0,-11-3-244 15,4-6-368-15</inkml:trace>
  <inkml:trace contextRef="#ctx0" brushRef="#br0" timeOffset="7593.89">16921 7753 82 0,'-9'-47'630'0,"4"-1"-119"0,2 11-51 16,2 2-92-16,2 6-31 0,2 3-78 0,2 1-21 15,3 3-24-15,-1 3-9 0,5 3 1 0,2 3-11 16,-1 5-16-16,3 2-7 0,0 3-32 0,0 5-24 0,1 2-22 16,2 3 6-16,0 4-24 0,-3 2-13 0,-1 3 4 15,-2 1-24-15,-4 2-8 0,0 1 3 16,-4 2 10-16,-3-2-3 0,-3 0-7 0,-3 3-4 15,-3-2-5-15,-4 3-10 0,-4 0-2 0,-3-1 1 16,0-3-8-16,0 0 0 0,-2-4-4 0,3-2 2 0,1-3-6 16,1 0-16-16,3-5-62 0,3-1-105 0,0-2-123 15,9-3-71-15,-12-3-133 0,12 3-638 0,2-11-761 16</inkml:trace>
  <inkml:trace contextRef="#ctx0" brushRef="#br0" timeOffset="8150.31">17508 7405 1197 0,'14'-1'806'0,"-3"0"-165"0,-11 1-116 16,12 5-54-16,-12-5-46 0,0 14-36 0,-5-4-20 15,-3 4-45-15,-5 4 1 0,-5 2-64 0,0 4 4 16,-2 6-75-16,1 0-11 0,-2 2-35 0,5 2-32 16,-1 1-18-16,5 0-21 0,6-6-13 0,1 3-10 15,5-5-2-15,5 2-6 0,4 0-8 16,3-1-14-16,4-4-23 0,2-1-42 0,9-1-39 0,-1-6-66 0,0-2-62 15,4-4-54-15,-5-5-63 0,2-3-60 16,0-3-54-16,-1-3 3 0,0-6-24 0,1-2-9 16,-5-5 36-16,-3-4 65 0,0 0 75 0,-3-2 86 0,-2-1 119 15,-5 3 104-15,-3 1 74 0,2 0 55 0,-6 2 45 16,1 1 39-16,-3 1 38 0,0 3 1 16,-2 1 10-16,1 1-42 0,1 2-18 0,-2 1-25 0,2 8-5 15,-4-6-23-15,4 6-19 0,-5 5-29 0,5-5 20 16,-3 15-3-16,3-3-27 0,0 1-2 0,2 2-15 15,-1 2-14-15,4 1-5 0,-4 1-4 16,3-2-8-16,0 1-10 0,-2-1-11 0,2-1-4 16,-4-4-3-16,3 0 1 0,-1-2-3 0,0-1 14 15,-1-2 6-15,-1-7-9 0,-1 9-4 0,1-9-6 0,0 0 1 16,-11-6-4-16,6-2 14 0,0-2 2 16,0-4-8-16,-1-5-3 0,1-1-4 0,-1-5-36 0,1-3 35 15,-1-3-33-15,5-3 28 0,-2 1-31 16,3-1 33-16,0 0 3 0,0 7 5 0,3 0 2 15,1 3 7-15,-1 3-7 0,4 2-12 0,-2 3-3 16,3 3-3-16,2 3 0 0,-1 3-1 0,2 3 6 0,-11 4 2 16,26 5 1-16,-10 2 4 0,0 4-29 0,5 5 46 15,-4 4-36-15,5 1 27 0,-2 7-3 0,1 0-10 16,-1 2-3-16,-2-1-5 0,-3-3-11 0,-2-1-40 0,-1 1-37 16,-1-1-63-16,-4-6-48 0,-3-1-49 15,-1-1-57-15,-2-4-76 0,-2-1-65 0,-3 0-59 16,-5-2-42-16,-1-1-50 0,1-4-502 0,-5 0-705 15</inkml:trace>
  <inkml:trace contextRef="#ctx0" brushRef="#br0" timeOffset="8541.62">17744 7831 596 0,'-13'-5'717'0,"4"0"-164"0,2 2-105 0,0-2-92 0,7 5-26 0,-3-9-33 0,3 9-22 0,2-9-21 0,6 2-29 0,-1 1-31 0,4-1-28 0,0-2-16 0,4 1 1 0,3-2-34 0,0 0-12 0,3-3-25 0,2-1-8 0,-2-1-27 0,4 2 4 0,-4-2-19 0,0-2-1 0,-2 0-15 16,-1-1 1-16,-4 1-34 0,-2-1-41 0,0-1-42 0,-5 0-45 16,-1-2-41-16,-4 2-31 0,0 1 4 0,-2-1 8 15,-3 1 62-15,1 0 13 0,-1 1 67 0,-2 1 16 0,1 2 54 16,0 0 30-16,-1 1 45 0,0 3 35 16,1-1 18-16,2 1-1 0,-1 2-16 0,1 4-12 15,-1-3 14-15,3 7 30 0,0 0-7 0,5-4-6 0,-5 4-1 16,14 9-11-16,-5-2 4 0,4 8 1 0,2-1-6 15,2 7 17-15,5 0-16 0,1 4-21 0,1 4 46 16,-2-1-51-16,1 3 9 0,-3-2-26 16,-2 1-14-16,-1 1-12 0,-4-5-12 0,-3 3-9 15,-3-1-2-15,-4-3-7 0,-3 2-6 0,-3-2-1 0,-3 5-2 16,-5-4-3-16,-2 2 2 0,-8-1-1 0,0 0-4 16,3-6 2-16,-4-1-1 0,0-2-5 0,2-4-2 15,3-2-14-15,-1-1-32 0,4-4-83 0,3-3-107 16,-1-3-126-16,12-1-121 0,-15-5-72 0,11-2-91 15,1-4-160-15,3-3-304 0,4-8-723 0</inkml:trace>
  <inkml:trace contextRef="#ctx0" brushRef="#br0" timeOffset="8759.96">18706 7281 530 0,'12'-1'939'0,"-12"1"-217"0,16 0-148 16,-16 0-93-16,12 3-42 0,-12-3-45 15,6 10-38-15,-3-3-38 0,0 3-27 0,-1 0-18 0,2 3-22 16,-3 1-44-16,4 2-64 0,-1 3 0 0,3 3-56 16,-1 1 15-16,4 3-49 0,-1 0 15 15,3 1-41-15,0-1 18 0,-1 0-38 0,-1-1-53 16,1 0-68-16,-3-5-75 0,-2 1-77 0,0-6-68 0,-2 1-73 16,-2-3-27-16,-5-1-55 0,-1-3-33 0,-2 0 6 15,-3-3-3-15,-2-3-306 0,-2 0-363 16</inkml:trace>
  <inkml:trace contextRef="#ctx0" brushRef="#br0" timeOffset="9279.77">18728 7712 1078 0,'-20'-7'278'0,"1"-3"37"0,-1 2 6 16,2-2-9-16,6 2-22 0,-2 0-12 0,3-1-25 0,5 2-35 16,0 0-22-16,6 0-12 0,2-1-25 0,3 0-24 15,4 0-24-15,4-1-23 0,6 1-13 0,3-3-5 16,4 0 15-16,3 0 0 0,-1-1 0 0,10-2-8 0,1 1 3 16,0-4-13-16,-2 0-13 0,3-1 16 15,-4 0-11-15,-2-1-5 0,-2-3-12 0,-1 0 8 16,-3-3-27-16,-4 0 14 0,-2 0-21 15,-4 1 20-15,-2 1-11 0,-4 0 12 0,-3 4 11 0,-1-1-2 0,-2 3 16 16,-2 1 26-16,0 2 13 0,-2 2 1 16,1 0-14-16,-2 3-13 0,2 2-8 0,-3 7 22 15,0 0-12-15,0 0-13 0,5 10-1 16,-4 2 23-16,4 6-47 0,0 6-4 0,3 5-4 0,0 4-5 16,4 5-3-16,1 0-28 0,1 3 30 0,0-2-31 0,0 1 33 15,3 0-32-15,-3-2 29 0,1-2 2 16,-2-4-12-16,-3-3 0 0,-1-5-3 0,0-3 0 0,-2-3-1 15,0-3 0-15,-2-1 4 0,-1-4 7 16,-1 0 25-16,-3-10-8 0,2 8-6 0,-2-8-7 16,0 0-5-16,-6-4-3 0,1-5-32 0,0-1 31 0,-3-3-27 15,-1-4 30-15,0-3-32 0,-1-5 28 0,-2-5 1 16,0-5-8-16,0-4 1 0,2 0-4 0,2-2 3 16,2-1-5-16,3-2-3 0,6 5-2 0,2-4 9 15,3 4-11-15,1 3 1 0,2 5 0 0,1 6 1 16,2 5-5-16,1 4 2 0,-1 4 1 0,3 5-1 15,-2 5-2-15,2 3 3 0,-2 4 0 0,0 5-1 16,-2 1-1-16,1 5 2 0,-5 1-2 0,-1 1-2 16,-5 0 0-16,0 0 2 0,-3 0 5 0,-5 2 1 15,-1 0 1-15,-5 0-1 0,-4 0-1 0,-3-1 1 16,-1-1-3-16,-4-1 2 0,1-2-6 0,-3-2-5 16,4-4-9-16,-3 1-16 0,5-4-23 15,0-1-54-15,3 0-58 0,1-4-54 0,2-2-88 0,3-2-104 16,2-1-53-16,3 0-34 0,5 4-82 0,0-15-121 15,5 6-303-15,3-6-616 0</inkml:trace>
  <inkml:trace contextRef="#ctx0" brushRef="#br0" timeOffset="9525.25">19848 6929 846 0,'13'-3'825'0,"-3"-1"-151"0,-10 4-131 0,11 0-62 0,-11 0-39 0,1 7-32 0,-2 0-40 0,-3 1-26 0,-3 5-20 0,-3 2-21 0,-1 2-14 0,-3 5-31 0,1 1-31 0,2 3-36 0,-2 1-37 0,4 1-29 0,0 2-24 0,4-1-18 0,1 3-15 0,3-5-13 0,4 0-7 0,4 4-12 0,1-2-29 0,3 0 26 0,5-4-28 15,4 4 21-15,3-4-40 0,1-1 21 0,5-4-56 16,-4-4-4-16,1-2-79 0,-2-5-34 16,0-1-75-16,1-6-66 0,-4-2-60 0,1-3-78 15,1-5-32-15,1-5-42 0,-1-5-73 0,-1-7-79 16,1-4-341-16,-4-6-617 0</inkml:trace>
  <inkml:trace contextRef="#ctx0" brushRef="#br0" timeOffset="10060.14">20272 7100 785 0,'-4'-17'637'0,"-1"3"-129"0,4 2-69 0,-2 1-86 0,1 3-40 0,-1 3-16 15,3 5-20-15,0 0-18 0,0 0 1 0,-9 2-18 16,8 5-26-16,2 5-14 0,0 3-35 0,2 3-28 16,1 4-22-16,1-1-23 0,0 3-18 0,4 5-12 15,-1-2-10-15,-1 1-8 0,-2-5-4 0,2-1-13 16,-1-1-11-16,-1-1 2 0,-1-2-7 0,1-3 4 15,-2-1-5-15,-2-2-3 0,3-1 5 0,-4-1 70 0,3-3-30 16,-3-7 8-16,0 7-33 0,0-7 13 0,0 0-10 16,-7-6-6-16,3-2-8 0,-1-6-7 0,1-2-6 15,-2-7 4-15,-2-7-3 0,3-4-4 16,1-1 3-16,-1-8-3 0,3 7-1 0,0-1 3 16,2 2-19-16,4 2 24 0,-1 1-19 0,1 9 25 15,1-2-26-15,1 4 28 0,2 3-23 0,1 1 20 16,0 5-21-16,2 2 14 0,-1 2-17 0,1 4 22 15,1 3-21-15,-12 1 19 0,22 2-5 0,-12 2 1 16,-1 1-2-16,1 3 1 0,-3 0-7 0,-3 2 7 16,-2 1-6-16,0 3 3 0,-4-2-3 0,-3 3 2 15,-2-1 2-15,-4 3-4 0,2-1-1 0,-3-2 1 16,1-2 1-16,1-1-1 0,-1-2 2 0,4 1 2 16,0-3-8-16,1 2 3 0,1-4 9 0,-1 0 33 15,5 1-51-15,1-6 3 0,1 9 0 0,5-4-4 16,2 0 13-16,2 1-5 0,4 0 6 0,0 1-4 15,2 0-2-15,2 2 2 0,1 1-3 0,-1 2 46 16,2 0-52-16,-2 1 1 0,-1 2 0 0,-2-1-3 16,-2 2 11-16,-2-1-5 0,-2 0 12 0,-4 1-6 15,-1-2 5-15,-3-1 5 0,-2 0-3 0,-3 2 3 16,-2-4-9-16,-7 3 31 0,0-2-34 0,-3-2 29 16,-2 0-27-16,-4-3 26 0,-2 0-30 0,-1-3 25 15,-1-1-2-15,-1-2-5 0,-3-2-7 0,2-2 2 16,0-3-14-16,4 1-26 0,-2-2-63 0,6-3-40 15,-1 0-77-15,5-3-110 0,3-2-105 0,4-2-47 16,2-1-72-16,5-2-89 0,4-4-430 0,6-5-683 16</inkml:trace>
  <inkml:trace contextRef="#ctx0" brushRef="#br0" timeOffset="10245.03">20493 6870 494 0,'14'-6'706'0,"-1"3"-155"16,-2 4-57-16,2 2-71 0,1 5-39 0,3 4-19 0,-2 4-51 0,-1 4-7 0,3 3-25 0,-4 4-30 0,5 5-26 0,-4 1-24 0,2 3-12 0,-3 1-39 0,0-1-27 0,-2-2-23 0,-1-3-17 0,-5-1-13 0,1 2-12 0,-4-7-6 0,-2 1-28 0,-2 0 10 0,-2-4-26 0,-5 1-10 0,-4 1-53 0,-2-1-67 0,-4-4-59 0,-4-1-103 0,-3-1-85 0,-2-3-55 0,-6 1-129 16,-4-1-170-16,5-7-278 15,-1 1-597-15</inkml:trace>
  <inkml:trace contextRef="#ctx0" brushRef="#br0" timeOffset="13774.34">14250 5651 1112 0,'19'9'847'0,"-1"-3"-260"0,-4-1-298 0,0 2-226 0,-2-1-172 0,-2-2-117 0,-2 2-123 0,1 0-353 0,-3-1-209 0</inkml:trace>
  <inkml:trace contextRef="#ctx0" brushRef="#br0" timeOffset="17485.68">15091 9372 352 0,'0'-8'696'0,"-3"0"-94"0,2-1-56 0,-1 3-112 0,0-1-56 0,0 1-66 0,2 6-35 0,-4-10-62 0,4 10 3 0,0 0-5 0,0 0 14 0,0 14 188 0,2 0-221 15,4 5-23-15,0 6 0 0,4 4-46 0,3 9 31 16,2 2-47-16,1 2-6 0,3 0-18 15,4 8-15-15,1-2-11 0,2 2-19 0,-1-5 3 0,-4-4-15 16,-1-1-10-16,-1-2-14 0,-1-2-18 0,-4-1-20 16,-2-6-34-16,-2-3-23 0,-4-4-34 0,-2-4-55 15,-3-1-24-15,-1-4-78 0,-1-5-59 0,-1-1-56 16,2-7-88-16,-12 6-25 0,12-6-36 0,-15-9-390 16,4-2-511-16</inkml:trace>
  <inkml:trace contextRef="#ctx0" brushRef="#br0" timeOffset="17720.75">15124 9656 82 0,'-14'-41'720'0,"1"-1"-134"0,3 4-70 0,1 6-58 16,5 1-53-16,2 7-70 0,2 4-29 0,2 0-55 16,2 4-15-16,3 0-48 0,5 0-5 0,1 4-32 15,3 2 1-15,3 1-2 0,1 5-20 0,1 2-17 0,0 3-27 16,2 4-7-16,1 4-18 0,2 1-10 16,-2 2-16-16,-2 5 3 0,0-1-18 0,-8 1 11 15,-1-1-2-15,-4 2 15 0,-3 3 3 0,-3-4-16 16,-2 1-4-16,-4 0 5 0,-3 3-10 0,-4 0-1 15,-4 1-7-15,-3 0 2 0,-3-2-6 0,-2-1-1 16,0-1 0-16,0-2-4 0,2-3-4 0,2-3-18 16,1-2-38-16,3-2-56 0,3-5-98 0,11-1-91 15,-16-1-88-15,13-3-88 0,3-6-124 0,2-2-502 0,6-5-719 16</inkml:trace>
  <inkml:trace contextRef="#ctx0" brushRef="#br0" timeOffset="17937.57">15757 9184 988 0,'10'-6'812'0,"-2"0"-140"0,-8 6-152 16,0 0-81-16,0 0-38 0,0 0-32 0,-12 7-30 0,3 3-25 15,-5 5 6-15,-4 6-51 0,-3 5 7 0,0 4-46 16,3 4 30-16,0 1-57 0,4 2 19 0,-1 1-49 16,7 2 6-16,2-1-61 0,5-4-20 0,1 0-12 15,3-2-16-15,5 4-23 0,6 0-5 0,0-4-30 16,5 0-34-16,-1-7-44 0,5 0-53 0,0-7-61 15,0-2-57-15,1-5-46 0,5-2-55 0,-4-5-79 16,1-3-73-16,1-2-47 0,-2-4-83 0,3-5-134 16,-1-4-305-16,3-5-677 0</inkml:trace>
  <inkml:trace contextRef="#ctx0" brushRef="#br0" timeOffset="18324.25">16248 9359 518 0,'2'-19'775'0,"-1"1"-104"0,-1 1-128 16,-1 0-77-16,1 5-52 0,-1 0-29 0,-2 1-36 15,1 2-43-15,-1 0-35 0,-1 2-58 0,-3 1-8 16,0 2-33-16,7 4-17 0,-16-2-13 0,4 3-25 0,-1 4-18 16,-2 1 11-16,0 2-14 0,-2 5 11 0,2 1-57 15,-1 1 23-15,4 0-43 0,0 2 24 0,3 1-40 16,0 1 25-16,4-2-34 0,4 0 30 16,1-1-33-16,2 1 33 0,5-2-35 0,2-2 27 0,5 0-32 15,1-1 32-15,4-4-40 0,-1-1 28 0,3-3-32 16,0-2 30-16,0-1-32 0,1-1 27 0,-1-3-27 15,2 2 34-15,-5-1-30 0,1 1 27 16,-6 0-33-16,1-1 33 0,-1 1-34 0,-3 1 34 0,0 3-28 16,-2 1 32-16,-1 3-26 0,-3 3 32 0,-1-1-33 15,0 6 31-15,-2 1-30 0,-1 2 29 0,-1 0-29 16,-3 0 33-16,0 1-34 0,2 1 8 0,-5-1-3 16,3 1 6-16,-2-4 20 0,-2-1 12 0,1 1 5 15,-1-4-2-15,-1 2-4 0,-4-3-7 0,3-1-11 16,-3-2 8-16,-1 0-13 0,1-3 6 0,-3-3-13 15,1-1 10-15,2-1-20 0,-2-1-18 0,0-1-46 16,2-4-74-16,-1-3-59 0,4-1-102 0,2-3-76 16,3-3-90-16,0-2-69 0,5-5-217 0,0-4-436 15,6-6-807-15</inkml:trace>
  <inkml:trace contextRef="#ctx0" brushRef="#br0" timeOffset="18570.43">16342 9067 1016 0,'0'0'844'0,"3"-8"-176"0,-3 8-171 0,4-3-73 0,-4 3-42 0,12 1-9 0,-2 2-29 0,3 4-20 0,5 3-6 0,5 5 24 0,2 1 29 0,5 5 19 0,2 3-14 16,1 2 0-16,-1 3-53 0,0 2-49 0,-4 1-49 16,-3 3-42-16,-2 1-42 0,-2 0-141 0,-5 1 0 15,-1-1 0-15,-5 1 0 0,-6-6 0 0,1 0 0 0,-5-2 0 16,-6 2 0-16,-2 0 0 0,-2-1 0 15,-5 4 0-15,-2-4-64 0,-2 0-177 0,0-6-59 16,3-4-65-16,-3-1-35 0,5-3-110 0,-1-2-115 0,1-1-92 16,2-4-185-16,3-4-385 0,9-5-892 0</inkml:trace>
  <inkml:trace contextRef="#ctx0" brushRef="#br0" timeOffset="18935.09">17348 9245 1069 0,'-13'4'862'0,"4"-1"-162"16,0-1-178-16,-1 2-81 0,10-4-67 0,-12 4-32 15,12-4-45-15,-10 3-42 0,10-3 2 16,0 0-49-16,-11 2-7 0,11-2-59 0,0 0 6 0,0 0-55 16,14-3 11-16,-4-1-49 0,7-2 14 0,1-1-40 15,5 2-10-15,3-6-6 0,1 1-23 0,0-2-43 16,0-1-54-16,0 1-36 0,-2 0-58 0,0-3-88 15,-1 4-36-15,-7 0-52 0,0 1-49 0,-4 3-70 16,-4 1-74-16,-1 1-430 0,-8 5-602 0</inkml:trace>
  <inkml:trace contextRef="#ctx0" brushRef="#br0" timeOffset="19088.88">17408 9261 112 0,'-11'11'737'0,"0"-1"-150"0,5 0-109 0,0 1-33 15,2-3-50-15,1 2-33 0,3-3-29 16,5 3-36-16,0-5-47 0,3 2-43 0,2-1-37 15,5-3-40-15,2-1-22 0,5 0-20 0,-2-2 1 16,7-3-37-16,-1 1 3 0,2-2-58 0,-1-2-53 0,2-1-97 16,-1-3-75-16,-2 0-107 0,-6 0-174 0,-1-1-623 15,-1-1-746-15</inkml:trace>
  <inkml:trace contextRef="#ctx0" brushRef="#br0" timeOffset="19917.06">18530 8751 827 0,'-1'-18'774'0,"-2"3"-107"0,1 0-113 0,0 1-90 0,1 3-64 0,-2 1-43 0,2 0-50 0,0 2-64 0,0 0-38 0,-2 1-41 0,3 7 5 0,0-7 34 0,0 7 12 0,5 6-7 0,-1 6 13 0,1 6 48 0,6 8-6 0,2 10-55 0,3 4 17 0,0 4-51 0,4 9-21 0,0 2-35 16,-1 2-5-16,-1 0-13 0,1 1-18 0,-1-1-14 0,-1-1-12 0,-3-9-10 0,-3 0-9 0,0-2-10 0,0 0-2 0,-1-2-8 0,-1-2 4 0,-2-9-15 0,0-3-27 0,0-6-65 0,-2 0-67 0,-1-5-61 0,0-4-50 0,-1 0-73 0,1-4-127 0,-1-3-176 0,-3-7-136 0,0 0-817 0,0 0-1244 0</inkml:trace>
  <inkml:trace contextRef="#ctx0" brushRef="#br0" timeOffset="20804">19418 8936 996 0,'-15'0'811'0,"5"-1"-130"0,-2 0-150 0,1 0-82 0,11 1-25 0,-16-1-45 16,16 1-39-16,-16-1-51 0,16 1 3 0,-11-3-64 0,11 3-1 15,0 0-71-15,-1-6 1 0,8 1-18 16,4 1-27-16,3-2-22 0,8-4-25 0,4 1-36 16,4-3 21-16,10-2-11 0,-1-2-9 0,3-2-9 15,5 0-9-15,5-4-24 0,-7 1-44 0,-4 3-52 16,2-1-67-16,-6 1-62 0,0 1-48 0,-11 3-49 15,-5 3-59-15,-4 2-15 0,-3 2-74 0,-8 3-86 16,-6 4-522-16,0 0-708 0</inkml:trace>
  <inkml:trace contextRef="#ctx0" brushRef="#br0" timeOffset="21086.54">19480 9057 674 0,'-14'15'638'0,"6"-2"-123"0,0-1-42 0,6-1-70 0,2-2-14 0,2-2-39 0,5-1-23 0,3-1-59 0,4-4-16 0,6-1-57 0,2-1-34 0,9-3-32 16,12-6-23-16,3-1-29 0,12-7-5 0,3-3-25 0,0-3 3 0,2 0-29 0,-3 0-24 0,-2-3-50 0,-5 4-63 0,-4-1-87 0,-9 2-91 0,-5 0-93 0,-3 2-133 0,-7 3-598 15,-2 0-734-15</inkml:trace>
  <inkml:trace contextRef="#ctx0" brushRef="#br0" timeOffset="21285.04">20402 8410 993 0,'-2'-16'849'0,"-2"1"-108"0,0 4-132 0,2-1-120 0,-1 2-101 0,2 0-67 0,-2 2-74 0,2 2-37 0,1 6 28 0,0 0-12 0,0 0 25 0,4 7-28 0,2 7 38 0,2 7 46 0,3 7-34 0,7 9-6 16,0 4-80-16,6 8 9 0,3 4-75 15,1-1 15-15,0-1-64 0,-1-2 24 0,0 0-56 16,-1-3-4-16,-6-7-7 0,0 0-14 0,-3-2-4 0,0-1-29 16,-3-3-43-16,-3-5-26 0,-2-1-93 15,-2-6-7-15,-2 1-80 0,-1-5-51 0,-2 0-65 16,2-4-121-16,-4-3-75 0,-2 1-112 0,0-5-756 15,-3 0-1062-15</inkml:trace>
  <inkml:trace contextRef="#ctx0" brushRef="#br0" timeOffset="21666.55">20521 8522 208 0,'-4'-7'426'0,"-3"0"-111"0,3 0-74 16,-1 2-51-16,1 0-41 0,-1-1-7 0,1 2 15 16,-3-2 0-16,3 3 2 0,-2-3 0 0,1 1 11 15,-1-1 13-15,-2 0 16 0,2 0 34 0,1 1 14 16,-2-2 29-16,2 0-30 0,1 0-4 0,0-2-42 16,1 1-21-16,3-3-47 0,0 1-4 0,3-1-20 15,1 1-5-15,1-1-25 0,3-1 10 0,1 3-18 16,5-1-3-16,0 2-9 0,1 3 6 0,3-1-8 15,5 2-7-15,0 3-1 0,3 1-6 0,0 3 3 16,-1 2-13-16,3 5 2 0,-2 2-15 0,-2 1 6 0,-3 3-11 16,-5 0 5-16,-4 2-12 0,0-2 8 0,-5 3 4 15,-3-1-1-15,-4 1-4 0,-6 2-1 16,0 1 4-16,-8 2-5 0,-1-1-2 0,-7 4 5 16,-1-3 6-16,1-4-22 0,1 1-1 0,0-4-5 15,1-1-22-15,2-2-27 0,4-3-30 0,1-2-88 16,1-1-117-16,4-2-105 0,8-6-85 0,-9 2-125 15,9-2-587-15,2-10-802 0</inkml:trace>
  <inkml:trace contextRef="#ctx0" brushRef="#br0" timeOffset="21903.76">21215 8104 1021 0,'14'-11'797'0,"-5"2"-145"0,0 2-146 0,-5 0-69 16,-4 7-50-16,0-6-24 0,0 6-32 0,0 0-18 15,-13 2-17-15,-1 4-2 0,-4 5-13 0,-3 3-30 16,-9 7-20-16,1 1-36 0,-3 6-63 0,1 4 13 0,-3 7-46 16,0 3 9-16,10-5-16 0,2 3-9 0,3-1 10 15,8 2-6-15,-1-1 1 0,8-4 11 0,6 0-4 16,1-1-13-16,8 3-52 0,3-1 21 0,5-4-57 16,4-1-14-16,1-4-75 0,4-4-21 15,-1-2-71-15,1-7-48 0,0-3-76 0,-1-3-98 0,-2-5-85 16,-2-3-47-16,1-3-58 0,-1-4-122 0,2-7-511 15,-4-5-840-15</inkml:trace>
  <inkml:trace contextRef="#ctx0" brushRef="#br0" timeOffset="22265.35">21403 8347 714 0,'-4'-11'751'0,"2"3"-169"0,2 8-115 0,-7-4-73 16,7 4 3-16,-8 7-9 0,4 2-48 15,0 4-20-15,1 3-40 0,1 3-32 0,0 5-12 16,2 2-22-16,2 2-32 0,-1 3-32 0,3 3-28 0,-2-3-16 15,3 2-12-15,0-4-25 0,-1-3-14 0,-1-1-10 16,-1-3-9-16,1-2 0 0,-2-2-13 0,2-4-3 16,-2 0 1-16,-1-2-5 0,0-5-7 0,-1 0-16 15,1-7-8-15,-7 4-5 0,7-4-11 0,-10-10 5 0,3 0-6 16,0-4 7-16,1-6-2 0,-1-5-19 16,1-6 21-16,1-3-10 0,3-9 20 0,-1-1-10 15,0 6 23-15,4-2 1 0,1 2 20 0,1 2 2 16,-2 3 14-16,2 2 3 0,1 6-8 0,1 2-4 15,-1 4-8-15,3 4-6 0,0 3-5 0,5 4 0 16,-1 4 1-16,2 3 3 0,2 5 10 0,3 5 11 16,0 3-28-16,4 5 32 0,-2 5-34 15,3 4 25-15,-2 3-5 0,-1 1-4 0,-3 2 0 16,-1 1-11-16,-3-4-30 0,-4-1-44 0,1 1-62 0,-6 0-55 16,0-5-69-16,-3 0-78 0,-3-1-65 0,-2-2-52 15,-4-2-35-15,-2-1-82 0,-3-3-537 0,-1-2-718 16</inkml:trace>
  <inkml:trace contextRef="#ctx0" brushRef="#br0" timeOffset="22631.87">21340 8617 425 0,'-9'-11'748'0,"3"1"-144"0,1 1-103 0,-1 0-95 0,3 0-69 0,4 1-50 0,3 0-29 0,1-2-25 0,3 2-32 16,2-1-23-16,4 0-26 0,3 0-29 0,3 0-21 15,6-2-19-15,2 0-16 0,-2-1-10 16,3 0-12-16,-2 0 4 0,-2-3-19 0,1 0-6 15,-3-2-4-15,-3-1-5 0,1-2-4 0,-5-3-2 0,-3 0 3 16,-1-1 3-16,-2 1 0 0,-4-1 16 0,-3 0-2 16,-1 1 38-16,-3-2-8 0,-2 3 18 15,0-3-7-15,-1 4 12 0,-2-1 12 0,0 5 18 0,3 2-6 16,-1-1-16-16,1 5-17 0,1 1-15 0,2 10-15 16,2-9-5-16,-2 9-5 0,14 5 41 0,-1 3-18 15,2 8-4-15,8 3-6 0,3 8-3 16,-1 1-9-16,1 2-3 0,-3 2-26 0,-1 1 30 0,-1 1-29 15,-4-1 29-15,-2 0-6 0,-3-2-2 0,-4-2-2 16,-1 0-4-16,-2-4 0 0,-5 1 10 0,0-2 20 16,-5 0-10-16,-2 0-7 0,0-1-6 15,-6-1-3-15,-3-1-5 0,-1-1-5 0,-2-4 0 0,1-1-7 16,1-5-22-16,-1 1-31 0,3-5-71 0,3-3-83 16,0-3-88-16,0-3-109 0,3-1-92 0,-1-7-20 15,5-1-93-15,0-6-122 0,2-7-371 0,5-2-711 16</inkml:trace>
  <inkml:trace contextRef="#ctx0" brushRef="#br0" timeOffset="22840">22070 7833 661 0,'8'-7'832'0,"0"2"-193"0,-8 5-81 16,13 1-64-16,-5 6-44 0,1 4-25 0,1 5-38 0,1 3-42 16,0 6-27-16,1 3-13 0,-1 6-24 0,4 2-15 15,-2 1-45-15,1 0-41 0,2 3-59 0,-2-1 5 16,2 1-54-16,-2-2 16 0,-2 1-23 0,-1-3-15 15,-1-6-38-15,-2 1-57 0,1-3-71 0,-5-4-81 16,1-3-72-16,-2-2-86 0,-3-2-89 0,-4-1-62 16,-1-4-95-16,-4-1-98 0,1-5-451 0,-5-3-763 15</inkml:trace>
  <inkml:trace contextRef="#ctx0" brushRef="#br0" timeOffset="23194.92">22099 8365 246 0,'-10'-18'716'0,"0"2"-112"0,1-2-73 0,5 3-85 0,0 0-71 0,3 3-64 0,2-1-32 0,3 1-37 0,4-1-25 15,2 1-32-15,4 0-27 0,4 0-32 0,6-1 7 16,3 1-27-16,1-2-12 0,8 1-24 0,0-3-3 16,2-1-21-16,1-1-1 0,-2-2-17 0,0-2 6 0,-3-1-17 15,0-2 3-15,-4-5-13 0,0-1 8 16,-5-2-14-16,1 0-1 0,-5-2 1 0,-4 1 3 16,-2 1 21-16,-4 5 4 0,-3 2 29 0,-3 3 16 15,-1 1 16-15,-1 4 22 0,-2 3-4 0,1 1 6 16,-1 1-12-16,-1 3-12 0,1 1-11 0,-1 3 0 15,0 6-8-15,0 0-2 0,0 0-32 0,3 12 19 0,1 5-12 16,1 6-6-16,2 6 2 0,5 10 35 0,2 3-19 16,1 2 59-16,2 1-44 0,3 6-11 0,-3-6-11 15,-2-2-6-15,2 0-8 0,-3-2-32 16,0-3 28-16,-3-2-32 0,-2-5 27 0,0-4-31 16,-1-5 28-16,-3-2-35 0,0-3 33 0,-1-2-26 15,1-1 36-15,-2-3 29 0,-1-2 20 0,-2-9-42 0,1 10 19 16,-1-10-37-16,0 0-2 0,0 0 19 15,-6-5-37-15,4-1-1 0,-1-2-71 0,2-1-29 16,-2-3-99-16,-2 1-124 0,3-3-146 16,-4-1-151-16,-1 0-80 0,-1 2-181 0,-2-3-379 0,0-1-870 15</inkml:trace>
  <inkml:trace contextRef="#ctx0" brushRef="#br0" timeOffset="23661.31">22663 7749 924 0,'3'-13'722'0,"1"2"-144"0,-1-1-116 0,5 2-45 0,-2-3-31 0,2 3-18 0,5-1-14 0,-2 0-66 0,5 3-39 16,-1-3-35-16,2 5-21 0,-1-1-46 0,1 2-21 0,0 1-31 0,0 4-10 0,-1 1-25 0,0 2-6 0,-3 4-20 0,1 0 14 0,-5 4-6 0,-1 1-8 0,-4 2-3 0,-4 3 0 0,-2 0-8 16,-3 5-4-16,-4-2-5 0,-6 6-2 0,-2 2-3 0,-8-1 47 0,-1 0-58 0,-2-3 45 0,-1-1-60 15,0-2 0-15,6-6-3 0,2-1-15 0,2-3-38 0,3-4-60 0,2-1-109 0,3-4-148 0,11-2-121 0,-15-2-110 0,11-5-662 0,1-1-890 0</inkml:trace>
  <inkml:trace contextRef="#ctx0" brushRef="#br0" timeOffset="24247.61">23132 7428 945 0,'10'-4'875'0,"-2"-1"-183"0,-8 5-125 0,0 0-84 0,0 0-56 0,10 4-30 0,-10-4-46 0,-5 12-23 0,1-1-21 16,-1-1-27-16,-3 6-59 0,1 3-6 0,-2 1-42 0,-1 8-32 0,0 0-29 0,3 3-23 0,1 2-16 0,1 0-13 0,3 1-11 0,2-1 24 0,3 1-47 0,3 0 30 0,3-4-45 0,3-1 30 0,-1-1-41 0,6-1-26 0,-2-4-26 0,4-2-40 0,-2-1-28 0,0-7-38 0,-1-1-44 0,1-6-40 16,-2 0-19-16,-1-5-15 0,3-4-9 0,-2-3-8 0,3-4 9 0,-3-6 21 0,2-7 13 0,0-6 54 0,0-4 0 15,-2-5 53-15,0 0 3 0,-2-2 77 0,-3 2 51 0,-1 5 105 16,-3 3 44-16,-1 5 29 0,-1 3 32 0,-3 2 10 16,3 4-19-16,-2-1-42 0,0 4-15 0,2 4-26 15,-3 2 20-15,-1 7-23 0,0 0 9 0,0 0-15 16,14 5-18-16,-10 4-6 0,4 6 2 15,1 4 0-15,2 2-8 0,2 6-4 0,-3-1 15 0,4 3 33 16,-2-1-66-16,-1-2 37 0,-1 1-59 0,-1-6 38 16,-3 1-55-16,1-3 46 0,-3-2-33 0,1-2 63 15,-3-2-22-15,0-3 64 0,-2-1-39 0,-2-1 18 0,-2-5-52 16,4-3 24-16,-9 4-48 0,9-4 27 16,-16-7-41-16,6-2 26 0,1-2-38 0,0-6 32 15,-1-3-38-15,2-1 0 0,-1-6 1 16,4-2 2-16,0-4-26 0,5 0 31 0,4 1 6 0,1-1 30 15,1-1-38-15,4 3 34 0,3-1-42 0,0 3 40 16,1 5-47-16,2 0 35 0,0 4-37 0,-2 6 36 0,2 1-40 16,-5 5 36-16,3 1-36 0,-2 4 38 15,-1 2-37-15,0 1 33 0,-1 3-37 0,-1 2 8 16,-3 2 5-16,2-1 0 0,-6 4 1 0,1-2 7 0,-3 4-4 16,-3-2 2-16,-3 4-26 0,-2 1 35 15,-3 0-4-15,-3-1 0 0,2 1 1 0,-1-1-3 16,2-2-2-16,1-3-3 0,1 1 0 0,0-2 5 15,2-2-3-15,1 1 0 0,1-2-1 0,5-5-10 0,-3 10 5 16,3-10-1-16,9 8 0 0,2-6 2 0,1 2 1 16,4 0 1-16,1-1 3 0,0 2 1 0,0-2 3 15,-1 2-6-15,2 1 2 0,-1 0 1 0,-2 0-2 16,1 3 2-16,-1-2-1 0,-2 3 34 0,-1-2-33 16,-3 3 35-16,0-1-37 0,-2 3 39 0,-2-2-36 15,-3 0 33-15,1 0-34 0,-4 0 36 0,-1 1-39 16,-3 0 39-16,-2 0-38 0,-4 0 32 15,0-2-36-15,-6 0 35 0,-1 0-37 0,-1-2 33 0,-3-1-34 16,2 0 32-16,-3-4-40 0,1 0 26 0,1-3-56 16,-1-2 3-16,-4-1-84 0,2-5-4 15,0 1-94-15,2-3-67 0,0-2-90 0,1-4-87 16,6 0-16-16,0-3-79 0,6 0-70 0,4-5-463 0,1-3-717 16</inkml:trace>
  <inkml:trace contextRef="#ctx0" brushRef="#br0" timeOffset="24443.75">23739 7156 276 0,'18'-13'898'0,"-3"1"-224"0,3 6-118 0,-1 4-72 0,3 3-28 0,3 5-18 0,4 7-42 0,5 7 14 0,-1 5-73 0,-2 6 51 0,-1 4-10 0,1 8-1 0,-4 2-8 0,1 5-60 0,-5 1 28 0,-7-6-63 0,0 3 6 0,-5-2-49 0,-3 3-41 0,-4-2-57 0,-4 2-133 0,-4-4 0 15,-4 1 0-15,-6-4 0 0,-11 5 0 0,-5-2-115 16,-9-3-124-16,-8-2-87 0,-6-4-90 0,-5-2-90 15,-5-1-138-15,-5-3-120 0,-2-1-876 0,-4-4-1300 16</inkml:trace>
  <inkml:trace contextRef="#ctx0" brushRef="#br0" timeOffset="35421.54">3236 7866 170 0,'-5'-5'409'0,"0"0"-88"0,-1-1-58 0,-1 1-58 0,1 0-43 0,-1 1 11 0,1-1-14 0,2 0 14 16,4 5-37-16,-9-6 17 0,9 6-54 0,-10-6 13 0,10 6-52 15,-6-6 30-15,6 6-49 0,0 0 35 0,-7-5-15 16,7 5 37-16,0 0-9 0,0 0 35 0,8 5-13 16,-8-5-3-16,15 7-15 0,-2-2 20 0,5 1-7 15,4 1-4-15,7 0-1 0,7 1-7 0,10 0 6 16,6-2 5-16,5 0 1 0,17 1 2 15,1-2 0-15,4-1-16 0,4-3-14 0,4 0-4 0,3-2 1 16,2 1-2-16,4 0-10 0,2-1 13 0,-2-1 0 16,1 2-10-16,-3 0 23 0,0-1-11 0,-1 1-26 15,-5 0 10-15,2 0-15 0,-5-1-10 0,0 0-6 16,-4 0 6-16,0 1 8 0,-6-1 12 0,0-2-34 16,-13 1 27-16,2-3-31 0,-5 0 20 0,0 1-23 15,2-1 10-15,-1-1-20 0,-1-1 14 0,-2 0-22 16,10-4 19-16,-11 3-22 0,7-4 18 0,-8 2-21 15,-3-3 29-15,-1 0-31 0,0 0 3 0,-4-2 1 16,-1-1 5-16,-2-2 0 0,-2-1-2 0,-2-3 1 16,-2 2 4-16,-3-5-4 0,-2 3-1 0,-2-4 1 15,-3-1 20-15,-1-1-29 0,-3-1 22 0,-4-1-16 16,-2 2 14-16,-1 2-23 0,-6-2 19 0,2 1-17 16,-5 0 20-16,-2 0-18 0,-1 2 24 0,-4 1-25 0,1-1 20 15,-2-2-22-15,-3 2 22 0,-2-5-22 16,-3 2 23-16,-3-4-22 0,-2-2 2 0,-1 2 2 15,-6 0-1-15,-1 0 16 0,-5 2-17 0,-1 1 5 16,-2 1 2-16,-5 0 10 0,-2 2-6 0,-1-1-3 0,-9-2 2 16,-1 3-4-16,-3 1 1 0,-1 2-4 15,-3 0 15-15,-1 3-18 0,-1 1 1 0,-5 2 0 0,-5 1 0 16,0 0 5-16,-4 5-3 0,-4 0 4 16,-1 0-3-16,1 4 1 0,-2-1 2 0,0 2-2 0,2 2 2 15,1 0 1-15,12 2 4 0,-2 1 41 0,1 1-58 16,0 2 52-16,2 0-47 0,0 2 45 15,0-1-56-15,0 3 51 0,-8 2-50 0,-2 1 1 0,0 1 9 16,1 2-3-16,-3 0 2 0,-2 4 6 0,0 2-1 16,-4 0 6-16,-4 2-8 0,-2 2-1 0,-2 2 6 15,-14 6-3-15,16-4 8 0,2 2-2 0,-16 6 1 16,19-6-3-16,1 2 2 0,2-2-4 0,2 2 2 16,5-4-2-16,3 3 51 0,3-2-53 0,3-1 40 15,5-1-53-15,4-1 52 0,9-1-54 0,2 0 49 16,3 1-57-16,1 0 11 0,4 4 6 0,-2-1 1 15,6 4 5-15,-2 0 1 0,5 3 1 0,2 1-9 16,1 2 15-16,7 2-5 0,1 2 5 0,5 3-1 16,4 0-2-16,2 1 2 0,7 0 1 0,2 1 7 15,8-1-2-15,2-2-3 0,9 6 0 0,3-4-3 0,7-3 4 16,3-3 1-16,8-4 5 0,2-5 6 16,4-4-6-16,4-4-13 0,5-7 20 0,6-3-18 15,5-6 14-15,4-3-7 0,6-6-1 0,6-3-14 0,4-5-33 16,0-1-31-16,0-2-61 0,2-3-72 0,-5 1-95 15,-1 0-107-15,-5-2-61 0,-7 1-174 0,-6-1-500 16,-4 0-757-16</inkml:trace>
  <inkml:trace contextRef="#ctx0" brushRef="#br0" timeOffset="35588.08">4486 7724 826 0,'0'0'784'0,"-8"4"-175"0,8-4-148 0,0 0-121 0,-8 4-176 0,8-4-175 0,0 0-51 0,-2 8-61 0,2-8-100 0,4 6-178 0,-4-6-350 0,5 4-261 0</inkml:trace>
  <inkml:trace contextRef="#ctx0" brushRef="#br0" timeOffset="39100.62">11179 13426 157 0,'0'0'290'0,"0"0"-76"0,0 0-56 0,0 0-32 0,4-6-22 0,-4 6-15 0,0 0-13 0,0 0-13 0,0 0 1 0,5-6-3 0,-5 6-2 0,0 0 1 0,0 0 2 16,0 0 14-16,0 0 6 0,0 0 21 15,0 0-18-15,9 2 19 0,-9-2-4 0,0 0 9 16,5 7-28-16,-5-7 16 0,4 7-24 0,-4-7 13 16,4 8-21-16,-4-8 30 0,5 7-21 0,-5-7 31 0,6 6-3 15,-6-6 30-15,5 7 4 0,-5-7 11 0,9 4 3 16,-9-4-4-16,14-1-10 0,-2-3-7 0,3-3 4 16,3-3-5-16,9-5-12 0,5-6-11 0,1-4 10 15,9-6-11-15,4-5-9 0,-1-3 0 0,2-6 2 16,4 1-18-16,-1-3-5 0,4-3-14 0,2-1-4 15,13-13-21-15,-1-2-6 0,-1 1-3 0,1-1-4 16,-1 3-8-16,-15 10-7 0,-2 0-14 0,0 4-36 16,-8 3-20-16,-4 4-48 0,-8 9-33 0,-5 2-63 15,-2 4-48-15,-6 6-59 0,-2 4-83 0,-6 1-65 16,0 4-104-16,-1 4-320 0,-4 0-444 0</inkml:trace>
  <inkml:trace contextRef="#ctx0" brushRef="#br0" timeOffset="49643.16">6109 12036 178 0,'0'-10'420'0,"0"3"-73"0,0 0-68 0,1 0-57 0,-1 7-36 0,0-12-24 0,0 12-28 0,2-10-25 0,-2 10 7 0,0-7 11 0,0 7-16 0,0 0-2 0,0 0 3 0,0 0-20 0,10 2 12 0,-10-2-20 0,13 9 30 15,-7-2-29-15,2 0 17 0,1 0-23 0,2 3 29 16,2-3-27-16,2 1-5 0,-1 1 13 0,4-2-3 16,0 2-14-16,4-3-8 0,-1-1 25 0,3-1-18 15,1 0-6-15,2-3 20 0,1-1 2 16,7-4-19-16,-1-1-11 0,11-3-17 0,0-4 0 15,3-2-13-15,10-6 3 0,4-1-6 0,2-4 57 0,3-2-10 16,3-3-11-16,2-2-13 0,0-3-9 0,15-9-14 16,-15 7 1-16,13-9-11 0,0-1-2 0,0 2-2 15,2 1 0-15,0 0-1 0,-13 9 2 0,17-8-7 16,-17 11 2-16,-1-2-10 0,0 2-3 16,0 2-33-16,-3 4-28 0,-3 2-37 0,-4 5-59 0,-2 3-61 15,-13 4-117-15,-3 6-111 0,-12 4-143 0,-5 2-330 16,-9 1-496-16</inkml:trace>
</inkml:ink>
</file>

<file path=ppt/ink/ink1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38:58.284"/>
    </inkml:context>
    <inkml:brush xml:id="br0">
      <inkml:brushProperty name="width" value="0.05292" units="cm"/>
      <inkml:brushProperty name="height" value="0.05292" units="cm"/>
      <inkml:brushProperty name="color" value="#FF0000"/>
    </inkml:brush>
  </inkml:definitions>
  <inkml:trace contextRef="#ctx0" brushRef="#br0">9727 9493 41 0,'0'0'223'15,"17"4"-58"-15,-8-1-38 0,-3 1-26 0,1 1-31 0,-1 1-4 0,-2 4-13 0,0-2-11 0,-3 3-28 0,0 1 10 0,-1 1-21 16,0 1 13-16,-2 1-20 0,0 1 4 16,0-2-25-16,-2 0 15 0,1 2-32 0,-1-3-30 15,1-2-178-15,0 1 79 0</inkml:trace>
  <inkml:trace contextRef="#ctx0" brushRef="#br0" timeOffset="1182.46">4816 7522 348 0,'-13'-9'447'0,"4"-1"-122"0,0 1-57 16,0-1-50-16,-1 0-4 0,1 2-39 0,1-2 24 0,-2 2-45 0,2 1 2 0,1-1-22 15,-2 3 20-15,1-1-34 0,-1 1 1 0,-3 1-25 16,0 2-2-16,-1 1-10 0,-1 2-1 0,-4 2-5 15,-2 5 16-15,-4 0-3 0,-3 4-1 0,-7 5 15 16,1 2 4-16,-1 4 54 0,-1 3-15 0,-5 9-21 16,1 3 8-16,3 6-3 0,3 1-2 0,4 5-19 15,3 1-9-15,8 3-7 0,4-6-13 0,5 3-8 16,6-1 2-16,5 3 11 0,4 0-9 0,8 5 24 0,5 0-28 16,7-2 3-16,3-4-21 0,6-4 11 15,2-4-14-15,5-5-6 0,2-7 2 0,-5-7 4 16,3-5-2-16,1-6 14 0,1-5-11 0,-4-7-11 15,0-3-34-15,3-5 27 0,-1-7-33 0,-2-3 29 16,-3-4-36-16,-3-5-5 0,-3-4 2 0,-4-4 20 16,-5-3-36-16,-3-6 16 0,-5-4-20 0,-3-3-20 15,-7-5-35-15,-4-1 5 0,-4-11-8 0,-6 1 16 0,-3 1-5 16,-8 6 15-16,-5 0-17 0,-5 5 8 0,-3 4-15 16,-6 6 0-16,-6 4-21 0,-5 7-44 0,-3 6-50 15,-2 6-69-15,7 8-64 0,-2 6-93 0,-1 6-109 16,5 4-560-16,-2 7-709 0</inkml:trace>
  <inkml:trace contextRef="#ctx0" brushRef="#br0" timeOffset="3913.27">5396 8415 327 0,'0'0'465'0,"-11"-3"-84"0,11 3-59 0,-12-4-39 0,12 4-23 0,-14-2-18 0,14 2-25 0,-10-2-21 0,10 2-22 0,-9-2-25 0,9 2-23 0,0 0-14 15,-13-2-5-15,13 2-9 0,0 0 5 16,0 0 1-16,0 0-20 0,13-3-5 0,-3 2-11 15,6 1-11-15,5-2-8 0,6 1-5 0,2-2-6 16,7 0-9-16,0-1 0 0,10-2 1 0,-1-1-6 16,1 1 9-16,-3-2-17 0,3-1-3 0,0 1-4 15,-3 0-7-15,0 0 2 0,-9 1-2 0,1 1-6 16,-3 1-43-16,-4 0-77 0,-3 1-104 0,0 0-38 16,-7 1-123-16,-2 1-171 0,-2 0-278 0,-5 0-381 0</inkml:trace>
  <inkml:trace contextRef="#ctx0" brushRef="#br0" timeOffset="4679.35">6629 8438 542 0,'0'0'517'0,"-15"3"-122"0,15-3-89 0,-8 2-62 0,8-2-50 0,0 0-62 15,-12 4-18-15,12-4-15 0,0 0-13 0,-7 3 10 0,7-3 0 0,0 0 3 0,6 4-7 0,-6-4-4 16,13 2-4-16,-1-1-8 0,2 1-4 0,3 0-8 15,4 0-10-15,5 0 7 0,3-1 10 0,8 0-8 0,3-1 3 16,3 0 2-16,10 0 6 0,4-2 7 0,1-2 9 16,2 2 4-16,1-3 0 15,8-2 11-15,3 1-34 0,-2-2 4 0,-1 0-31 0,-1 1 5 16,-9-1-24-16,-2 2 12 0,-1-1-24 0,-3 2 11 0,-5 0-21 16,-8 1-11-16,-5 0-73 0,-7 2-60 0,-3 0-98 15,-6 1-23-15,-6 1-58 0,-13 0-98 0,15 3-579 16,-15-3-594-16</inkml:trace>
  <inkml:trace contextRef="#ctx0" brushRef="#br0" timeOffset="5179.32">9022 8401 782 0,'0'0'800'0,"-18"0"-145"15,18 0-168-15,-14-2-91 0,14 2-91 0,-10-4-49 0,10 4-67 0,0 0-21 0,0-7-43 0,7 5-9 0,1-2-20 0,8-1 9 0,6-2-31 0,3 1 24 0,7-4-11 0,11 2 20 16,4-3-32-16,3 1 7 0,17-2-27 0,3-1 8 16,4 2-13-16,0 0 17 0,5 0-17 0,1-1 1 15,-1 1 2-15,-1 1-8 0,-3 0 0 0,-6 1-12 0,-9 3-2 16,-6-1-27-16,-7 2-17 0,-7 0-16 16,-7 2-36-16,-6-1-27 0,-5 2-47 0,-2 0-62 0,-5-1-84 15,-3 1-60-15,-12 2-91 0,13-2-79 0,-13 2-556 16,0 0-687-16</inkml:trace>
  <inkml:trace contextRef="#ctx0" brushRef="#br0" timeOffset="22802.21">5836 11480 279 0,'2'-18'385'0,"1"3"-99"0,-2-2-64 0,-1 1-46 0,0-1-39 0,0 0-27 0,-1 2-24 0,1-2-7 0,-3 0-19 0,3 0-5 0,-2 1-9 0,-1 0-9 0,2-2-7 0,-2 0-3 16,2 1-1-16,-4-1 17 0,1-1 9 0,0-1-16 15,-2-1 4-15,-1 1-6 0,-1-1 30 0,0 1-25 16,-4 1 29-16,0-4-22 0,-4 3 10 0,-1-1-27 16,1 2 17-16,-4 0-8 0,0 1 24 0,-1 1-37 0,-2 0 2 15,-2 3 3-15,2 2 31 0,0 1-26 0,-1 4 18 16,1-1-31-16,-2 4 12 0,0 3-25 0,-2 1 28 15,-1 4-1-15,-2 6 20 0,-6 5-20 0,1 2 31 16,-3 7-26-16,6 4 31 0,-6 9 7 0,1 4-15 16,2 5-11-16,2 2 21 0,2 4-10 0,0 5 6 15,3 5-21-15,3 3 1 0,1 4-9 0,2-1-14 16,5 1-2-16,2 1 2 0,6-2 2 0,5-2 2 16,3-9 0-16,6 8 8 0,4 1 5 0,5-4 22 15,3 3 13-15,3-2-4 0,7-1-11 0,2-1 12 16,2-2-16-16,5-2-8 0,1-2-9 0,5-3-4 15,1-2-4-15,5-2 6 0,0-4-7 0,2-1-11 16,1-3-1-16,0-3 2 0,2-2-16 0,-3-3 18 16,-2-4-18-16,-7-7 13 0,1-3-20 0,-2-6 16 15,-6-2-17-15,2-5 18 0,-6-5-10 0,4-4 31 16,1-3-17-16,3-8 2 0,0-8 1 0,6-10 6 16,-2-7 0-16,-3-8 3 0,0-8 4 0,-3-6-7 15,-1-4 3-15,-3-3-7 0,-2-6 0 0,-6-3-9 16,-1-3-7-16,-5-2-4 0,-4-2 0 0,-5 2 8 15,0 0 7-15,-5 1-4 0,-6 4 8 0,-2 2-9 16,-5 3-2-16,-2 3-1 0,-5 2-2 0,-2 4-9 16,-5 2 2-16,-3 3-3 0,2 4 1 0,-6 2-18 15,2 4 4-15,-3 4-7 0,1 2-15 0,2 10-4 16,-2 1-21-16,2 5-40 0,0 1-30 0,0 5-37 0,5 4-44 16,5 4-24-16,-1 3-39 0,6 3-44 15,-1 1 7-15,4 4-40 0,10 2-38 0,-17 1-86 0,12 2-295 16,-1 5-282-16</inkml:trace>
  <inkml:trace contextRef="#ctx0" brushRef="#br0" timeOffset="24063.73">9359 11094 9 0,'4'-10'473'0,"3"2"-125"0,-3-2-60 0,0 2-48 0,0-2-6 0,-3-1-53 0,2 0-2 0,-2-2-39 0,-1 1 24 16,0-2 8-16,0-2-28 0,-4-1-16 0,2 0 1 15,-3 1-23-15,-2-4-8 0,-2 2-12 16,-1 0-13-16,-1 0 28 0,-3 3-2 0,-4-3 14 0,-3 1-26 15,0 3-3-15,-5 0-25 0,-1 4 2 0,-3 0-20 16,-2 4 13-16,-5 1-9 0,-2 3-7 0,-3 4 0 16,-8 3 28-16,-1 3-6 0,1 6 42 0,-7 5-19 15,0 6-16-15,4 4-5 0,3 6-10 0,1 2-4 16,6 6-5-16,-1 5 17 0,9 2-5 0,0 4-10 16,4 3 18-16,6 4 1 0,2 5-25 0,6 3 6 15,2-1-1-15,6 4-6 0,4-1-7 0,4 1-6 16,2-1-2-16,3 2 34 0,5 3-7 0,2 0-6 15,3 2-11-15,4 2-8 0,0-2-13 0,5 1 4 16,1-2-9-16,2-3 7 0,3-3-8 0,2-1 2 16,2-7 3-16,3 0 6 0,1-5-14 0,4-7 7 15,5-2-7-15,-3-6 4 0,5-7-2 0,0-3 11 16,2-9 4-16,-9-6 0 0,6-7 0 0,-2-6 2 16,-3-5 3-16,7-4 1 0,2-6 1 0,0-3 7 15,9-7-1-15,-5-6 7 0,1-1-21 0,-2-6 3 0,-4-3-9 16,-3-4 8-16,-5-5-13 0,0-4 7 0,-7-4-12 15,-3-3 15-15,-4-3-14 0,-5-4 7 16,-4-3-1-16,-2-3 14 0,-6-3-25 0,-6-6 11 0,-2-1-15 16,-5-3 10-16,-2-3-17 0,-6 2 6 0,0 1-2 15,-5 2 3-15,-2 2-7 0,-3 2-6 0,-3 2-3 16,-3 1 3-16,0 7-8 0,-4 0-3 0,-2 7-3 16,0 2-5-16,-4 4-24 0,-1 7 5 0,0 3-36 15,-2 6-33-15,-1 12-89 0,2 4-79 0,-5 5-57 16,-2 8-62-16,-4 4-111 0,-2 8-593 0,-3 4-732 15</inkml:trace>
  <inkml:trace contextRef="#ctx0" brushRef="#br0" timeOffset="26477.17">12080 12764 344 0,'-17'1'417'0,"4"0"-65"0,1 0-70 0,12-1-34 0,-23 0-43 0,23 0-10 0,-18 0-44 0,18 0 2 0,-18 0-46 0,18 0 10 0,-13 0-33 0,13 0 6 15,-10 1-39-15,10-1 19 0,0 0-22 16,-11 3 40-16,11-3-15 0,0 0 10 0,7 7-17 0,2-2 12 16,5-2-20-16,5 1-3 0,7-1-5 0,7 2 21 15,7-2 22-15,12-2-12 0,3-1-15 0,7-2-9 16,13-5-3-16,7 0-5 0,2-4 4 0,8 0 7 16,5-5 13-16,22-3-14 0,1-3 4 0,0-2-16 15,-1 0 6-15,1-2-1 0,3-1 7 16,-2 1-10-16,-2-1-5 0,-5 2 15 0,0 1-2 15,-22 4-14-15,-3 0-8 0,1 0-3 0,-5 2-8 0,1-1-3 16,-7 1 2-16,0 0 2 0,-3 0-4 0,-5 0-6 16,-2-2 1-16,-5 2 12 0,-3-2-14 0,-2-2 10 15,-5 0-12-15,-3-2-4 0,0-3 5 0,-6-1-5 16,-1-4 2-16,-4 0 5 0,-1-4-13 0,-3-3 7 16,-5-3-9-16,0-2 7 0,-4-2-9 0,-7 4 0 15,-3-1 1-15,0 0-1 0,-6-4 1 0,-4 3 17 16,-3-3-20-16,-5 0-1 0,-5 0 4 0,-2 0-1 15,-6 0 6-15,-9-6-5 0,-4-1 5 0,-6 3-9 0,-4-1 6 16,-9 6-6-16,-3-2 6 0,-5 3-8 16,-8 4 3-16,-2-2-3 0,-5 4 2 0,-2 3 1 15,-5 1 14-15,-16-1-17 0,8 8 12 0,-21-2-10 0,-5 6-2 16,-2 4-1-16,13 7 0 0,-3 3 11 0,-4 3-13 16,-4 3 20-16,-23 5-19 0,-1 8 3 0,2 2 0 15,5 4 0-15,0 7-1 0,2 5 6 16,2 4-14-16,0 8 16 0,5 4-6 0,3 5 3 15,2 4-8-15,8 3 9 0,4 5-5 0,5 4 0 16,6 6 20-16,4 5-12 0,6 6 2 0,6 1-10 16,6 5 8-16,5-2-9 0,9 1 7 0,8 1-2 15,15-13 26-15,6 3-7 0,6 1-2 0,10 0 10 0,6 0-11 16,11-2 5-16,4-2-9 0,11-3 3 16,5-5 3-16,8-2 0 0,7-5 5 0,8-3-4 15,18 4-2-15,9-6-9 0,5-5-1 0,2-7-5 0,-9-12 1 16,4-3-4-16,0-7 0 0,4-6 3 0,3-5-3 15,-1-5-2-15,3-7-13 0,2-3-39 0,-3-6-25 16,0-2-66-16,-3-4-104 0,-6-3-106 0,-6-3-125 16,-9 1-182-16,-7-2-306 0,-18 1-562 0</inkml:trace>
  <inkml:trace contextRef="#ctx0" brushRef="#br0" timeOffset="29042.32">10071 6646 330 0,'33'-17'345'0,"2"-1"-67"0,-3 0-35 0,-2-1-38 0,0 0-7 0,-5-1-11 0,0 0-32 0,-4 0-22 0,0-2 13 16,-2 1 18-16,-3-2-34 0,0-1 57 0,-4 0 13 15,-1 0-27-15,-5 1-46 0,-2-1-20 16,-4 0-19-16,0 0 0 0,-4-1-3 0,-5-3 11 0,-3 1-5 15,-5-3-15-15,-3 0 18 0,-5 1 3 0,-2 0-2 16,-2 1-20-16,-7 1 4 0,-10-3-6 0,-4 2 20 16,-2 4-35-16,-7 1-12 0,-5 5-5 0,-3 3-4 15,-4 4 13-15,-2 4-6 0,-3 4-10 0,-2 3-6 0,-5 5-7 16,-2 4-4-16,2 5 0 0,-1 4-7 16,-2 4 1-16,1 4-6 0,-6 11 5 0,5 5-1 15,16-2 0-15,6 4-4 0,7 4 6 0,7 5-11 0,5 1 9 16,9 5 0-16,8-2 3 0,9 4-8 0,6 0 0 15,4 2 18-15,13-6-16 0,8 8 2 0,7-1 0 16,6 0 6-16,11-2-9 0,5-2 4 0,7-2-4 16,6-4 13-16,16 8-12 0,4-10 3 0,-6-11 2 15,4-5 5-15,2-5-3 0,8-3-1 0,7-8 10 16,1-4 7-16,2-7 13 0,2-2-4 16,-2-9 6-16,0-5 5 0,2-5 11 0,-5-6-7 15,16-10 14-15,-8-5-14 0,-5-7-8 0,-4-4-7 16,-23 3-4-16,-3-5-12 0,-6-1 13 0,-5-5-18 0,-7-1 2 15,-7-2-9-15,-8-2-3 0,-5 1-3 0,-7-2-6 16,-11 8 49-16,-4 2-63 0,-9-1 1 0,-4 2 5 16,-10-6-2-16,-4 4 4 0,-7 3-6 0,-5 4-6 15,-4 5-10-15,-3 2-23 0,-3 4-4 0,1 4-34 16,3 8-38-16,-1 2-38 0,2 4-52 0,-1 5-53 16,7 3-30-16,5 4-61 0,0 2-58 0,3 5-71 15,0 1-491-15,0 5-576 0</inkml:trace>
  <inkml:trace contextRef="#ctx0" brushRef="#br0" timeOffset="31590.02">5800 7638 105 0,'-3'-10'412'0,"3"0"-117"0,-3 1-65 0,1-3-40 0,-2 1-31 0,3-1-28 0,-3 0-19 0,2-3-14 0,-2 1-5 0,0 0 18 0,0-2-14 0,-1 1-12 16,0-1 12-16,1 0-21 0,-2 2-20 0,-2-4-6 0,2 0-17 15,-4 0 1-15,-1 0-7 0,2 0-1 0,-6-1 6 16,1-1 2-16,-4-1-12 0,-2 2 19 0,-1 0 9 15,-2 1-7-15,-6-1-2 0,-3 2-6 0,-3 1 16 16,1 2 20-16,-3 1-7 0,-4 3 13 0,1 1-30 16,-2 2 16-16,1 4-28 0,1-1-7 0,-2 3 27 15,-9 2-1-15,-1 2-3 0,-2 1-9 0,0 2-5 16,-2 4 8-16,-9 0 21 0,1 4-14 0,0-1-7 16,4 3 3-16,0-1-12 0,10-1 15 0,-6 6-12 15,2-1-8-15,7-1-7 0,-4 5-4 0,10-1-3 16,0 0-5-16,2 2-6 0,3 4 4 0,4 0 3 15,1 4 0-15,4 4 0 0,4 2-3 0,3 3 2 16,2 2-3-16,6 3 8 0,3 2-5 0,6 0 3 16,-1 1 1-16,9-1-1 0,3 1-2 0,3 0 3 15,7 3-13-15,6-1 14 0,2-6-1 0,8 1 10 16,5-5 21-16,4-4-5 0,8-5-12 0,4-3 6 16,5-4 3-16,4-4-5 0,3-4-5 0,2-5 12 15,0-4-1-15,-7-5 7 0,4-5-2 0,10-5-9 16,1-3 10-16,2-5-21 0,0-5 0 0,-3-4 1 15,-2-3 16-15,-1-5-2 0,-3-3-15 0,-5-4 1 16,-2-3-8-16,-3-1 4 0,-5-5-13 0,-4 1 2 16,-5-1-4-16,-6 1 4 0,-4-1 12 0,-5 3 20 0,-9 5-20 15,-4 0-5-15,-7 0-5 0,-2-1-5 0,-6 6 10 16,-6 1-13-16,-3-1 8 0,-4-4-16 0,-7 2 10 16,-3 2-11-16,-6 3 8 0,-2 1-2 15,-4 5 3-15,-4 2-5 0,-1 5-1 0,-5 4-9 0,1 2 9 16,-1 7-12-16,2 4-35 0,2 2-74 0,1 5-74 15,-6 6-75-15,2 3-46 0,2 6-81 0,1 5-110 16,1 1-526-16,-3 10-648 0</inkml:trace>
  <inkml:trace contextRef="#ctx0" brushRef="#br0" timeOffset="33849.69">20792 11533 307 0,'-4'-17'646'0,"2"-1"-145"0,-3-1-107 0,-1-3-72 0,1 0-72 0,0-2-47 0,-2-1-1 0,0-2-18 0,0-2-29 0,-1 0-25 0,-2-2-22 0,-1-5-13 0,1-1-8 0,-4-2-11 0,1 1-15 0,-2 0-1 0,0-1-3 0,-2 2 1 0,-1 0-7 0,0 1 10 0,-2 1-16 15,-3 0 20-15,-1 4-25 0,-3 0 9 0,-3 1-23 0,0 3-6 0,-5 1-3 0,1 1 1 0,-7 2-9 0,-1 2 9 0,-2 1-4 0,-4 3 2 0,-1 2-2 16,-3 1 2-16,-1 5-3 0,0 0 1 16,0 5-5-16,-2 1 2 0,3 3-3 0,-2 4-1 15,2 3-4-15,-2 3 4 0,-7 5 20 0,2 6-11 16,0 3 15-16,0 7 2 0,3 5 10 0,2 6 26 16,1 4 4-16,0 5-3 0,7 5 7 0,-1 3 16 0,7 4 10 15,3 1-19-15,5 6-10 0,6 2-15 16,3 3-13-16,6 1 1 0,7 2-9 0,5-1-9 15,5 3 2-15,5-1 0 0,6 0-8 0,5 0 17 16,5 3-24-16,7 15-7 0,6-2-2 0,1-2 0 16,5-2-1-16,5-5-4 0,0-3 8 0,2-4 2 0,1-1-1 15,-3-18 13-15,1-1 7 0,5-3-23 0,3-1 3 16,2-5-5-16,2-4 0 0,3-2 14 16,4-4-12-16,3-8 24 0,0-3-21 0,2-7 17 15,-1-6-20-15,2-5-3 0,1-5 5 0,-11-7 1 16,12-4 2-16,0-6-1 0,-4-4 2 0,0-4-3 15,-5-5 3-15,0-6 4 0,-4-5-3 0,-1-8-9 16,-4-7 3-16,6-15 20 0,-5-8-30 0,-6-6 17 16,-4-7-25-16,-5 0 3 0,-1-5 10 0,-7-5-19 0,-4-5-4 15,-3-1-5-15,-4-2 11 0,-8 16-25 0,-5-1 9 16,-4 0 21-16,-4 1-26 0,-6 1 1 0,-8 2 2 16,-2 1 2-16,-8 2-1 0,-9-9 4 0,-3 19 2 15,-11-9 5-15,2 20 5 0,-5 4-3 0,-5 1 8 16,-2 9-27-16,-3 2-36 0,1 5-8 0,-1 4-45 15,0 6-31-15,0 4-46 0,4 6-57 16,7 4-53-16,3 7-82 0,-2 0-127 0,8 6-559 0,1 5-698 16</inkml:trace>
  <inkml:trace contextRef="#ctx0" brushRef="#br0" timeOffset="41283.33">3653 13216 454 0,'-40'-11'342'0,"8"2"-73"0,0-1-58 0,1-1-44 0,2 2-28 0,1 0-24 0,5 0-22 0,0 2-15 0,4 0 7 15,1 1 13-15,3 1 1 0,1 0-13 0,1-1 5 0,1 3-31 16,2-1 16-16,4 1-26 0,6 3 13 0,-12-5-17 15,12 5 16-15,0 0-19 0,0 0 21 16,9-5-19-16,-9 5 26 0,19 2-23 0,-1 0 38 0,3 2-29 16,3-2 52-16,11 3-5 0,1-2-8 0,11 1 19 15,4 2 20-15,4-3-22 0,1 1-19 0,4-1-12 16,14-1 8-16,4-1 29 0,6-1-14 0,6 0 4 16,7-4-15-16,4 2-8 0,5-3-7 0,20-2-12 15,4 1-9-15,0-1 6 0,7-1-2 16,1 3 14-16,1-2-13 0,-2-1-2 0,2 3 11 15,-1 0-21-15,4-2-6 0,-4 4-7 0,1-1 1 16,-3 2 4-16,-1 0-10 0,-2-2 3 0,0 1-8 0,1 1 3 16,-3 1-11-16,-21-2 2 0,2 2-5 0,17-2 5 15,-17 2-10-15,21-3-2 0,0-1-3 0,-4 1-1 16,-1-3-3-16,-23 1 0 0,20-2 0 0,-2-3 0 16,-2 0 16-16,0-1-19 0,-20-1 0 0,16-1 4 15,-1-3-4-15,-22 1-2 0,0 0 21 0,-3-2-19 16,0 0-1-16,-2-1 2 0,-1 0-8 0,-1-2 8 15,-4-2 2-15,0 0 0 0,-2-1 2 0,-7 0 0 0,3-1 0 16,-8-3 0-16,-3 1-1 0,-2-2 0 16,-4-2-8-16,-1 1 10 0,-3-4-7 0,-3-2 3 15,-2 1 1-15,-3-2 0 0,-2 0 3 0,-1-2-2 16,-5-2-4-16,-3 1 7 0,-3-3-7 0,-3 0 2 16,-7 5 0-16,-4-2 2 0,-3 0-1 0,-3-3 4 15,-5-2-7-15,-5 0 0 0,-4-1 6 0,-6-1-8 16,-6-1 6-16,-7-8-3 0,-5 3 14 0,-7 0-14 15,-2 0 11-15,-7 1 1 0,-5 2-1 0,-3-1 0 16,-8 1-6-16,-14-8 0 0,-3 2 1 0,-4 3 0 0,-4 3-3 16,0 1-1-16,-3 2 2 0,0 2-13 15,11 8 12-15,-19-2-8 0,0 0 14 0,-4 3-20 0,-3 2 5 16,-2 4 9-16,0 1-6 0,14 6 4 0,-4 0-3 16,-15-2 4-16,-4 2-3 0,-2 0-7 0,0 2 5 15,18 6-3-15,-2 0 4 0,-2-1 8 0,1 4-8 16,-3 0-2-16,-1 1 2 0,-4 3-5 0,0 0 2 15,-3 2 2-15,4 4 1 0,-1 2-3 0,-2 0 0 16,2 4-2-16,-2 1 0 0,-17 3 3 0,1 2-1 16,22 0 1-16,0 3 5 0,3-1-6 0,-17 5-2 15,20-1 6-15,-19 3-3 0,20-2-2 0,-20 3-9 16,2 3 17-16,0 3-2 0,3-3-2 0,5 2-3 16,-1 3 2-16,-2 0 1 0,2 3 39 15,-1 2-48-15,1 0 38 0,-2 2-46 0,7 2 39 0,3 0-42 16,3 1 44-16,17-5-45 0,3 2 40 0,2-1-43 15,6 2 9-15,-1-2-4 0,7 3 9 0,0 0 2 16,5 3 0-16,0 2 2 0,4 1 2 0,1 4 35 16,0 1-42-16,2 3 41 0,2 0-46 0,0 1 36 15,4 3-41-15,-2 2 50 0,2-1-35 0,1 2-8 16,3 2 5-16,0 1 1 0,3-1 4 0,3 1 27 16,3 1-32-16,4 0 36 0,1-2-43 0,6-3 35 15,4 0-36-15,5-7 39 0,4-3-40 0,5 1 41 16,4 0-36-16,5-1-3 0,1-1 12 0,9 7-5 15,3 0 3-15,9 0 3 0,2-2 0 0,6-4 35 16,5 3-40-16,7-5 32 0,3 0-39 0,6-3 29 0,6-4-32 16,3-4 30-16,9-5-37 0,4-4 41 15,7-7-45-15,7-5 7 0,4-5-37 0,5-5-39 16,-3-7-92-16,22-6-102 0,-1-4-84 0,-3-5-109 0,-4-3-175 16,-4-2-433-16,-5-4-712 0</inkml:trace>
  <inkml:trace contextRef="#ctx0" brushRef="#br0" timeOffset="43647.16">9167 15787 45 0,'3'-8'609'0,"1"1"-155"15,-4 7-75-15,4-11-90 0,-2 6-12 0,-2 5-52 0,5-9-48 0,-5 9-41 0,0 0 38 0,0-8-2 0,0 8-4 0,0 0-14 0,-10 4-19 0,1 0-6 0,-1 1 1 0,-3 1-7 0,-2 3-10 0,-6-2 13 0,0 2-21 0,1 0-1 0,-1-1 3 16,-2 0-5-16,0-3-19 0,0 1-2 0,-3 0-4 0,3-3 1 0,3-1-22 0,-1-1 1 0,1-1-15 0,2-1 4 0,0-1-6 0,3-3 7 0,1-2-19 16,2-1 8-16,1-3-11 0,6-3 8 15,3-1-15-15,2-2 4 0,5-3-12 0,4-1 7 16,7-2-14-16,0 2 18 0,5 0-24 0,2 3 0 0,2 4 1 16,2 5 2-16,-4 2 0 0,0 7 4 0,4 4-2 15,1 6 7-15,0 3-11 0,2 7 9 16,-2 5-11-16,-2 4 11 0,-2 3-8 0,-1 2-5 15,-4 3 15-15,-4 2-11 0,-1 2-1 0,-2 0 1 16,-6-1 2-16,2 0 11 0,-7-5-11 0,-1-2 13 16,-4 0-15-16,-2-2 16 0,-2-2-6 0,-1-4 22 0,-5 0-15 15,1-4 17-15,1-3-10 0,-3-4 24 0,1-2-29 16,-1-2 18-16,2-4-31 0,-2-3 11 0,2-2-25 16,0-3 23-16,3-1-31 0,-2-6 12 0,1 0-24 15,6-4 21-15,0 2-14 0,4-2 5 0,2-1 2 16,3 1-2-16,2 1 7 0,4-1-4 0,1 2 0 15,0 1-1-15,6 2 0 0,-2 1 1 0,3 2-2 16,2 3 2-16,-3-1-1 0,5 3-12 0,-2 1 1 16,1 1-12-16,-1 1-19 0,-2-1-22 0,5 3-60 0,-4 0-64 15,-1 0-60-15,1-2-66 0,0 1-47 0,-1-1-46 16,-1 0-50-16,-2-4-410 0,-1-1-442 0</inkml:trace>
  <inkml:trace contextRef="#ctx0" brushRef="#br0" timeOffset="43967.4">9421 15751 425 0,'-11'-12'686'0,"5"4"-115"0,-4 0-98 0,5 1-91 0,-1 1-84 0,1 0-42 0,1 2-53 0,4 4-1 0,-4-9 7 0,4 9-4 0,4-8-10 0,2 4-17 0,1-2-38 0,7 0-20 0,-1-1-33 0,6-2-3 0,2 1-25 0,0-2-3 0,4-1-18 0,0-3 17 0,-3 1 2 0,2-3-12 0,-1 1-6 0,-1-2 1 16,-3 0-9-16,-2 4 25 0,-3-2-1 0,-3 5-4 0,0-1-7 0,-2 2 16 0,-2 1-30 0,2 0 12 0,-4 3-33 0,0 0 17 15,-5 5-20-15,0 0 29 0,9 5-7 0,-7 5 1 16,-1 3-7-16,0 6-8 0,-1 5-3 0,3 4-2 16,-1 5 33-16,2 3-2 0,1 4-5 0,2 1-6 0,-1-2-3 15,4 0 3-15,0-1 1 0,1-1-43 16,1-2 49-16,-1-5-10 0,0-1-12 0,1-2-38 15,-1 0-49-15,2-4-75 0,-4-3-119 0,-1-1-158 16,-1-2-101-16,-1 0-136 0,-2-4-545 0,-1-1-815 0</inkml:trace>
  <inkml:trace contextRef="#ctx0" brushRef="#br0" timeOffset="44249.38">8794 16750 531 0,'-25'12'930'0,"3"-1"-190"16,8-3-169-16,1-2-130 0,2 1-77 15,4-1-87-15,2-1-44 0,5-5-49 0,4 8-30 16,-4-8-31-16,19 5-10 0,-1-6-29 0,9 1-4 0,6-4-25 16,12-1 4-16,3-3-22 0,5-4 5 0,9-2-18 15,4-3 11-15,1-3-12 0,3-4 10 0,3-1-12 16,0-2 12-16,0-2-13 0,1-4 21 15,-1 3-16-15,1-4 8 0,-5 0-18 0,-4 2 14 0,-3 1-22 16,-5-1 18-16,-7 5-49 0,-10 4-38 0,-6 3-76 16,-4 0-91-16,-9 5-101 0,-5 2-79 15,-5 3-53-15,-6 2-57 0,-1 0-483 0,-4 8-604 0</inkml:trace>
  <inkml:trace contextRef="#ctx0" brushRef="#br0" timeOffset="46297.33">9366 16968 150 0,'-7'-3'598'0,"-2"-3"-155"0,1-1-84 16,1 0-71-16,-1-1-32 0,3 1-13 0,0-3-27 0,1 1-35 0,0-2-27 0,4-1-4 0,0-2-18 16,1 3-18-16,3-5-3 0,3 2-14 0,2-3-20 15,2 1-11-15,1 2-12 0,2 0-4 0,1 0-16 0,1 3-11 16,0 4-4-16,-2 1-4 0,3 2-4 16,-4 3 1-16,1 2-1 0,-3 3-1 0,2 2-4 15,-3 2 12-15,-1 3 1 0,1 3 4 0,-2 0-1 0,-3 3-1 16,-1-1-1-16,-3 2-4 15,2 0 21-15,-2 2-5 0,-2-2-4 0,-1 1-4 0,1-2 0 16,-1 0-1-16,-1-2-2 0,-1-1 20 0,4-2 3 0,-4-1-7 16,3-1 0-16,0 0-1 0,-2-3-3 15,2-1-9-15,0 1 15 0,1-7 11 0,-3 11-4 0,3-11-7 16,3 6-7-16,-3-6-6 0,0 0-3 0,15-2-8 16,-6-1-9-16,4 1 4 0,0-1-2 0,0 2-4 0,2 1 3 15,1 0-5-15,1 1-1 0,-1 3 3 16,1 1-9-16,2 1 7 0,-3 2-1 0,4 3 1 0,-3 1 3 15,-2 1 3-15,-2 3-3 0,-2-1-3 0,-2 2 2 16,-2-1 5-16,-3-1 9 0,-1 2-2 0,-3 1 1 16,-3-1 11-16,-3 0 1 0,-1 2-8 0,-2 0-3 15,-5-1-1-15,-3 4-1 0,-1-3-1 0,-3 0-4 16,0-1-7-16,-2-1 1 0,0-2-14 0,5-4-6 16,-2-1-32-16,4-4-33 0,0 0-106 0,3-5-98 15,0-1-78-15,4-5-82 0,1-2-107 0,5-4-402 0,0-6-535 16</inkml:trace>
  <inkml:trace contextRef="#ctx0" brushRef="#br0" timeOffset="46595.93">9929 16815 618 0,'12'-11'763'0,"-3"2"-138"0,-1 5-113 0,-8 4-55 0,12-1-77 0,-12 1-34 0,9 8-50 0,-3 0-34 0,-1 3-47 0,-1 3-27 0,0 3-48 0,3 4-9 16,-4 0-38-16,5 2 11 0,-3 1-30 0,3 4 18 15,1-2-35-15,1 1 20 0,0-1-34 0,-1-2 29 16,1-4-30-16,-1 1 28 0,0-4-29 0,0 0 25 0,0-5-23 16,0-1 16-16,0-1-33 0,0-2 24 0,-1-3-33 15,1-1 15-15,-9-4-23 0,16 2 16 16,-7-4-27-16,0-3 25 0,-2-1-32 0,0 0 26 0,-2-2-30 16,-2-1 24-16,-2-1-27 0,-1 2 14 0,0 0-27 15,-3-2 13-15,0 2-29 0,-3 1 20 0,0 0-49 16,-1 1 1-16,-1 3-39 0,-1 1-27 0,-1-1-50 15,10 3-63-15,-20 3-59 0,20-3-58 0,-15 4-54 0,9 0-64 16,1 1-61-16,5-5-375 0,-7 9-495 16</inkml:trace>
  <inkml:trace contextRef="#ctx0" brushRef="#br0" timeOffset="46962.39">10441 16834 490 0,'13'-15'934'15,"-2"5"-156"-15,-2-1-150 0,-2 0-127 0,1 5-74 16,-2-1-87-16,-1 2-27 0,-5 5-77 0,9-5-2 16,-9 5-67-16,0 0-24 0,5 8-15 0,-5-8-28 15,-2 12-18-15,-1-3-18 0,0 2 17 0,-1 2-49 0,-1 1 20 16,-1 2-42-16,1 0 32 0,-2 2-36 16,-2 0 19-16,0-2-41 0,1 1 24 0,-1-2-50 0,3-2-7 15,-2 0-40-15,4-2-13 0,-2-1-16 0,2-2-6 16,0-1-3-16,-1-1-44 0,5-6-57 0,-8 6-14 15,8-6-2-15,0 0 33 0,-7-8 32 0,4 3 34 16,3-4 34-16,-1 0 19 0,2-3 27 0,-1 0 17 16,1 0 35-16,2 0 42 0,-2 1 37 0,1 2 17 15,-1 0-5-15,0 2 1 0,-1 0 5 0,4 2 26 16,-4 5-10-16,6-8 10 0,-6 8-7 0,13-3-13 0,-13 3-25 16,14 3-9-16,-2-1-16 0,-2 1-3 15,0 2-8-15,4-1-6 0,-1 2-20 0,2-1-39 0,-2-1-51 16,0 0-64-16,-3 0-67 0,3-2-43 0,-3-1-28 15,2 0-29-15,-12-1-45 0,15 0-51 0,-4-2-363 16,-3-1-298-16</inkml:trace>
  <inkml:trace contextRef="#ctx0" brushRef="#br0" timeOffset="47343.77">10651 16662 150 0,'0'-14'577'15,"3"2"-126"-15,-2 1-84 0,0 1-39 0,3 1-11 16,0 0-15-16,2 1-21 0,-2 0-8 0,1 3-27 15,2-1-16-15,1 1-10 0,0 1-30 0,1 2-18 0,-9 2-5 16,17-3-17-16,-17 3-27 0,17 0-9 16,-17 0-31-16,16 2-7 0,-16-2-21 0,14 4 1 15,-4-1-13-15,-3 1 26 0,-7-4-26 0,10 7 11 16,-6-3-15-16,-2 2 17 0,-2-6-30 0,6 9 13 16,-6-9-23-16,4 11 20 0,-4-11-28 0,2 9 17 15,-2-9-24-15,1 8 19 0,-1-8-29 0,3 7 30 16,-3-7-23-16,1 7 14 0,-1-7-18 0,1 6 21 15,-1-6-21-15,5 6 22 0,-5-6-22 0,9 6 25 0,-1-1-22 16,0-2 18-16,1 2-25 0,0 0 23 16,1 1-22-16,0 0 23 0,-1 1-28 0,4 2 8 0,-3-1 3 15,-2 2-3-15,3-1 7 0,-2 2-6 0,0 0 4 16,0 0 1-16,-3 1-4 0,-2-1 2 0,0 0 23 16,-1 0-23-16,-1 1 18 0,-2 0-26 0,-1 0 23 15,-3 0-23-15,0 0 22 0,0 1-22 0,-3-2 20 16,-2-1-21-16,1 1 1 0,0-4-55 0,1 0-57 15,-2-2-89-15,1-2-93 0,8-3-81 0,-13 0-59 16,13 0-41-16,-15-6-79 0,11-2-339 0,2 0-469 16</inkml:trace>
  <inkml:trace contextRef="#ctx0" brushRef="#br0" timeOffset="47478.85">11032 16577 23 0,'4'-7'841'0,"0"-1"-200"16,-2 4-129-16,-2 4-96 0,4-7-84 0,-4 7-64 15,5-8-49-15,-5 8-46 0,0 0-52 0,0 0-63 0,0 0-114 16,0 0-108-16,0 0-149 0,-5 4-155 0,5-4-354 16,-10 8-358-16</inkml:trace>
  <inkml:trace contextRef="#ctx0" brushRef="#br0" timeOffset="48360.09">11284 16206 683 0,'-5'-12'650'0,"0"2"-104"0,1 2-91 0,4 8-66 0,-5-7-13 0,5 7-7 0,-7 7-33 0,6 4-30 0,0 3-50 0,-2 5-29 0,3 5-55 0,1 5-9 0,3 4-47 0,0 1-2 0,5 5-41 0,1 1 10 0,3-3-36 0,2-1 19 0,-1-3-40 0,4-2-3 0,-5-6 14 16,1 0 10-16,0-4 4 0,-2-4 2 0,0-1-1 0,1-2 0 0,-4-3-4 0,3-3-7 15,-2 0-5-15,-1-4-6 0,0 0-4 16,-9-4-8-16,15 0-3 0,-15 0-4 0,13-7 17 16,-7 0-26-16,-3-1 27 0,-2 0-16 0,-1-2 18 0,-1 1-28 15,-3-1 20-15,-2-2-24 0,-3 1 17 0,-3 2-21 16,1 0 16-16,-5 4-19 0,2-2 15 0,-5 5-28 15,0 1 6-15,0 2-65 0,-4 2-38 0,-1 4-71 16,-2 1-64-16,2 2-84 0,-2 3-77 16,1 0-22-16,2 1-92 0,0 2-105 0,6-3-342 0,-3 4-567 15</inkml:trace>
  <inkml:trace contextRef="#ctx0" brushRef="#br0" timeOffset="48876.92">9765 16681 348 0,'0'0'755'0,"0"0"-132"0,-10 6-119 0,10-6-126 0,-10 4-80 0,10-4-38 0,-14 6-10 0,14-6-33 0,-10 5 0 0,10-5-16 0,-12 3-6 0,12-3-34 0,-9 4-15 0,9-4-13 0,-6 2-18 0,6-2-24 0,0 0 9 0,-8 4-31 0,8-4 7 0,0 0-27 0,0 0 11 0,-9 5-33 0,9-5 11 0,0 0-22 0,0 7 10 15,0-7-19-15,3 7-5 0,-3-7-45 0,2 6-27 16,-2-6-51-16,6 8-18 0,-6-8-30 0,6 7-13 0,-6-7-18 16,8 3-42-16,-8-3-43 0,11-2-95 0,-5-2-103 15,2-2-472-15,1-1-537 0</inkml:trace>
  <inkml:trace contextRef="#ctx0" brushRef="#br0" timeOffset="49491.4">19605 12076 327 0,'-8'3'554'0,"-1"0"-184"0,2 0-162 0,-2 2-141 0,-6 1-141 0,1 1-384 0,-3 3 65 0</inkml:trace>
  <inkml:trace contextRef="#ctx0" brushRef="#br0" timeOffset="49742.63">11530 16605 264 0,'-25'11'297'0,"1"2"-110"0,2-4-82 0,0 2-62 0,2-1-37 15,-2-2-24-15,4 0-19 0,-1 1-18 16,2-3-5-16,2-3-3 0,1 2 10 0,1-2 26 15,2-1 9-15,-1-1 22 0,12-1 4 0,-18 1-6 16,18-1 3-16,-14-1 2 0,14 1-6 0,-11-2-7 0,11 2-24 16,-9-5-18-16,9 5-113 0,-7-5 41 0</inkml:trace>
  <inkml:trace contextRef="#ctx0" brushRef="#br0" timeOffset="49941.75">11174 16663 175 0,'0'0'319'0,"-13"-1"-60"16,13 1-45-16,-14 1-24 0,14-1-19 0,-17 3-14 15,7-2-19-15,1 0-18 0,9-1-19 0,-15 4-12 0,15-4-10 16,-15 2-18-16,15-2-9 0,-11 3-3 0,11-3 21 16,0 0 23-16,0 0-29 0,0 0 7 0,0 0-28 15,25-3 7-15,-4-3-26 0,11-3-11 0,14-6-10 16,12-4-10-16,4-7-29 0,9-2-18 0,18-14-1 16,7-5 0-16,5-6 0 0,10-6 15 0,4-5-21 15,5-5 6-15,7-6-10 0,31-24-2 0,1-5-44 16,3-5-49-16,2-5-57 0,-3-3-275 0,1-3 18 15</inkml:trace>
  <inkml:trace contextRef="#ctx0" brushRef="#br0" timeOffset="51212.38">7195 15062 773 0,'4'-7'596'0,"0"1"-171"0,-3 0-180 0,-1 6-185 0,3-7-173 0,-3 7-60 0,0 0-95 0,0 0-218 0,0 0 28 0</inkml:trace>
</inkml:ink>
</file>

<file path=ppt/ink/ink1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41:38.719"/>
    </inkml:context>
    <inkml:brush xml:id="br0">
      <inkml:brushProperty name="width" value="0.05292" units="cm"/>
      <inkml:brushProperty name="height" value="0.05292" units="cm"/>
      <inkml:brushProperty name="color" value="#FF0000"/>
    </inkml:brush>
  </inkml:definitions>
  <inkml:trace contextRef="#ctx0" brushRef="#br0">1977 4979 101 0,'2'-11'495'0,"-2"-1"-127"0,-2 2-91 0,0 0-51 0,-1-1-48 0,1 2 12 0,-2-2-36 0,-3-2 11 0,1 1 4 16,0-1-26-16,-3 1-4 0,-3-2-9 0,0 0-22 16,-3-1 14-16,-1 2-13 0,-1-3 3 0,-2 1 2 15,-3 0-12-15,1 0-11 0,-5 0-14 0,2 2-12 16,-3 0-6-16,1 2-3 0,-2 0-7 0,-4 3-11 15,0 1-9-15,-3 2-4 0,-1 1-7 0,-4 4-1 16,-1 0-4-16,-7 2-4 0,-5 4 1 0,2 2 4 16,-4 0-3-16,0 4 4 0,-7 1-10 0,0 4 12 0,1 1 14 15,2 2 6-15,6 0 10 0,0 3-6 16,11-3 6-16,1 3-13 0,4 2 2 0,2 2-8 16,5 3 5-16,2 1-9 0,3 2 0 0,4 3-2 15,8 2 23-15,-1 3-10 0,9 0 14 0,2 2 12 0,4 3-3 16,6-1-7-16,4 2-6 0,3-2-9 15,9 7 12-15,4 0 10 0,5-5-7 0,3-1-8 16,2-3-8-16,6-2-3 0,2-4 23 0,6-1-13 0,3-3 20 16,1-6-36-16,2-1 11 0,2-6-24 0,4-4 57 15,2-5-8-15,-6-3 3 0,3-6-7 16,2-3-3-16,14-5 38 0,-1-4-61 0,1-4 43 16,-3-4-60-16,2-4 45 0,-4-3-55 0,-3-4 43 0,-1-5-55 15,-5-2 50-15,-4-2-50 0,-3-4 33 16,-5 1 17-16,-4-3-11 0,-4-1 10 0,-6 2-14 0,-1-4 37 15,-8 2-55-15,-4-3 46 0,-6 7-16 0,-3 0-5 16,-5 2 35-16,-5-1-8 0,-2 5-11 0,-4 1-2 16,-4 1-45-16,-1-1 41 0,-7-3-41 0,-4 1 36 15,-2 3-46-15,-4 3 36 0,-2 2-47 0,-4 0 38 16,-3 4-41-16,-2 4 19 0,-4 2-59 0,-6 1 15 16,3 5-98-16,-5 2 6 0,-1 3-78 0,5 4-49 15,3 3-64-15,-3 2-86 0,-3 5-57 0,2 3-60 16,1 3-77-16,4 2-474 0,0 3-701 0</inkml:trace>
  <inkml:trace contextRef="#ctx0" brushRef="#br0" timeOffset="2758.91">24199 5298 47 0,'-1'-7'437'0,"-3"1"-109"0,3-2-65 0,-2 1-25 0,-2-3-10 0,3 2-1 0,-2-1-21 0,1 1-22 0,-2-2-25 0,4 1-13 0,-2-3 8 0,1 3-14 0,-1-2-11 0,2 0-6 0,0-1 2 0,1 1 11 0,-2 1 6 0,2-2-15 0,0 1-19 0,2-1-22 0,-2 0-16 0,1 0-9 0,-1-1-14 0,0 1-1 0,-1-1 11 0,-1 1-7 0,2-1-10 0,-2 1-9 0,-1-2-3 0,-2 0-8 16,0-1-7-16,-1 1 1 0,-3-2-4 0,-4 0 1 16,1-1-1-16,-3 1 40 0,-4-3 13 0,-3 1 18 15,-1 0-3-15,-7-1-16 0,-1 0-10 0,-2-1-11 16,-2 4-8-16,2-1-4 0,-4 0-3 0,0 2-2 15,-3 0-6-15,2 2-1 0,-2-1 25 0,-1 2-7 16,2 2 1-16,4 2-11 0,-1 0 10 0,2 3-11 16,-2 0 6-16,0 2 0 0,-1 1 10 0,6 1-16 15,0 1 13-15,-5 3-17 0,1-1 11 0,-2 4-21 16,3 0 15-16,-7 3-17 0,1 3 8 0,2 0-11 16,-2 2 39-16,1 0-21 0,0 3 29 0,2 0-32 15,-1 1 47-15,1 1-43 0,-1 0 36 0,2 2-50 16,0-1 36-16,3 0-44 0,1 0 55 0,1 1-44 15,2-1 43-15,1 1-54 0,1 2 51 0,1 0-57 16,7-3 46-16,-1 0-47 0,2 2 0 0,2 1 19 16,2 1 7-16,3 2-4 0,2-1 3 0,1 2-9 15,1 1-2-15,4-1 1 0,0 0-2 0,3 3-1 16,4 2 47-16,-1 3-44 0,5 5 53 0,4-1-55 0,1 1 46 16,6 1-52-16,2-2 41 0,4 6-48 15,6-1 47-15,0-2-50 0,4-1 5 0,2-3-3 0,0-1 9 16,4-2 5-16,3-3-26 0,1-1 31 15,2-1-26-15,0-4 29 0,4 0-28 0,1-3 26 0,2-2 0 16,3-2-1-16,-8-3 5 0,0-3 0 0,3 0 0 16,1-1-3-16,-4-2-1 0,3-2 2 0,-3-1-5 15,0-2 1-15,2-1 7 0,-3-3 14 16,-6-1-10-16,6-2-2 0,-2-3 1 0,0-3 1 0,0 0-2 16,-1-3 2-16,0-2 5 0,-2-2-5 15,1-5-2-15,-2 0 26 0,5-8-42 0,-1-2 33 16,-4-2-34-16,-2-1 35 0,-8 2-26 0,-3-3 31 0,1-1-36 15,-5 0 45-15,-3-1-36 0,-2-1 41 0,-4-2-36 16,-1-1 29-16,-3 2-31 0,-6 0-2 0,1 4 3 16,-3 2 10-16,-4-2 32 0,-2-1-53 0,-4 1 35 15,-2-3-48-15,-4 0 38 0,-3 2-9 0,-2 0-10 16,-4 2-3-16,-2 1-5 0,-2 3-23 0,-4 0-28 16,-2 1-25-16,-5 2-45 0,-2 2-43 0,-3 2-43 15,-10-2-95-15,-2 4-54 0,-4 2-97 0,5 7-88 16,-4 0-50-16,-2 4-129 0,2 3-493 0,-2 1-815 15</inkml:trace>
  <inkml:trace contextRef="#ctx0" brushRef="#br0" timeOffset="13321.32">15591 6998 420 0,'0'0'494'0,"-12"-1"-111"0,12 1-89 0,0 0-61 0,-14-1-40 16,14 1-31-16,-10-1-8 0,10 1-13 0,0 0-9 0,-17 0-2 0,17 0-8 0,0 0-10 0,-14-2-5 16,14 2-8-16,0 0-11 0,-14 0-2 0,14 0-8 15,0 0-3-15,0 0-3 0,-11-1 6 0,11 1 0 16,0 0 25-16,0 0-14 0,0 0 13 0,-13-2-17 15,13 2 19-15,0 0-25 0,0 0 9 0,0 0-28 16,0 0 12-16,-9-2-27 0,9 2 17 0,0 0-23 16,0 0 18-16,0 0-28 0,0 0 20 0,0 0-26 15,0 0 19-15,0 0-12 0,0 0 20 0,0 0-17 16,6 5 24-16,-6-5-21 0,8 5 14 0,-8-5-19 16,18 5 0-16,-9-2 3 0,3 1 20 0,3 0 6 15,1-1-4-15,2 1-4 0,3-1 1 0,3 2 19 16,0-1-22-16,3-2 8 0,1 2-20 0,2-1 11 15,0 0-12-15,5 0 31 0,-1 0-35 0,1 0 17 16,-1 0-33-16,-1-1 0 0,-1 0 18 0,2 2-33 0,-1 0 28 16,0-2-30-16,3 2 22 0,-3-1-24 0,4 0 27 15,-1 0-25-15,1 0 32 0,0 0-13 0,0-1 36 16,2 0-41-16,-1-1 31 0,0 0-14 0,1 0 32 16,-2 1-38-16,2-2 24 0,-2 0-26 0,-1-2 25 15,-1 1-25-15,-3-1 28 0,-2 0-33 0,0 0 26 16,0-1-36-16,-2-1 27 0,-1 0-37 0,-1 0 31 15,-1 0-35-15,-3-1 31 0,1-1-34 0,-3 0 33 16,0-1-34-16,0-1 29 0,-1 0-35 0,-1-2 38 16,-1 0-34-16,-1-3 31 0,2 0-32 0,3-3-1 15,-2-1 5-15,1 0 4 0,0-2-1 0,1 1 1 16,1-1 27-16,-3 0-30 0,2-1 29 0,0 1-27 16,-3 0 45-16,-1 1-23 0,-3 2 41 0,0 0 6 15,-4-1-15-15,3 0-9 0,-4 1-7 0,-3 1-1 16,1 0-7-16,-3 0-6 0,-1-2-2 0,-2 1-1 15,1 0-4-15,-5-2-5 0,3 1-1 0,-5-1 3 16,0 0-6-16,0-1-1 0,-3-2-2 0,0 2 3 16,-2-1-2-16,0-4 0 0,-4 2 0 0,0-2-3 15,-2 2-1-15,-1-3 1 0,-6 1-24 0,-3-2 28 0,1 2-26 16,-5 2 33-16,0-1-31 0,-6 2 30 0,-4 2-27 16,-1 0 29-16,-6 1-31 0,-8-2 31 0,-1 5-29 15,-3-2 31-15,4 5-32 0,3 1 31 16,-4 2-27-16,2 1 30 0,-1 2-29 0,-1 0 29 0,-1 4-28 15,3-1 25-15,1 5-25 0,-2-1 29 0,0 2-27 16,0 6 28-16,3 1-31 0,-8 6 33 16,2 3-33-16,2 5 30 0,1 5-3 0,5 7-1 0,0 0 0 15,4 5-3-15,2 0-3 0,4 3 3 0,3 2-27 16,4 0 31-16,3-1-25 0,7-5 6 0,4-2 2 16,4 2 8-16,2-2-3 0,7-4 5 0,2-2 6 15,4-3 35-15,4 6-22 0,3-5 26 0,7 5-34 16,3-4 26-16,5 0-35 0,3-3 26 0,6-3-30 15,1-3 24-15,6-2-32 0,3-5 27 0,1 0-57 16,2-3 23-16,2-3-53 0,-1-1-23 16,2-3-82-16,-8-3-38 0,1-2-58 0,2-2-65 0,3-3-62 15,-2-3-52-15,-3-1-37 0,-7-2-86 0,-3 1-136 16,-1-5-402-16,-2-1-723 0</inkml:trace>
</inkml:ink>
</file>

<file path=ppt/ink/ink1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42:54.615"/>
    </inkml:context>
    <inkml:brush xml:id="br0">
      <inkml:brushProperty name="width" value="0.05292" units="cm"/>
      <inkml:brushProperty name="height" value="0.05292" units="cm"/>
      <inkml:brushProperty name="color" value="#FF0000"/>
    </inkml:brush>
  </inkml:definitions>
  <inkml:trace contextRef="#ctx0" brushRef="#br0">4311 13241 108 0,'-10'-17'519'0,"-2"1"-103"0,2-1-79 0,0 1-5 15,1 3-17-15,0-1 9 0,3 3-31 0,-2 0-48 0,3 1-47 0,0 2-26 0,0 1-23 0,1 0-33 0,4 7 28 0,0 0 21 0,0 0-21 0,0 0 26 0,10 8 23 0,-2 4-44 0,2 3 20 0,1 4-26 0,2 7 7 0,0-1-8 0,5 6-43 0,-4 0 15 0,4 3-37 0,-2-1 23 0,-3 0-57 16,1 1 31-16,0-1-51 0,-2-4-4 0,-1 0-4 16,-2 0-2-16,0-1-4 0,1-2 2 0,-3-4-7 15,-1 1-21-15,1-2-23 0,-2-2-52 0,1-4-72 16,-2 0-80-16,0-3-73 0,-2-1-62 0,2-3-131 15,-4-1 0-15,0-7-558 0,0 0-684 0</inkml:trace>
  <inkml:trace contextRef="#ctx0" brushRef="#br0" timeOffset="274.54">4169 13187 353 0,'1'-24'650'0,"7"2"-141"0,2-1-115 0,6 1-54 0,-1 2-60 16,5 4-33-16,3 0-42 0,4 3 15 0,0 0-14 15,6 3-21-15,0 0-25 0,2 5 6 0,2 0-9 16,0 4-41-16,-1 2-15 0,-1 4-22 0,-1 2-16 16,-3 4-17-16,2 6-4 0,-4 2-18 0,-6 5 8 15,-1 1 3-15,-4 5-5 0,-7-1-7 0,-2 0 4 16,-1 4-1-16,-7 0 0 0,-1 0 2 0,-3 0 4 0,-4 2-8 16,1 3-1-16,-7-2-1 0,-1-2 20 15,-3-1 2-15,1-3-19 0,-3-1 7 16,2-5-14-16,-1-2 4 0,0-3-13 0,0-3 8 0,1-2-11 0,0-2-2 15,0-3-40-15,-1-3-71 0,2-3-76 0,0-1-102 16,1-2-73-16,2-2-129 0,3-3-150 0,-2-2-303 16,5-3-516-16</inkml:trace>
  <inkml:trace contextRef="#ctx0" brushRef="#br0" timeOffset="611.17">4959 13484 477 0,'0'0'667'0,"-4"-9"-163"0,4 9-98 0,-5-8-73 0,5 8-69 0,0 0-29 0,-3-6 28 0,3 6-4 0,0 0 8 0,2 7 1 0,-1 0-14 0,4 1-51 0,-2 6-14 0,4 0-38 0,-3 1-14 0,5 4-21 0,-1 0-18 0,2 3-19 16,0 1-15-16,1 2-13 0,0-5-10 0,-1 4-9 0,-1-4-6 0,1 1-9 0,-2-3-3 15,0 0 11-15,-2-4-60 0,3 1-85 0,-4-2-108 16,1-2-114-16,0-2-91 0,-1-1-163 0,-5-8-561 0,5 7-771 15</inkml:trace>
  <inkml:trace contextRef="#ctx0" brushRef="#br0" timeOffset="1204.83">5535 12883 323 0,'-2'-14'489'0,"-1"2"-94"0,-1 0-75 0,2 1-12 0,-1 2-26 0,2-1 14 0,0 2-69 0,-3 1-35 0,4-1-48 0,0 8-8 0,-3-8 35 0,3 8 35 0,0 0-2 0,7 3-3 0,-4 4 0 0,5 4-44 0,-1 4 18 0,3 2-13 0,3 7-13 0,-2 2-26 0,3 3-27 0,2 5-14 16,-1-1 10-16,-1 2-39 0,1 1 10 0,-2-3-31 16,2 0 10-16,-2-6-29 0,-3 1 15 0,3-3-19 15,-4-2 9-15,0-3-25 0,0 0-47 0,-3-5-96 16,1 0-79-16,-1-3-54 0,-3-2-58 0,-1 0-22 16,2-4-28-16,-4-6-97 0,0 0-477 0,-5 5-552 15</inkml:trace>
  <inkml:trace contextRef="#ctx0" brushRef="#br0" timeOffset="1459.71">5546 12897 128 0,'1'-17'684'0,"5"2"-148"0,1 2-141 15,0 2-33-15,4 2-74 0,3 3-37 16,0 1-6-16,2 2 10 0,5 0-22 0,-2 2-22 0,3 2-11 16,-1 2-36-16,5-1 19 0,2 3-28 0,3-1-35 15,-2 4-29-15,-1 0-18 0,-1 2-15 0,-3-1-8 16,-6 3-10-16,0 0 15 0,0 3-2 0,-5-1-6 15,-4 3-1-15,-2-1-5 0,-2-1 10 0,-1 2-8 16,-5-1-11-16,-3 2 10 0,0-1-22 0,-3 1 12 16,-5 0-16-16,1-1 8 0,-6 0-14 0,4-2 12 15,-5-3-15-15,1 2 9 0,0-3-17 0,-1-2 12 0,3-1-4 16,2-2 1-16,-1-1-13 0,2-2-15 0,12-3-75 16,-15 1-125-16,15-1-123 0,-5-7-118 0,6 1-184 15,3-4-454-15,4-3-716 0</inkml:trace>
  <inkml:trace contextRef="#ctx0" brushRef="#br0" timeOffset="1723.06">6236 12962 705 0,'0'0'817'16,"5"6"-184"-16,-5-6-137 0,0 0-97 0,6 4-65 0,-6-4-55 15,4 4-24-15,-4-4-16 0,8 6-24 0,-6 0-47 16,3 1-27-16,2 2-27 0,-1 2-24 0,1 3-14 16,1 3-16-16,0 1-2 0,1 1-25 0,1 2 7 15,-2 1-18-15,0-1 6 0,-2 3-17 0,3-2 10 16,-1 1-15-16,-2-2 7 0,-1 0-14 0,2 0-2 16,0-3-41-16,-3-1-75 0,0-2-71 0,0-1-70 15,0-2-78-15,-2-1-36 0,1-2-72 0,-1-2-116 0,-2-7-353 16,5 9-485-16</inkml:trace>
  <inkml:trace contextRef="#ctx0" brushRef="#br0" timeOffset="1974.78">6789 12541 1111 0,'0'-7'908'0,"-1"1"-200"15,1 6-148-15,-3-12-111 0,3 12-86 0,-2-6-60 16,2 6-58-16,0 0-37 0,-4 5-38 16,5 3-27-16,-1 2-25 0,5 5-23 0,-1 1-18 0,1 5-23 15,4 0-3-15,1 6-5 0,-1 0-15 0,3 1-8 16,-1-1-2-16,2-1-7 0,-1 2-20 0,2-3-23 16,-3 3-58-16,2-3-80 0,-3-2-108 0,-1-3-67 15,0-1-70-15,-4-3-56 0,0 0-29 0,-2-4-48 16,-3-3-357-16,-2-1-465 0</inkml:trace>
  <inkml:trace contextRef="#ctx0" brushRef="#br0" timeOffset="2223.07">6731 12648 568 0,'2'-20'479'0,"0"1"-138"0,4 4-14 0,0 0-60 16,7-1 32-16,-2 3-31 0,7 2-19 0,-1 2 2 15,4 4-11-15,4 1 5 0,-2 4-14 0,3 1 7 0,1 4-23 16,6 2-15-16,-2 4-57 0,-1-1-20 15,-2 4-15-15,-4 2-1 0,0-2-21 0,-1 2-9 0,-6 0 12 16,-1 0-10-16,-4-1-6 0,-2 2-10 16,-2-2-4-16,-4 0-10 0,-3 1-8 0,-4-1-4 15,-3 1-8-15,-3 1-3 0,0 0-8 0,-7-2-1 16,2-1-7-16,-3-1-2 0,2-1-2 0,-2-3-8 0,4 1-18 16,-2-3-26-16,3 1-81 0,2-5-147 0,1-2-102 15,9-1-65-15,-14-2-184 0,9-3-556 0,4-4-792 16</inkml:trace>
  <inkml:trace contextRef="#ctx0" brushRef="#br0" timeOffset="2705.71">7363 12826 674 0,'0'0'724'0,"-4"-7"-146"0,4 7-92 0,-2-9-86 16,2 9-29-16,1-13-54 0,1 6-61 0,5-1-13 15,-1-2 0-15,3-1-57 0,3 0-8 0,4-1-24 16,0 2-27-16,0 0-27 0,3 1-21 0,-3 2-13 16,0 2-14-16,-2 1-14 0,0 1-6 0,-2 2-7 15,-1 1-4-15,2 1-6 0,-4 2-1 0,0 0 4 16,-1 1 3-16,-3 1 4 0,0 2 7 0,-4 0-9 0,-1 2-2 15,-1-1 0-15,-3 2-2 0,-1-1 0 0,0 0-1 16,0 0-3-16,0-2-5 0,1 2-1 16,0-4-1-16,0 2-2 0,4-7-2 0,-7 9-1 15,7-9 3-15,-4 9-3 0,4-9-5 0,0 8 3 0,0-8-4 16,7 5 1-16,2-2-3 0,0 0 4 16,0-1-1-16,3 1 1 0,-1-1-5 0,2-1 3 15,-3 1-1-15,4 1 3 0,-2-1-3 0,-1 2 4 0,-2-2-6 16,3 2 10-16,-3-1-8 0,0 1-2 0,-2 1 3 15,0 1-3-15,-7-6 5 0,5 9 3 0,-5-1-3 16,-3-1 3-16,-2 3-1 0,-4-1-1 16,0 1 1-16,-2-1 3 0,-2 2-3 0,-1 0-1 0,-3 1-1 15,2-2 0-15,-3 0-1 0,3-1 3 0,-2-2-15 16,4-1-22-16,-3 0-43 0,4-2-73 0,2-3-115 16,10-1-83-16,-19-2-125 0,11-4-196 0,4-3-446 15,-1-3-733-15</inkml:trace>
  <inkml:trace contextRef="#ctx0" brushRef="#br0" timeOffset="3134.36">7943 12229 418 0,'14'-3'680'0,"-2"3"-147"0,-2 2-62 0,1 3-41 0,1 3-52 0,1 3-10 0,-2 3-39 0,1 5-35 0,0-1-38 15,1 3-31-15,0 4-36 0,-3-1-21 0,0 1-18 0,1 0-28 0,-1 1-19 0,-2-4-16 0,-2-1-22 0,3-1-10 0,-3 0-11 0,-1-5-9 0,1 0-10 16,-1-2-3-16,-1-2 2 0,-1 0-5 0,1-3 3 16,-1-2-4-16,-3-6-5 0,1 7 6 0,-1-7-11 0,-5-4-4 15,-1-4-8-15,-2-2-5 0,-4-6-1 0,-3-6-5 16,-6-7 5-16,0 0-2 0,-2-2 3 16,-1-1 20-16,3 2-1 0,2 0 5 0,3 3-6 0,4 3 5 15,3 4-6-15,2 1-5 0,5 3 1 0,3 0-1 16,4 4-2-16,7-2-1 0,3 3 0 0,6 2 7 15,2 1 1-15,2 4-2 0,3 0 2 0,-1 5 1 16,1 2-7-16,3 4 5 0,-2 1-3 0,-1 5-1 16,-1-1 2-16,-2 3-1 0,-4 3 0 0,0 1 2 15,-5 2 1-15,-2 1 8 0,-3-3-1 0,-4 3 7 16,-4 0-5-16,-2-2-2 0,-5 3-3 0,-1 0-4 16,-5 2-1-16,-3-1 1 0,-2-1 0 0,-3-1-3 15,0-1 3-15,-3 0-7 0,2-3 0 0,1 0 1 16,3-5-18-16,1 1-47 0,2-4-61 15,2-1-77-15,1 1-70 0,4-3-61 0,-2-2-79 16,7-5-117-16,0 0-122 0,0 0-345 0,0 0-595 0</inkml:trace>
  <inkml:trace contextRef="#ctx0" brushRef="#br0" timeOffset="3440.11">8470 12382 455 0,'14'-2'602'0,"-14"2"-121"0,11 6-38 16,-7-2-41-16,4 2-65 0,-2 0 16 0,-1 2-47 0,2-3 3 15,-2 2-12-15,2 1-33 0,2-2-27 0,-2 1-36 16,2-1-25-16,2-1-21 0,2-1-34 16,1 1-23-16,3-2-11 0,0-2-11 0,3 0-7 0,0-2 13 15,0-3-27-15,2-1-3 0,1 1-7 0,0-5-11 16,-1 0-8-16,-3-2-2 0,-1 0 0 0,-1-3-10 16,-2 0-10-16,-3 1 13 0,-3 0-8 15,-2 0 17-15,-2 1-14 0,-1 0 17 0,-3 3-23 0,1 0 17 16,0 0-22-16,-2 9 16 0,0-10-13 15,0 10 27-15,0 0-12 0,0 0 26 0,-9 7-2 0,8 1-6 16,0 4-7-16,-1 3-9 0,5 3-1 16,1 4 7-16,2 1 0 0,3 4 5 0,5-1-9 0,-2-1-3 15,4 0-4-15,-3-1-51 0,4 1-68 0,-2-4-83 16,2 0-163-16,-6-5-201 0,1 1-209 0,-6-2-634 16,-2-1-995-16</inkml:trace>
  <inkml:trace contextRef="#ctx0" brushRef="#br0" timeOffset="4986.3">6208 14461 395 0,'0'-10'660'0,"-2"-1"-118"0,2 0-80 0,0 2-70 0,-1 0-41 0,1 2-50 0,-1 0-53 0,1 7-51 0,0-11-40 0,0 11-30 0,0 0 58 0,5-4-12 0,-5 4 6 0,9 11-21 16,0 0-20-16,0 6-15 0,1 2-18 0,3 7-5 15,1 7-33-15,0 3 0 0,1 1-3 0,-1 2 15 16,1-2 19-16,1 0-32 0,-1-2 23 0,-1-1-55 15,-1-8 31-15,0 2-49 0,-2-4 44 0,1-5-52 16,-3-1 51-16,2-1-42 0,-2-4 50 0,0-1-48 16,0-1 53-16,4-3-53 0,-3-2 42 15,3-2-58-15,0-2 48 0,2-3-57 0,0-3 45 0,3-3-54 16,3 0 44-16,-1-4-53 0,0-1 38 0,2-2-64 16,1-1 16-16,-1-1-80 0,2 4-42 0,-4-3-78 15,-1 3-67-15,-1 1-80 0,-2-1-69 16,1 1-106-16,-3 4-144 0,-1-1-280 0,-2-1-574 0</inkml:trace>
  <inkml:trace contextRef="#ctx0" brushRef="#br0" timeOffset="5203.89">6941 14562 958 0,'0'0'783'0,"-3"-7"-141"16,3 7-142-16,0 0-86 0,-2-7-69 15,2 7-56-15,0 0-50 0,0 0-32 0,0 0-33 16,0 0-31-16,1 12-24 0,0-2-15 0,3 1-28 16,3 2-4-16,1 5-25 0,2 0 7 0,1 1-28 0,2 5 6 15,1-1-7-15,0 0-7 0,3-2-17 0,-3 1-26 16,1-3-45-16,-3-1-81 0,-1 0-114 0,2-1-90 16,-3-1-112-16,1-2-156 0,-1-2-410 15,-4-1-645-15</inkml:trace>
  <inkml:trace contextRef="#ctx0" brushRef="#br0" timeOffset="5526.77">7532 13814 1440 0,'6'-13'910'0,"0"1"-229"0,0 3-132 16,0 1-103-16,-2 3-76 0,-4 5-79 0,11-5-31 15,-11 5-48-15,14 5-12 0,-6 2-50 0,1 4 13 16,2 3-32-16,1 5-19 0,1 4-29 0,1 4 24 16,1 4-64-16,0 3 34 0,-2 1-52 0,2-2 32 15,-3-4-52-15,-3 0 40 0,4-1-49 0,-2 0 41 16,-3-3-49-16,2-6 45 0,-2 1-49 0,-2-6 45 0,1 0-47 16,-1-2 46-16,0 1-41 0,1-6 42 15,-1 1-42-15,4-3 42 0,2-2-43 0,-1-3 40 16,5-1-47-16,0-2 44 0,6-2-44 15,0-4 44-15,0 1-50 0,1-2-7 0,2 0-84 0,1-2-14 16,-1 1-97-16,-3 0-79 0,-3 0-118 0,3 3-69 16,-4-2-126-16,0 2-675 0,-2-1-899 0</inkml:trace>
  <inkml:trace contextRef="#ctx0" brushRef="#br0" timeOffset="5852.95">8328 14030 425 0,'0'0'932'0,"1"-6"-195"0,-1 6-150 0,1-8-85 16,-1 8-31-16,2-5-85 0,-2 5-42 0,1-8-64 15,-1 8-47-15,5-7-41 0,-5 7-32 0,12-6-20 16,-12 6-3-16,19-3-21 0,-19 3-25 16,23 2-16-16,-12 2-16 0,2 0-15 0,0 4 38 0,-1 1-55 15,0 3 41-15,-2 2-56 0,-1 4 52 0,0 1-51 16,-4 4 40-16,-2-1-52 0,-2 2 1 0,-1 2 1 15,-3-3 1-15,1 0 1 0,-3 0 4 16,2-3 19-16,-4-3 14 0,4-2-7 0,1-1-6 0,-1-2 3 16,0-1 3-16,1-2 60 0,2-9 12 0,1 10-13 15,-1-10-10-15,12 1-15 0,-1-4-18 0,7-5-10 16,9-4 24-16,0-3-48 0,9-3 30 0,-2-1-47 16,7-2 27-16,-3 0-64 0,-2 0-22 0,0 1-117 15,-3 0-63-15,-1 2-152 0,-8 3-190 0,-6 2-142 0,-4 5-844 16,-2-2-1211-16</inkml:trace>
  <inkml:trace contextRef="#ctx0" brushRef="#br0" timeOffset="14945.38">6559 13064 335 0,'0'0'364'16,"0"0"-84"-16,-13 1-36 0,13-1-46 0,-14 0 0 0,14 0-16 0,-14 1-2 0,14-1-12 0,-16 1-16 0,16-1-22 0,-17 1-15 0,17-1-10 0,-19 3-1 0,7-2 4 0,2 0 15 0,-3 0-2 0,2 1-2 0,-3 1 5 0,0 1 7 15,-3-2 3-15,2 2 2 0,-2-1 4 0,0-1-5 16,1 1-11-16,-1 1 5 0,2-1-13 0,-2 0-13 15,3-2 6-15,3 0-6 0,-3 0-16 0,3 0 7 16,11-1-28-16,-20 0 18 0,20 0-18 0,-15-2 5 16,15 2-14-16,-12-6-5 0,7 0-21 0,2 0 3 15,2-2-14-15,4-1 3 0,-2 0-9 0,4-2 4 0,3-2-6 16,1 2-3-16,0-3 0 0,1 4-11 0,0 0 7 16,2 1-11-16,-1 0 10 0,1 2-5 15,2 1 7-15,-3 2-12 0,4 3 9 0,0 2 3 0,1 3 15 16,2 4-6-16,1 2 10 0,2 5 4 0,-2 3 3 15,-4 5 8-15,2 3 14 0,-6 1-20 0,1 3 26 16,-6 1-7-16,-2 2-8 0,-1 0 14 0,-6 2 2 16,-2 6-28-16,-5-2 32 0,-6 0-19 0,1 0 24 15,-5-2-31-15,-3-3 32 0,1-2-36 0,0-4 18 16,2-6 22-16,4-1 8 0,1-6 19 0,2 1 18 16,3-6 16-16,1-1 0 0,3-3-32 0,6-6-29 15,0 0-37-15,-4-6 12 0,9-3-34 0,5-4 17 16,4-2-32-16,7-4 23 0,7-3-33 0,1-1 24 15,3 0-27-15,0 2 30 0,0-1-32 0,3 2 28 16,-3 1-28-16,2 1 27 0,-7 3-40 0,1 2 5 16,-1 0-67-16,-3 1-10 0,-1 3-67 0,-4 0-14 15,3 1-44-15,-3 1-39 0,-3 0-64 0,0 2-75 16,-1 0-60-16,1 1-43 0,-3 0-87 0,-1 1-159 16,-1 1-278-16,-1 0-642 0</inkml:trace>
  <inkml:trace contextRef="#ctx0" brushRef="#br0" timeOffset="16686.23">6885 14750 539 0,'-8'-2'578'0,"8"2"-113"0,-15-4-102 0,15 4-68 0,-14-4-70 0,14 4-23 0,-14-3 1 0,14 3 3 0,-14-5-8 0,14 5 19 0,-17-6 4 0,9 2-37 16,1 1-12-16,-3-2-20 0,-2 2-4 0,0-4-31 16,-3 3-23-16,0-2-17 0,-7-1-17 0,-1 2-12 0,-3-2-10 15,-5-2 7-15,-1 1-21 0,-8-3-3 16,-2-3-3-16,-3 3-2 0,-2-4-6 0,-2-1 16 16,-8-4-18-16,1-3 38 0,-1-2-22 0,-3-3 12 0,0-2-14 15,0-2-13-15,-1-3 1 0,-2-2 2 16,2-2-4-16,-2-3-1 0,2-1 1 0,-2 1 0 15,3 1-5-15,3-2 1 0,-1 3 1 0,3 2-3 16,5 6 15-16,-1 2-17 0,13 7 7 0,1 2-8 0,5 5-10 16,6 3-58-16,6 2-83 0,2 4-55 0,5 2-28 15,3 3-27-15,10 2-41 0,-15 0-67 0,15 0-45 16,-7 8-118-16,7-8-300 0,0 15-373 16</inkml:trace>
  <inkml:trace contextRef="#ctx0" brushRef="#br0" timeOffset="17044.34">6435 14530 865 0,'22'6'637'0,"-7"1"-146"0,-1-3-103 0,-1 1-99 16,0-2-55-16,-3 2-43 0,3-1-1 0,-4 0 26 15,-2-2 18-15,-7-2 19 0,16 3 8 0,-16-3-13 16,11 2-51-16,-11-2-24 0,10-9-28 0,-4 1-37 16,-2-4-16-16,-1-4-21 0,1-3-11 0,-3-5-18 15,-1-5-12-15,-2-6 1 0,-2-5-10 0,-3-6-5 16,-1-2 27-16,-1-2-36 0,-4-10 0 0,0-3-2 16,0-1 1-16,-2 1 5 0,5-3-9 0,-3-2 4 0,1 0-10 15,2 1-3-15,0-3 2 0,4 2-9 16,-1 2 4-16,3 11 8 0,2 1-9 0,0 2 7 15,1 5-6-15,1 9-2 0,-1 3-25 0,2 6-14 16,-1 5-51-16,0 3-51 0,1 3-80 0,1 2-32 16,-1 4-30-16,4 4-37 0,-5 8-27 0,7-7-35 15,-7 7-47-15,9 5-448 0,-3 2-450 0</inkml:trace>
  <inkml:trace contextRef="#ctx0" brushRef="#br0" timeOffset="17393.25">6838 14565 43 0,'7'15'741'0,"-4"-5"-163"16,1-1-149-16,-2-2-61 0,2-1-66 0,-4-6-10 15,8 6-10-15,-8-6 10 0,9-4 7 0,-3-2-31 16,2-5-3-16,-1-2-48 0,6-6-14 0,0-6-19 15,5-7-29-15,0-6-37 0,1-3-20 0,4-10-19 16,-3-5-15-16,2-6-14 0,1-3-9 0,-2-3-6 16,-1-3-2-16,-1-3 3 0,-2-3-13 0,-1-2 12 15,-3 0-26-15,1-2 0 0,-1 1 3 0,-1 1 8 16,0 3-4-16,-3 3-4 0,4 5 10 0,-3 2-6 16,-1 7-5-16,-1 9-4 0,3 6 5 0,-2 2-7 15,2 3 3-15,-1 8-7 0,-1 4 2 0,0 0-11 0,-2 6-1 16,2 2-16-16,0 2-40 0,-1 3-42 15,1 3-59-15,-3 0-63 0,2 4-47 0,-3 3-34 16,-5 4-31-16,10-5-73 0,-10 5-76 0,0 0-525 16,4 8-622-16</inkml:trace>
  <inkml:trace contextRef="#ctx0" brushRef="#br0" timeOffset="17843.16">6918 14559 175 0,'-10'27'713'0,"0"-6"-170"15,2-1-139-15,-1 0-69 0,3-1-96 0,-2-5-35 16,4 1-60-16,-1-3-4 0,1-1-27 0,2-2 41 15,-2 0 13-15,1-2-1 0,3-7-26 0,0 7-20 16,0-7-17-16,0 0-5 0,9-6-17 0,-2-1-10 16,2-5-12-16,2-4 15 0,4-6-2 0,3-1 11 15,5-9 18-15,-1-1-25 0,9-11-6 0,3-2 4 16,2-4-10-16,5-4-9 0,0-4-5 0,11-16-7 0,2-1 5 16,0-5 20-16,2-2-13 0,5-3 1 15,-1-4-21-15,4-5 6 0,4-3-13 0,1-3-2 16,0 1 20-16,1 2 1 0,2 1 13 0,-6 7-4 15,1 4 13-15,-5 5-21 0,-4 6 3 0,-12 15-17 16,-3 4 7-16,-2 2-25 0,-1 5 6 0,-1 3-9 16,-4 5 0-16,-6 6-6 0,-1 3 4 0,-5 2-10 15,2 2 11-15,-5 7-14 0,-3 0 11 0,-1 4-20 16,-4 2 4-16,-1 3-32 0,-2-1-49 0,0 2-44 0,-1 2-87 16,-3 2-75-16,-1 0-75 0,-4 6-61 15,1-10-109-15,-1 10-135 0,-6-2-278 0,6 2-535 0</inkml:trace>
  <inkml:trace contextRef="#ctx0" brushRef="#br0" timeOffset="19159.64">10258 13390 255 0,'2'-15'664'16,"2"1"-153"-16,-3 2-52 0,0 0-46 0,1 3-82 0,-2-1-25 0,1 4-34 0,0-1-36 0,-1 7-25 0,0-11-10 0,0 11-10 0,0 0 13 16,0 0-18-16,0 0-37 0,0 6 8 0,0 2-14 15,0 0-22-15,0 4-3 0,2-1-13 0,-1 1-15 16,0 2-13-16,-1-2 10 0,3 1 5 16,-1 0-11-16,1-1-9 0,-1 3 12 0,1-4-8 15,1 0-13-15,-1 0-15 0,0 0-23 0,2-3 15 0,-3 2 0 16,0-3-16-16,1-1 22 0,-1 1-6 0,1-1 0 15,-3-6 0-15,2 9-5 0,-2-9-4 0,2 9-5 16,-2-9-4-16,5 8-4 0,-5-8-4 16,2 6-9-16,-2-6 3 0,0 0-1 0,1 8-2 0,-1-8-1 15,0 0 3-15,3 5-5 0,-3-5 1 0,0 0-1 16,0 0-1-16,1 7 1 0,-1-7-2 0,0 0 3 16,0 0-2-16,0 0-1 0,0 0-1 0,3 6 1 15,-3-6 3-15,0 0-3 0,0 0 5 0,0 0-6 16,0 0 0-16,0 0 1 0,0 0 1 0,0 0-2 15,0 0 0-15,0 0 5 0,1 5-4 0,-1-5 0 16,0 0-3-16,0 0 3 0,0 0-1 0,0 0 2 16,0 0-1-16,0 0 5 0,0 0-3 0,0 0-12 15,0 0 11-15,0 0 1 0,0 0-2 0,0 0 1 0,0 0 2 16,0 0-2-16,0 0-2 0,0 0-1 16,0 0 4-16,0 0-3 0,0 0 2 0,0 0 0 15,0 0 1-15,0 0-5 0,0 0 3 0,0 0 0 16,0 0-1-16,0 0-2 0,0 0 6 0,0 0-5 0,0 0 2 15,0 0-1-15,0 0-1 0,0 0 0 16,0 0 0-16,0 0 3 0,0 0 7 0,0 0-10 16,0 0 6-16,0 0-6 0,0 0 0 0,0 0-3 15,0 0 1-15,0 0 4 0,0 0-2 0,3 6-1 16,-3-6 3-16,0 0-3 0,2 7 4 0,-2-7 0 0,4 7-29 16,-4-7 33-16,3 12-25 0,-2-6 26 0,2 1-27 15,-1 2 34-15,1 0-33 0,-1 1 37 0,-1 0-33 16,2-1 32-16,0 1-35 0,-2 0 32 0,0-2-28 15,3 2 28-15,-3-2-29 0,3-1 28 0,-4 0-25 16,4 0 28-16,-2 0-3 0,2-3-4 0,-4-4 1 16,4 11-3-16,-4-11 3 0,7 9-3 0,-2-5-3 15,-5-4 2-15,11 5 0 0,-11-5-1 0,18 1-28 16,-7-1 35-16,4-2-34 0,0-2 35 0,3 0-32 16,3-2 35-16,0-2-31 0,7-2 30 0,-1-3-29 15,1 1 29-15,0-2-28 0,5-1 28 0,-3 0-5 16,-3 1-4-16,-2 0-5 0,0 0-8 0,-6 4-19 15,0 0-29-15,-6 2-66 0,1 0-53 0,-3-1-113 16,-4 2-101-16,-1 0-94 0,-2 0 8 0,-4 7-76 16,0-11-73-16,0 11-398 0,-9-11-633 0</inkml:trace>
  <inkml:trace contextRef="#ctx0" brushRef="#br0" timeOffset="19328.7">10571 13355 557 0,'-3'-7'714'0,"1"0"-167"0,2 7-74 0,0 0-62 0,0 0 11 0,14 9-8 0,-3 6-13 0,3 5-34 0,2 5-69 0,5 8-26 0,0 1-39 0,-1 5-13 16,8 8-52-16,-2 3-13 0,1-1-54 0,-2 2 3 15,0 1-20-15,0-1-13 0,-1-2-27 0,1 0-17 16,-6-9-49-16,1-1-66 0,1-3-67 0,-3-3-105 16,1-2-154-16,-5-5-131 0,0-2-284 0,-4-5-357 15,0-2-797-15</inkml:trace>
  <inkml:trace contextRef="#ctx0" brushRef="#br0" timeOffset="20236.48">8039 14316 508 0,'11'-7'376'0,"-2"2"-80"0,-1-3-42 0,2 3-17 0,-1-2 0 0,-2 0 7 0,0 0-36 0,1-1 12 0,-2 1-13 16,1 0 16-16,-3-1-26 0,-1 1-27 0,0-2 0 15,-3 1-15-15,0-1 6 0,-3 0-6 0,-2-1-5 0,-2 1-10 16,-5-2-6-16,-6 0-23 0,-1-1-12 16,-9 1-21-16,-1-2-4 0,-8 0-9 0,-4 1-2 0,-3 0-21 15,-2-1 5-15,0 1-16 0,-5 1 7 16,-3-3 0-16,-8 1 21 0,-2-1-13 0,-1 0 24 0,-3-2-12 16,-1 3-12-16,0-3-8 0,-1 2-7 15,-1-2-6-15,-3 2 6 0,1 0-3 0,-3 1 3 16,4-1-8-16,-3 2-7 0,-3 0-4 0,2 0-3 15,-3 2-1-15,5 1-2 0,0 0 1 0,2 1-6 0,6 1 0 16,8 0 3-16,2 2-1 0,4 0-1 16,0 2-4-16,3-2 4 0,3 2-6 0,6 1 3 15,3-1 2-15,6 1-2 0,3 1 5 0,5 1-5 0,4-2-2 16,-1 0 1-16,4 2-3 0,2-1-6 0,0-1-4 16,3 2-19-16,-1-1-12 0,12 1-46 15,-15 0-22-15,15 0-36 0,-8-2-34 0,8 2-40 16,4-5-57-16,6 2-81 0,3-2-79 0,7-2-99 0,5-2-453 15,7 0-590-15</inkml:trace>
  <inkml:trace contextRef="#ctx0" brushRef="#br0" timeOffset="20591">7948 14152 425 0,'14'12'761'0,"-5"-1"-127"0,-1-4-114 0,1 2-106 0,-3-5-62 0,-1 1-54 0,-5-5-25 0,9 5-23 0,-9-5-19 0,0 0-46 16,10-5-39-16,-10 5-13 0,0-12-9 0,-2 0-17 0,-4-2 15 16,-5-4-39-16,-2-5 7 0,-7-5-30 0,-5-1 10 15,-5-5-13-15,-7-3-11 0,-5-2-2 0,-5 1 32 0,-3-2-13 16,-4 0-10-16,-5 0-13 0,-3-1-5 0,-5 0-9 15,-3 3-4-15,2-2-1 0,-2 3-8 0,-2-1-4 16,3 0-4-16,3 2 4 0,2 4-3 0,5-1-2 16,3 4 5-16,7 1-10 0,12 4 4 0,4 4 0 15,5-1-4-15,6 5-2 0,6 2-11 0,3-1-21 16,6 2-27-16,6 3-26 0,1-1-42 0,8-1-70 16,1 2-62-16,5 2-60 0,1 3-53 0,3 1-52 15,1 3-56-15,3 2-116 0,2 4-288 0,-1 2-445 16</inkml:trace>
  <inkml:trace contextRef="#ctx0" brushRef="#br0" timeOffset="20907">8007 14096 684 0,'14'6'617'0,"-2"-3"-157"0,-3 0-50 0,-9-3-62 0,14-1-46 16,-14 1 9-16,9-10-20 0,-7 0-21 0,2-2-17 16,-7-5-40-16,1-7-3 0,-3-7-35 15,-3-1-11-15,-3-9-5 0,-2-2-15 0,-6-10-19 16,1-4-19-16,-3-1-13 0,0-3-16 0,-1-3-5 0,0-2-4 16,1 0-11-16,2-1-15 0,2 2-4 0,1 0-6 15,3 5-4-15,6 11-18 0,0 3 6 0,5 3-5 16,-1 7-8-16,3 7-11 0,0 3-29 15,1 2-47-15,2 0-48 0,1 5-35 0,1 4-39 0,3 1-28 16,-1 0-29-16,2 5-15 0,2 0-49 16,-2 6-21-16,1 1-22 0,-10 2-42 0,19 3-506 15,-9 3-486-15</inkml:trace>
  <inkml:trace contextRef="#ctx0" brushRef="#br0" timeOffset="21207.99">8323 14146 450 0,'7'6'695'0,"1"-2"-134"0,-8-4-100 0,14 0-79 0,-14 0-39 16,14-10-30-16,-5 2-23 0,4-7 3 0,1-3-16 16,1-5-16-16,4-9-40 0,3-3-29 0,0-4-22 15,2-10-23-15,3-2-17 0,-1-5-18 0,2-3 1 16,-3-6-11-16,3-1-14 0,-2-5-14 0,-3-1-6 15,1 0-18-15,-2 1-21 0,-2 2 3 0,-2 0-21 16,-1 3-4-16,-3 5 0 0,-1 2 5 0,-4 14-12 16,0 0-4-16,-3 4-10 0,0 9-14 0,-2 1-17 15,0 6-1-15,-1 0-34 0,0 4-26 0,0 4-39 16,1 2-48-16,2 4-25 0,-1 0-39 0,0 5-42 16,3 1-22-16,-8 5-57 0,17-2-38 0,-8 5-62 15,1 2-421-15,0 2-464 0</inkml:trace>
  <inkml:trace contextRef="#ctx0" brushRef="#br0" timeOffset="22741.61">11242 12898 1227 0,'0'-18'761'0,"0"3"-94"0,0 2-138 0,2 2-102 0,-2 2-88 0,0 2-63 0,0 7-37 0,5-9-21 0,-5 9-19 0,12 6-23 0,-2 2-6 15,5 7-25-15,1 4 18 0,4 3-48 0,3 8-6 0,3 1-22 16,-2 2 6-16,9 9-19 0,-2 0-18 16,-3-1-10-16,-1-3-9 0,-3-2-8 0,-1 0-5 15,-2 0-21-15,-2-1-77 0,0-5-66 0,-6-2-70 16,-4-3-94-16,1-1-99 0,-6-5-72 0,-3-1-85 0,-4-3-90 15,-2 1-408-15,-5-4-676 0</inkml:trace>
  <inkml:trace contextRef="#ctx0" brushRef="#br0" timeOffset="22938.51">11217 13342 656 0,'-10'-14'516'0,"8"0"-157"0,2 3-42 15,2-1-82-15,2 0 14 0,9 1-35 0,1-4 15 0,7 1-12 16,4-2 7-16,5-2-14 0,6-1-11 0,0-1-5 15,2 1-12-15,4-2-13 0,7-5-21 0,-3-1-17 16,0 0-41-16,-5 3 0 0,-4-2-36 0,-2 1-13 16,-2-3-24-16,-4 1-57 0,-1-3-59 0,-5 1-77 15,-3-2-81-15,-5 5-24 0,-5-1-58 0,-4 4-49 16,0 1-48-16,-4-3-423 0,-2 6-406 0</inkml:trace>
  <inkml:trace contextRef="#ctx0" brushRef="#br0" timeOffset="23304.33">11814 12455 630 0,'0'0'522'0,"0"0"-138"16,-1-6-50-16,1 6-48 0,0 0 40 0,0 0-3 0,-3 8-19 15,2-1-13-15,-2 2-9 0,2 3-10 16,1 0-41-16,-1 2-24 0,1 3-38 0,0 1 4 16,1 0-23-16,2 1-31 0,2 2-18 0,0-1 10 0,3 2-13 15,3-3-6-15,1 0 4 0,4 0-24 16,2-1 21-16,1-2-20 0,0-3 27 0,1-2-35 15,3-3 13-15,1-2-29 0,-1-1 14 0,0-2-36 16,-1-3 17-16,3-4-9 0,-3-1-7 0,2-3-6 16,2-3-1-16,-3-4-9 0,-3 0-2 0,1-3-1 15,-5-3-4-15,0-1 3 0,-5-1 0 0,-1 1-2 16,-2 1-1-16,-1-1 2 0,-3 3-1 0,2 2-1 16,-4 3 0-16,3-1 5 0,-3 4-6 0,0 1-6 0,1 1-5 15,-2 2-2-15,-1 7 4 0,5-5 4 0,-5 5 12 16,4 9-5-16,2 0 4 0,1 7-1 0,0 3 1 15,6 7 3-15,2 6 1 0,2 0 14 0,1 0 3 16,1 3-36-16,2-2 24 0,-1-1-26 0,-1-1-2 16,0 2-3-16,2-2-24 0,-1 0-47 0,-2 0-92 15,0-2-117-15,-4-4-139 0,0-1-123 0,-4-5-187 16,-1 1-575-16,0-2-920 0</inkml:trace>
  <inkml:trace contextRef="#ctx0" brushRef="#br0" timeOffset="25521.45">13085 12739 515 0,'-32'2'728'0,"2"1"-127"0,2-1-85 0,6-1-103 0,3 0-61 0,0 0-51 0,5 0-52 0,0 0-46 15,2 1-21-15,12-2-1 0,-10 0-17 0,10 0-12 16,0 0-16-16,12-6-27 0,3-1-18 0,4 1-17 0,5 0-12 16,7-6-13-16,6-1-14 0,-1 1-1 15,6-3-8-15,-1-2-4 0,1 0-5 0,0-2-4 16,1-3-3-16,6-3-3 0,-1-1 2 0,0-1-12 15,-3 0 1-15,-3 4-35 0,-6 0-29 0,-2 2-70 16,-3 0-90-16,-8 6-70 0,-5-2-85 0,-3 2-114 0,-6 4-98 16,-2 0-352-16,-6 0-525 0</inkml:trace>
  <inkml:trace contextRef="#ctx0" brushRef="#br0" timeOffset="25702.54">13305 12203 452 0,'-23'-7'665'0,"2"1"-115"0,3 2-101 16,3 0-99-16,3 2-62 0,12 2 13 0,-11 5 29 0,9 3-7 15,8 7-20-15,6 9-37 0,6 12-33 0,10 11-48 16,4 6-28-16,4 6-27 0,2 4-26 0,3 1-6 16,4 15-22-16,2-1-12 0,-8-11-17 15,-2 2-7-15,0 0-13 0,-3-5-14 0,-2 2-29 0,-1-5-41 16,-3-4-91-16,-2-2-117 0,-2-4-142 0,-6-10-175 16,-4-2-674-16,-3-2-863 0</inkml:trace>
  <inkml:trace contextRef="#ctx0" brushRef="#br0" timeOffset="26885.98">4623 13522 134 0,'0'0'574'0,"0"0"-155"0,0 0-85 0,0 0-46 0,0 0-34 0,0 0-7 0,0 0-14 0,0 0-26 0,-14 1 0 0,14-1-31 0,-13 3 11 0,13-3-3 0,-15 0-20 0,15 0-7 0,-16-1-21 15,5-1-26-15,-1-2-18 0,-2 0 20 0,0-3-13 16,-3-2 0-16,0-4-12 0,-5-2-12 0,2-5-4 16,-5-4-12-16,2-2-6 0,-1-6-7 0,3-1-2 15,0-2-14-15,2-1 1 0,3-3-12 0,2-1 2 0,5-2-3 16,1-2-5-16,7-2 1 0,2-2-7 0,7 0 1 16,5-10-8-16,6 2 9 0,8 1-8 15,5 2 5-15,6 2-8 0,8 3 8 0,2 4-7 16,5 3 6-16,5 4-5 0,0 3 3 0,4 2 1 15,0 4 3-15,1 5 4 0,1 4 7 0,1 5 6 16,-10 7-3-16,0 2-7 0,-2 5-1 0,0 6 0 16,-4 2-4-16,-2 5 9 0,8 9 0 0,-4 5 40 15,-1 2-27-15,-3 5 17 0,1 3-23 0,-4 3-3 0,-2 2-5 16,-1 1 1-16,0-1-1 0,-1 0-6 0,-4 3 6 16,0-5-11-16,-2 1-3 0,-6-7-1 0,-1-3 4 15,0-1-7-15,-3-1 1 0,0-4 2 0,-6-4-7 16,0-2-7-16,-4-4-34 0,-1-1-69 0,-3-4-109 15,-1 0-146-15,-5-4-136 0,-4-6-222 0,6 6-360 16,-6-6-705-16</inkml:trace>
  <inkml:trace contextRef="#ctx0" brushRef="#br0" timeOffset="30066.42">6003 13062 355 0,'0'0'248'0,"0"0"-51"0,0 0-46 0,0 0-21 0,0 0-25 0,0 0-5 0,0 0-17 0,0 0-2 0,3 6 0 16,-3-6-1-16,0 0 4 0,0 0-4 0,0 0 4 0,0 0-3 15,0 0 14-15,0 0-10 0,0 0 15 0,0 0-21 16,0 0 4-16,0 0 11 0,0 0-14 15,-13-2 15-15,13 2 0 0,-8-5-8 0,2 0 3 16,1 2-4-16,0-3 15 0,-2-2-12 0,2 1-13 0,-1-2-8 16,-2-2-23-16,2-3 22 0,-1 3 5 0,2-4-15 15,-1 1-6-15,-2-3 0 0,3 0-4 16,0-2-4-16,0-2-6 0,1 1-4 0,1-1 27 16,-3-2-11-16,5-3-7 0,1 3-9 0,0-4-2 0,1-1 1 15,5 0-4-15,-2-3-4 0,4-1-1 0,2 3-3 16,3-6-1-16,2 0 0 0,2 1-5 0,1-1 1 15,2 4-1-15,4-1 8 0,2 0 16 0,1 3-6 16,2 2 16-16,2 1-8 0,5 0-8 0,-2 2-3 16,3 3 7-16,2 1 4 0,0 0 4 0,2 1 2 15,1 2 5-15,2 2-5 0,-3 0-8 0,1 4-1 16,1-1 14-16,-1 5-2 0,0 0-5 0,-4 2-2 16,-1 2 1-16,1 0 6 0,-1 2-9 0,3 1-4 0,-2 2-10 15,3 1 1-15,5 2 7 0,-3 0-2 16,1 2-6-16,-2 0-4 0,-1 2-1 0,-5-1 1 15,3 3-9-15,-7-1 8 0,-1 1 0 0,0 1 3 0,-4-1-7 16,-1 0-9-16,1 2 6 0,-6-2-11 16,0-2 5-16,-3 2-8 0,0-2 4 0,-1 0-36 15,-3-2-27-15,0 2-60 0,-2-2-110 0,-1 1-115 0,-2-2-88 16,-3 0-159-16,0 0-585 0,-6-6-786 0</inkml:trace>
  <inkml:trace contextRef="#ctx0" brushRef="#br0" timeOffset="33280.91">6273 12908 148 0,'-9'3'282'0,"-3"0"-58"0,3-1-54 0,2 0-17 0,-5 2-17 0,5-2-17 0,-1 0-16 0,0 2-12 0,8-4-10 0,-14 5-5 0,14-5 28 0,-10 4 21 16,10-4 39-16,-9 3 16 0,9-3-13 0,-13 0-41 15,13 0-22-15,-10-2-6 0,2-2 12 16,-2-2-17-16,1-2-12 0,-1-5-11 0,-3 1-6 0,2-5 24 15,0-2-9-15,-1-5 8 0,0-3-2 16,3 1 19-16,3-4-20 0,1-1 10 0,1 2-7 16,2 0-19-16,5-3-11 0,2-1-12 0,3-1 20 0,5-2-11 15,2 2-4-15,4 0-8 0,1 3 4 0,5 1 3 16,-1 2-4-16,6 2-10 0,-1 2-6 16,4 2-8-16,-1 3-6 0,0 1 3 0,1 2-3 15,-3 5-6-15,-1 1 2 0,2 1-1 0,-2 1-4 16,-3 2 2-16,1 1-2 0,-2 0 1 0,2 3-1 0,0 0 0 15,0-2-6-15,1 3 7 0,1-2 17 0,1 2 9 16,0 0 8-16,0 0-2 0,-1 1-6 0,2 1 0 16,-2 1 5-16,-1 1 12 0,4 3-15 0,-1 0 23 15,-2 4-18-15,-2 0 3 0,0 3-6 0,-4 4 11 16,5 5 0-16,-1 2-3 0,-3 2-5 0,0 2-4 16,1 2-4-16,-4 1 5 0,1 0-10 0,1 1-8 15,-4-2 0-15,3 1-3 0,-3-1-5 0,-3-6-1 16,-1-3-6-16,-4-3 5 0,1-1-5 0,-2 0 0 15,-1-5-5-15,-3 0-19 0,2-1-42 0,-2-4-67 16,0 1-108-16,-4-2-138 0,-2-6-109 0,0 8-140 16,0-8-466-16,-10 6-707 0</inkml:trace>
  <inkml:trace contextRef="#ctx0" brushRef="#br0" timeOffset="33829.9">6425 13097 171 0,'-17'7'492'0,"3"-3"-119"0,-2-1-90 0,0 1-36 0,-1 0-53 0,2-2 22 0,-1-1-49 0,2 2 27 0,-3-3-57 0,4 0 21 16,-2-2-17-16,-1 0 20 0,1-1-9 0,1-4-9 0,1 1-13 16,-2-2-8-16,3 0 9 0,-2-6-22 15,4 1-15-15,0-3-15 0,1-2-17 0,1-3-11 0,3-2-12 16,1 0-3-16,2-3-11 0,2-4-4 0,0-4-7 16,1 0-1-16,4-10-1 0,3 0 6 0,1-3-1 15,2 0 1-15,5-8-2 0,2 0 2 0,1 0 10 16,4 0 7-16,1-1-8 0,4 0-2 0,2 1-8 15,0-1 1-15,5 1-7 0,-1 3 12 0,3 0 14 16,3 3 6-16,0 2 10 0,2 1-1 0,1 4-14 16,3 3 14-16,3 3-10 0,2 4 6 0,0 3-4 15,3 3-9-15,0 4 18 0,-5 7 0 0,1 3-10 16,1 2-5-16,3 6 26 0,-1 4-15 0,1 6 1 0,1 3 20 16,11 7 4-16,0 4-7 0,-1 5-13 15,-1 3 31-15,0 4-34 0,0 5-7 0,0-3-6 16,-3 4-10-16,-2-1-3 0,-2 1-11 0,-2 1 11 15,-5-3-11-15,0-2 5 0,-7 0-15 0,-6-6 11 16,-5-3-11-16,-1 0 9 0,-4-2-14 0,-5-4 5 0,-2-1-7 16,-6-5 8-16,3 0-7 0,-6-2 6 15,1 0-4-15,-2-3 5 0,-2-1-10 0,-2 0 8 0,3 0-20 16,-3-1-23-16,-2-1-46 0,3-1-88 16,-7-4-132-16,6 6-126 0,-6-6-106 0,0 0-186 0,0 0-393 15,0 0-734-15</inkml:trace>
  <inkml:trace contextRef="#ctx0" brushRef="#br0" timeOffset="38903.01">14501 11695 476 0,'-7'-15'617'0,"1"3"-115"0,-1 1-68 0,-4 1-69 0,-1 3-70 0,-2 3-23 0,0 4-15 0,-2 4-23 0,-2 4-23 0,-3 9 7 0,0 3-26 0,1 12-31 15,-1 2-32-15,4 5 13 0,2 3-22 0,6 2 9 0,4 4-7 16,2 0-16-16,8 3-5 0,5-2 0 15,8 6-9-15,2-4-6 0,4-2-1 0,5-7-19 16,-1-6 10-16,2-6-26 0,2-3 10 0,1-3-4 16,0-3-11-16,2-6-9 0,-3-4-4 0,-2-6-8 15,-3-3-4-15,0-3-3 0,0-2-13 0,-4-4 22 16,-3-4-26-16,-1 0 11 0,-3-3-12 0,-2-2 13 16,-5-1-20-16,-4 0 6 0,-4 0 4 0,-1 3-5 0,-4-3 18 15,-1 3-20-15,-4 1 18 0,-2 2-21 16,-1 1 27-16,-4 4-29 0,0 2 1 0,-3 6 4 15,-3 4-2-15,-3 4-7 0,-5 10-26 0,0 5-36 16,2 3-55-16,1 4-82 0,4 2-124 0,3 1-109 16,4-1-184-16,6-4-664 0,3-1-897 0</inkml:trace>
  <inkml:trace contextRef="#ctx0" brushRef="#br0" timeOffset="41790.01">7271 15313 270 0,'-8'-11'403'15,"-2"0"-69"-15,-5-1-38 0,-1 1-52 0,-3-2-41 0,-5 1-32 0,-2-1-3 0,-1 1 4 0,-1 1-18 0,0-1-5 0,-1 4-5 0,-2 0-5 0,0 0 5 0,5 2 0 16,-1 2-17-16,3-1-14 0,0 2-24 0,4 1-18 15,0-1-12-15,8 2-15 0,-1 1-7 0,13 0-2 16,-16 4-9-16,16-4 1 0,0 0 2 0,9 10 28 16,10-8-4-16,10 0-8 0,13-2-8 15,19-2-12-15,18-6 3 0,6-4-1 0,7-4 9 0,25-7 5 16,2-4 24-16,5-2 5 0,-2-3 11 0,0-1-10 16,-2-5 8-16,-3 1-8 0,-2-1-13 0,-2-3-7 15,-3-1 6-15,-5-2-17 0,-3-1 0 0,-5-1-8 16,-8-2-2-16,-6-3-3 0,-5-5 3 0,-9-3-13 15,-14 6-1-15,-5-3-2 0,-5-3-3 0,-7-4-12 16,-6 0 6-16,-5 1-9 0,-4-1 12 0,-9 2-2 16,-5 8 1-16,-5 1-6 0,-8 0 8 0,-5 0-8 15,-6-6 7-15,-8 3-8 0,-8 3 6 0,-5 4-8 16,-7 3 8-16,-7 3-10 0,-9 5 8 0,-3 4-5 16,-8 7 7-16,-5 3-5 0,-6 8 2 0,-8 6 4 15,-8 8-2-15,-10 5 5 0,-24 12 12 0,-4 6 0 16,-4 7-11-16,-6 7 3 0,-6 8-10 0,-1 5 3 15,4 8 1-15,-35 22 2 0,8 6 5 0,7 4 22 16,32-11-7-16,8 4 4 0,7 2-20 0,11 3 0 0,12 3 24 16,12 1-19-16,18 2 9 0,18-3-22 15,21-14 8-15,15-2-14 0,16-2 15 0,20-4-16 16,15 1 15-16,27 2-18 0,14-8 14 0,10-7-3 16,9-8 10-16,11-9 36 0,7-9-42 0,5-8 32 15,1-9-39-15,-18-9 3 0,2-7-3 0,21-4 7 0,-4-8 34 16,-3-5-44-16,-5-5 35 0,-7-4-42 0,-4-4 27 15,-10-5-36-15,-19 5 19 0,-4-6-46 0,-6-1-13 16,-6-2-77-16,-11-2-66 0,-5 1-80 0,-10 1-63 16,-10 5-10-16,-7 1-71 0,-10 6-43 0,-5 3-87 15,-3 2-350-15,-8-2-465 0</inkml:trace>
  <inkml:trace contextRef="#ctx0" brushRef="#br0" timeOffset="43272.53">15497 11349 608 0,'-6'-18'678'0,"2"-2"-133"0,-2 2-49 0,1 1-64 0,-2 4-51 0,2 0-34 0,0 0-56 0,3 4-39 0,-2-1-37 0,0 3-36 0,1 0-13 0,3 7 15 0,0 0-5 0,0 0 7 0,0 0-45 15,3 14-13-15,3 0-10 0,2 4-7 16,3 2-4-16,2 5 5 0,6 6-15 0,1 3 9 16,3 1 21-16,-2-1-52 0,5 1 32 0,-4-1-47 15,2 2 17-15,0-2-42 0,0 1 28 0,-1-2-37 0,-3 0 24 16,1 0-36-16,0-2 24 0,-3 0-47 0,-3-5-8 15,0-2-67-15,-2 0-55 0,-3-1-78 0,-1-4-108 16,-1-1-121-16,-3-2-79 0,-3-1-136 0,0-2-673 16,-4-2-940-16</inkml:trace>
  <inkml:trace contextRef="#ctx0" brushRef="#br0" timeOffset="43721.63">15133 11900 712 0,'-9'-2'758'0,"9"2"-117"0,-7-6-138 0,7 6-111 0,-7-5-68 0,7 5-59 0,-2-6-52 15,2 6-43-15,2-9-5 0,5 1-17 0,2-1-13 0,3-1-24 16,6-3-2-16,5-2-32 0,8-6 4 0,1 0-29 16,5 1 4-16,1-3-24 0,3 1 6 15,6-4-18-15,-6 4 9 0,-2 1-21 0,-4 3 11 16,0 0-25-16,-11 5-24 0,-2 2-79 0,-4 1-70 0,-5 3-97 16,-4 0-64-16,-4 3-69 0,-5 4-60 0,-2-7-75 15,2 7-306-15,-14-4-395 0</inkml:trace>
  <inkml:trace contextRef="#ctx0" brushRef="#br0" timeOffset="43888.55">15210 11526 27 0,'-14'0'781'0,"1"1"-211"15,4 1-123-15,3 3-38 0,2 1-32 0,1 6-8 16,3 1-18-16,4 9-8 0,1 2-56 0,4 7-3 16,8 7-32-16,1 2-37 0,9 8-2 0,3 1-37 15,2-3-38-15,5 0-22 0,1 2-28 0,2-1-15 16,1 0-29-16,1 0-26 0,-5 2-54 0,-1-2-110 0,-3 4-116 15,-7-2-116-15,-6-6-105 0,-8 0-232 0,-3 2-399 16,-8-8-729-16</inkml:trace>
  <inkml:trace contextRef="#ctx0" brushRef="#br0" timeOffset="44987.9">13327 14368 1501 0,'-19'-4'682'0,"4"0"-149"0,3 3-116 0,12 1-81 0,-14-1-67 0,14 1-46 0,0 0-34 16,0 0-29-16,0 0-25 0,0 0-12 0,4-9-12 15,6 5-19-15,3-1-11 0,1-4-2 0,7 0-18 16,4-5-12-16,8-3-11 0,3-2-5 0,3-2-8 0,1-2-9 16,9-5-18-16,1 0-29 0,0-1-35 0,-2 1-56 15,-9 6-52-15,-3 2-60 0,-2 2-60 16,-7 5-79-16,-7 2-91 0,-6 6-106 0,-2 1-318 0,-12 4-446 15</inkml:trace>
  <inkml:trace contextRef="#ctx0" brushRef="#br0" timeOffset="45187.8">13465 14741 101 0,'-15'22'850'0,"1"-1"-170"15,1-5-139-15,2 0-126 0,2-4-86 0,0-3-44 16,1 1-19-16,6-3-36 0,2-7-27 0,-2 8-19 0,2-8-19 15,0 0-29-15,14-7-21 0,-1-1-15 0,8-7-18 16,8-7-12-16,2-2-17 0,13-7-9 0,1-2 3 16,6-3-22-16,1-1 13 0,4 0-22 0,1-3 2 15,1 1-45-15,-1-1-58 0,-1 3-71 0,-3 1-82 16,-5 3-96-16,-9 10-158 0,-5-1-657 16,-1 3-762-16</inkml:trace>
  <inkml:trace contextRef="#ctx0" brushRef="#br0" timeOffset="45935.95">11338 13950 264 0,'0'0'590'0,"-20"1"-122"0,20-1-139 0,-19 0-40 0,19 0-84 0,-15 1-21 0,15-1-62 0,-14 0-7 0,14 0-56 0,0 0-8 0,-17 1-45 0,17-1 5 15,0 0-41-15,0 0-36 0,0 0-62 0,0 0-86 16,0 0-127-16,14-3-259 0,-2-1-113 0</inkml:trace>
  <inkml:trace contextRef="#ctx0" brushRef="#br0" timeOffset="46269.97">12182 13093 559 0,'0'9'686'0,"0"-9"-174"0,0 0-124 0,-5 6-180 16,5-6-174-16,0 0-118 0,-1 7-69 0,1-7-91 16,2 10-353-16,-2-10-111 0</inkml:trace>
  <inkml:trace contextRef="#ctx0" brushRef="#br0" timeOffset="46752.38">14908 12291 539 0,'0'0'770'0,"0"0"-203"0,0 0-113 0,4-5-185 0,-4 5-142 0,0 0-84 0,0 0-47 0,0 0-35 0,0 0-55 15,0 8-30-15,0-8-54 0,5 6-95 0,-5-6-376 16,8 5-158-16</inkml:trace>
  <inkml:trace contextRef="#ctx0" brushRef="#br0" timeOffset="47034.94">16038 11432 248 0,'8'-7'692'0,"2"3"-188"0,-4 1-164 0,-6 3-164 16,8-4-148-16,-8 4-95 0,0 0-79 0,1 8-407 0,-3-2-68 15</inkml:trace>
  <inkml:trace contextRef="#ctx0" brushRef="#br0" timeOffset="47419.22">14770 13277 848 0,'-6'-23'575'0,"-2"-1"-101"0,2 0-53 0,-1 4-57 15,2 0-13-15,0 4-75 0,1 3-46 0,2 1-54 16,-1 1-22-16,1 5 18 0,2 6 13 0,2-6-18 16,-2 6-10-16,14 8-39 0,-3 2-9 0,5 6-13 0,2 5 0 15,6 6-16-15,2 5-12 0,1 0-20 0,-2 3-7 16,3 1-5-16,2 9-12 0,-7-9 6 0,0 1-17 15,-2-2 2-15,-1 0-29 0,-3 1-27 0,0-4-59 16,-3-5-33-16,-1 0-69 0,0-3-53 0,-4-4-53 16,0-2-62-16,1-5-60 0,-3-2-60 15,1-3-445-15,1-2-510 0</inkml:trace>
  <inkml:trace contextRef="#ctx0" brushRef="#br0" timeOffset="47769.04">15263 13147 216 0,'2'-26'703'0,"-2"1"-108"0,-2 4-100 0,2 3-77 16,-1 2-82-16,1 3-52 0,0 0-45 0,-1 4-32 16,0 0-3-16,-2 3-37 0,3 6-3 0,-6-7-35 15,6 7-8-15,-12 0-37 0,6 4-7 0,-2 2-31 16,1 0 7-16,0 2-29 0,-1 2 0 0,3 2-7 16,-1 1-2-16,0-1-7 0,2 1 0 0,1 1 0 15,2-4-6-15,1 3 1 0,1-3 2 0,3 2 0 16,2-2 0-16,2 0-2 0,2 0-1 0,1-3 1 0,2 1-2 15,4 0 4-15,0-2-1 0,3 0-3 16,2 0 0-16,2 0-1 0,0 0 3 0,3 1 3 16,3-1 5-16,-1 3 0 0,-1 0-3 0,3 1-1 15,-5-1-1-15,0 2-3 0,1-2 3 0,-6 4-8 16,-2-2 5-16,0 0-2 0,-4 2 2 0,-1-2-2 0,-3 1 1 16,-4 1-4-16,0-2-3 0,-5 0 3 15,-2 1 0-15,-2 0-3 0,-4 0-6 0,-1 0-6 16,-3-1-14-16,-1 0-26 0,-3-3-33 0,2 0-43 15,-5-1-65-15,2-4-61 0,-2-2-58 0,2-1-62 16,-3-2-72-16,1-4-427 0,-3-2-435 0</inkml:trace>
  <inkml:trace contextRef="#ctx0" brushRef="#br0" timeOffset="47900.91">15254 13186 431 0,'-7'-23'670'0,"3"-1"-84"0,3-3-112 0,3 4-72 15,7-7-87-15,4-1-32 0,9-2-13 0,6 0-32 0,13-4-34 16,8 0-24-16,9 0-12 0,8-3 24 0,15-6-41 15,6-4-25-15,1 0-26 0,-1 1-21 0,0-1-99 16,-5 1-124-16,-17 10-178 0,-1-2-267 16,-8-1-605-16,-6 1-805 0</inkml:trace>
  <inkml:trace contextRef="#ctx0" brushRef="#br0" timeOffset="57045.89">936 14343 524 0,'-5'-23'679'0,"-2"3"-140"0,4 2-72 0,-1 2-93 0,0 2-80 0,1 2-47 0,-1 2-35 0,2 3-18 16,2 7-18-16,-6-7-15 0,6 7-17 0,0 0-26 0,-6 9-21 16,5-1-18-16,1 2-17 0,0 2-12 0,3 5-7 15,1 0-11-15,2 3-5 0,0 2-8 0,2 5 1 16,2-1-7-16,3 1 4 0,0 1 18 0,2-3-1 16,-1 2-1-16,4-2 18 0,-2-5 3 0,4 1-4 15,0-5 5-15,3-1-6 0,-4-4-5 0,4-4-12 16,3-4-6-16,-4-3-5 0,7-2 4 0,3-5-18 15,10-6 4-15,-2-3-7 0,1-4-1 0,-1-3 5 16,7-7-16-16,-3-3-20 0,-3 1-69 0,-8 2-85 16,-2 0-70-16,-3 0-84 0,-5-1-65 0,-5 2-72 15,-5 3-83-15,-8 4-324 0,-1 3-436 0</inkml:trace>
  <inkml:trace contextRef="#ctx0" brushRef="#br0" timeOffset="57232.43">1346 14139 213 0,'-6'7'624'0,"0"3"-134"16,5-1-88-16,0 5-50 0,1 2-54 0,1 4-48 16,3 4-43-16,4 6-6 0,-2 1-37 0,8 8-26 15,-2-1-11-15,4 3-9 0,0 0-20 0,1 2-19 16,4 9-15-16,2-1-14 0,0-2-9 0,1 0-7 0,-1-2-11 16,-1-7-4-16,0-2-22 0,-2-2-30 15,2-3-27-15,0-3-69 0,-3-2-38 0,0-6-38 16,0-4-57-16,-2-5-90 0,-2-1-134 0,-2-7-244 15,1-3-234-15</inkml:trace>
  <inkml:trace contextRef="#ctx0" brushRef="#br0" timeOffset="57510.86">1938 13927 821 0,'-1'-19'673'0,"-2"2"-140"0,-1 2-94 0,-2 2-70 0,-2 3-68 0,-5 2-7 16,2 3-50-16,-3 4-21 0,0 2-47 0,-3 4-9 16,-1 7-25-16,-4 4 1 0,-2 10-23 0,4 4-21 15,-1 3-21-15,2 3 11 0,5 3-18 0,3 0-12 16,3 3-10-16,4-6-20 0,3-3 3 0,5 0-18 16,3 1 13-16,5 1-14 0,3-2 9 0,4-4 7 15,2-1-16-15,2-4 11 0,5-4-18 0,-3-3 12 16,3-2-15-16,2-5 5 0,-1 0-33 0,3-4-22 15,-6-1-75-15,-1-2-79 0,-3-3-93 0,0-3-116 16,-2-1-126-16,-2-1-623 0,0-3-774 0</inkml:trace>
  <inkml:trace contextRef="#ctx0" brushRef="#br0" timeOffset="57892.55">2289 14322 946 0,'-1'9'769'0,"-4"0"-168"0,2-4-132 0,3-5-87 15,-4 11-67-15,4-11-51 0,-3 9-50 0,3-9-42 16,0 0-33-16,0 0-28 0,0 0-26 0,0 0-18 16,0 0-12-16,7-9-3 0,1 2-7 0,-2 1-7 15,2 0-7-15,0-1-6 0,-1 2-9 0,1 0-1 16,0 0-2-16,-8 5-6 0,15-3 0 0,-15 3 20 15,13 1 5-15,-7 2 0 0,1 4-3 16,-1 0-2-16,-1 3-11 0,0 1 3 0,-1 4-10 16,-1 2 9-16,-1 1-11 0,-2 1 1 0,3 0-2 0,-3 1 7 15,1 0-5-15,-1-2-3 0,0-1 1 0,0-4 0 16,3-1 0-16,-2 0 26 0,1-3 22 16,2 0-10-16,0-5 15 0,-4-4-29 0,17 0 15 0,-2-5-31 15,3-5-4-15,6-3 4 0,6-6 3 0,2-6 9 16,2-1-23-16,8-9 11 0,3-2-37 0,-2-2-37 15,2-2-42-15,-4 2-73 0,1 1-104 0,-5 2-105 16,-6 7-136-16,-4 4-182 0,-2 2-306 0,-7 4-612 16</inkml:trace>
  <inkml:trace contextRef="#ctx0" brushRef="#br0" timeOffset="59941.77">2451 15356 296 0,'-10'6'690'0,"-1"0"-149"0,2-2-111 0,1 0-87 0,1-1-63 0,7-3-40 0,-12 6-38 0,12-6-6 0,-9 3-27 0,9-3-17 0,0 0-24 16,-1-5-24-16,5 0-19 0,2-4-9 0,3-1-15 15,5-6-3-15,1 2-13 0,6-6-9 0,0 0-5 16,6-1-6-16,-2-3-8 0,2 0-8 0,-1 1 2 15,1-2-6-15,-1 3-3 0,-7 2-11 0,1 2-31 16,-3 4-46-16,-3 1-64 0,-5 3-62 0,1 2-49 16,-3 3-41-16,-7 5 0 0,0 0 6 0,0 0 18 15,-3 10-1-15,-5 1 14 0,-7 6 28 0,-3 3 45 16,-1 7 41-16,-4 1 50 0,-1 3 64 0,2 0 42 16,0 0 28-16,1-2 29 0,1 0 35 0,4-3 5 15,1-2 15-15,2-2-19 0,4-2 48 0,1-4-17 0,2-2 25 16,3-1-13-16,2-2 12 0,2-4-14 0,2-2-6 15,4-1-14-15,-7-4-16 0,18 0-12 16,-1-4-16-16,-2-1-14 0,8-5-13 0,3-2-4 16,0-2-13-16,8-7-11 0,0 0 3 0,-2-2 15 0,4-3-30 15,-3-1-24-15,3-1-50 0,-5 0-54 16,2 0-76-16,-5 0-99 0,-2 1-134 0,-5-3-229 16,-4 7-165-16</inkml:trace>
  <inkml:trace contextRef="#ctx0" brushRef="#br0" timeOffset="60228.3">3006 14679 650 0,'3'-10'593'0,"-3"10"-135"15,0 0-61-15,0 0-46 0,4 6-37 0,-2 1-7 16,-2 4-23-16,3 4-23 0,1 3-31 0,0 4-27 16,2 2-33-16,1 3-21 0,4 1-17 0,0-1-18 15,6 3-22-15,2 1-16 0,1-2-6 0,2-2-19 16,2-2-8-16,-2-5-11 0,0-2 28 0,2-2-17 15,0-3 4-15,-2-3-19 0,1-3 4 0,0-2-17 16,-1-3 8-16,-2-2-3 0,-1-2-5 0,1-3-5 16,-5 0-1-16,0-2 0 0,-2-3-3 0,-3 1-1 15,-1-3-2-15,-5 1-1 0,-1 1-1 0,-5-1-4 16,1 3 5-16,-3 1-7 0,-4 2 1 0,0 3-2 16,-4 2-13-16,-1 5-16 0,-6 4-42 0,-1 7-41 15,-1 2-72-15,-3 6-71 0,1 5-68 0,1 2-65 16,6 2-137-16,-1 1-509 0,4 3-654 0</inkml:trace>
  <inkml:trace contextRef="#ctx0" brushRef="#br0" timeOffset="62207.05">8770 13862 494 0,'12'-9'432'0,"-1"1"-80"0,-1-1-44 0,-1 0-42 0,0-1-65 0,0-2 1 0,-1 1-23 0,-1 0-20 16,-2-4-20-16,-1 2-12 0,-1-3-11 0,-2 3 5 16,-2-4-28-16,-2 1 24 0,-2-1-26 0,-2-1-7 0,-4-1-5 15,-3-2-3-15,-4 2-16 0,-3 0 5 16,-4-4-11-16,-4 1-8 0,-4 2-11 0,-4 1 14 15,-4 0-2-15,-3 3-4 0,-16-1 20 0,-3 3-8 16,-8 3-1-16,-4 2-15 0,-6 6 12 0,-4 3 14 16,-4 3 4-16,-3 6-7 0,-7 3-2 0,-20 8-1 15,1 4 9-15,-1 2 3 0,3 6-13 0,3 0-12 16,5 3 8-16,2 5 1 0,1 2-11 0,7 2-9 16,3 4 5-16,7 1-15 0,4 1 7 0,8 4-9 0,21-8 17 15,4 2-8-15,8 0 13 0,8 5-22 0,7 0-4 16,8 2-2-16,11-3 11 0,6 2-16 0,9 12 18 15,10 0-21-15,7 0 8 0,9-1-19 0,7-2 20 16,5-3-22-16,7-2 23 0,14 5-27 0,3-6 7 16,-6-14-2-16,6-6 2 0,6-3-1 0,2-5 1 15,4-5 3-15,1-5-2 0,2-4 2 0,0-5 10 16,1-2-11-16,2-5 0 0,-2-3 2 0,3-5 2 16,-4-3-4-16,2-4-1 0,-2-5 34 0,-3-4-38 15,-2-5 29-15,-2-6-31 0,12-11 0 0,-4-7 4 16,-5-3-3-16,-1-4 3 0,-4-4-1 0,-1-4 13 15,-4-3-9-15,-5-3 0 0,0-4-2 0,-5 0 30 16,-4-1-37-16,-14 13 7 0,-2 1-4 0,-7 5 3 16,-7 1 3-16,-4 6-1 0,-12 8 4 0,-4 7-8 15,-7 1 1-15,-11-1-17 0,-10 3-17 0,-6 3-24 16,-15 1-39-16,-8 5-37 0,-8 5-54 0,-7 5-77 16,-8 4-64-16,-6 7-83 0,-2 3-99 0,1 5-565 15,-2 4-696-15</inkml:trace>
  <inkml:trace contextRef="#ctx0" brushRef="#br0" timeOffset="63131.08">3422 16092 572 0,'-12'-6'505'0,"3"0"-132"0,0 0-59 0,3-1-45 0,-2-2-19 0,4 2-21 0,-1-3-24 0,1 2-25 0,2-2-27 0,-1 0-13 0,3 0 0 0,3 0-15 0,-1-2-12 0,2 4-17 15,1-3-12-15,0 4-11 0,3-1-8 16,0 2-11-16,1 1-6 0,-2 1-10 0,3 2-9 0,-10 2-1 16,18 1 2-16,-9 3-5 0,0-1-1 0,0 3 0 15,-1 4-6-15,1 1 3 0,-3 2 5 0,1 2 2 16,-5 1-3-16,2 2-4 0,-3 2 3 0,1 0-6 15,-5 0 17-15,2 4 10 0,-2-4 3 0,1 0-8 0,-1-2 7 16,-1-3-4-16,3-2 8 0,0-1-5 16,-3-2 18-16,4 1-1 0,-2-4 19 0,2 0-19 0,2 0 20 15,-2-7-34-15,10 4 13 0,-10-4-35 0,18-4-5 16,-1-4-5-16,3-1-4 0,3-6-2 0,1-2-6 16,6-3-18-16,-2 0-30 0,1-2-36 0,-6 3-47 15,-2 1-68-15,-1-1-71 0,-1 1-59 16,-1 1-13-16,-4 1-15 0,-1 2-18 0,-2-1-7 0,-2 2-18 15,-1 0-48-15,-1 0-174 0,-2-1-130 0</inkml:trace>
  <inkml:trace contextRef="#ctx0" brushRef="#br0" timeOffset="63366.46">3911 15743 182 0,'3'-12'431'0,"-2"1"-103"16,-1 3-7-16,4 0-62 0,-4 2-5 0,0 6-41 15,2-11-5-15,-2 11-8 0,-2-9-5 0,2 9 16 0,0 0 15 16,-11-3 6-16,11 3 23 0,-10 6-27 0,1 3-7 15,-1 1-6-15,1 3-17 0,-1 2-31 0,-2 2-4 16,3 1-22-16,2 1-24 0,0 0-13 0,0 0-14 16,4-1-24-16,1 0 12 0,2 1-36 0,1-1 24 15,1 0-23-15,5 1 37 0,2-1-37 0,2 0 35 16,3-3-55-16,3 0 36 0,5 1-48 0,-3-6 38 16,3 0-57-16,1-2 29 0,1-3-55 0,-1-1 0 15,1-4-56-15,2-1-44 0,-1-3-71 0,1-3-91 16,2-3-97-16,-2-2-61 0,-1-3-106 0,-2-2-571 15,-1-3-747-15</inkml:trace>
  <inkml:trace contextRef="#ctx0" brushRef="#br0" timeOffset="63692.66">4334 15719 770 0,'0'0'612'0,"0"0"-155"0,0 0-99 15,-5-5-77-15,5 5-52 0,0 0-20 0,0 0 10 16,0 0 8-16,0 0-5 0,0 0-1 0,0 0-17 15,0 0-8-15,0 0-17 0,-7-4-25 0,7 4-15 16,0 0-19-16,0 0-16 0,0 0-12 0,0 0-13 16,8 3 1-16,-8-3-20 0,4 5-3 0,-4-5 9 0,6 7-4 15,-1-2-9-15,-1 2-13 0,0 1-3 0,-1 3-6 16,2 1 0-16,-1 2-33 0,0 2 30 16,-2 1-36-16,5 2 41 0,-4-1-45 0,4 2 40 0,-4-2-41 15,3-2 33-15,-1 1-35 0,-2-2 44 0,4-2-43 16,-3-1 38-16,0 1-8 0,-1-4 53 0,3 1-28 15,-3-3 52-15,3-1-40 0,0-1 46 0,-6-5-62 16,14 2 36-16,-4-5-61 0,3-6 38 0,1-3-54 16,6-6 43-16,6-5-17 0,1-4-38 0,0-5-55 15,1-1-72-15,7-9-75 0,0-1-77 0,2 0-76 16,2-2-82-16,-3 2-82 0,3 1-103 16,-1 1-472-16,-3 4-726 0</inkml:trace>
  <inkml:trace contextRef="#ctx0" brushRef="#br0" timeOffset="91488.55">16094 11262 63 0,'9'-7'523'0,"-1"4"-113"0,-2-2-46 0,1 1-48 16,-7 4-47-16,7-9-36 0,-7 9-32 0,3-11-16 0,-3 11-29 0,1-9-5 0,-1 9-3 0,-2-14 6 0,-2 8-30 0,-1-1 11 0,-1-1-29 0,1 1 12 0,-5-2-24 0,1 1 5 15,0-3-23-15,-3 2 19 0,-3-4-25 16,0 0 10-16,-3 0-20 0,0 0 20 0,-3-3-17 0,-3 0 14 15,0 1-19-15,-1 1 15 0,-1-2-18 0,-2 2 14 16,1 0-6-16,-3 3 18 0,-1-1-13 0,0 3 8 16,0 0-8-16,5 5 7 0,-3 0-13 0,3 2-10 15,-1 2-12-15,0 2-5 0,3 4-7 0,-2 4 22 16,1 2-6-16,-1 3 21 0,-1 7-3 0,4 3-9 16,1 2 1-16,3 0 8 0,4 1-7 15,5-1 4-15,-1 3 0 0,5 2-10 0,1 0-8 0,4 1 12 16,2 4-6-16,4 6-12 0,3 0-4 0,2 1 8 15,3 0-8-15,2 1-2 0,2-2 0 0,6 8 7 16,1-3-12-16,3-3 1 0,0 0-7 0,-2-9-1 16,2 0 0-16,0-4-3 0,1 1 6 0,3-3 23 15,-1-3-1-15,1-2-4 0,2-1-6 0,0-4-11 16,5-3 7-16,-4-1-9 0,-1-8 4 0,2-2-11 16,1-4 6-16,1-3-2 0,2-5-6 0,2-2 3 15,0-6-6-15,1-1 3 0,-5-5 2 0,-2-2-2 0,-2-1 28 16,-2-4-26-16,-4-3 39 0,-3-2-34 15,-5-2-1-15,0-2-3 0,-6-3 7 0,-3-1 13 16,-1-2-6-16,-5 0 1 0,-5-2-4 0,-4-1-3 16,-3-1-4-16,-3-1-2 0,-4 2-1 0,-1-1 22 0,-5-2-32 15,-2 8 1-15,2 0-4 0,-5 6-2 0,4 2 1 16,-6 2-8-16,3 5-7 0,-2 3-15 16,3 7-26-16,-2 3 4 0,4 3-60 0,-1 6-8 0,0 2-80 15,-1 3-38-15,1 4-46 0,-4 4-89 0,2 1-71 16,0 6-52-16,4 2-78 0,1 2-141 0,1 0-379 15,4 4-710-15</inkml:trace>
  <inkml:trace contextRef="#ctx0" brushRef="#br0" timeOffset="92514.64">19086 11640 1308 0,'5'-34'880'0,"-1"0"-209"0,2 0-141 0,-6 7-116 0,3 1-74 0,-2 3-77 0,-1 4-52 0,3 2-52 0,-2 2-23 0,0 2-34 0,1 4 5 0,0 3 65 0,-2 6-24 0,9-3-10 0,-9 3 7 0,15 9-10 0,-4 0-21 0,3 7-21 0,2 5-17 0,5 5-16 0,-1 4 20 0,1 1-50 16,0 2 25-16,0 1-38 0,-1-2 22 0,-1-1-37 0,-2-1 18 0,0-7-73 0,-3 0-43 0,-3-7-66 0,1 0-103 0,-3-3-57 0,1-3-73 15,-2-2-37-15,-1-3-80 0,-7-5-87 0,14-2-63 0,-6-5-263 0,0-2-496 0</inkml:trace>
  <inkml:trace contextRef="#ctx0" brushRef="#br0" timeOffset="92689.53">19528 11372 275 0,'5'-43'698'0,"0"8"-89"0,0 4-46 0,-1 3-57 0,0 5-106 0,-1 4-63 0,-1 4-84 0,2 2 19 16,1 9 50-16,-5 4-4 0,9 2-30 0,-4 9 24 0,3 7-45 16,0 8-6-16,1 14 5 0,0 6-18 0,-2 5 10 15,3 15-25-15,-2 2-32 0,1 1-20 0,0 3 0 16,0-4-15-16,-1 2-49 0,1-5-11 0,-1 0-28 15,1 1-4-15,-1-5-36 0,2-7-6 0,-2-3-37 16,-2-2-42-16,2-2-49 0,0-4-54 0,-3-4-39 16,1-6-52-16,-2-8-63 0,1-1-54 0,-1-3-91 0,1-5-39 15,0-4-36-15,2-1-89 0,-2-6-74 16,-5-5-477-16,13-4-780 0</inkml:trace>
  <inkml:trace contextRef="#ctx0" brushRef="#br0" timeOffset="92956.37">19972 11823 1462 0,'5'-25'776'0,"-1"3"-163"0,-2 4-102 16,2 2-105-16,0 3-95 0,0 4 9 0,-4 9-7 16,5-5-18-16,-5 5 15 0,6 14-33 0,-1 0 44 0,-1 4-34 15,-1 6-13-15,4 8-23 0,-2-1-36 16,-1 3-42-16,5 7-45 0,-2-2-5 0,0 4-43 16,2-2-3-16,0 0-32 0,-2-2 4 0,3-1-20 15,-4-5-39-15,1-2-34 0,1-1-54 0,-1-2-63 16,-1-6-46-16,2-1-62 0,0-2-36 0,0-3-72 15,1-2-44-15,1-6-81 0,1-3-53 0,-1-3-92 16,0-5-634-16,4-5-887 0</inkml:trace>
  <inkml:trace contextRef="#ctx0" brushRef="#br0" timeOffset="93259.92">20466 11771 1065 0,'4'-21'793'0,"0"4"-118"0,0 3-176 0,-2 1-80 0,2 2-91 0,-1 1 7 0,-1 4-37 16,1 0-37-16,-3 6-15 0,2-5-15 15,-2 5-20-15,0 0-11 0,0 0 2 0,-5 10-17 0,3-3-35 16,-4 2-31-16,0 2-18 0,0 2-15 16,-3 2 5-16,-4 3-9 0,4 0-14 0,-3 3-10 15,-1 1-12-15,1 2-11 0,-2-2-7 0,6-2-5 0,-1 0-3 16,4 0-3-16,-2-4 16 0,4 1-22 0,2-2 3 16,1-2 3-16,1-1 13 15,4 2-15-15,5-4 9 0,1-1-16 0,4-1 10 0,0 0-5 0,4-5-1 16,3 2 1-16,3 0-8 0,-3-3 0 0,4 1-2 15,-5-1 0-15,3 2 1 0,1 0 10 0,-2 1 23 16,0 1-3-16,-3 0-8 0,1 1-4 16,-5 2-1-16,0 1-14 0,-1 1 7 15,-3 2-10-15,-3 0 9 0,-4 1 0 0,0-1-5 0,0 3 0 16,-5-2 0-16,-3 2-4 0,-1-2 0 0,-1 3-3 16,-2-3 3-16,-3 3-2 0,-3-1-9 0,2-2-17 0,-5-2-12 15,2 0-32-15,0-3-47 0,0-2-60 0,1-2-72 16,-1-4-47-16,0-2-61 0,0-3-60 0,1-4-13 15,-3-3-7-15,3-5-38 0,-2-3-26 0,1-5-17 16,-2-4-20-16,2-4-322 0,0-2-404 16</inkml:trace>
  <inkml:trace contextRef="#ctx0" brushRef="#br0" timeOffset="93452.54">20397 11925 864 0,'-5'-18'626'0,"0"3"-8"0,1 1-69 0,3 2-55 0,0 1-78 16,3 0-24-16,3 0-26 0,7-1-18 0,2 1-6 15,4-1-26-15,7-1 15 0,2 0-26 0,9-3-18 16,2 0-26-16,3-2-9 0,5 1-15 0,7-5-25 15,2 0-29-15,1 2-38 0,-1-5-19 0,0 2-43 16,-4-1-9-16,1 1-66 0,-2-7-57 0,-5 4-106 16,-9 1-105-16,-3 2-123 0,-4 0-168 0,-7 2-162 15,-8 2-322-15,-1 4-452 0,-9 0-1114 0</inkml:trace>
  <inkml:trace contextRef="#ctx0" brushRef="#br0" timeOffset="101007.95">16443 13978 922 0,'0'-10'817'0,"0"-1"-101"0,-2 4-149 0,-2 1-90 0,4 6-78 0,-12-2-46 0,2 6-39 16,-3 5-48-16,-1 6 7 0,-4 6-23 0,-5 9-20 0,-1 3-14 0,3 3-49 0,0 4 5 0,2 2-48 0,3 0 5 0,1 1-49 0,10 2 13 0,2 1-43 0,3-1 17 0,7 0-10 0,3-3-5 0,4-2-5 16,5-2-8-16,2-3-8 0,4-5-6 15,5-4-3-15,0-6-12 0,2-3-7 0,-1-5 0 0,1-5-19 16,-4-4 1-16,1-4-3 0,-2-3 3 0,2-4-1 15,0-4 0-15,-4-3-23 0,-4-2 38 0,-1-1-24 16,-3-2 32-16,-6 1-27 0,-4 0 33 0,-4 2-31 16,-1 2 32-16,-5-1-2 0,-3 1 0 0,-3 3 0 0,-8 3-2 15,-1 0-3-15,-5 6-28 0,-5 1 30 16,0 5-28-16,-4 6 32 0,-4 2-32 0,0 6 32 0,3 2-30 16,1 4 29-16,4 2-4 0,1 3 6 15,4 2-24-15,5-2-17 0,4 0-36 0,4-1-39 0,5-3-57 16,0-3-39-16,8-1-53 0,2-3-57 0,2-3-82 15,2-2-62-15,5-2-78 0,-1-5-145 0,6-2-482 16,1-3-772-16</inkml:trace>
  <inkml:trace contextRef="#ctx0" brushRef="#br0" timeOffset="101226.12">16843 14042 1197 0,'7'-21'893'0,"0"2"-171"0,-2 4-142 0,-1 0-73 16,0 7-104-16,-1 2-24 0,-3 6-53 0,0 0 50 0,6 13 9 15,-6 4-11-15,0 7 61 0,0 6-21 0,-3 7-7 16,2 9 2-16,1 4-25 0,1-1-384 0,2 4 0 16,1 1 0-16,1 0 0 0,0 1 0 0,3 5 0 15,1 2 0-15,2-12 0 0,-1-2 0 16,4-3 0-16,-2-2 0 0,-1-4 0 0,3-3 0 0,-3-8 0 16,0-3 0-16,-1-3 0 0,-2-3-380 0,0-6-231 15,-1 0-85-15,2-5-80 0,-2-2-96 0,-7-6-667 16,15-2-1177-16</inkml:trace>
  <inkml:trace contextRef="#ctx0" brushRef="#br0" timeOffset="101416.41">17182 14307 1387 0,'0'-21'846'0,"1"3"-192"16,-1 4-122-16,1 3-83 0,-1 11-17 0,4-8-55 16,-4 8-13-16,4 7-10 0,-3 3-9 0,3 2-22 0,-3 3-65 15,3 4 2-15,-1 5-65 0,1 1-29 16,1 5-3-16,0 1-62 0,1 1 10 0,2 0-36 15,0-3-7-15,0 3-34 0,0-3-63 0,1-3-73 0,-1-3-66 16,0-4-82-16,2 0-57 0,-1-2-71 16,-2-5-107-16,3-1-62 0,1-3-76 0,-1-4-144 0,-10-4-442 15,20-1-819-15</inkml:trace>
  <inkml:trace contextRef="#ctx0" brushRef="#br0" timeOffset="101742.48">17522 14282 826 0,'0'-14'804'15,"-2"1"-143"-15,1 4-158 0,1-1-90 0,-2 4-65 0,-1 0-25 16,3 6-24-16,-8-7-26 0,8 7-32 0,-11 0-25 16,11 0-33-16,-17 6-17 0,9-3-37 0,0 4-11 15,0-1 10-15,0 2-20 0,2 0-22 0,0 2-19 16,0-2-8-16,3 3-12 0,0-1-4 0,2 1-14 16,1-3 19-16,2 3-30 0,1-2 28 0,2 3-35 15,5-1 22-15,-1 0-39 0,4 0 34 0,2 0-33 16,2 2 28-16,-2-1-29 0,3 0 29 0,-1 1-31 15,-1 0 25-15,2 1-27 0,3 1 34 0,-2 2-22 16,-3-3 35-16,2 2-34 0,-5-1 27 0,1-1-6 16,0 0 1-16,-2 1-11 0,-1-4-2 0,-2 1-2 15,-2 1 2-15,-1-3-1 0,-1 1 4 0,0-2 9 16,-2 1 4-16,-3-2 1 0,0 1-7 0,-3-2-3 16,1 2-5-16,-6-2-3 0,2-2-1 0,-2 1 2 15,-2-3-13-15,-2 0-28 0,1-2-55 0,-1-2-67 0,-3-3-76 16,0-2-90-16,-1-2-111 0,-1-6-84 15,2 0-108-15,-1-5-141 0,0-3-347 0,0 1-723 0</inkml:trace>
  <inkml:trace contextRef="#ctx0" brushRef="#br0" timeOffset="101908.6">17446 14418 864 0,'0'-11'887'16,"2"1"-126"-16,0-1-126 0,3-2-81 16,0-1-82-16,7-3-44 0,3-3-44 0,4-1-32 0,8-5-51 15,4-2-48-15,7-4-37 0,9-3-36 0,5-2-68 16,5-1 7-16,8-2-50 0,18-10 12 0,4 0-41 15,2-3-7-15,0 0 12 0,-1-2-75 16,-5 0-14-16,-1 1-91 0,-7 1-68 0,-13 9-97 0,-5 0-124 16,-6 4-123-16,-6 0-69 0,-7 4-810 0,-7 8-1034 15</inkml:trace>
  <inkml:trace contextRef="#ctx0" brushRef="#br0" timeOffset="188682.34">10844 16336 290 0,'-1'-16'471'0,"-3"3"-84"0,3 2-84 0,-2-1-43 0,1 3-56 0,-1-3 17 0,2 4-23 0,-2 1-6 0,2 0-17 15,1 7-19-15,-4-14-21 0,3 10-23 0,1 4 3 0,-2-7-10 16,2 7 27-16,0 0 11 0,0 0-22 16,8 8-5-16,-4-1 25 0,3 5-28 0,0 1-11 0,2 4 10 15,-1 1-21-15,1 2-1 0,1 0-12 0,-1 0 13 16,1 4 2-16,0 2-26 0,2-1 2 0,-3 0-5 16,2 1 7-16,-2 1-17 0,4-1 11 0,-2 0-17 15,1 1-3-15,1 1-8 0,0-2-3 0,-2 3-6 16,3-3-5-16,-1 1 16 0,0-2-30 0,-2 0 19 15,1-2-27-15,-1-3 21 0,-2-2-26 0,0 0 17 16,1-2-19-16,-3-2 17 0,-2-2-22 0,1 0-16 16,-2-2-67-16,1-2-73 0,0 1-104 0,-2-4-117 15,-2 1-112-15,-1-6-103 0,0 8-459 0,0-8-679 16</inkml:trace>
  <inkml:trace contextRef="#ctx0" brushRef="#br0" timeOffset="189369.63">12200 15767 391 0,'3'-17'544'0,"-3"1"-76"0,1 2-33 0,-1 3-35 0,1 0-89 0,-1 0-62 0,0 3-44 0,0 8-30 0,1-12 67 0,-1 12 5 16,0 0 3-16,8 6-1 0,-4 2-2 0,4 8-9 0,2 3-45 0,3 8-11 0,3 5-13 0,4 4-65 0,1 1 17 0,1 2-59 0,4 8 19 0,-1-2-14 16,3 2-16-16,0-1-16 0,-5-8-5 0,-1 2-8 15,-3-2-5-15,3 0-4 0,-5-1-73 0,-1 2-85 16,-2-3-145-16,-2 1-150 0,-6-4-120 0,-1-1-243 0,-3-4-291 15</inkml:trace>
  <inkml:trace contextRef="#ctx0" brushRef="#br0" timeOffset="192865.87">10992 13203 212 0,'7'-10'516'0,"-1"-1"-115"0,-1-2-74 0,-2-1-48 0,1-2-39 0,-2-1-31 0,0-2-19 0,-2 0-41 0,-2-6-21 0,-3 0-10 0,-1-5-17 0,-4-1-30 16,-3-3 51-16,-4-2-23 0,-2-1 39 0,-4 3 25 16,-4 2-11-16,-1 0-17 0,-5 2-3 0,-3 5-22 15,-4 2-23-15,-2 5 1 0,-6 6 2 16,-3 7 2-16,-6 8 53 0,-9 9-18 0,-3 7 10 0,0 8-10 15,0 10-16-15,-8 13-17 0,5 10-9 0,10 7-28 16,8 7-12-16,13-7-9 0,11 3-12 0,7 3-4 16,10 0-6-16,7-1-1 0,12 2 3 15,4 0-4-15,11-2-4 0,8-4 3 0,6-2-4 0,8-5 1 16,6-3 20-16,16 4-24 0,-4-15 27 0,3-5-17 16,4-5 33-16,3-7-41 0,-2-4 30 0,4-6-30 15,-4-7-4-15,0-4 20 0,-9-7 0 0,2-6-2 16,4-7-2-16,2-3-1 0,-6-6-3 0,-7-4-5 15,0-7 3-15,-8-1-6 0,-4-6 8 0,-6-2-8 16,-7-4 3-16,-5-3 2 0,-9 3 2 0,-7-2-5 16,-5-3-5-16,-8-2-1 0,-6-10-1 0,-9 2-3 15,-5 0 0-15,-6 4-1 0,-4 1 3 0,-5 6-2 16,0 1 5-16,-3 8-9 0,3 2 5 0,5 10-22 16,0 2-14-16,4 4-11 0,4 6-56 0,3 2-44 0,5 3-74 15,3 4-2-15,6 1-24 0,9 5-12 0,0 0-43 16,0 0-23-16,0 0-84 0,9 9-115 15,7-5-396-15,8 3-493 0</inkml:trace>
  <inkml:trace contextRef="#ctx0" brushRef="#br0" timeOffset="193299.82">12655 12272 771 0,'-2'-25'605'0,"-5"-4"-121"0,-2 1-69 0,-7-6-70 0,-2 3-46 0,-8 1-24 16,-1 0-27-16,-5 2-15 0,-2 1-45 0,-4 2-10 0,-2 1-13 0,-1 3-12 0,-2 3-25 0,-1 1-12 0,2 5-27 0,0 4-15 0,5 5-16 0,-2 6-1 0,-4 6 39 16,-2 8-32-16,-6 11-6 0,2 8-10 0,2 7-13 15,1 10 7-15,3 8-14 0,4 7-5 0,6 2-8 16,6 4-3-16,8 1 2 0,5-1 3 0,9 1-2 15,4-2 4-15,6-1 3 0,7-1-9 0,6-4 5 16,7-2 33-16,4-4-9 0,6-6-6 0,6-4 1 16,7-5 5-16,2-3-4 0,6-7-2 0,2-5-8 15,2-7-7-15,-1-5 1 0,-8-7 26 0,-1-6 0 16,-1-5-7-16,-1-4 0 0,-5-5-3 0,-1-7 5 16,-6-6-7-16,-4-6-1 0,-4-6-30 15,2-11 33-15,-11 2-31 0,-4-13 14 0,-2-5-16 0,-8-7-6 16,-6-2-1-16,-8-2-11 0,-8-2 2 0,-6 1 1 15,-5 2-12-15,-8 4 26 0,-3 4-23 0,-7 2 22 16,-2 7-6-16,-3 5-5 0,1 7-9 0,-5 5-43 16,-1 7-48-16,0 7-54 0,4 8-44 0,0 7-56 15,-3 6-73-15,2 5-77 0,0 6-54 0,-7 9-62 0,7 7-580 16,2 5-724-16</inkml:trace>
  <inkml:trace contextRef="#ctx0" brushRef="#br0" timeOffset="195646.34">14102 15808 578 0,'12'-3'556'0,"0"-1"-119"0,-4 1-72 0,2-2-59 0,-2 0-69 0,-2-1-47 0,-1-1-25 0,1 0 1 0,-2-3-23 0,0 1-13 0,-4-3-12 0,0 1-1 16,-3-3-7-16,-4-1 11 0,1 1 4 0,-5-1 7 0,-4 1-1 15,-2 1-6-15,-2 1 3 0,-2 2-2 16,-3 2-14-16,0 2 13 0,-4 2 0 0,1 1-18 16,-1 5-2-16,0 0-30 0,3 3 23 0,0 3-23 0,3 1 20 15,2 4-36-15,6 1 60 0,1 3-55 0,6 1 46 16,3 1-56-16,6 2 34 0,5 2-60 15,5 4 39-15,8 5-56 0,4-2 45 0,4 1-56 16,0-1 39-16,5-3-51 0,1 2 50 0,-1-3-56 0,0 1 49 16,2-2-2-16,-3-1-10 0,-2-1-2 0,0-1-1 15,-7-4-6-15,-2 0-4 0,-4-5-3 0,-2 1 0 16,-2 0 2-16,0-3-2 0,-4 0 1 16,-3-1 12-16,1-1 12 0,-4 0 16 0,0-2 11 0,-3-7 8 15,-3 14 15-15,-2-9 9 0,-2-1 18 0,-1-1-8 16,-1-2 14-16,9-1 26 0,-22 0-28 0,13-2 28 15,-2-3-65-15,-1-1 45 0,3-4-56 0,-1-1 36 16,4-2-53-16,-1-3-11 0,2-4-25 0,2-2-12 16,2-2-10-16,2-2 30 0,2-7-57 0,1 1 28 15,1-3-53-15,2-6 34 0,0 0-42 0,3 1 45 16,1 0-55-16,-3 0 47 0,5 2-28 0,-5 2 47 0,5 0-29 16,-3 5 39-16,-1 2-33 0,1 0 43 15,0 4-34-15,-2 3 8 0,0 2 6 0,-2 4 5 16,-1 2 3-16,0-1-1 0,-1 6-1 0,0-2 1 15,1 5 6-15,-1 1 29 0,-4 5 41 0,13 1 41 0,-7 6 27 16,3 3 18-16,2 6 24 0,1 8 7 16,0 2-6-16,0 10-77 0,1 3-99 0,0 0 0 15,-3 5 0-15,2 1 0 0,0 3 0 0,-1 1 0 16,0 2 0-16,-1 9 0 0,2-1 0 0,-5-8 0 16,5 9 0-16,-4-8 0 0,1 1 0 0,0-3 0 15,-2-1 0-15,2 1 0 0,-2-5 0 0,0-2 0 16,0-2 0-16,-2-6 0 0,1-3 0 0,-2-3 0 0,0-6-203 15,1-3-255-15,-4-3-69 0,4-2-91 0,-3-6-96 16,-1-2-50-16,-1-7-131 0,0 0-373 0,0 0-875 16</inkml:trace>
  <inkml:trace contextRef="#ctx0" brushRef="#br0" timeOffset="195869.41">14853 16067 719 0,'8'-15'817'0,"-3"3"-167"0,0 5-96 0,-5 7-22 0,7-6-38 0,-7 6-41 0,7 7-42 0,-4 2-21 0,-1 3 15 0,1 3-60 0,-2 3 12 0,2 6-61 0,-2 2 8 0,0 1-90 0,3 6-5 0,-3 0-79 0,3-1 15 0,1 3-70 0,-1-1 22 0,1-1-72 0,-2-3-42 0,1-2-100 0,-2-3-79 0,1 0-69 0,-1-6-97 0,1-1-75 15,-2-2-103-15,3 0-38 0,-3-4-33 0,-1-1-82 0,3-5-505 0,-3-6-809 0</inkml:trace>
  <inkml:trace contextRef="#ctx0" brushRef="#br0" timeOffset="196137.38">15150 16189 742 0,'6'-17'763'0,"0"4"-139"0,-2 1-133 15,0 4-71-15,-3-1-24 0,-1 9-13 0,3-8-9 16,-3 8-11-16,0 0-45 0,0 0-26 0,-8 4 3 0,3 0-60 16,-1 4-3-16,1-1-76 0,-2 1 10 0,2 1-41 15,-1 1-24-15,-2 2-22 0,3-1-12 0,1 0-15 16,-1-1-13-16,3 0-1 0,0 1-11 0,1 0-3 15,2 0-1-15,1 0-9 0,1-1 0 0,4 4-4 16,1-1 1-16,4 1-3 0,0 1-1 0,2-1 2 16,-1 1-8-16,2-3 2 0,0 4-2 0,-1-1-1 15,0-1 5-15,-1 1-5 0,1-3 0 0,-1 3 0 16,-3-3-1-16,0 0 3 0,-2 0-3 0,2 0 2 16,-5 0-2-16,1-2 1 0,-4-1 2 0,2 1-10 15,-3-3-21-15,-1 2-12 0,-2-4-20 0,-2 1-29 16,-1 1-39-16,-2-3-87 0,-2 0-50 0,-1-3-60 15,10-1-97-15,-22-2-56 0,8-2-40 0,-2-2-81 16,-1-5-56-16,-1-1-304 0,-5-5-546 0</inkml:trace>
  <inkml:trace contextRef="#ctx0" brushRef="#br0" timeOffset="196295.65">15040 16251 348 0,'2'-21'800'0,"2"0"-92"16,4 1-75-16,2 0-101 0,4-1-37 0,2 1-78 0,4 0-50 15,2 2-33-15,7-3-20 0,0 1 11 16,5 1-82-16,0 0 23 0,5-1-71 0,3 1 27 0,0 0-66 15,11-5 3-15,0 0-66 0,3-1 20 16,-1-1-57-16,1-1 19 0,-7-1-46 0,-1 1 16 16,-10 1-103-16,-6 0-63 0,-3 1-139 0,-5-2-131 0,-8 6-196 15,-4 1-146-15,-8 5-782 0,-3-1-1144 0</inkml:trace>
  <inkml:trace contextRef="#ctx0" brushRef="#br0" timeOffset="205854.99">10656 14483 369 0,'-9'7'378'0,"2"-3"-86"0,-1 1-64 0,-1-2-39 0,3 3-17 0,-1-3 11 0,7-3-11 0,-11 6 2 16,11-6-3-16,-9 5-16 0,9-5-13 0,-8 5-2 15,8-5 3-15,0 0-8 0,0 0-5 0,0 0 2 16,13-7-3-16,0 3-1 0,0-4-14 0,8-3 0 15,2-5 11-15,9-3 2 0,1-2-23 0,3-1 10 16,0-4-15-16,10-5-13 0,-1 0 15 0,1 0-9 16,-3 1-27-16,-4 3-1 0,-4 3 3 0,2 2-3 15,-5 1-19-15,-1 2-3 0,-8 5-14 0,1-1 0 16,-5 5-16-16,-4 0-4 0,0 3-25 0,-4-1-21 16,2 2-43-16,-3 2-42 0,-2-2-53 0,1 2-68 15,-2-1-42-15,1 3-85 0,-8 2-98 0,11-7-547 16,-6 4-623-16</inkml:trace>
  <inkml:trace contextRef="#ctx0" brushRef="#br0" timeOffset="206587.73">12171 13665 186 0,'-16'1'687'0,"16"-1"-151"0,-11-2-110 16,11 2-50-16,-10-3-69 0,10 3-65 0,-7-4-46 0,7 4-39 0,-4-8-31 0,7 2-24 0,2-2-23 0,3-2 37 0,3-1-22 0,5-2-20 0,4-2-3 0,6-2 37 15,4-2 2-15,3-2 3 0,5 1-14 0,1-3-18 16,7-4-5-16,4-1 13 0,-1-1-9 0,2 0 21 15,0-1 1-15,1 0-12 0,1-1-15 0,0 1-10 16,-3 1-7-16,1 0-1 0,-4 1 0 0,-6 7-20 16,-4 1 1-16,-3 2-18 0,-7 3 1 0,-3 1-6 15,-6 5 3-15,0-1-16 0,-7 4-1 0,3-1-33 16,-5 2-16-16,0 0-66 0,-9 5-50 0,4-4-76 16,-4 4-48-16,-6 4-61 0,-2 1-82 0,-5 2-75 15,-1 1-469-15,-5 3-565 0</inkml:trace>
  <inkml:trace contextRef="#ctx0" brushRef="#br0" timeOffset="208620.09">14195 12753 401 0,'-1'6'615'0,"1"-6"-165"0,0 0-68 0,0 0-32 0,0 0-17 0,0 0-35 0,-4 7-14 0,4-7-27 0,0 0-31 0,0 0-22 0,0 0-38 0,0 0-33 0,0 0-27 0,10-10-15 0,0 5-24 0,3-3-12 0,8-3-9 16,4-5-5-16,10-2 20 0,2-1 4 0,5-2 26 16,10-6-15-16,5 0 3 0,1-2-2 0,0-1-14 0,1 0 2 15,-2 0 12-15,-2 0-2 0,0 1-13 16,-5 1 3-16,-11 7-1 0,-1-1-9 0,-4 3-9 16,-8 4 1-16,-1 1 8 0,-7 3-2 0,-1 2-10 0,-4 0-5 15,1 2 3-15,-4 1-5 0,-2 0 0 0,-1 0-5 16,-7 6-7-16,0-6-3 0,0 6-8 0,-14 0 2 15,-1 1 18-15,-10 4-30 0,-5 4 16 0,-10 1-19 16,-2 5 22-16,0 3-18 0,0 0 22 0,-2 1-4 16,3 3-6-16,-7 5-3 0,8-4 5 0,-6 6 0 15,8-5-12-15,2 1 1 0,0 1 0 0,2 0-3 16,2-1-5-16,0 0-2 0,4-2-10 0,0 0 4 16,7-5-24-16,1-1-3 0,3-4-14 0,4-1-4 15,1-3-5-15,1 0 3 0,2-2 4 0,2-1-1 16,7-6 13-16,-5 7-8 0,5-7 14 0,0 0 0 15,19-4 7-15,-5-2 3 0,10-7 8 0,11-4 9 16,-1-1 14-16,7-2-25 0,0-1-2 0,6-4 4 16,-5 2 2-16,-1 2-7 0,-2 1 10 0,-4 0 0 15,-2 4 3-15,-4 2 3 0,-9 4 1 0,-1-1 2 16,-5 3 3-16,0 0-2 0,-1 1 3 0,-4 2-1 16,3 1 0-16,-5-2 5 0,1 3 2 0,-2 0 3 15,-6 3-5-15,8-5 6 0,-8 5-8 0,0 0-2 16,0 0 1-16,-17 3 0 0,7 0-3 0,0 1-1 15,-3 3 1-15,-1-1 2 0,0-2-3 0,4 2 0 0,1-1-3 16,-1-1 4-16,1 0-3 0,2 1-1 16,2 0 4-16,5-5-3 0,-10 7-3 0,10-7 1 0,-2 7 0 15,2-7-2-15,0 0 0 0,7 4 3 0,-7-4 8 16,13-1-10-16,-5-3 1 0,2-1-4 0,1 2 6 16,2-4-5-16,1-1 0 0,0 0 5 0,3-3-3 15,-2-1 2-15,4 0-1 0,4-5 10 0,-3 1-10 16,1-2 8-16,2-3-7 0,-2 2 10 0,4-5-1 15,-4 2-10-15,-3-2 13 0,-2 2-10 0,0-2 6 16,-2-1-8-16,-4 0 11 0,-4 4-9 0,2-4-3 16,-4 2 1-16,-3-2 3 0,-2 1-2 15,-2-2-1-15,-4-3 5 0,-2 1-4 0,-2-1 2 0,-5-3 1 16,-2 0-3-16,-4 2 3 0,-1-1-3 0,-5 2 4 16,1-1 1-16,-2 0 5 0,-2 1-8 0,-3-2 7 15,0 2-5-15,1 1 8 0,0 0-10 0,-2 2 5 16,1 0 6-16,-1 0-8 0,1 2 15 0,-1 0-7 15,-3 2 9-15,2 2-13 0,-2-1-5 0,-2 2 1 16,-2 2 2-16,0 2 1 0,-4 0-3 0,-1 2 1 16,-4 2 0-16,-1 2-2 0,1 0 2 0,-4 4-4 15,-1-1 0-15,1 3 0 0,0 0 3 0,-1 3-6 16,-3 2 1-16,2 0 7 0,-3 4-5 0,-11 0 1 16,-3 2 4-16,1 2-8 0,-2-1 11 0,0 3-14 0,0-1 10 15,-1 0-3-15,2 1 0 0,-3 2 1 0,1 0 4 16,-1 1-10-16,0 2 9 0,-4 3-12 15,2 0 11-15,-1 3-9 0,0 1 7 0,1 2-6 16,1 1 2-16,1 1 7 0,3 1-9 0,0 2 2 0,3 1-1 16,0-1-3-16,0 0 6 0,2 1 1 0,2 0 0 15,2-2-1-15,1 1 1 0,1 0 1 0,3-1-1 16,2 2 0-16,0 0 1 0,2 0 6 0,1 1 0 16,4 0-3-16,0 0-1 0,-2-2 6 0,3 3-13 15,-1-1 7-15,-1 1-6 0,1-2 10 0,0 1 1 16,0-2-4-16,1 0 6 0,1-1-6 0,2 1 0 15,-2-1-2-15,2 2 2 0,4-3 6 16,6-3-4-16,-1-1 13 0,3 3-10 0,-1-2-4 0,4 3 4 16,-1-1-5-16,0 3 13 0,-6 4-4 0,9-6 4 15,-2 1-5-15,2 2-3 0,1-1-1 0,1 0-5 16,2-1 3-16,-2 1-3 0,6 0 11 0,-3 1 0 16,0 0-6-16,3-1-5 0,-1 2 1 0,3-2 0 15,0 2-2-15,2 0 4 0,0-1 17 0,0 2-7 16,4 0-8-16,1 1 3 0,-2 1-5 0,2 0-2 15,3 2 3-15,0-1 17 0,2-3-14 0,4-1 3 16,-3 3-11-16,7 2 21 0,-2 6-8 0,4 2 1 16,-2-1-5-16,4 3 0 0,2-2-3 0,0 2 2 15,-1-3 0-15,3 0-1 0,2-2 1 0,0-1 1 16,2 0 1-16,3-4-12 0,-2-1 11 0,6-2-13 16,-1-2 16-16,3-1-16 0,3-2 16 0,1-1-18 15,3-3 13-15,3-1-15 0,4-4 18 0,2-2-18 16,4-1 14-16,5-2-10 0,1-3 10 0,4-2-3 15,4-1 0-15,1-2 0 0,0-3 1 0,2 0 1 0,1-3-14 16,1 0 12-16,-1-2-9 0,-2-1 12 16,3 0-13-16,0-1 15 0,-1-2-18 0,0-1 22 0,0-1-22 15,-4-1 29-15,14-3-13 0,-3-2 23 0,-1-2-24 16,-2-1 20-16,2-5 8 0,0-3 11 16,2-2-9-16,3-3 3 0,2-3 8 0,2-2 8 0,18-9-3 15,1-3 11-15,1 0 1 0,1-2-9 0,1 0-1 16,-4 0 3-16,-2-1-33 0,-1 1 28 0,2 2-19 15,-2-1 26-15,1-1-25 0,-2 3 18 16,-4-2-35-16,-12 8 33 0,-2-2-8 0,-1 1-9 16,-3-4 1-16,0 2-1 0,-4-4-28 0,2 1 27 0,-1-1-31 15,12-10 26-15,-13 9-27 0,0 1 28 0,3 1-18 16,-1 0 4-16,0 2-3 0,0 0 32 16,0 1-29-16,-3 2 31 0,2 1-36 0,-3 1 28 0,-1 2-27 15,-1 3 30-15,1 0-25 0,-5-1 32 0,0 2-38 16,-1 1 39-16,-3 0-41 0,-4 0 33 0,0 0-38 15,-9 5 42-15,7-6-34 0,-8 5 35 0,6-7-45 16,-9 3 44-16,5-4-51 0,-6 4 12 0,-1-2-14 16,-1 0 5-16,5-5 3 0,-6 5-3 0,0 0 5 15,-3 1 36-15,1 1-38 0,-5-1 38 0,2 2-50 16,-7 5 44-16,0 2-45 0,-1 0 44 0,-4 4-40 0,0 3 31 16,-3-2-51-16,-1 4 24 0,-2 1-50 0,2-1 6 15,-4 4-97-15,0-2-43 0,-2 1-73 16,-2 2-85-16,0 1-76 0,-2 1-122 0,-2 0-121 15,-2 1-133-15,6 5-642 0,-13-4-1053 0</inkml:trace>
  <inkml:trace contextRef="#ctx0" brushRef="#br0" timeOffset="209821.63">16129 11219 6 0,'1'-5'478'0,"0"-1"-110"0,-1-2-48 0,0 1-59 0,-1-1-30 0,0 1-32 0,-1-4-13 0,1 1-39 0,1-1 35 15,-1 1-56-15,1-3-1 0,-1 3-50 0,-1-2 50 16,1 0-31-16,-2 1-4 0,1-1-34 0,-1 0 23 16,-3 0-27-16,2-1 3 0,-4-2-24 0,1 4 10 15,-4-3-12-15,0 0 33 0,-2 2 8 0,-2-1-4 16,-2-1-12-16,-2 4 20 0,-1-2-10 0,-1-1-7 15,-2 3 7-15,0-1-3 0,-1 3-4 0,2-1-10 16,-2 2-10-16,0-2-5 0,-2 4-5 0,2 0 20 16,-1 1 1-16,1 0-11 0,-1 2-3 0,-1 0-6 31,3 2-5-31,3-1-6 0,-2 1-2 0,0 1-5 0,4 1-5 0,-3 0 5 0,2 2-1 0,1 0-3 16,-2 1-1-16,1 0 0 0,-1 4 6 0,1-1 61 0,1 2-15 15,-1 1-6-15,1 1 16 0,0 1-5 0,1-1-13 16,2 2-3-16,0 1-10 0,0 1-11 15,3-1 7-15,-4 0 12 0,3 2-22 0,1 1 0 0,0-1 16 16,0 2 16-16,1 0-14 0,0 1-6 0,1-1-4 16,3 0-7-16,-2 1-2 0,5 1-3 0,-1 0 7 15,0-3-8-15,4 1 5 0,1 0 12 0,1 1 1 16,3 3-9-16,0 0 16 0,2-1 3 16,1 6-6-16,0-3-7 0,5 3-5 0,-2-2 4 0,0 0 9 15,4 0 15-15,-2-1-3 0,2 1-10 0,-1 0-10 16,1-2 16-16,0 0-6 0,2 1-8 15,0-1-3-15,1-1-7 0,1 0 12 0,3 0-1 16,-1-3 0-16,2 0-4 0,1-2 16 0,3 0-8 0,-1-2-4 16,2-1-7-16,0-2-4 0,0-1-9 0,2-4-1 15,2-1 14-15,-2-1 5 0,1-2-6 0,0-3 4 16,0 0 1-16,2-2 13 0,2 0 4 0,2-3-20 16,-3-1-2-16,1 0-6 0,0-2-3 0,-2 0-3 15,-3-1-1-15,2-1-3 0,-3-1-4 0,-4 0 1 16,2-2-4-16,-2-1 2 0,-1 0-2 0,-2-3-3 15,-1-1 4-15,-1-1-3 0,-3-1 0 0,1-1 0 16,-4-3-1-16,1 0 0 0,-2-1-27 0,-2 0 35 16,-1 1-33-16,-3 1 33 0,1-2-29 0,-2 2 31 15,-1-1-1-15,0-2-5 0,-1 1 1 0,-3 0-1 16,0-1-3-16,-1-1 0 0,-3 2 0 0,-1-2-3 16,1 1 2-16,-2-3-1 0,-3 0 2 0,-4 1-2 0,3-1-4 15,-4 2 4-15,-3-4-2 0,-3 1 1 16,-1 1 1-16,-2 2-2 0,-1-1 7 0,-3 2-7 15,-1 3 1-15,-1 0-2 0,-2 0 0 0,-1 3 0 16,1 2 1-16,3 4 1 0,0 0 3 0,1 4-5 16,-1-1 4-16,3 5-7 0,-1 0 0 0,3 4-8 15,3 1-11-15,-5 4-16 0,1 0-48 0,1 3-47 0,-2 6-42 16,0 1-59-16,2 2-73 16,0 3-87-16,-1 1-97 0,2 4-108 0,3-1-749 0,1 0-954 0</inkml:trace>
  <inkml:trace contextRef="#ctx0" brushRef="#br0" timeOffset="210052.42">15795 11905 1348 0,'0'0'807'0,"0"9"-192"16,0-9-135-16,0 0-104 0,0 9-80 0,0-9-71 0,0 0-68 0,0 0-78 0,3 7-103 0,-3-7-135 0,0 0-102 0,1 6-170 0,-1-6-666 0,0 0-713 0</inkml:trace>
  <inkml:trace contextRef="#ctx0" brushRef="#br0" timeOffset="210218.36">16062 12060 1288 0,'0'0'763'0,"9"-4"-197"16,-9 4-178-16,9-3-151 0,-9 3-114 0,0 0-104 15,13-4-93-15,-13 4-101 0,0 0-140 0,14 0-572 0,-14 0-445 16</inkml:trace>
  <inkml:trace contextRef="#ctx0" brushRef="#br0" timeOffset="211761.74">19895 14369 464 0,'-4'-20'756'0,"2"-3"-191"0,-2 2-71 0,1 3-69 0,1 1-59 0,-1 1-74 0,0 4-52 0,2 0-41 0,0 1-42 0,0 4 9 0,1 7 23 0,1-10-4 0,-1 10 0 0,0 0-16 0,13 8-46 0,-7-1-4 0,4 4-46 0,2 3 22 0,3 3-32 0,-1 4-7 0,4 1-14 0,0 2-7 0,1 5-2 0,2 0-10 0,-2 0-3 0,1-2-3 0,-3-4-6 0,-1 1-7 0,1-1-21 0,0-3-33 0,-2 0-42 0,2-5-91 0,-4-2-77 15,-1-2-56-15,0-1-51 0,-3-5-50 0,1-3-47 16,-10-2-32-16,15-4-415 0,-8-3-481 0</inkml:trace>
  <inkml:trace contextRef="#ctx0" brushRef="#br0" timeOffset="212082.43">20255 14332 650 0,'-2'-21'476'0,"-1"1"-42"0,1 2-30 16,-1 2-29-16,0 1-47 0,2 2-34 0,-2 2-34 0,1 3-11 15,0 2 12-15,2 6 0 0,0 0-14 16,0 0-30-16,0 0-33 0,-3 11-43 0,6-2 35 15,-1 3-57-15,3 4-27 0,0 0-12 0,0 0 5 16,3 2 12-16,1 0-15 0,1 1 0 0,-1-4-10 16,3-1 6-16,1 1-16 0,-1-3 6 0,2-3-30 0,1-2 14 15,0 0-30-15,0-4 12 0,-1-3-6 0,0-1-5 16,0-3-7-16,0-2-5 0,-1-2 1 16,-1-3 40-16,-2-1-55 0,-1-3 43 0,-3-2-50 15,-1 0 46-15,-3 0-50 0,0 0 45 0,-2 3-44 16,-1 1 74-16,0-1-28 0,1 2 32 0,0 2-51 0,0 1 35 15,-2 2-47-15,2 7 38 0,2-8-42 16,-2 8 46-16,0 0-44 0,2 9 34 0,3 2-42 0,-1 3 42 16,3 5-42-16,0 2 5 0,3 4-2 0,3 3 5 15,0 0-1-15,1 4-4 0,3 1-1 0,-1 0-36 16,0 2-41-16,-2-3-23 0,1 1-89 0,-5-5-103 16,-1 1-119-16,-1-1-81 15,-6-2-68-15,0 1-133 0,-6-4-450 0,-4 8-764 0</inkml:trace>
  <inkml:trace contextRef="#ctx0" brushRef="#br0" timeOffset="212291.08">20218 15174 357 0,'-19'10'854'0,"5"-1"-204"0,0-2-128 0,2-1-125 0,2 0-63 16,1-1-6-16,4 0 1 0,5-5-13 0,0 0-25 0,0 0-57 16,9 4-43-16,4-6-27 0,3-3-27 15,10-2-20-15,6-4-12 0,10-3-1 0,4-3-5 16,12-6 28-16,1-4-73 0,3-1 43 0,1-3-65 15,1-4 38-15,0 0-57 0,-2-2 45 0,-4 1-57 0,-5 2-2 16,-5 4 0-16,-12 6-49 0,-6 4-71 16,-7 3-113-16,-5 4-122 0,-8 5-73 0,-6 2-92 0,-4 6-149 15,0 0-457-15,-11-2-743 0</inkml:trace>
  <inkml:trace contextRef="#ctx0" brushRef="#br0" timeOffset="212509.15">20512 15216 446 0,'-5'17'814'0,"1"-2"-155"0,2 0-66 0,2 4-61 16,2-1-56-16,1 4-19 0,3-1-74 0,3 6-9 0,1 1-92 15,3 1 22-15,1 5-24 0,0-2-41 0,3 3-38 16,-3-2-35-16,1 2-32 0,-2-1-33 0,2-2-16 16,0 2-20-16,-3-5-47 0,0-2 33 0,-2 1-44 15,3-3 32-15,-2-1-43 0,0-3 12 0,1-3-83 16,-1 0-57-16,1-4-53 0,2-1-69 0,-2-3-53 15,2-2-71-15,-1-3-78 0,-1-3-19 16,1-2-94-16,1-4-51 0,-1-5-397 0,1-2-624 16</inkml:trace>
  <inkml:trace contextRef="#ctx0" brushRef="#br0" timeOffset="212846.05">20958 15586 132 0,'-2'-26'749'0,"-1"1"-69"16,-1 2-60-16,1 2-63 0,-1 4-56 0,1 0-43 0,1 3-72 15,0 1-62-15,0 2-71 0,-1 2-50 16,3 0-35-16,-1 2 6 0,1 7 12 0,-3-7-4 0,3 7-19 15,0 0 49-15,0 0-80 0,-2 10 38 16,0-2-46-16,2 2 13 0,0 2-57 0,2 2 18 0,-2 1-13 16,2 2-21-16,0 0-10 0,0-1 8 0,3 0-1 15,-1 0-12-15,3 0-7 0,4 0-6 16,1 0-8-16,0-2-41 0,4 0 35 16,0-2-38-16,2 2 38 0,3-4-39 0,0 0 34 0,0-2-26 0,0 1 27 15,1-2-41-15,1 0 40 0,-2-1-38 16,0 1 40-16,-5-2-40 0,2 0 41 0,-4 0-8 15,0-1-36-15,-3 0 34 0,1 0 1 0,-2 1-3 0,-2-2-1 16,-1 3-31-16,1-1 36 0,-3 1-36 0,-2 0 42 16,-2 1-38-16,-2-1 36 0,-2 3-36 0,-2 0 38 15,-1 2-38-15,-3-2 37 0,0 1-46 16,-3 0 12-16,1 0-73 0,-4-2-23 0,-1 2-115 0,1-3-39 16,-1-2-82-16,-3-1-94 31,1 0-84-31,-2-3-58 0,-1-1-136 0,-4-3-480 0,-1-4-810 0</inkml:trace>
  <inkml:trace contextRef="#ctx0" brushRef="#br0" timeOffset="213036.54">20866 15636 575 0,'11'-17'788'0,"1"-1"-178"0,4-3-119 0,3 1-61 0,6-4-39 16,5-1-2-16,2-2-22 0,9-5-23 0,2-1-61 16,6-3-9-16,3-2-40 0,0-1-31 0,6-2 2 15,2-2-86-15,1-4 23 0,12-7-76 0,-14 7 28 16,-3-1-85-16,-2 4-42 0,-7-1-183 0,-6 3-224 15,-8 4-202-15,-10 8-844 0,-11 4-1110 0</inkml:trace>
</inkml:ink>
</file>

<file path=ppt/ink/ink1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47:42.589"/>
    </inkml:context>
    <inkml:brush xml:id="br0">
      <inkml:brushProperty name="width" value="0.05292" units="cm"/>
      <inkml:brushProperty name="height" value="0.05292" units="cm"/>
      <inkml:brushProperty name="color" value="#FF0000"/>
    </inkml:brush>
  </inkml:definitions>
  <inkml:trace contextRef="#ctx0" brushRef="#br0">17228 11563 154 0,'64'-42'299'0,"0"-1"-106"0,-3 1-61 0,-2 0-60 0,-3 1-55 0,-2 1-67 0,-1 0-207 0,-3 3 80 0</inkml:trace>
  <inkml:trace contextRef="#ctx0" brushRef="#br0" timeOffset="758.62">19737 10518 319 0,'-7'-25'578'0,"1"-2"-119"0,-1-1-27 0,0 4-59 16,0 2-6-16,2 0-25 0,0 3-11 0,0 2-36 15,1 2-56-15,-1 2-49 0,1 3-26 0,3 0-20 16,1 10-10-16,-3-7 0 0,3 7 5 0,3 7-11 16,1 5-11-16,2 4-12 0,4 5-12 0,1 6-19 15,4 8-9-15,0 3-17 0,3 3 5 0,-1 3-22 16,6 7 0-16,-3 1-11 0,1 0-7 16,0-1-4-16,-3-9-29 0,0 1-34 0,0 1-69 0,-1-5-77 15,-2 0-83-15,-1-4-80 0,3-2-45 0,-6-6-57 16,-2-7-102-16,-1-2-357 0,-4-2-495 0</inkml:trace>
  <inkml:trace contextRef="#ctx0" brushRef="#br0" timeOffset="986.97">19802 10667 507 0,'-11'-51'521'0,"2"0"-107"0,3 1-37 0,1 2-46 0,5 10-14 0,3 1-52 0,2 4-19 0,1 3-28 0,3 2-30 0,3 7-10 0,3 4-1 0,4 6-11 0,2 3-25 0,3 6-26 0,1 3-19 0,-2 7-16 0,4 3-11 0,0 6-15 0,0 4-7 0,-3 3-8 0,-5 0 8 0,-3 0-5 0,-2 3-5 0,-5 0-11 0,-4-3-4 0,-4 4 19 0,-5-1-25 0,-1 5-5 0,-6-4-1 0,-5 5-2 0,-2-2-10 0,0-3-18 0,-1-6-27 16,-2-2-28-16,3-4-43 0,0-2-52 0,2-6-72 16,0-2-50-16,4-5-75 0,0-2-79 0,3-4-502 15,-2-4-530-15</inkml:trace>
  <inkml:trace contextRef="#ctx0" brushRef="#br0" timeOffset="1207.69">20189 10153 689 0,'10'-2'776'0,"-10"2"-149"0,14 3-111 0,-14-3-92 16,0 12-26-16,-4-2-51 0,-6 3-40 0,1 5-18 0,-9 3-43 0,0 7-31 15,-6 1-40-15,2 2-34 0,2 1-19 0,-1 2-15 16,4-1-11-16,3 3-32 0,1 0-5 0,6-2-4 15,5 1-19-15,2-2 4 0,5 1-10 16,6 4-9-16,2-2 10 0,6-1-21 0,6-2-3 16,1-6-24-16,1-1-55 0,4-6-96 0,2-3-111 0,-3-8-82 15,3 0-83-15,-6-6-83 0,1-4-94 0,-1-2-420 16,1-7-656-16</inkml:trace>
  <inkml:trace contextRef="#ctx0" brushRef="#br0" timeOffset="1564.75">20501 10462 770 0,'-3'-14'750'0,"1"3"-170"0,-1 3-117 16,3 8-91-16,-5-7-42 0,5 7-53 0,-5 6-42 0,2-1-37 16,2 6-11-16,1 1-2 0,0 3-36 15,0 1 10-15,2 4-41 0,1 1-14 0,1 4-30 0,0 0-1 16,0-2-28-16,-1 2-10 0,1-1-5 0,0-2-6 16,-1-2-8-16,-1-2 1 0,0-3-2 0,-2-1 2 15,0-3-6-15,-2 0 1 0,0-3-2 16,2-8 8-16,-7 9 3 0,7-9 7 0,-14-4-12 0,6-2 6 15,0-3-12-15,-1-3 6 0,-3-6-3 0,3-3-9 16,0-7 6-16,0-1-15 0,-1-10-4 0,6-2 5 16,-1-3-10-16,4-1 3 0,1 5 0 0,2-3 4 15,5 2 1-15,-2 9-1 0,2 4 2 16,1 1-2-16,1 7 4 0,2 2 0 0,0 6 6 16,-1 2 9-16,4 6 9 0,0 3 6 0,-2 4 8 15,3 3-1-15,3 5-10 0,-4 5 10 0,5 3-9 16,-2 1-3-16,-1 4-5 0,1 0 0 0,-2 1-6 15,-2 3-6-15,1-2 0 0,-2 1-17 0,-2-1-37 0,3 2-28 16,-6-2-70-16,1-2-82 0,-2-1-76 0,-4 0-55 16,0-3-60-16,-2 0-56 0,-3-2-64 0,2-2-401 15,-6-1-516-15</inkml:trace>
  <inkml:trace contextRef="#ctx0" brushRef="#br0" timeOffset="1725.16">20498 10657 600 0,'-10'-7'637'0,"1"-2"-116"0,5 3-90 15,-2-3-92-15,3 2-50 0,3 2-37 0,3-5-24 0,2 3-28 16,2-3-30-16,6 1-33 0,3-2-28 0,4 0-19 16,6-1-17-16,4 1-17 0,5-2-15 0,2-2-3 15,0 4-11-15,1 0-31 0,-6 0-63 0,-2 1-70 16,-4-1-50-16,0 0-70 0,-3 1-55 0,-4 0-80 16,-1-2-513-16,-4-2-471 0</inkml:trace>
  <inkml:trace contextRef="#ctx0" brushRef="#br0" timeOffset="1928.55">20845 9976 714 0,'-4'-8'570'0,"4"8"-126"0,0 0-85 0,5-5-48 0,-5 5-39 15,14 11-11-15,-5-3-18 0,1 3-28 0,5 3-14 16,3 4 3-16,0 3-37 0,2 0-21 0,2 6-29 16,1 0-16-16,-2 1-27 0,-3 2-12 0,-2 0-16 15,-3 0-7-15,-3-2-9 0,-1 3-3 0,-2 0-8 16,-3 0-2-16,-3-2-3 0,-2-1-3 0,-2 5 8 15,-2 0-13-15,0-4-5 0,-2 1-9 0,-2-2-39 16,4-6-67-16,-2-2-77 0,1 0-64 16,1-6-73-16,-1-5-113 0,2 1-590 0,4-10-643 15</inkml:trace>
  <inkml:trace contextRef="#ctx0" brushRef="#br0" timeOffset="2162.21">21445 10336 1066 0,'0'0'732'0,"8"-2"-112"0,-8 2-112 0,6-4-47 0,-6 4-66 15,7-5-62-15,-7 5-52 0,12-8-51 0,-3 5-41 16,3-5-38-16,3 1-27 0,6-2-24 16,3-2-18-16,5 0-19 0,3-1-16 0,-1 0-10 0,0 1-22 15,-2-3-61-15,0 3-75 0,-2-1-68 16,-5 0-43-16,-4 1-50 0,-3 1-42 0,-6 0-65 0,-4 2-47 15,-3 1-36-15,-4-1-40 0,-4-1-259 0,-4 1-288 16</inkml:trace>
  <inkml:trace contextRef="#ctx0" brushRef="#br0" timeOffset="2314.16">21642 10054 625 0,'-20'-8'386'0,"0"1"-4"0,5 0-32 0,1 1-22 16,0 1-17-16,4-1-50 0,1 3-37 0,0-1-31 0,9 4 33 16,0 0 2-16,0 0 5 0,-8 6 4 0,13 2-6 15,4 3-5-15,3 6-41 0,3 5-2 0,-1 3-22 16,5 7-22-16,-1 0-21 0,3 3-25 0,-3-2-17 15,-1 3-16-15,1 0-10 0,-1 0-11 16,-2 1-11-16,-1-3-32 0,1 1-29 0,-2-2-70 16,0-5-75-16,-3 0-98 0,-1-3-74 0,-1-4-59 0,0-6-102 15,-1-1-116-15,-2-3-337 0,1-3-553 0</inkml:trace>
  <inkml:trace contextRef="#ctx0" brushRef="#br0" timeOffset="2529.08">21990 9915 352 0,'7'-11'680'0,"1"3"-127"0,-2 4-100 0,-6 4-55 15,13 5-47-15,-3 4-18 0,-1 3-28 0,3 6-34 0,2 5-23 16,1 4-30-16,-1 5-18 0,4 4-31 16,-1 2-38-16,-2-3-19 0,2 4-29 0,-1-4-23 0,0 3-10 15,0-2-20-15,-2-1-52 0,-2-6-67 0,-1-2-75 16,0-1-66-16,-5-6-50 0,3-2-26 0,-5-4-50 15,-2-3-40-15,-2-2-60 0,0-9-395 0,-4 4-395 16</inkml:trace>
  <inkml:trace contextRef="#ctx0" brushRef="#br0" timeOffset="2749.32">22101 10148 167 0,'-11'-41'600'0,"3"0"-105"0,4 8-77 0,3 6-27 16,1 2-72-16,1 2-42 0,5 1-32 0,2 3-21 15,3 2-21-15,2 3-25 0,2 3-16 16,5 3-26-16,-4 3-23 0,3 4-11 0,2 1 4 0,-2 2-12 15,1 4-15-15,0 3-14 0,-1 0-10 0,-4 3 5 16,0 0-7-16,-3 3 12 0,-2-2-9 0,-3 2-13 16,-4-1 13-16,0 1-16 0,-4-1 1 0,-2 3-15 15,-2-1 0-15,-4 2-9 0,-2-1-1 0,-1-1-8 16,-2-2 1-16,1-1-23 0,1-2-40 16,1-3-68-16,2-2-102 0,2 0-65 0,7-6-98 15,-12 3-103-15,12-3-122 0,-2-7-255 0,4-1-418 16</inkml:trace>
  <inkml:trace contextRef="#ctx0" brushRef="#br0" timeOffset="2963.46">22755 9642 659 0,'10'-2'726'0,"-10"2"-122"0,0 0-86 0,0 0-60 16,3 7-36-16,-11 2-7 0,-3 0-60 15,-6 4-59-15,-1 5-30 0,-5 1-38 0,-2 6-27 16,2 2-18-16,0 1-45 0,2 4-16 0,3 1-23 0,6 1-18 15,3-2-9-15,5 0-13 0,4-2-12 0,4 3-12 16,5 4-2-16,7-2-8 0,2-3-1 0,6-3-8 16,3-2-10-16,3-4-49 0,1-2-101 0,3-4-129 15,-5-7-115-15,-1-2-62 0,-1-5-93 16,-6-3-184-16,3-3-374 0,-2-6-717 0</inkml:trace>
  <inkml:trace contextRef="#ctx0" brushRef="#br0" timeOffset="3295.69">23001 9876 375 0,'0'0'673'0,"-4"-5"-155"0,4 5-87 0,0 0-55 0,-5 9-49 16,3-3-21-16,1 2-35 0,0 2-50 0,1 1-8 15,0 0-22-15,1 2-1 0,0 0-18 0,2-1-27 16,-2 1-32-16,2-1-21 0,-1-2-20 0,1 1-18 0,-2-3 1 16,0 0 7-16,1-1 47 0,-2-7 4 0,2 8-24 15,-2-8-13-15,0 0-14 0,0 0-11 16,-5-11-8-16,3 2-10 0,0-4-7 0,-3-3-6 15,3-5-3-15,-4-1 0 0,1-5 3 0,1-3-16 16,-1-2-2-16,2-2 3 0,-1-1 2 0,0 2 4 16,1 1 16-16,1 5-4 0,0 4 0 0,1 3 5 0,1 1-16 15,3 4-4-15,-1 2-3 0,1 3-2 0,3 3 14 16,4 4 10-16,-10 3 6 0,22 8 10 16,-8 1 7-16,4 7-3 0,1 4 5 15,4 6-4-15,-3 3-5 0,1 3-20 0,2 0 17 16,-4 2-19-16,2 0-7 0,-1 2-28 0,-3-2-43 0,-1 0-38 15,-3-7-75-15,-2 1-46 0,-1-3-83 0,-4-5-83 16,-2-2-21-16,-3-3-88 0,-5-4-65 0,1-1-526 16,-4-2-701-16</inkml:trace>
  <inkml:trace contextRef="#ctx0" brushRef="#br0" timeOffset="3480.84">22939 10003 679 0,'-11'-6'612'0,"2"2"-145"0,1 0-85 0,3 1-59 16,5 3-40-16,-4-6-8 0,4 6-20 0,5-8-30 15,-5 8-26-15,15-8-27 0,-3 4-31 0,2 0-30 0,3-2-16 16,4-1-18-16,1-1-17 0,1 1-14 0,4-3-11 16,1 0-7-16,1 0-13 0,2-2-29 0,-1 0-40 15,-2 0-60-15,0-3-71 0,-5 1-36 0,-1 1-67 16,-5 0-50-16,-4-1-38 0,-4 4-93 0,0-1-299 16,-4 1-284-16</inkml:trace>
  <inkml:trace contextRef="#ctx0" brushRef="#br0" timeOffset="3693.98">22792 9660 316 0,'-23'-4'671'0,"3"-2"-103"0,2 0-85 0,2 3-69 16,3-3-64-16,4 2-25 0,2-3-55 0,7 7-30 15,-1-9-39-15,7 1-34 0,5 2-31 0,4 1-23 16,5-4-27-16,5 3-13 0,3-3-19 0,6 0-8 15,8-2-16-15,2 2-4 0,-1-3-23 0,-2 2-44 16,0-2-49-16,-8 3-61 0,-3 0-58 0,-2-1-43 16,-5 1-25-16,-3 0-71 0,-4-1-77 0,-4 0-449 15,-4 0-430-15</inkml:trace>
  <inkml:trace contextRef="#ctx0" brushRef="#br0" timeOffset="3962.52">23181 9353 526 0,'16'0'769'0,"-16"0"-151"0,16 4-68 0,-5-1-67 16,3 3-27-16,7 5-34 0,0 2 3 0,6 3-79 16,3 6 17-16,2 1-101 0,0 4 19 0,1 3-73 15,3 7-45-15,-1 1-30 0,0 2-24 0,-3 1-25 0,-2 3-33 16,-8-5 14-16,1 0-12 0,-1 2-13 15,-4 0-10-15,-2 1-6 0,2 0-5 0,-5-1-5 16,-3-2-14-16,-1 0-5 0,-4-7-19 0,-2-6-17 16,-3 0-26-16,-3-3-18 0,-2-2-21 0,-1-2-26 15,-2-3-37-15,-2-4-53 0,-3-1-77 0,0-5-98 0,1-1-39 16,-4-4-119-16,3-3-129 0,-2-3-337 0,0-5-629 16</inkml:trace>
  <inkml:trace contextRef="#ctx0" brushRef="#br0" timeOffset="4165.41">23822 9611 397 0,'7'-7'845'0,"-2"0"-165"0,-1-2-113 0,3 3-95 16,-2-2-66-16,0 1-33 0,3-2-60 16,1 0-33-16,1-1-72 0,3-1-24 0,6 0-50 0,-1 0-10 15,5-1-47-15,3 3 7 0,1-2-37 16,-3 5 7-16,0-1-63 0,-1 1-69 0,-1 1-65 15,-4 1-79-15,-2 0-90 0,-3 2-54 0,-1 1-19 16,-12 1-23-16,12 4-73 0,-12-4-412 0,0 8-454 0</inkml:trace>
  <inkml:trace contextRef="#ctx0" brushRef="#br0" timeOffset="4327.29">23885 9761 556 0,'2'7'737'0,"-2"-7"-162"0,11 6-75 0,-11-6-70 16,19 2-45-16,-6-4-44 0,4 0-45 15,5-3-28-15,3-2-49 0,5-2-34 0,2-1-51 0,0 0-17 16,6-3-21-16,-1 1-22 0,-1-1-37 16,0-2-78-16,-6 1-69 0,-2 1-67 0,-3-3-103 0,1-1-57 15,-1-5-72-15,-6 2-97 0,1-2-461 0,-5-3-555 16</inkml:trace>
  <inkml:trace contextRef="#ctx0" brushRef="#br0" timeOffset="4497.01">24470 9136 578 0,'0'-14'599'0,"-2"6"-145"15,2 8-32-15,1-10-12 0,-1 10-52 16,0 0-18-16,9 11-12 0,-5 0-8 0,2 3 18 0,2 11-41 16,2 4 36-16,3 11-106 0,1 5 10 0,3 7-59 15,2 2 15-15,1 3-77 0,-2 0-19 16,1-2-18-16,-1-3-14 0,-4-5-24 0,0-1 6 0,0-1-12 16,-4 0-7-16,3-1-12 0,-4-1-37 15,0-2-121-15,-1-1-159 0,-2-7-198 0,1 0-118 16,-4-2-830-16,-3-7-1061 0</inkml:trace>
  <inkml:trace contextRef="#ctx0" brushRef="#br0" timeOffset="28209.81">8007 5746 598 0,'-13'5'596'0,"-2"0"-102"0,2-3-28 0,-5 1-67 0,3 1-37 0,-4 0-16 0,2-1-19 15,-1 1-28-15,3-2-39 0,-3 2-26 0,5-2-58 0,-1 2-13 0,4 0-42 0,0-2-12 0,-2 0-36 0,3 1 2 0,9-3-35 0,-10 4 16 0,10-4-23 0,-5 7 30 16,5-7-26-16,4 4-3 0,-4-4-10 0,19 3 4 16,-4-4 16-16,9-2-29 0,2-3 21 0,7-2-34 0,8-6 24 15,1 0-32-15,2-4 30 0,1-2-34 0,6-4 30 16,-10 2-33-16,0 2 33 0,-4-1-30 15,-1 2 1-15,-4 2 5 0,-7 5-2 0,-6 3 4 16,0-1 21-16,-5 4-26 0,-6 4 3 0,-8 2-4 0,10 2 6 16,-10-2 34-16,-4 15-40 0,-5-5 48 15,-2 7-35-15,-8 4 58 0,-3 5-66 0,-5 0 10 16,0 1 3-16,0 0 2 0,-1 0 6 0,2 0-5 16,-1-2-5-16,2 0 1 0,5-5-6 0,2-1 7 0,5-4-9 15,-1-1 10-15,5-2-11 0,3-1 8 0,3-2-7 16,3 0 6-16,2-2-8 0,4-2 10 0,3-1-9 15,4 2 4-15,2-3-7 0,4-1 6 0,1 1-7 16,1-2 8-16,6 1-10 0,0-1 17 0,0 3-10 16,1-1 13-16,0 3-14 0,-1-1 18 0,-3 2-17 15,0 1 19-15,-1 1-18 0,-1 1 33 0,-3 0-32 16,-2 2 12-16,-3 1-15 0,-3-1 17 0,-2 1-8 16,-5 0 0-16,-1 2 7 0,-3-3 37 0,-3 3 0 15,-5 0 10-15,-4 3 2 0,-1-3 5 0,-6 3-1 16,-3-2-8-16,-2-1-8 0,-3-4-9 0,-3 2-8 15,1-5-5-15,-3-2-4 0,5-2-5 0,-1-1-5 16,5-3-6-16,-3-3-18 0,4-1-23 0,1-2-35 16,3-2-31-16,4-3-46 0,3-2-18 0,4-1-24 15,1-1-22-15,6-2-49 0,4-1-76 0,1-3-75 16,4 3-106-16,1 0-203 0,5 2-389 0,1 0-719 16</inkml:trace>
  <inkml:trace contextRef="#ctx0" brushRef="#br0" timeOffset="28457.46">8838 6083 1209 0,'15'0'905'0,"-3"2"-209"0,-12-2-141 0,20 2-113 16,-11 0-73-16,0 2-60 0,1 2-55 0,-1 2-41 0,0 2-43 0,0 3-24 0,0 4-25 0,-1 3-22 0,-2 2-14 0,0 2-12 0,-3 2-17 0,-3 2-5 0,0 5-7 0,-4 1-20 0,-2 0-22 16,-3 4-39-16,-2-1-37 0,-1-2-53 0,0-1-58 0,1-6-81 15,-2-3-85-15,0-1-86 0,4-6-167 0,0-4-573 16,3-1-787-16</inkml:trace>
  <inkml:trace contextRef="#ctx0" brushRef="#br0" timeOffset="28895.63">9138 5765 741 0,'0'-12'820'0,"1"1"-142"0,1 4-152 0,-2 0-111 16,1 0-37-16,0 1-46 0,-1 6-41 0,0-10-41 16,0 10-4-16,0 0-42 0,0-6-10 0,0 6 31 0,0 0-61 15,1 11 24-15,-1-3-75 0,2 2 57 0,-2 3-27 16,1 2-24-16,-1 1-18 0,0 0-20 0,3 2-13 15,0 0-17-15,0 0-7 0,-1 0-7 0,4 0-33 16,-1 3 33-16,1-1 48 0,3-1 20 16,0-1-42-16,1-1 18 0,-1-2-39 0,5 1 35 15,-1-3-29-15,4-3 16 0,-2-1-30 0,5-2 13 0,1-3-32 16,-2-2 20-16,4-4-33 0,4 0 23 0,0-3-43 16,2-6 3-16,0 0-55 0,5-5-75 0,-4-4-98 15,0-1-46-15,-4-3-56 0,-1-2-111 0,-7 5-104 16,-4-2-31-16,-4 3-112 0,-2 0-530 0,-6 4-841 15</inkml:trace>
  <inkml:trace contextRef="#ctx0" brushRef="#br0" timeOffset="29089.37">9493 5707 246 0,'0'0'753'0,"0"0"-167"0,-15 0-135 16,15 0-77-16,0 0-72 0,-9 2 3 0,9-2 24 15,-4 5 5-15,4-5-6 0,-1 10-26 0,2-2-45 16,-1 2-38-16,5 4-35 0,0 1-29 0,2 5-34 0,1 1-20 15,2 3-20-15,0 3-11 0,0 1-15 16,2 3-5-16,-1 4-11 0,2 0-9 0,0 1-1 16,-2-1-6-16,3 1-13 0,-2-1-22 0,-1-8-87 15,-1 2-93-15,2-2-95 0,-2-1-94 0,-1-6-121 0,0-1-205 16,1-2-405-16,-3-5-729 0</inkml:trace>
  <inkml:trace contextRef="#ctx0" brushRef="#br0" timeOffset="29273.93">9962 5841 678 0,'8'-5'841'15,"-8"5"-188"-15,12-1-102 0,-12 1-81 0,10 10-57 16,-5-3-57-16,0 4-50 0,0 1-57 0,-2 4-38 16,3 1-46-16,-2 4-26 0,-2 2-27 0,2 3-30 15,-1 0-9-15,-2 2-8 0,4 3-18 0,-3 1-17 16,0 0-60-16,1-5-92 0,-1 0-112 0,2-2-120 15,-3-4-70-15,2-3-171 0,-2-2-561 0,2-5-769 16</inkml:trace>
  <inkml:trace contextRef="#ctx0" brushRef="#br0" timeOffset="29656.88">10390 5654 324 0,'11'-9'949'0,"-5"-1"-236"0,3 4-164 15,-4 1-104-15,0-1-69 0,-5 6-27 0,9-7-39 16,-9 7-15-16,0 0-66 0,0 0 2 0,0 0-60 16,8 4 8-16,-8-4-73 0,-6 11-25 0,2-5-13 0,-3 4-12 15,-2 0-17-15,-1 2 3 0,1 3-14 0,0-3-4 16,-1 1-6-16,2 0-2 0,2-2-4 0,-1 1-4 16,4-3 1-16,-1 1 1 0,3-2-3 0,3 1-3 15,2-2 0-15,4 2-1 0,3-4-1 0,4 1-1 16,3 1 5-16,5-3-4 0,3 1-3 0,-1 0 2 15,2 1-1-15,0-1-3 0,4 2 3 16,-3 0 4-16,1 0-5 0,1 3 1 0,-6-3 0 0,-2 3 0 16,-2-1 3-16,-1 3-7 0,-1 0 6 15,-4 1 0-15,0 2 3 0,-5-3-1 0,-2 2 1 0,-2 0-5 16,-4 1 6-16,-2-1-10 0,-2-2 15 16,-2 3-11-16,-3-1 4 0,-3-1-5 0,-1-1 8 0,-3 2-14 15,0-4 10-15,-2 0 1 0,-1-3-9 0,-1 0-39 16,1-3-51-16,-1-1-48 0,-1-2-80 0,2-2-99 15,-1-3-83-15,-2-2-129 0,2-2-190 0,0-3-279 0,2-2-604 16</inkml:trace>
  <inkml:trace contextRef="#ctx0" brushRef="#br0" timeOffset="29823.37">10433 5736 774 0,'2'-9'784'15,"2"0"-168"-15,-2 0-124 0,5-1-57 0,-2 0-20 16,3 1-3-16,1-3-64 0,5 0-49 0,1-1-45 15,4-3-31-15,4-1-38 0,3 0-37 0,8-3-28 16,1 1-23-16,1 1-20 0,1 0-14 0,-1 0-20 16,-2 2-40-16,1-1-101 0,-6 4-173 0,-5 0-174 15,-3 1-208-15,-3 1-720 0,-6 2-974 0</inkml:trace>
  <inkml:trace contextRef="#ctx0" brushRef="#br0" timeOffset="33769.23">12793 5921 197 0,'-5'-12'774'0,"0"2"-151"0,0 1-100 0,0 1-109 0,1 0-86 0,0 2-59 0,0 2-37 0,4 4-33 0,-10-7-13 16,10 7-14-16,-8 6 9 0,6-1-6 0,-2 2-19 15,1 6-10-15,3-1-2 0,-2 4-16 0,2 2-28 16,2 3-7-16,1 3-12 0,1-1-3 0,2-1-3 16,-2 0-12-16,6 1 0 0,-2-3-8 0,1 2-13 15,2-3 0-15,2-1 4 0,1-2-4 0,0-2-5 0,5-1 4 16,-2-1-6-16,2-4-6 0,1-2-6 16,1-3-5-16,2-3 1 0,2-2-11 0,1-3-13 15,1-4-28-15,1-3-49 0,0-1-80 0,-5-2-92 16,0-2-62-16,-5-2-47 0,1-2-78 0,-6-1-65 15,-2-2-46-15,-3 3-425 0,-3-2-568 0</inkml:trace>
  <inkml:trace contextRef="#ctx0" brushRef="#br0" timeOffset="33942.1">13026 5797 700 0,'0'0'584'0,"-18"4"-127"16,10 1-44-16,3 3-63 0,1 3 13 0,2 2-44 15,-1 4-19-15,4 1-24 0,2 5 2 0,1 1-30 16,2 5-46-16,4 2-30 0,3 3-21 0,1 1-32 15,0 1-21-15,4-2-16 0,0 3-21 0,1-1-7 0,2 0-12 16,-3 0-15-16,1-2-35 0,-3-1-55 0,2-3-75 16,-5-3-107-16,1-2-114 0,-5-4-66 15,0-3-125-15,2-2-547 0,-3-3-713 0</inkml:trace>
  <inkml:trace contextRef="#ctx0" brushRef="#br0" timeOffset="34185.54">13621 5764 1247 0,'-1'-10'881'0,"-3"1"-188"0,-2 4-130 15,-2 0-89-15,-1 3-79 0,9 2-61 0,-18 0-44 16,7 3-1-16,-3 3 9 0,1 3-78 0,-3 3 3 16,4 3-73-16,0 2-13 0,0 4-17 0,3 0-26 15,2 2-16-15,3 2-38 0,1-1 18 0,3 1-39 16,3 0 25-16,4-2-8 0,2 4-5 0,0-3-7 15,6 0-4-15,-1-3-1 0,6 0-5 0,3-4-12 16,4-3-19-16,0-2-100 0,0-4-106 0,1-4-106 16,-1-2-123-16,-3-3-114 0,2-2-125 0,-4-6-707 15,-3 1-1001-15</inkml:trace>
  <inkml:trace contextRef="#ctx0" brushRef="#br0" timeOffset="34602.04">13785 5969 245 0,'0'0'786'0,"4"-9"-190"0,-2 1-138 16,1 2-58-16,1-1-25 0,3 0-10 0,0-1-13 16,2-3-34-16,1 1-32 0,3-2-47 0,1 0-23 15,1 0-59-15,-1 0-4 0,3 2-52 0,-2-1 7 0,0 2-43 16,-2 2 8-16,-1 1-38 0,-1-2 16 0,-2 4-37 16,1 0 27-16,-1 3-33 0,-9 1 47 0,13 0-29 15,-13 0 42-15,8 9-51 0,-8 1 5 16,-4 3-2-16,-1 2-4 0,-3 6 2 0,-1-1-9 0,-4 5 4 15,3-1-7-15,1-3 11 0,2 0-14 16,0-2 3-16,2-2-3 0,2-2 1 0,2-1 0 16,1-3 0-16,3-2 2 0,1 0-1 0,2-2 3 0,5-3-6 15,2-1-8-15,1-2 6 0,0 1-12 0,5-2 16 16,1-2-5-16,-1 1 2 0,1-2-5 0,0 3 8 16,-1-1-11-16,-1 1 11 0,-1 1-6 0,1 2 6 15,-2 2-8-15,-3 2 4 0,-1 0-5 0,-1 3 8 16,-1 1-8-16,-5 2 10 0,-3 2 3 0,-2-1-5 15,-2 1 24-15,-2 1-25 0,-5-2-3 0,0 4 1 16,-4-2 3-16,-3 0 13 0,-6-1-2 0,0 1 13 16,-3-3 6-16,-2-1-6 0,-1-3-2 0,-3-1-3 15,6-2-11-15,-2-4-5 0,4-2-28 0,1 0-29 16,0-2-27-16,4-4-49 0,2 0-59 0,0-2-84 16,5-2-88-16,1-1-46 0,1-2-145 0,2-2-691 0,2 0-850 15</inkml:trace>
  <inkml:trace contextRef="#ctx0" brushRef="#br0" timeOffset="37300.62">15010 5936 28 0,'6'-15'703'0,"-3"1"-181"0,1-2-160 0,0-1-37 0,-1 2-53 0,2-2-37 0,-3 0-25 0,1 2-6 15,-1-2 9-15,0 0-26 0,0 0-11 0,-2 1-22 16,0 1-21-16,-1-1-14 0,-2 2 4 0,-1-2-13 16,1 2-18-16,-5 0-17 0,2 2-14 0,-2-1-12 15,-3 2-8-15,0 1-2 0,-3 1-13 0,0 1-4 16,-4 3-4-16,-1 0-3 0,1 3-4 0,-5 2-2 0,0 1 10 15,0 3-3-15,-2 2 0 0,1 2 0 0,3 2 1 16,-3 3-3-16,7 0-3 0,0 3 0 16,6 0-2-16,1 2-7 0,6-2 7 0,3 1-3 15,3 1 6-15,2 1-1 0,11 4 11 0,3-3-12 0,3 1 5 16,7 0-2-16,1 0-3 0,2-2 1 0,1-2 0 16,2-2-4-16,-4 0 0 0,-1-4 2 0,0-1 1 15,0 2-3-15,-1-3-1 0,-5 0 0 16,-3-1 10-16,1 0-16 0,-5 1 9 0,-2 0-8 0,-2 1 2 15,-1 0-3-15,-4 0 5 0,-4 1 5 0,-1 0 2 16,-4 2-4-16,-3 0 3 0,-5 4 2 16,-1-1-1-16,-5-2 7 0,-3 2 16 0,-1-2 7 15,-1-3 31-15,2-2 18 0,-1 0-10 0,-1-3-12 0,5-1-5 16,-1-3 28-16,0-2 7 0,3 0 10 0,2 0 1 16,0-2 2-16,1-3-13 0,2 0-17 0,2-1-10 15,5-2-20-15,0 0-12 0,5-2-43 0,1-2 15 16,3-3-34-16,6-2 7 0,0 0-26 0,3-4-16 15,1-1-29-15,2 1-21 0,4-7-42 0,-1 2-45 16,0-2-77-16,-2 2-95 0,1-1-54 0,-3 2-153 16,-2 1-689-16,1 1-871 0</inkml:trace>
  <inkml:trace contextRef="#ctx0" brushRef="#br0" timeOffset="37589.39">15561 5536 1077 0,'7'-6'780'0,"-2"-1"-125"0,-1 2-132 0,-4 5-68 0,5-7-81 0,-5 7-30 0,4-7-74 0,-4 7-45 0,0 0-24 0,0 0-21 0,-12 10 10 0,2 1-61 0,-5 5 23 0,-4 5-65 0,-3 7 28 15,0 3-61-15,0 0-15 0,3 3-6 0,1 0-2 0,4-1-3 16,3-3-3-16,4 1-21 0,3 0 29 0,2-4-11 15,3 1 35-15,4 1-20 0,3 2 28 0,3-3-2 16,5 2-10-16,5-2-16 0,4-4-21 0,1-2-27 16,1-7-42-16,0-2-55 0,3-3-44 0,-1-4-60 15,0-4-81-15,-2 0-97 0,1-5-33 0,-2 0-43 16,-2-6-58-16,-1 0-27 0,0-6-440 0,-2 0-588 16</inkml:trace>
  <inkml:trace contextRef="#ctx0" brushRef="#br0" timeOffset="37865.58">15853 5900 301 0,'-3'-7'580'0,"-1"2"-97"0,4 5-133 0,0-10-16 16,0 10-45-16,3-7-9 0,-3 7 20 0,6-5 1 16,-6 5-6-16,9-3-20 0,-9 3-23 0,17-2-16 15,-17 2-37-15,20 3 0 0,-8-1-54 0,2 2-18 16,0 0-19-16,-1 3-21 0,2 1-16 0,-5 0-15 16,4 2-5-16,-5 1 11 0,0 3-2 0,-2 0-7 15,-1 3 0-15,-5 1-20 0,0 1 15 0,-2 1-12 16,-3 2 17-16,-6 3 9 0,1 0-8 0,-2-1-7 15,-3-2 26-15,3-4 12 0,-1-1 7 0,3-1 39 0,0-4 50 16,2-2 70-16,0 0 64 0,3-3-34 16,4-7 24-16,1 8-100 0,-1-8 8 0,19-5-92 0,2-2-63 15,8-6-58-15,15-5 0 0,10-4 0 16,9-2 0-16,6-6 0 0,3 1 0 0,3-2 0 0,-3-3 0 16,-2 2-360-16,-2-2-165 0,-8 3-239 0,-5 0-275 15,-5 1-700-15,-16 3-1424 0</inkml:trace>
  <inkml:trace contextRef="#ctx0" brushRef="#br0" timeOffset="38732.98">13390 7225 1496 0,'-17'1'807'0,"3"-1"-202"0,14 0-129 0,-15-4-102 0,15 4-72 0,1-5-61 0,8-2-52 0,10-2-39 0,7-6-29 0,11-5-14 0,14-6-11 0,13-3 6 0,9-3-1 0,23-8 1 16,6-2-18-16,8 1-8 0,4-4 14 0,7 5-30 16,9-2-8-16,3 2 6 0,1-1 1 0,3 0-13 15,1 2-6-15,0 0-5 0,2 1 2 0,-4 0-7 16,-3 0-5-16,-4 1-2 0,-5 1-2 0,-5 0-10 15,-3 0-2-15,-7 2 0 0,-3 1-9 0,-9 1 2 0,-19 6 1 16,-4 2 4-16,-9 3-5 0,-6 0-18 16,-15 8 18-16,-5-1-16 0,-9 4 8 0,-7 3-42 15,-3-1-11-15,-4 1-35 0,-2 1-55 0,-7 3-62 16,-7 3-78-16,3-7-75 0,-3 7-45 0,-12-1-127 16,-1 3-131-16,-3 3-329 0,-6-1-595 0</inkml:trace>
  <inkml:trace contextRef="#ctx0" brushRef="#br0" timeOffset="39615.01">14841 7114 453 0,'-2'-17'864'0,"-3"2"-140"0,4-1-124 0,-2 3-105 0,3 1-69 0,-2 2-96 0,-1-1-49 0,3 4-71 0,-1-1-33 0,1 8-6 15,0 0 5-15,0 0-22 0,0 0-16 0,6 11-18 16,-2 4-3-16,4 4-7 0,2 2-12 0,0 5-22 16,6 8-9-16,0 1 0 0,3 1-22 0,-2-1-22 15,1 1 17-15,0-3-30 0,0 2-4 0,-3-1 4 16,3-1 4-16,-3 0-11 0,-2-6-33 0,-2-1-46 16,2-2-90-16,-4-4-131 0,-1-2-134 0,0-1-75 0,-1-5-182 15,0 0-512-15,-2-2-810 0</inkml:trace>
  <inkml:trace contextRef="#ctx0" brushRef="#br0" timeOffset="39930.92">15189 7210 1293 0,'2'-15'776'0,"-1"3"-174"0,0 0-127 0,0 1-72 0,1 0-32 15,0 2-25-15,2-2-44 0,1 1-42 0,-1 1-24 16,6-1-58-16,-1 0 1 0,2 2-56 0,1 2-2 15,1 1-36-15,1 2 3 0,0 0-35 0,-1 4 11 16,5 1-12-16,-3 2-11 0,0 2-8 0,0 4-7 16,0 1-4-16,-4 3-4 0,2 2 3 0,-4 2-7 15,-1 0 0-15,-4 2-4 0,-2-1-23 0,-2 2 27 16,-2 1-28-16,-3 1 33 0,-2-1-30 0,1 0 33 16,-3-3-33-16,1-1 3 0,-1-1 0 0,0-4 8 15,3 0 1-15,-2-1 2 0,3-4 58 0,1 1 27 16,0-2 20-16,4-7-16 0,-2 10-15 0,2-10-16 15,0 0 9-15,15-1-44 0,0-5 19 0,5-2-59 16,8-4-16-16,7-4-74 0,4-3-97 0,2-2-93 16,5-5-137-16,1-3-139 0,-3-1-115 0,0-2-744 15,-1 0-1040-15</inkml:trace>
  <inkml:trace contextRef="#ctx0" brushRef="#br0" timeOffset="40184.08">16113 6747 1047 0,'-7'-6'834'0,"-2"1"-157"16,-3 3-126-16,0-1-80 0,-3 3-59 0,-2 3-52 0,-2 2-56 15,-2 3-8-15,-3 4-40 0,-2 4-10 16,-2 5 21-16,4 7-39 0,-2 2-7 0,2 2-42 16,2 6-35-16,7-1-27 0,-1 1-22 0,6 1-19 0,6-5-11 15,2 1 18-15,3-2-9 0,4 0-36 0,4-3 22 16,3-1-36-16,7 0 23 0,0-8-42 0,5 3 12 15,1-7-38-15,3-2-1 0,1-3-84 16,2-5-21-16,-2-4-96 0,1-3-60 0,-1-2-73 16,4-4-94-16,-2-3-65 0,-2-1-71 0,-2-6-157 0,-3-1-440 15,-1-1-795-15</inkml:trace>
  <inkml:trace contextRef="#ctx0" brushRef="#br0" timeOffset="40597.24">16361 7006 937 0,'0'0'922'0,"1"-6"-168"16,-1 6-172-16,0 0-105 0,2-7-84 0,-2 7-63 16,0 0-60-16,0 0-42 0,0 0-13 0,0 0-43 15,0 0-5-15,-10 5-44 0,7 2-5 0,-1 3-29 16,-2-2-19-16,1 5-9 0,-2 2-14 0,1 0-7 15,0 1-11-15,0-1 4 0,1 2-12 0,0 0 0 16,3-1-8-16,-3 0-4 0,2-2 1 0,3-2-3 16,0 0 4-16,3-2-10 0,2 0 0 0,0-2 4 15,4 1-2-15,1-3-3 0,5-1 1 0,-1 0 3 16,4-3-8-16,0 0 3 0,1 1-1 0,-1-1 3 16,3-1-2-16,-2 0 0 0,1 2 1 0,-2 1-16 15,1-2 19-15,-2 2 0 0,1-1-3 0,-3 4 4 16,2 1-3-16,-3-1 5 0,-1 4 2 0,-2-2-31 0,-1 2 34 15,-1 1-26-15,-1 0 29 0,-3 1-28 0,-2-2 34 16,-1 1-26-16,-2 0 24 0,-2-1-31 16,-2 2 3-16,-4-1 6 0,-1 0-5 0,-5-1-28 15,-1 0-58-15,-4-2-35 0,-2 0-72 0,3-3-97 0,-3-3-65 16,0 0-85-16,3-3-156 0,-2-2-643 0,2 0-856 16</inkml:trace>
  <inkml:trace contextRef="#ctx0" brushRef="#br0" timeOffset="40748.61">16394 7114 1010 0,'13'-18'730'0,"1"1"-156"0,2-3-140 0,3 1-70 0,4 1-27 15,1-4-17-15,8 2 7 0,-1 0-51 0,2-1-39 16,5 1-47-16,-2-1-42 0,1 1-24 0,2-1-30 16,-1 4-15-16,-2 1-27 0,-2 1-13 0,-6 2-104 15,-1 1-137-15,-5 3-132 0,-2 0-122 0,-2 0-223 16,-4 2-449-16,-3 0-742 0</inkml:trace>
  <inkml:trace contextRef="#ctx0" brushRef="#br0" timeOffset="41945.95">17086 6229 292 0,'0'0'622'0,"-10"-3"-148"16,10 3-36-16,-10-4-30 0,10 4-8 0,-7-4-24 0,7 4-24 0,-4-5-38 0,4 5-41 0,3-9-21 0,3 4-26 0,0-2-29 0,6 0-25 0,2-1-28 0,7-1-19 0,2-2-14 16,7 2-21-16,0-3-13 0,9-1-17 0,0 1-6 15,5-3-6-15,-1 2-13 0,4 0-5 0,-2 0-4 16,2-2-4-16,0 2-7 0,2 0-2 0,-2 0 1 15,0-1-9-15,-3 3 1 0,-2-1-7 0,-8 2-36 16,-4 0-65-16,-4 1-133 0,-6 0-155 16,-6 1-103-16,-8 1-214 0,-3 0-456 0,-6-2-779 0</inkml:trace>
  <inkml:trace contextRef="#ctx0" brushRef="#br0" timeOffset="42122.27">17233 5725 472 0,'-13'4'736'0,"13"-4"-192"0,-4 7-110 16,6-1-69-16,3 4-48 0,2 3 5 0,2 6-19 16,5 6 10-16,6 3-5 0,2 6-35 0,5 3-30 15,5 7-34-15,4 4-29 0,1 1-39 0,-1 2-20 16,5 2-32-16,-3 1 12 0,-1 1-40 0,-3-1-7 16,-3-1-22-16,-1-1-43 0,-3-2-83 0,-7-8-97 0,-3-1-137 15,-1-2-109-15,-5 0-140 0,-5-7-680 16,-1-1-865-16</inkml:trace>
  <inkml:trace contextRef="#ctx0" brushRef="#br0" timeOffset="46510.21">18733 5727 115 0,'0'-11'761'0,"0"0"-167"0,-1 0-119 0,0 2-78 0,-2 1-98 0,3 1-58 0,0 7-45 0,-1-13-40 0,1 13-27 0,0-9-2 0,0 9 13 0,0 0-9 0,0 0-9 0,-8 3-17 0,8-3-15 0,-5 12-18 0,2-7-16 0,2 2-13 0,-1 0-7 15,0-1-9-15,0 0-6 0,2-6-4 0,-3 11-4 16,3-11 1-16,0 13 88 0,0-13-4 0,0 14-14 16,0-7 49-16,4 0-19 0,1 3 19 0,-1-5-28 0,5 3 54 15,4-1-75-15,2-2 31 0,2-1-74 16,1-1 41-16,5 0-63 0,-2-2 42 0,6-4-56 16,1 2 36-16,-1-2-52 0,0-1 19 0,1-1-78 15,2-2-51-15,-6-1-75 0,-1 0-93 0,-3-2-84 16,1 0-50-16,-5-2-96 0,-3-2-74 0,-4 1-397 15,-1 0-585-15</inkml:trace>
  <inkml:trace contextRef="#ctx0" brushRef="#br0" timeOffset="46709.05">18924 5534 79 0,'-19'0'743'0,"19"0"-204"0,-13 0-129 0,13 0-87 16,-10 1-58-16,10-1-60 0,-4 7-10 0,4-7 4 15,3 13-30-15,1-3 66 0,0 2-1 0,4 2-46 16,2 4-33-16,1 1 13 0,4 4-36 0,0 3-24 15,2 2-24-15,2 3-16 0,-3-1-18 0,2 1-6 16,-1 1-9-16,-2-1-7 0,-1 2-1 0,2 1-9 16,-5-5 4-16,-1 0-8 0,-1 1-23 0,-2-3-79 15,-1 1-101-15,2-5-56 0,-3-3-74 0,0-2-51 16,-1-4-80-16,2-2-510 0,-3-2-546 0</inkml:trace>
  <inkml:trace contextRef="#ctx0" brushRef="#br0" timeOffset="46995.78">19482 5644 1074 0,'0'-11'789'0,"1"3"-140"0,-1 0-134 0,0 8-80 16,-1-10-72-16,1 10-43 0,-5-9-62 0,5 9-29 0,0 0-61 15,-18 0-8-15,10 6-46 0,-2 1 3 16,-2 6-45-16,-1 1 11 0,-4 9-36 0,2 0 13 15,-3 7-38-15,6-3 27 0,-2 1-40 0,4 0 2 0,4 2-7 16,0-4 3-16,5-1 8 0,1 0-9 0,3-1 1 16,3-1 2-16,2-2 4 0,2 0-8 0,4-3 5 15,0-3 0-15,4 0-5 0,2-4 0 16,1-3-5-16,5-3-19 0,-2-2-41 0,0-3-76 0,3-3-110 16,-4-2-98-16,4-1-82 0,-2-5-126 0,0-2-138 15,-2 0-300-15,-7-1-586 0</inkml:trace>
  <inkml:trace contextRef="#ctx0" brushRef="#br0" timeOffset="47626.57">19887 5882 484 0,'0'0'790'0,"-5"-10"-139"0,5 10-133 0,-5-8-125 0,5 8-72 0,-4-5-52 0,4 5-36 0,0 0-20 0,-10 4-13 0,8 0-9 0,-1 3-23 0,-1 3-35 0,0 2 11 0,0 2-28 0,-1 3-20 0,4 1-8 0,-1 3 6 0,0 0-12 0,4 2-9 0,1 2 8 16,0-2 8-16,3 1-3 0,-1-2-1 0,2-1 54 16,3 0-63-16,0-3 40 0,3-1-65 0,2-3 39 15,3-1-61-15,3-3 40 0,2-3-63 0,2-4-12 16,3-3-5-16,-1-1-28 0,5-4-32 0,-1-4-32 16,0-1-52-16,-4-4-79 0,4-4-66 0,-6 0-51 0,0-5-61 15,-6 2-106-15,-2-3-90 0,-2-1-441 16,-6 0-667-16</inkml:trace>
  <inkml:trace contextRef="#ctx0" brushRef="#br0" timeOffset="47846.81">20140 5916 865 0,'-1'10'764'0,"1"-3"-136"0,0 2-114 0,0 1-65 0,1 2-34 16,1 2-65-16,0 0-52 0,3 3-55 15,-2 2-45-15,2 3-33 0,0 2-25 0,2 5-23 0,0 2-28 16,1 0-12-16,1 7-15 0,1 1-15 0,0 0-3 16,-1 1-12-16,0-2-24 0,1 0-74 15,-1 1-102-15,0-8-126 0,-1 1-104 0,-3-4-151 16,1-5-725-16,-2 0-881 0</inkml:trace>
  <inkml:trace contextRef="#ctx0" brushRef="#br0" timeOffset="49023.76">20846 5792 212 0,'8'-10'492'0,"0"3"-129"0,0-3-41 0,1 2-21 0,2-3-3 0,-2 1-18 0,0-1-17 0,2 1-27 0,-2-1-15 0,-2 0-16 0,1 0-36 0,1 0-11 0,-3 3-3 0,-2-2-1 0,1 2-14 0,-1-1-27 0,0 2-22 0,-3 2-18 0,2-3-19 0,-3 8-10 0,-4-10-11 0,0 4-6 0,-2 2-6 0,-3 0-4 0,-4 2-4 0,0 0-1 0,-1 0-4 16,-1 1 0-16,-2 1-3 0,-1 1 0 0,-2 1-1 0,2-1 8 15,-1 1-11-15,2 0 2 0,-1 2-3 16,4 1 0-16,-1 0 0 0,3-1-1 0,1 3 2 15,3 1-1-15,3-1 1 0,1 4 2 0,3-3 2 16,2 4-2-16,6 1 0 0,0-1 0 0,4 3 0 16,3 1 0-16,0-3 2 0,2 1-3 15,5 2 3-15,-1-1-3 0,3 0 1 16,0-2 1-16,0 0-1 0,0 0 4 0,3 0 8 0,-1-2-9 0,-2 3 12 16,-4-3-6-16,2-1 3 0,-4 1-5 0,-2 0 0 0,-2-2-2 15,-1 1-2-15,-3 0 0 0,-3-2 1 0,-3 1 1 16,0 0 4-16,-5 0 5 0,0-1 2 0,-3 0 1 15,-3 1 18-15,-1-2 8 0,-3 0 15 16,-1-2-2-16,-1-1 12 0,1 0 5 0,-1-1-4 16,0-3-2-16,0-1-1 0,-3-2-10 0,1-2-10 0,1-1-9 15,3-1-5-15,-1-1 17 0,3-1-4 0,2-2-8 16,3-1 38-16,1 1-63 0,4-3 41 0,4-2-58 16,2 0 45-16,3-4-56 0,0 1 44 15,6-2-54-15,1-1 46 0,0 1-57 0,0-1 34 0,0 1-68 16,0 1-53-16,0 0-99 0,-3 3-108 15,0-1-94-15,-3 1-81 0,0 3-142 0,2-3-452 0,-5 4-714 16</inkml:trace>
  <inkml:trace contextRef="#ctx0" brushRef="#br0" timeOffset="49466.92">21371 5493 838 0,'0'0'793'0,"10"-4"-139"0,-10 4-141 0,0 0-82 0,7-5-61 0,-7 5-57 0,0 0-47 0,0 0-25 0,0 0-56 0,-8 11-3 0,-2-3-43 0,0 7 4 0,-5 1-52 0,-1 5 5 0,-3 3-41 15,1 5 12-15,-1 1-33 0,3 0 51 0,4-1-29 0,4-1 64 0,1 1-31 0,5-5 18 0,2 1 2 0,1-1 1 0,4-1-6 0,6 1-41 0,2-1 21 0,4-2-23 0,2-2-14 0,6-4-31 0,1-1-31 0,1-3-37 0,4-3-68 0,3-4-25 0,-7-2-44 16,3-4-36-16,-3-1-34 0,-2-2-31 0,3-7 1 16,-2-1 18-16,-4-4 12 0,-2-2 17 0,-2-4 44 15,-3 0 40-15,-2-2 36 0,-3-2 31 0,-5 5 50 0,1 0 50 16,-3 2 43-16,0 2 36 0,-2 0 25 16,2 5 11-16,-2 1-9 0,0 0-14 0,-1 2-17 0,0 10 10 15,0-11 16-15,0 11 35 0,0 0 4 0,0 0-16 16,4 6 15-16,-3 4-11 0,3 1-28 0,-1 5 27 15,2 1-52-15,2 6 47 0,1 4-58 16,1-1 9-16,1 3-10 0,6 3-13 0,-1 2-22 16,3-1 8-16,-1 1-8 0,-1-1-9 0,2-3-6 0,-4 2-4 15,0-7-25-15,0-1-94 0,-5-3-123 0,-1 0-150 16,-2-2-112-16,-1-3-177 0,-5 0-661 16,-4 1-927-16</inkml:trace>
  <inkml:trace contextRef="#ctx0" brushRef="#br0" timeOffset="49777.55">19473 7103 1547 0,'-5'-7'938'0,"0"4"-237"0,5 3-129 16,0 0-134-16,0 0-84 0,3-6-90 0,4 1-38 15,2 0-42-15,3-2-29 0,7-2-4 0,8-2 13 16,11-5-37-16,9-1 39 0,17-4-29 0,10-3 23 0,9-1-56 16,20-7-4-16,6 1 31 0,6-4-39 15,7-1 35-15,5-1-4 0,3-3-22 0,0-1-21 16,2-3-11-16,0 0-12 0,0-1-1 0,-4 2-1 16,-5 1-14-16,-7 4-8 0,-6 2-3 0,-10 3-2 0,-22 9-9 15,-6 1-22-15,-5 3-45 0,-11 3-44 16,-12 4-65-16,-10 3-125 0,-6 1-93 0,-5 1-123 15,-10 3-133-15,-4 0-145 0,-9 5-705 0,-1-8-1105 16</inkml:trace>
  <inkml:trace contextRef="#ctx0" brushRef="#br0" timeOffset="50213.68">20834 7042 780 0,'0'-8'714'0,"-1"-1"-138"16,0 2-122-16,1 7-104 0,-2-12-72 0,2 12-44 0,0-8 6 0,0 8-6 0,0 0 10 0,0 0 4 0,6 5-39 0,-4 2-27 0,3 3-18 0,0 4-28 0,4 4-24 0,0 4-24 0,2 3-15 0,1 3-14 0,4 4-12 0,-1 0-6 0,0 1-10 0,-1-1-5 0,-1-6-9 0,0 2-21 0,-2-3-56 0,1-1-41 0,-3-4-112 0,0 0-80 0,-2-2-74 0,0-4-65 15,0 0-85-15,-3-6-96 0,0 0-309 0,-4-8-492 16</inkml:trace>
  <inkml:trace contextRef="#ctx0" brushRef="#br0" timeOffset="50489.15">21093 7182 500 0,'7'-21'703'0,"1"0"-148"0,-1 4-99 0,4 0-88 0,-1 3-35 0,0 0-13 0,0 5-18 16,4-1-8-16,-2 3-27 0,-2 2-27 0,3 1-37 15,-2 2-22-15,2 3-28 0,-1 2-24 0,1 3-21 16,1 0-15-16,-3 5-18 0,-1-2-12 0,2 4-6 16,-5 0-14-16,1 2-8 0,-3 1-5 0,0-1-5 15,-2 1-3-15,-3 2-2 0,0-1 1 0,-1-2-9 16,-2 2-3-16,-1-2 2 0,3 0-1 0,-3 0-2 15,2-5-11-15,-1 1 17 0,2 0 10 0,-2-3 22 16,3-1 3-16,-1 1 28 0,1-8-37 0,1 11 21 16,4-5-33-16,4-3 13 0,5-2-24 15,0-1-55-15,7-2-44 0,4-4-63 0,7-4-70 16,5-3-83-16,3-4-80 0,-2-3-66 0,-1-3-82 16,-1-1-62-16,6-10-449 0,-7 8-651 15</inkml:trace>
  <inkml:trace contextRef="#ctx0" brushRef="#br0" timeOffset="50674.55">21866 6904 308 0,'-3'-13'693'0,"1"4"-116"0,-5-1-96 15,-1 3-65-15,-2 2-45 0,0 1-14 0,-3 3-22 0,-1 3 23 0,0 6-50 0,-4 0-27 0,0 5-32 0,-1 4-18 0,0 4-10 0,4 2-5 0,-4 8-24 16,4 1 10-16,1-4-14 0,5 2-24 0,3-1-13 16,1 2-3-16,4-5-28 0,1 1-21 0,2-2-6 15,5 0-20-15,0 1-1 0,7-3-40 0,-1-1 21 16,6-3-61-16,1-2-7 0,1-3-91 0,-1-5-38 0,1-1-66 15,3-5-64-15,-1-1-85 0,-3-2-71 0,5-5-85 16,-2-3-33-16,3-3-86 0,-1-5-544 0,-3-3-789 16</inkml:trace>
  <inkml:trace contextRef="#ctx0" brushRef="#br0" timeOffset="51009.36">22130 6967 574 0,'0'-8'694'0,"0"0"-174"0,0 8-107 0,-2-9-85 16,2 9-29-16,-7-4 8 0,7 4 1 0,0 0-15 0,-12 4-17 15,12-4-22-15,-11 8-40 0,5-2-38 0,-2 1-34 16,1 4 0-16,-2 0-24 0,1 1-26 0,-2 1-19 16,3-1-17-16,-2 2-8 0,2 0-9 0,-1-1-9 15,3 0-7-15,0 0 1 0,2-2 18 0,1 1 2 16,0-1-7-16,2-2-4 0,2 2 6 0,0-1-11 16,3 0-2-16,2-3-2 0,3 2 2 0,0 0 3 15,2-1-11-15,4 0 0 0,0 1 5 0,3 0-11 16,1 1-4-16,-2-2 2 0,5 3 2 0,-1-1 1 0,1 2 1 15,-1-3-1-15,2 5 0 0,-4-4-3 16,0 1-1-16,-1 1-2 0,-3-1 0 0,1 0-5 16,-4-2 4-16,-1 1 4 0,-4-2-6 0,0 2-17 0,-4-3 19 15,-2 2-17-15,-6-1 19 0,-1 1-23 16,-4-2 19-16,-4 1-17 0,-3 1 10 0,-4-4-27 16,-3 3-3-16,-1-2-31 0,0-2-32 0,-1 0-30 0,-1-2-71 15,4 1-60-15,2-3-63 0,-2-1-54 0,4-2-125 16,0-2-134-16,1-2-400 0,2-1-647 15</inkml:trace>
  <inkml:trace contextRef="#ctx0" brushRef="#br0" timeOffset="51189.4">22094 7106 1003 0,'5'-16'738'0,"1"2"-155"0,-1 1-131 0,1 1-57 16,0-1-34-16,2 2-17 0,0-1-18 0,1 1-32 0,2 0-38 15,-2-1-52-15,5 0-15 0,2 2-46 0,0-4-16 16,2 3-37-16,6-2-1 0,3-1-35 0,0 0-1 15,1 1-26-15,7-2 6 0,-1-1-33 0,2-1-30 16,-1-1-50-16,-1-1-44 0,-1 1-82 0,-2-2-115 16,0-2-70-16,-4 2-89 0,-6 0-129 0,-2 1-492 15,-6 1-717-15</inkml:trace>
  <inkml:trace contextRef="#ctx0" brushRef="#br0" timeOffset="53320.04">11006 5723 154 0,'11'-7'361'15,"-2"-2"-78"-15,1 0-21 0,-1-2-17 0,0 1-54 0,1-3 23 0,-1 1-12 0,-1-1-32 0,-2 0-9 0,2-3-20 0,-1 1 6 0,-3-1-48 16,1-1 28-16,-2-1-32 0,-2 0 16 0,0-1-30 16,-1 0 21-16,-1-2-15 0,-3 0-11 0,-1-1-29 15,-4 0 8-15,-1-4-18 0,-3 2 1 0,-4 1-20 16,0 1-1-16,-9-4-7 0,-2 4-4 0,-4 0 16 15,-2 4 0-15,-6 2 28 0,-5 3 7 0,-1 4 44 16,-2 2 41-16,-2 3-19 0,8 2-23 0,1 5-20 16,-5 3-19-16,2 3-6 0,6 5-15 0,-1 6 10 0,8 6 6 15,0 6-2-15,-1 10-17 0,3 5 15 16,8 4 41-16,-1 4-10 0,5 0 26 0,4 1-34 16,4-7 17-16,1 2 1 0,7-2 1 0,2 2 7 15,4 0-4-15,4 0 1 0,4 5-8 0,6-3-1 0,5-2-7 16,4-2-14-16,3-2-5 0,6-4-9 15,2-2-8-15,0-6-4 0,6-3-10 0,-8-8-5 16,3-3-2-16,0-5 1 0,1-4-1 0,0-4-4 16,-2-5-2-16,-2-4-5 0,0-5 0 0,5-4-4 0,1-4-3 15,-3-4 0-15,0-3-2 0,-2-5-4 0,2-6 8 16,-8 1-32-16,2-8 28 0,-8 3-3 0,-2-2-4 16,-5-3-1-16,-4 0 40 0,-2-2-50 0,-4-1 42 15,-4-2-51-15,-4 1 43 0,-2 0-49 0,-6 3 48 16,0 0-46-16,-4 3 5 0,-3 1 2 0,-2 5-7 15,-5 1 6-15,0 3-4 0,-2 5-28 16,-1 6-25-16,0 4-27 0,-3 2-42 0,-1 5-49 0,3 3-68 16,-3 4-95-16,-1 2-80 0,-6 7-90 0,-4 4-107 15,2 4-440-15,0 2-690 0</inkml:trace>
  <inkml:trace contextRef="#ctx0" brushRef="#br0" timeOffset="53793.95">10862 6564 1065 0,'0'0'642'0,"0"0"-140"0,10 3-126 0,-10-3-83 16,0 0-98-16,0 0-89 0,12 3-56 0,-12-3-102 0,6 3-55 0,-6-3-119 0,3 6-124 0,-3-6-440 0,-2 7-313 0</inkml:trace>
  <inkml:trace contextRef="#ctx0" brushRef="#br0" timeOffset="55686.18">20323 3733 312 0,'0'-11'477'0,"0"1"-96"0,0-4-101 0,0 2-9 0,0 1-56 0,0-2-43 0,-1 0-15 0,1 1 10 0,0-2-39 0,-1 0 25 0,2 0-18 0,-1 1 12 0,-1-2 4 0,1 1-15 0,0 0-22 0,-2 2-20 0,2-1-11 0,0 1 35 0,-1 2-20 0,0-1-28 0,-2 0-10 0,2 1-13 0,-3 2-3 0,0-2-13 0,-3 2-8 0,0 1-4 0,-3-1-2 16,-4 1-3-16,-2 0-7 0,-3 2 4 0,-2 1 5 15,-4-1 0-15,-2 1 5 0,1 2 36 0,-2 1 1 0,1-1-14 16,-1 2-8-16,7 0-10 0,-1 2 2 15,2-2-9-15,2 2-5 0,0-1-2 0,3 1 2 16,-2 2 2-16,3 1-2 0,0 0-2 0,4 3 0 16,0 1-1-16,-2 4 24 0,3 1-3 0,0 5 1 15,-1 3 31-15,1 2-2 0,0 5-11 0,2 1 5 0,0 4-22 16,-2 5 21-16,4 3 12 0,0 2-12 16,0 0 3-16,4 1 30 0,1 2 17 0,5 0-22 0,1 0 4 15,4-2-17-15,4 1 11 0,4-3 7 16,6 6-40-16,5-4 50 0,3-3-62 0,2-4 48 0,6-4-51 15,-1-9 5-15,1-2 6 0,2-4-1 0,5-3-8 16,-2-6-7-16,6 0 2 0,2-6-12 0,-3-3 31 16,3-4-50-16,1-4 39 0,-3-4-4 15,-1-2-7-15,7-7-9 0,-3-3 0 0,-4-5-8 16,-3-5-4-16,-5-2 3 0,-1-4-7 0,-6-5 2 16,-6 0 3-16,-3-3-3 0,-8 2-40 0,-3 1 43 0,-4-3-50 15,-3 1 53-15,-5-4-8 0,-5 2 12 16,-3-1-22-16,-5 2 14 0,-7 2-20 0,-6-7 17 0,-5 5-19 15,-6 3 16-15,-6 4-27 0,-6 5-4 16,-1 4-57-16,-7 5-76 0,-2 5-68 0,-4 7-48 16,5 6-104-16,-4 4-73 0,-2 5-48 0,-12 8-107 15,5 4-539-15,-1 4-764 0</inkml:trace>
  <inkml:trace contextRef="#ctx0" brushRef="#br0" timeOffset="59488.97">11259 5418 826 0,'-1'-13'692'0,"1"2"-83"0,0 3-115 0,-1 2-99 0,-2-1-70 0,3 7-55 0,-5-9-49 0,5 9-21 0,0 0-16 0,-20 5-20 0,8 7-19 0,-3 9 17 15,-3 8-11-15,-1 11 4 0,-5 10-9 0,-2 8-4 16,4 6 6-16,-3 3-19 0,0 4 3 16,1 2 7-16,0 1-36 0,2 0 4 0,3-1-20 15,-1-5-16-15,6-1-25 0,-3-4-19 0,7-5-54 0,1-12-2 16,1-1-55-16,-1-6-26 0,5-6-45 0,-1-3-81 16,3-8-57-16,-2 0-78 0,1-5-57 0,-2-5-129 15,4-3-157-15,-4-5-305 0,5-4-627 0</inkml:trace>
  <inkml:trace contextRef="#ctx0" brushRef="#br0" timeOffset="59681.23">10545 5947 627 0,'-4'-23'773'0,"-1"1"-164"16,0 5-136-16,5 3-111 0,0 3-64 0,5 4-34 16,4 3 16-16,5 3 11 0,7 3 22 0,9 4-62 15,11 6-22-15,6 5-24 0,13 1 2 0,8 5-26 16,3-3-3-16,8 4-56 0,2-1 8 0,5 0-58 15,1 1 11-15,17 4-40 0,-20-3 16 0,-1-2-42 16,-5 2-74-16,1-2-115 0,-7 1-151 0,-7-2-162 16,-4 0-197-16,-6 0-700 0,-14-4-983 0</inkml:trace>
  <inkml:trace contextRef="#ctx0" brushRef="#br0" timeOffset="62895.65">8335 7031 458 0,'0'0'622'0,"-10"-6"-124"0,10 6-107 0,-10-3-66 0,10 3-91 0,-9-2-38 0,9 2-57 0,0 0-10 0,0 0-34 0,0 0 11 0,0 0-10 16,0 0 16-16,0 0 11 0,9 4-3 0,6-3-6 16,5-2-8-16,9 0 11 0,16-4-11 15,9-2 3-15,18-6-7 0,10-3-15 0,2-3 10 0,25-8 4 16,2-1 22-16,4-2-38 0,4-2 6 0,6-2 1 15,-1 1-33-15,0-1 16 0,0 0-35 0,-1-1 7 16,2 1-22-16,-1 1 6 0,1-1-6 0,-2 4-19 16,-5-2 15-16,-6 3-21 0,-7 2 15 0,-20 5-20 15,-4 1 16-15,-8 3-18 0,-8 1 18 0,-15 6-25 16,-7 0 11-16,-11 3-34 0,-6 1-11 0,-7 5-17 16,-8 1-30-16,-11 1-40 0,0 0-34 0,-1 7-71 15,-12 1-44-15,-16 5 2 0,-13 5-39 0,-16 3-10 16,-4 4-20-16,-7 0-3 0,-4 0-33 0,-4 1-314 0,-1-2-209 15</inkml:trace>
  <inkml:trace contextRef="#ctx0" brushRef="#br0" timeOffset="63101.46">8973 7050 436 0,'-76'21'395'0,"-1"1"-59"16,-2 0-50-16,3 0-51 0,2 0-22 0,4-3-32 16,5-1-22-16,4-1-6 0,16-5-59 0,6 0 11 15,9-4-32-15,10-2 18 0,6-1-31 0,14-5 17 16,0 0-13-16,9-2-4 0,16-7 27 0,14-1-34 15,24-10 4-15,11-2-29 0,10-1-6 0,26-11 14 16,5-2-21-16,5-3 20 0,4 0-15 0,4-2 22 16,5-1-9-16,1 0 15 0,-1-2-18 0,0 1 9 0,1-1-19 15,-2 1-8-15,-2 2-1 0,-1 2-7 0,-7 2 0 16,-2-1-4-16,-8 5-52 0,-7 1-90 16,-21 7-75-16,-6 4-104 0,-9 3-157 0,-10 1-285 0,-15 5-277 15</inkml:trace>
  <inkml:trace contextRef="#ctx0" brushRef="#br0" timeOffset="65746.99">10286 5699 551 0,'-9'-15'533'0,"2"2"-122"0,0-1-52 0,-1 2-59 0,2 0-31 0,-1 3-20 0,3-2-37 0,0 4-41 0,1-2-30 15,-1 3-25-15,4 6 23 0,0-9 19 0,0 9 13 16,7-2-12-16,2 4 7 0,6 4 19 0,4-1 3 15,9 6-32-15,6 2-22 0,6 3-3 0,5 1-6 16,11 4-10-16,3 2-16 0,1 0-36 0,4 0 18 16,-2-2-44-16,6 2 49 0,0-1-55 0,2 0-5 15,0-1-5-15,1 0 2 0,0-2-8 0,-3 0-4 16,0 0 1-16,-6-1-7 0,-2 1 3 0,-15-2-15 16,-1 0-21-16,-5-2-79 0,-10-4-111 15,-3 1-112-15,-5-3-80 0,-6-1-79 0,-6-3-153 0,-9-5-428 16,0 0-685-16</inkml:trace>
  <inkml:trace contextRef="#ctx0" brushRef="#br0" timeOffset="65976.74">11019 5189 513 0,'-11'-10'664'0,"4"2"-176"15,0 3-104-15,7 5-77 0,0 0-44 16,-9 4-6-16,9 5-18 0,0 4 11 0,1 11-23 0,2 8 15 15,-1 10-47-15,2 7-30 0,-1 6-23 16,0 15-4-16,-3 4-6 0,0 4-29 0,-2 6 3 0,-2 5-11 16,-1 4 3-16,-3 2-31 0,2 0-2 0,-4-1-50 15,1-3-26-15,0 1-40 0,0-3-42 0,-1-2-92 16,2-3-71-16,-1 0-62 0,0-6-101 16,0-1-115-16,3-4-492 0,-2-6-635 0</inkml:trace>
  <inkml:trace contextRef="#ctx0" brushRef="#br0" timeOffset="83917.67">16495 3702 265 0,'-24'-28'539'0,"-4"-1"-136"15,0-1-64-15,0 2-73 0,-3-2-25 0,1 3-51 0,-2-1-5 0,0 2-27 0,0 1-5 0,0 2-7 0,0 2-10 0,1 5-12 0,4 4-16 0,4 3-13 0,4 7-4 0,-3 3 14 0,2 8-4 16,-8 11-18-16,1 9-15 0,-2 14-4 0,3 11-13 16,3 7 4-16,6 10 0 0,2 6 12 0,9 3-6 15,3 2 5-15,6 0-12 0,7-6 2 16,5 0 3-16,3-4 3 0,8-5 5 0,3-3 8 0,3-9 5 15,6-4 16-15,2-8-22 0,3-7 6 0,7-8-16 16,5-9 15-16,-2-11-27 0,5-7 7 0,15-8-10 16,0-7-32-16,0-6 0 0,2-6 11 0,-4-6-25 15,-5-6 11-15,-2-6-6 0,-5-3-3 0,-4-3-4 16,-7-6 0-16,-7-2-7 0,-8-3-11 0,-3-2-7 16,-9 1-2-16,-4-1 1 0,-8 1 6 0,-5 8-20 0,-8 0 13 15,-5 4-13-15,-4-6 5 0,-8 5-4 16,0 11 13-16,-3 4-8 0,-3 5-9 0,-1 6-20 15,-3 5-21-15,4 8-49 0,3 6-64 0,1 5-65 16,0 6-56-16,-2 7-60 0,3 4-69 0,4 6-509 16,-3 7-537-16</inkml:trace>
  <inkml:trace contextRef="#ctx0" brushRef="#br0" timeOffset="84345.27">20011 3384 116 0,'0'0'143'0,"-15"3"-105"16,15-3-139-16,-13 8 33 0</inkml:trace>
  <inkml:trace contextRef="#ctx0" brushRef="#br0" timeOffset="103964.32">18886 15022 174 0,'0'0'527'0,"-3"-7"-138"0,3 7-64 15,-7-7-78-15,7 7-2 0,-6-6-46 16,6 6 16-16,-8-8-51 0,3 3 23 0,-2 1-19 15,0-1 16-15,1 0-17 0,-1-2-3 0,-3 0-12 0,1-2-7 16,-4 0 9-16,-2-3-3 0,0 0-10 0,-4 0 10 16,-3-2 0-16,-4 0-20 0,-9-2-2 0,-2 1-18 15,-4 2-4-15,-8 3-14 0,-1 0 5 0,-9 4-17 16,-2 2-10-16,-17 3 18 0,1 5 0 0,-4 3 16 16,-2 5-9-16,-2 4 4 0,-2 4 20 0,-14 10-7 0,2 3 3 15,5 4-13-15,9 5 13 0,14-3-9 16,9 5-40-16,4 3 13 0,10 5-15 0,4 1 5 15,11 3-4-15,11 0 22 0,7 2-49 0,12-9 27 0,11 1-42 16,15 6 24-16,12-2-41 0,12-4 36 0,6-3-46 16,10-5-1-16,6-3-1 0,4-7 2 15,6-5-32-15,3-4 35 0,5-8-2 0,1-5 3 16,4-8-2-16,1-3 1 0,1-6 0 0,-2-5 2 0,0-5 1 16,14-9 32-16,-5-6-38 0,-3-5 35 0,-7-4-43 15,-7-4 39-15,-16 5-34 0,-7-2-2 16,-8-1 8-16,-7-1 1 0,-7-1-26 0,-5 1 32 15,-11 7 0-15,-6 0-2 0,-4 0-3 0,-7 6-9 16,-5 3 4-16,-4-2-11 0,-7 0-1 0,-10-1-4 0,-3 3-3 16,-7 3-9-16,-3 3-8 0,-5 3-11 15,-3 3-19-15,-3 6-51 0,-3 0-59 0,-2 4-61 0,3 4-95 16,3 2-111-16,-6 1-63 0,2 4-118 0,5 1-749 16,-3 1-977-16</inkml:trace>
</inkml:ink>
</file>

<file path=ppt/ink/ink1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49:49.285"/>
    </inkml:context>
    <inkml:brush xml:id="br0">
      <inkml:brushProperty name="width" value="0.05292" units="cm"/>
      <inkml:brushProperty name="height" value="0.05292" units="cm"/>
      <inkml:brushProperty name="color" value="#FF0000"/>
    </inkml:brush>
  </inkml:definitions>
  <inkml:trace contextRef="#ctx0" brushRef="#br0">2399 4583 701 0,'0'0'703'0,"-5"-8"-175"0,5 8-104 0,-5-5-110 0,5 5-62 0,0 0-54 0,-8 3-32 0,8-3-24 0,0 13 1 0,0-2 7 16,1 6 16-16,2 4 4 0,3 4-7 0,2 4-28 0,3 9-31 0,1-1-18 0,5 1-20 0,-2 3-5 0,4 0-17 0,-1-1-5 0,0-2-13 0,-1 0-2 0,2-2-9 0,-1-1-24 0,-2-1-91 0,2-4-112 0,-5-5-130 0,2-2-103 15,-3-5-146-15,-3-2-385 0,1-5-568 0</inkml:trace>
  <inkml:trace contextRef="#ctx0" brushRef="#br0" timeOffset="264.3">2774 4679 975 0,'7'-20'782'0,"0"-1"-163"0,-2 4-152 0,1 2-84 0,0 1-18 0,1 0 4 16,1 1-51-16,1 1-46 0,0 0-42 15,3 2-38-15,2 2-15 0,4-1-26 0,-1 4-35 0,2-1-22 16,0 5-19-16,-1 2-15 0,4 2-11 0,-2 4-4 16,-1 3-12-16,1 3 4 0,-4 5-22 0,1 3-2 15,-6 3 3-15,-1 3 41 0,-4 2-58 0,-4-2 47 0,-3 2-51 16,-4 5 42-16,-4-2-55 0,0 4 54 16,-1-6-57-16,-4-1 55 0,3-3-55 0,0-3 58 0,1-3-53 15,1-4 50-15,1-1-48 0,2-1 63 0,-2-3-16 16,4-1 72-16,-1-2-20 0,1 0 45 0,4-8-41 15,3 9 23-15,-3-9-51 0,14 0 14 0,1-5-45 16,8-1 23-16,6-5-52 0,9-4 17 0,1-5-98 16,5-1-17-16,6-7-126 0,2-2-66 15,-2-1-112-15,-2 0-146 0,1-2-79 0,-7 1-198 0,-1 1-370 16,-6 2-803-16</inkml:trace>
  <inkml:trace contextRef="#ctx0" brushRef="#br0" timeOffset="535.76">3773 4278 901 0,'-3'-7'872'0,"2"-1"-142"0,1 8-173 0,-4-10-107 0,4 10-81 0,-3-10-50 0,3 10-47 0,-4-6-58 0,4 6-44 0,0-7-31 0,0 7 5 0,0 0-32 15,0 0 33-15,-3 8 3 0,1 0-20 0,-1 5-38 0,2 2 45 16,-3 6-64-16,-1 2-14 0,-2 9 1 15,0-1-4-15,0 1-21 0,0 8 38 0,-1-1-60 16,2-4 47-16,0-2-59 0,5 2 41 0,-1-3-47 16,2-4 42-16,2-1-41 0,3 4 56 0,4-5-40 0,0-1 46 15,4-2-53-15,4-3 28 0,1-2-76 16,1-5-8-16,1-3-123 0,4-3-84 0,1-5-101 16,-2-2-115-16,3-2-44 0,4-6-97 0,-1-2-120 0,-2-4-284 15,2-7-631-15</inkml:trace>
  <inkml:trace contextRef="#ctx0" brushRef="#br0" timeOffset="896.49">4250 4461 906 0,'4'-11'721'0,"-1"3"-154"0,-2 0-132 0,2 2-81 15,-2 0-45-15,-1 6-22 0,4-10-13 0,-4 10-13 16,0 0 5-16,-1-6-65 0,1 6 29 0,0 0-69 16,-14 5-4-16,9 0-27 0,-3 2-17 0,-1 1-3 15,0 3-16-15,0 2-13 0,0-1-17 0,2 3-7 16,-3 2-7-16,2-2 3 0,0 1-12 0,3-1-6 15,-1 0-5-15,2 0-1 0,0-1 36 0,3-2-55 16,1 1 41-16,0-2-50 0,1-2 46 0,3 2-50 16,2-3 5-16,0 1 1 0,2-1 1 0,3 0-4 15,1-1 44-15,1-1-53 0,4-1 44 0,-2 1-51 16,3-1 47-16,0-1-48 0,2 2 43 0,2 1-43 0,-2 0 48 16,2 0-56-16,1 1 54 0,-5 1-57 15,2 0 55-15,-2 0-51 0,-1 1 49 0,-2-1-54 16,-3 0 57-16,-2 2-54 0,-1 1 51 0,-3 0-48 15,-2 0 51-15,-1 0-46 0,-3 0 49 0,-3 1-38 0,-3 1 44 16,-3 0-34-16,-3-1 41 0,-2 0-39 0,-2-1-3 16,0 0 6-16,-5-2-2 0,2-2-1 15,-1-1-8-15,0-3-45 0,1-3-84 0,1-2-103 0,0-4-128 16,0-2-131-16,0-5-123 0,-1-5-154 0,4-4-413 16,1-4-795-16</inkml:trace>
  <inkml:trace contextRef="#ctx0" brushRef="#br0" timeOffset="1062.75">4172 4501 1043 0,'2'-12'910'0,"-1"0"-186"0,1 1-161 0,0 1-107 16,4-1-48-16,0-2-44 0,1 3-34 0,2-2 43 15,3-1-56-15,6-2 35 0,2-1-53 0,6 0-3 16,6-4-95-16,6-2-1 0,3 3-78 0,0-2 17 16,5 2-68-16,-4 0 22 0,0 1-65 0,-2 0-10 15,-3 0-119-15,-5 4-58 0,-4-1-146 0,-5 2-133 16,-6 3-220-16,-3 0-177 0,-5 2-691 0,-5 1-1158 15</inkml:trace>
  <inkml:trace contextRef="#ctx0" brushRef="#br0" timeOffset="2897.33">2246 7558 123 0,'-8'7'695'0,"-1"0"-185"0,0-4-69 0,-1-1-60 0,10-2-28 0,-17 0-10 0,6-2-10 0,1 0 8 0,1-3-25 0,-2-1-35 15,1 0-41-15,1-5-47 0,0 2-34 0,3-5 22 16,0 2-57-16,0 2 24 0,2-4-59 0,3 4 19 16,-2-2-58-16,3 0 27 0,3 2-49 0,-2-1 24 15,5 3-46-15,0-1 30 0,3 3-38 0,4 3 33 16,1 1-41-16,5 3 8 0,3 3 7 0,1 2 4 16,5 5-5-16,-1 3 1 0,0 1 3 0,2 5 3 15,-1 3 5-15,-1 1 11 0,-4-1-11 0,-4-2 0 16,0 0-1-16,-5 0-2 0,-2-3 3 0,-2-3 1 0,-2-1 14 15,-2 0 1-15,0-4 13 0,-2 1 16 16,-1-4 22-16,-2 1 9 0,-1-8 4 0,-1 6-9 16,1-6-9-16,0 0-17 0,-13-10-19 0,8 0-22 15,0-4-25-15,0-6 19 0,0-4-8 0,-3-8-3 0,4-3 2 16,3 1 26-16,0-1-42 0,1 0 38 16,1 2-41-16,3 0 40 0,0 7-41 0,2 0 32 15,-1 5-41-15,4 1 40 0,0 3-45 16,4 4 42-16,-3 3-38 0,5 6 37 0,1 3-37 0,1 5 50 0,4 4-40 15,5 6 41-15,2 7-38 0,-2 4 39 0,0 2-38 16,-2 2 5-16,-2 0 2 0,0 4-25 16,-3 1 16-16,-2-1-53 0,-2-1-98 0,-2-3-59 15,-4-4-84-15,5 1-135 0,-5-7-64 0,-1-3-107 16,3-5-160-16,-4-3-304 0,2-6-692 0</inkml:trace>
  <inkml:trace contextRef="#ctx0" brushRef="#br0" timeOffset="3119.18">3194 7097 960 0,'6'-9'842'0,"0"0"-173"0,-6 9-142 0,1-7-71 0,-1 7-76 0,0 0-20 0,-10 9-75 0,1-1-45 0,-3 4-31 0,-2 4-30 0,-6 5 55 0,2 6-82 0,-5 3 36 16,1 1-50-16,1 3-13 0,1 1-3 0,1 1-10 0,5 2 0 15,0-1-38-15,6 3 28 0,2-5-5 0,3-1-7 16,3 1-10-16,4 0-8 0,5 5-12 15,4-4-9-15,2-3-17 0,3-2-5 0,6-3-12 0,-2-4-15 16,2-7-18-16,3-3-35 0,0-3-57 0,-3-6-95 16,4-4-100-16,-1-4-164 0,4-2-141 0,1-6-135 15,-4-2-686-15,1-8-1040 0</inkml:trace>
  <inkml:trace contextRef="#ctx0" brushRef="#br0" timeOffset="3461.73">3373 7435 763 0,'-5'-6'907'0,"1"2"-196"0,-2-2-174 16,6 6-97-16,-5-8-31 0,5 8-40 0,-7-7-34 16,7 7-42-16,0-9-32 0,0 9-29 0,5-7-32 15,2 2 11-15,4 0-28 0,3 1 0 0,7 1-25 0,1 0-26 16,2 0-2-16,5 3-24 0,-1 2-19 0,-1 1-18 16,4 3-14-16,-2 3-9 0,-1 0-11 0,0 4-6 15,-2 1-4-15,-4 0 0 0,-2 1-37 0,-2 3 32 16,-5 0-33-16,-4-1 29 0,-3 1-35 0,-4-1 35 15,-2-2-1-15,-1-1 4 0,-6 0 0 0,2 0 11 16,-3-3 38-16,-1-3 13 0,-4-2-1 0,2-3-27 16,-5-3 59-16,2-1-17 0,-1-3 50 0,1-3-48 15,-1-5-5-15,0-2-16 0,5-4 27 16,0-4-65-16,6-2 34 0,3-3-60 0,2-6 33 0,3-1-45 16,5-8 0-16,1 0 0 0,3 3 0 0,4 0 0 15,-2 3 0-15,3 4-35 0,1 0-66 0,-2 3-53 16,0 4-65-16,-1 4-59 0,0 0-78 0,-1 4-55 15,0 3-69-15,-2 0-102 0,-1 5-40 0,-1 0-109 16,-2 2-609-16,0 4-941 0</inkml:trace>
  <inkml:trace contextRef="#ctx0" brushRef="#br0" timeOffset="3685.11">4283 6945 1217 0,'0'0'960'0,"9"-6"-235"16,-9 6-124-16,6-11-104 0,-1 4-54 0,3-1-111 0,2-3-14 15,3-1-70-15,6-1-20 0,2-4-56 0,10-4 0 16,5 0-37-16,0 2-28 0,4-2-15 0,-2 2-27 16,2 1-50-16,-3 2-92 0,-3 2-96 15,-6 3-104-15,-6 3-122 0,-1 1-83 0,-5 3-93 0,-6 3-124 16,-10 1-444-16,11 4-758 0</inkml:trace>
  <inkml:trace contextRef="#ctx0" brushRef="#br0" timeOffset="3843.21">4459 7074 943 0,'-4'10'764'16,"3"-2"-167"-16,1-8-115 0,7 7-49 0,-7-7-14 16,21-2-84-16,-6-1-35 0,7-4-42 0,8-5-32 15,6-4-19-15,2-2-31 0,4-1-40 0,2-3-17 16,-4 1-36-16,1 1-11 0,-2-3-64 0,-5 3-116 15,-2-1-158-15,-9 4-141 0,-3-1-162 0,-4 4-766 16,-7-1-937-16</inkml:trace>
  <inkml:trace contextRef="#ctx0" brushRef="#br0" timeOffset="4461.6">6261 5565 788 0,'-5'-16'854'0,"3"3"-136"0,-1 1-164 0,-1 2-89 0,4-1-73 0,-2 3-70 0,-1-1-74 0,2 2-56 0,1 7-35 16,-3-9-26-16,3 9-4 0,0 0 3 0,0 0 5 15,9 8-11-15,-2 6 42 0,3 2-67 0,4 10 38 16,2 3-60-16,2 4 31 0,1 0-63 0,2 2 37 16,-2 1 1-16,0-1-10 0,1-1-10 0,-1-1-5 15,-2 1-32-15,0-2 22 0,1-1-34 0,-4-5 24 16,-1-1-6-16,-2-2-5 0,0-3-5 0,0 0-5 0,-1-4-2 15,1 1-1-15,-1-4-3 0,0-2 1 16,1 0 3-16,2-3 89 0,3-2 10 0,3-4-20 0,2 0 40 16,9-6-46-16,12-4 35 0,4-4-39 15,5-3 17-15,12-5-46 0,2-4 26 0,2-4-12 16,3 1-13-16,-3-5-14 0,0 2-2 0,1-3-10 16,-3-1-5-16,-2 1-8 0,-3 0-7 0,-5 5-2 15,-7-1-1-15,-10 8-6 0,-4 1-1 0,-9 5-25 0,-1 1-40 16,-7 2-82-16,-3 2-47 0,-5 2-143 0,-2-1-51 15,-6 4-53-15,-1 5-84 0,-7-10-43 0,-2 6-12 16,-3 2-75-16,-2 1-601 0,-7 2-864 16</inkml:trace>
  <inkml:trace contextRef="#ctx0" brushRef="#br0" timeOffset="4909.74">6887 5512 688 0,'-10'-10'848'0,"0"3"-165"0,1-3-127 0,0 2-91 16,-2-1-32-16,6 2-32 0,-2 0-67 0,2-1-19 0,0 1-51 15,0-3-36-15,1 2-22 0,4 0-41 16,0 0-45-16,6 1-2 0,-2 0-29 0,4 1-18 16,1 1-17-16,2 0-12 0,3 4-11 0,2 1-5 15,0 2-7-15,2 3-5 0,3 2-4 0,-2 1-1 16,0 2-5-16,-2 2 46 0,-1-1-54 0,-2 1 41 15,0-3-52-15,-5 2 47 0,2-1-42 0,-5-2 45 0,0-1-46 16,-2 2 52-16,1-4-46 0,-5-5 47 0,0 11-44 16,0-11 46-16,0 0-42 0,-10 2 46 0,10-2-34 15,-14-10 52-15,6 3-36 0,-1-3 9 0,-1-1 4 16,1-6-6-16,0-1-6 0,5-1-4 0,-2-3-7 16,5-2-3-16,1 3 5 0,1 1-1 0,3-1 26 15,2 0-43-15,2 2 28 0,2 1-38 0,1 2 30 16,2 3-39-16,0 4 37 0,1 1-43 0,2 3 37 15,-1 2-39-15,-1 3 39 0,3 2-37 0,-3 3 8 16,5 3 5-16,-1 2 4 0,-3 2-1 0,3 3 1 16,-4 2 2-16,4 2 2 0,-3 0-10 15,-2 2-7-15,0 1-21 0,-4 0-34 0,0-2-115 0,-2 0-46 16,0 2-91-16,-3 0-109 0,-2-1-94 0,1-1-84 16,-1-1-169-16,-4 0-365 0,-1-1-760 0</inkml:trace>
  <inkml:trace contextRef="#ctx0" brushRef="#br0" timeOffset="5194.35">6666 6756 1444 0,'-25'14'971'0,"-1"-2"-251"0,5-2-135 0,3-2-127 0,1 1-77 0,4-5-98 0,-1 2-12 0,5-3-41 0,9-3-3 0,0 0-62 0,-2-5 7 0,11-3-62 0,14-7 8 0,10-7-56 0,17-8 16 16,10-3-21-16,10-7 10 0,22-12 37 0,9-5 2 16,5-4 33-16,3-3 37 0,6-2-26 0,1 0 62 15,5-2-52-15,1 1 20 0,-6 0-54 0,-1 5 19 16,-6 3-67-16,-7 4 27 0,-9 4-68 0,-20 13 37 0,-6 3-74 16,-11 6 0-16,-5 2 0 0,-11 6 0 15,-6 4-5-15,-10 3-193 0,-3 5-73 0,-6 0-145 0,-7 3-89 16,-8 6-135-16,0 0-108 0,0 0-217 0,-22 2-447 15,-2 4-1018-15</inkml:trace>
  <inkml:trace contextRef="#ctx0" brushRef="#br0" timeOffset="6092.94">6976 7567 934 0,'-4'-12'772'0,"0"0"-133"0,-1 4-155 0,3-1-94 0,0 3-59 0,0-1-56 0,2 7-35 0,-2-10-5 0,2 10-28 0,0 0-8 0,0 0-25 0,0 0-24 0,8 11-30 0,1 1-18 0,0 6 20 0,4 8-24 16,3 4-6-16,3 5-13 0,1 2-20 15,1 2 10-15,0 0 11 0,-1 0-15 0,3 1-12 16,-1-3 0-16,-3-1-10 0,3-2 23 0,-1-1-8 0,-1-4-13 15,-1-5 37-15,0-4-21 0,0-2 57 0,2-2-11 16,0-6 49-16,1-3-35 0,6-7 10 0,8-5-48 16,10-8 10-16,13-10-21 0,5-6 35 0,5-6-48 15,18-13 26-15,3-1-48 0,0-3-4 0,-1 1 1 16,2 1-6-16,0-1-2 0,-3 2 32 0,-1 4-48 16,-18 8 29-16,-3 2-41 0,-6 4 31 0,-10 4-36 15,-8 6 33-15,-7 3-40 0,-7 2 27 0,-5 4-65 16,-4 2-29-16,-5 1-96 0,-2 2-124 0,-7 0-84 15,-5 7-82-15,-3-7-104 0,-6 4-29 0,-3 3-84 16,-8 1-143-16,-7 2-326 0,-6 0-767 0</inkml:trace>
  <inkml:trace contextRef="#ctx0" brushRef="#br0" timeOffset="6559.54">7417 7538 91 0,'-16'-1'789'0,"2"0"-167"0,5-2-111 16,-2 1-65-16,-1-2-47 0,3 1-17 0,0-1-22 0,-1-1-17 16,4-2-10-16,-1 1-55 0,2-1-45 0,1-2-38 15,1 1-22-15,0-2-30 0,4 2-26 0,1-3-11 16,1 3-16-16,1-3-21 0,1 4-13 0,2-2-13 16,2 3-6-16,2 2-4 0,-1-1-7 0,3 2-8 15,1 3-3-15,0 0-2 0,4 3-3 0,-2 2-20 16,0-1 28-16,1 2-23 0,-2 3 18 0,3-1-15 15,-4 1 13-15,1-1-16 0,-4 3 22 0,0-2-18 16,-1 2-1-16,-1-2 1 0,-1-1 3 0,-3-1-1 16,0 1 10-16,1 0-4 0,-3-2 12 0,-3-6-4 15,5 10-4-15,-5-10 11 0,0 0-3 16,-5 5 2-16,5-5 5 0,-9-4 50 0,4-3-41 0,1-1 24 16,-4-3-39-16,3-3 29 0,0-1-9 0,-2-6-3 15,4 0-9-15,2 1-5 0,1 0-6 0,0 2-1 16,1 0-3-16,2 0-5 0,4 2-1 0,-3 1 6 15,2 0-9-15,4 3-1 0,0 3-2 0,1-1 1 16,-2 5-2-16,4 3 3 0,0 2 9 0,-2 3 1 16,6 3 4-16,-2 3 1 0,2 4-4 0,-2 1-3 15,0 2-1-15,3 4 4 0,-5 2-35 0,0 1 36 16,0-2-33-16,-4 1 32 0,-2-2-36 0,2 2-8 16,-2-2-94-16,-2-1-74 0,-1-2-83 0,-2-2-123 0,1-1-81 15,-2-3-85-15,-1-1-137 0,0-10-506 0,-1 11-823 16</inkml:trace>
  <inkml:trace contextRef="#ctx0" brushRef="#br0" timeOffset="6726.82">7794 7379 843 0,'2'-5'763'0,"2"-1"-167"0,-3-1-137 0,3 3-59 0,0-1-12 0,0-1-12 0,2 0-24 0,0 0-44 0,1 0-49 0,2-1-46 0,1 1-39 0,3-3-34 0,1 1-29 0,4-3-21 0,0 2-12 0,2-4-22 0,4 2-13 0,1-3-23 0,-4 1-53 15,0 1-85-15,-2 0-90 0,-4-1-105 0,2 1-52 16,-4-1-63-16,-4 1-50 0,0 1-25 0,-3-1-62 16,-3 1-273-16,-2 1-381 0</inkml:trace>
  <inkml:trace contextRef="#ctx0" brushRef="#br0" timeOffset="7041.88">8008 6996 639 0,'-7'-6'623'0,"0"2"-154"15,2-1-34-15,5 5-39 0,-5-6-40 0,5 6-20 16,0-8-3-16,0 8-22 0,8-5-17 0,-8 5-27 15,16-3-33-15,-3 1-32 0,1 2-15 0,3 0-44 16,2 2 11-16,-1 0-14 0,2 1-14 0,2 2-20 16,0 3-14-16,-2-3-20 0,-2 5-15 0,1-2-9 15,0 5-10-15,-5-3-8 0,1 3 0 0,-2 2-6 16,-1-1-7-16,-2-1 0 0,-2 2 1 0,-3-2 22 16,0 0-2-16,-2-1 8 0,-2 0-3 0,-1-1 11 15,-1 0 5-15,-2-3 14 0,1 1 15 0,-2-2 5 16,-3-3 0-16,2 0 12 0,5-4 13 0,-14 2 6 15,14-2 8-15,-14-8-4 0,9 1-13 0,-3-6-56 0,5-2 22 16,0-3-49-16,0-1 26 0,2-6-37 0,4-1 18 16,-1-6-44-16,2 0 0 0,3 0 25 0,0 2-47 15,-2-1 17-15,4 4-63 0,-4 4-28 0,3 2-74 16,-4 5-81-16,2 1-84 0,-3-1-104 0,-1 5-155 16,2 0-93-16,-3 3-138 0,2 2-535 0,-3 6-965 15</inkml:trace>
  <inkml:trace contextRef="#ctx0" brushRef="#br0" timeOffset="7408.93">8894 6489 1528 0,'-5'-5'967'0,"5"5"-156"0,0 0-205 0,0 0-77 15,0 0-166-15,0 0-31 0,0 0-98 0,0 0 12 16,-4 7-79-16,4-7 9 0,2 15-61 0,1-7 16 16,2 5-20-16,3 5-1 0,2 1-15 0,4 7-11 15,7 5-10-15,0 2-24 0,1 5 36 0,4-1-36 0,-2 0 23 16,0-1-18-16,-1-1-10 0,2 0-7 0,-4-1-5 16,2-5-5-16,-2-1 10 0,-2-5 53 0,0-2-17 15,0-3 78-15,-2-3-9 0,1-3 79 0,2-4-40 16,2 0-30-16,0-6-152 0,3-4 0 0,7-5 0 15,10-2 0-15,-1-7 0 0,2-3 0 16,10-6 0-16,1-3 0 0,-1 0 0 0,-3-1 0 16,1-1 0-16,-6 1 0 0,-5 5 0 0,-6 1 0 0,-2 1 0 15,-1 2 0-15,-9 3 0 0,-1 2 0 0,-4 1 0 16,-6 0 0-16,-3 3-231 0,-3-1-311 0,-2 1-98 16,-7 3-93-16,-4-2-45 0,-6 2-110 0,-5 0-504 15,-4 1-994-15</inkml:trace>
  <inkml:trace contextRef="#ctx0" brushRef="#br0" timeOffset="7741.42">9342 6507 337 0,'-12'-8'755'16,"0"2"-115"-16,4-1-106 0,1 0-90 0,2 0-26 16,1-1-38-16,0 0 7 0,4-1-54 0,3 0-40 15,-1 0-44-15,3 1-15 0,5-1-49 0,2 1-19 16,2 3 1-16,3 1-23 0,2 3-26 0,0 2-21 15,7 1 31-15,-1 5-70 0,3 2 36 0,2 0-57 16,-4 3 39-16,0 1-62 0,0 0 40 0,-1 3-47 16,-2 1 5-16,-5-1-8 0,-1 1 1 0,-4-1 1 15,-1-1 0-15,-5 0 3 0,-1-2 0 0,-3 0 29 16,-1-2 21-16,0 0 14 0,-6-4 19 0,4 1 30 0,-4-1 45 16,-1-3-28-16,5-4 29 0,-12 1-34 0,2-3 51 15,1-4-46-15,1-4 51 0,1-3-56 16,-1-5 17-16,4-5-151 0,3-3 0 0,2-8 0 15,6-5 0-15,3-3 0 0,3 0 0 0,2-1 0 0,2 2 0 16,2 1 0-16,-3 4-43 0,2 5-239 16,-6 5-121-16,-1 6-113 0,-2 3-256 0,-4 4-197 0,-2 2-678 15,-3 4-1311-15</inkml:trace>
  <inkml:trace contextRef="#ctx0" brushRef="#br0" timeOffset="8929.7">6518 10842 1364 0,'-23'13'873'0,"4"-5"-189"0,1 0-145 0,5-3-101 0,3-1-98 0,1 1-68 0,9-5-46 0,-10 4-35 0,10-4-15 0,0 0-34 0,11-9-15 0,5 3-36 0,3-6 1 15,8-3-32-15,9-5-10 0,3-2-12 16,12-4-1-16,3-5-19 0,1 1 6 0,1-2 4 16,2 0-22-16,-3 1-25 0,-3 2-63 0,-12 7-114 15,-6 2-147-15,-6 5-88 0,-5 2-125 16,-6 5-167-16,-7 3-359 0,-10 5-701 0</inkml:trace>
  <inkml:trace contextRef="#ctx0" brushRef="#br0" timeOffset="9107.26">6499 11185 827 0,'-9'14'834'0,"4"-4"-171"0,2-3-179 0,3-7-77 16,4 6-61-16,-4-6-4 0,20-5-49 0,0-2-35 15,5-6-55-15,11-6-32 0,3-5-7 16,14-8-21-16,3-5-12 0,7-2-19 0,16-12 1 0,2-1-43 15,-1 3-12-15,-16 10-8 0,0 1-26 16,-4 1-69-16,-6 5-101 0,-7 3-161 0,-11 6-155 0,-3 3-245 16,-10 3-566-16,-6 5-879 0</inkml:trace>
  <inkml:trace contextRef="#ctx0" brushRef="#br0" timeOffset="10804.26">8094 9637 533 0,'-8'-18'531'0,"-1"2"-147"0,3 1-41 0,-2 3-56 0,3 0 18 0,1 2-45 0,-1 1-9 0,1 1-22 0,-2-1-27 0,5 5-22 0,-2-2-25 15,3 6 19-15,-5-9-27 0,5 9 47 0,0 0-29 16,0 0-33-16,0 0 2 0,0 0-10 0,0 0 7 15,-3 6-26-15,3-6 12 0,3 10-15 0,-3-10-20 16,1 11-14-16,1-5-12 0,0 1 3 0,-1 2 23 16,2 1-8-16,4 4-15 0,1 2 37 0,1 3-34 15,3 5 16-15,2 0-36 0,4 7 38 0,0 1-23 16,2 0-11-16,1 3-7 0,0-2 22 0,0 3-33 16,0-1 22-16,-3-1-11 0,3 0 47 0,-2-2-42 15,-1-2 22-15,-4-5-41 0,1-3 26 0,-6-3-36 16,5-3 117-16,0-1-5 0,0-3 60 0,-1-3-34 15,5-5 20-15,1-1-71 0,7-6 14 0,4-1-53 16,10-7 23-16,2-4-51 0,4-3 5 0,10-8-1 0,3-2-1 16,1-4-14-16,2 1 17 0,0-3-11 15,3-1-5-15,-2-1-4 0,2 1-8 0,-6 0-2 16,0 5 44-16,-7 0-79 0,-5 4 3 0,-9 6-88 0,-3 2-30 16,-11 5-67-16,-3 0-105 0,-3 4-105 0,-4 0-122 15,-6 3-140-15,-1 3-68 0,-7 3-823 0,0 0-1214 16</inkml:trace>
  <inkml:trace contextRef="#ctx0" brushRef="#br0" timeOffset="11060.55">8585 9518 885 0,'-16'-14'794'0,"-2"1"-130"16,4-2-144-16,3 6-96 0,1-1-78 0,3 3-53 15,-1 0 16-15,8 7-45 0,-2-7-23 0,2 7 7 16,0 0-27-16,19 4 9 0,-7 5-39 0,4 2-3 16,2 4-33-16,4 4-20 0,2 6-13 0,2 0-30 15,-1 0-19-15,-2 3-43 0,3-3 22 0,-3 3-38 0,0-2 26 16,-5-3-33-16,1 0 1 0,-3 1-5 0,1-3-4 16,-2 2-8-16,0-4-33 0,-4-1-59 15,3-2-64-15,-4-4-62 0,0-2-120 0,1 0-117 16,-4-5-124-16,1-2-229 0,-8-3-375 0,15-1-803 0</inkml:trace>
  <inkml:trace contextRef="#ctx0" brushRef="#br0" timeOffset="11371.49">8890 9454 748 0,'-4'-22'817'0,"2"1"-150"0,-1 3-153 16,3 0-94-16,0 2-39 0,3-1-11 0,-1 3-45 15,5 2-54-15,-1-1-7 0,3 2-70 0,1 1-29 16,0 3-8-16,3 0-7 0,1 3-45 0,0 2 13 0,-1 1-33 15,0 1 4-15,2 2-33 0,-2 2 7 0,1 1-38 16,-2 5 20-16,0 0-32 0,-5 3 25 16,-1 4-15-16,-3 1-5 0,-3 1-1 0,-4 4-5 0,-4 5-2 15,-2-2-1-15,0-1 13 0,-3 0 52 0,0-5 10 16,4-4 8-16,1-1 5 0,1-3 8 0,-1 0 27 16,3-3 25-16,1 0-35 0,4-9 12 0,0 0-55 15,4 6 12-15,6-10-44 0,6-3 19 0,4-2-43 16,6-4 25-16,6-3-38 0,6-3 28 0,0-4-38 15,3 1 31-15,6-4-35 0,1-1 28 0,-7 5-37 16,-2 1 30-16,-4 1-65 0,-2 2-12 0,-9 2-100 0,-1 1-63 16,-7 5-113-16,-5 0-100 0,-2 3-117 15,-4 1-55-15,-5 6-106 0,-2-6-718 0,2 6-1042 16</inkml:trace>
  <inkml:trace contextRef="#ctx0" brushRef="#br0" timeOffset="11721.43">7905 11317 1792 0,'-17'-1'1151'0,"6"-2"-226"15,11 3-193-15,-13-1-185 0,13 1-116 0,0 0-90 16,0 0-65-16,0 0-55 0,5-6-41 0,5 0-14 15,4-2-7-15,11-7 8 0,13-5 8 0,13-9 21 16,9-5 24-16,22-15 1 0,9-2 20 0,8-8-191 16,11-2-50-16,10-4 0 0,4-5 0 0,7-4 0 15,34-20 0-15,3-2 0 0,0-3 0 0,0 0 0 16,-5 1 0-16,0 3 0 0,-25 18 0 0,27-16 0 16,-33 20 0-16,-4-1 0 0,-4 0 0 0,-6 7 0 15,-7 3 0-15,-8 8 0 0,-11 7 0 0,-24 12 0 16,-7 5 0-16,-9 4 0 0,-16 7 0 0,-1 2 0 0,-12 4 0 15,-7 4 0-15,-8 1-29 0,-7 3-603 16,-1 7-148-16,-10-9-117 0,-4 7-949 0,-8 4-1560 16</inkml:trace>
  <inkml:trace contextRef="#ctx0" brushRef="#br0" timeOffset="12436.37">8854 11698 1103 0,'-2'-13'894'0,"-1"1"-159"0,2 4-162 16,-2 0-107-16,1 1-87 0,2 7-73 0,-4-10-58 0,4 10-3 0,0 0-24 0,0 0 9 0,3 12-55 0,0 1-10 0,0 5-13 0,1 5-14 0,2 6 10 0,-1 4-18 0,4 7-28 0,0 2-47 16,3 0 20-16,-2 2-37 0,4-1-9 0,-1 0 20 15,1-3-38-15,0-1 28 0,1-1-32 0,1-2 26 16,0-2-16-16,-1-3 57 0,2-6-20 0,1-3 51 16,2-3-19-16,2-2 48 0,4-5-34 0,-2-6 31 0,7-5-58 15,8-6-12-15,11-7-12 0,15-8-7 0,7-8 4 16,17-12 15-16,7-7 24 0,1-5 22 0,4-7 14 15,6-4-22-15,5-2-99 0,4-1 0 0,2-1 0 16,-1 2 0-16,-2 7 0 0,-1-2 0 0,-4 8 0 16,-4-1 0-16,-5 4 0 0,-6 6 0 0,-6 2 0 15,-18 10 0-15,-5 4 0 0,-5 0 0 0,-5 5 0 16,-15 4 0-16,-2 3 0 0,-11 4 0 0,-2 0 0 16,-4 3 0-16,-6 0 0 0,-1 5-284 0,-6-1-161 15,-9 4-26-15,0 0-98 0,0 0-98 0,-9 4-92 16,-9 1-823-16,-9 4-1231 0</inkml:trace>
  <inkml:trace contextRef="#ctx0" brushRef="#br0" timeOffset="13702.63">9321 11578 591 0,'-3'-13'706'0,"-2"2"-122"0,4 2-132 0,-1 0-102 0,2 9-49 16,3-9 21-16,-3 9-30 0,12-2-6 0,-5 4-29 0,5 1 12 0,1 5-32 0,-1 1-43 0,4 5-40 0,0 0-3 0,2 4-48 0,0 4-24 0,-1 0-11 0,1 2-15 0,-2 0-8 0,-2 1-9 16,1-2-7-16,0 2-4 0,-4 0-7 0,3 0-8 0,-2-1 0 15,-1-4-21-15,-2 1-57 0,0-2-65 16,-1-2-107-16,1-3-99 0,-3-2-66 0,2-1-161 15,-2-5-651-15,-2-1-825 0</inkml:trace>
  <inkml:trace contextRef="#ctx0" brushRef="#br0" timeOffset="14036.67">9627 11510 1010 0,'-3'-11'834'0,"-1"1"-146"16,-1-3-169-16,-3 3-63 0,4 0-54 0,-1-2-38 15,1 3-58-15,2-4-42 0,-1 4-42 0,3-2-15 16,0 1-32-16,3-2-5 0,2 0-41 0,4 1 6 16,2 0-48-16,3-1 8 0,4 3-44 0,-2 2 20 15,1 2-45-15,0 3 22 0,0 2-36 0,-2 2 31 16,3 3-42-16,-4 1 29 0,0 2-32 0,-2 4-1 16,-1 4 3-16,-3 2 0 0,-2 4 0 0,-2 1 24 15,-3 4-32-15,-3-2 27 0,-2 7-27 0,-4-4 26 16,-1 1-4-16,0-1-2 0,-2-2-3 0,-2-2 0 0,4-4-2 15,0-2 1-15,0-3-5 0,3-2 2 16,-2 0 13-16,4-3 22 0,0-2 5 0,4-8-9 16,-1 9-5-16,1-9-6 0,0 0-7 0,23-4-5 15,-8-1-1-15,6-2-32 0,-1-3 36 0,7-1-33 16,0-3 30-16,4-3-38 0,-3 3 10 0,2-5-85 16,1 1-81-16,-1-3-92 0,-5 5-142 0,-2-1-152 15,0-1-214-15,0 0-594 0,-4 1-974 0</inkml:trace>
  <inkml:trace contextRef="#ctx0" brushRef="#br0" timeOffset="14236.45">10185 11301 1142 0,'0'0'939'0,"1"-6"-197"0,-1 6-153 0,1-7-106 0,-1 7-71 16,3-11-99-16,-3 11-37 0,4-9-63 0,-4 9-32 15,6-11-52-15,-2 5-14 0,2-1-40 0,2-1 0 16,2 1-37-16,2-1-56 0,-1-1-100 0,3 0-155 16,-1 2-141-16,2-4-136 0,1 1-220 0,-1-2-351 15,-2 2-736-15</inkml:trace>
  <inkml:trace contextRef="#ctx0" brushRef="#br0" timeOffset="14602.86">10499 10839 1010 0,'0'0'737'0,"1"-6"-159"0,-1 6-138 16,0 0-57-16,0 0-35 0,-7 5-24 0,2 0-20 0,-1 3-24 16,1 1-64-16,-5 2-27 0,5-1-20 0,-3 5-32 15,2-1-15-15,-3 4-17 0,3 0-8 16,-1 1-25-16,-1-1-14 0,2-1-19 0,1-2 4 16,3 0-16-16,-1-1-6 0,-1-3 11 0,4 0 19 0,0-4-25 15,0 2 20-15,4-5-21 0,1 1 17 16,2-2-29-16,-7-3 19 0,19 0-25 0,-5-4 13 0,0 0-21 15,4 0 22-15,1-2-7 0,1-2-21 0,2 4 20 16,0-2-22-16,-2-1 27 0,2 4-35 0,-3 2 33 16,3-2-22-16,-2 2 17 0,-2 2-19 0,3 1 22 15,-3 0-23-15,-1 1 22 0,1 4-24 16,-5 0 21-16,2 0-18 0,-3 3 21 0,-3 1-28 0,-1 0 30 16,-1 3-23-16,-4 0 22 0,-1 0-24 0,-3 2 24 15,-3 1-24-15,-1 1 24 0,-4 1-23 0,-1 0 4 16,-2-1-3-16,-3 1 1 0,1-1-16 0,-4 0-28 15,5-3-37-15,-6-3-59 0,3-1-78 0,-1-3-72 16,0-2-81-16,3-2-49 0,-2-3-87 0,3-4-76 16,-2-1-440-16,-1-5-644 0</inkml:trace>
  <inkml:trace contextRef="#ctx0" brushRef="#br0" timeOffset="14771.52">10463 11051 613 0,'-1'-16'785'0,"1"3"-146"0,0-1-103 0,0 1-74 16,3 0-48-16,-1 0-28 0,-1-2-52 0,3 0-32 15,3 0-54-15,0-1-34 0,4-2-10 0,1 0-47 16,6-3-19-16,3-1-26 0,4-2-26 0,6 2-11 16,1-1-12-16,2-2-14 0,1 3-10 0,-1 2-8 0,1 1-11 15,-3 0-37-15,-5 5-57 0,-2 1-111 16,-4 1-116-16,-3 3-101 0,-3 2-128 0,-2 1-204 16,-4 1-416-16,-2 1-763 0</inkml:trace>
  <inkml:trace contextRef="#ctx0" brushRef="#br0" timeOffset="15284.56">11565 10072 1060 0,'1'-21'820'16,"-1"3"-137"-16,3 0-167 0,-2 3-89 0,0 3-99 0,1 2-49 15,1 3 6-15,3 3-22 0,-6 4-17 16,14 1-15-16,-4 5-7 0,1 3 7 0,2 5-46 15,3 10 32-15,3 6-16 0,1 4 2 0,-2 5-53 16,1 3 52-16,5 8-27 0,-2 1-18 0,1 0-10 16,0 1-21-16,-4-10 10 0,-1 1-41 0,0-2-2 15,-1-2-15-15,2 0 37 0,-2-3-29 0,2-4 16 16,0 0-32-16,-1-4-10 0,0-5-60 0,3-4 0 0,1-3 0 16,4-4 0-16,6-5 0 0,5-4 0 15,11-7 0-15,4-6 0 0,16-5 0 0,3-7 0 16,5-4 0-16,16-10 0 0,4-5 0 0,3-4 0 15,-1 0 0-15,-1-4 0 0,-2-1 0 0,-5 1 0 0,-4 1 0 16,-18 10 0-16,-4 2 0 0,-7 3 0 0,-8 4 0 16,-13 7 0-16,-6 0 0 0,-6 4 0 0,-4 1 0 15,-8 3 0-15,-5 2 0 0,-6 3-245 0,-5 0-227 16,-5 1-42-16,-6 1-92 0,-4 5-65 0,-7 0-95 16,-2 2-792-16,-6 2-1200 0</inkml:trace>
  <inkml:trace contextRef="#ctx0" brushRef="#br0" timeOffset="15868.27">12482 9769 418 0,'4'-16'571'0,"0"3"-59"0,-3 2-83 0,2-1-62 0,0 3-62 0,-1 0-33 0,-1 2-33 0,-1 7 14 0,3-10 35 0,-3 10-28 15,0 0-18-15,0 0-12 0,9 4-43 0,-8 2-16 16,0-1-26-16,1 4-2 0,-2 2-16 16,1 1-23-16,-1-1-23 0,-1 0 1 0,1-1-13 0,-2 1-13 15,1 0-6-15,1-2 4 0,0 0-8 0,-1-2-6 16,1 0-10-16,-1-1-8 0,1-6-1 0,0 11 7 16,0-11-12-16,-3 11-1 0,3-11-5 0,3 6-1 15,-3-6-7-15,0 0 7 0,14 2-1 0,-14-2-2 16,19-4-3-16,-9 1-6 0,6-2 5 0,0 1 4 15,3 0-1-15,-1 0 20 0,3 1-30 16,0 0 23-16,0 2-20 0,2-1 18 0,1 2-23 0,3 1 23 16,0 1-15-16,-3 1 14 0,4 0-23 0,-4 1 4 15,1 2-1-15,-2 1 3 0,-3 0 1 0,-1 3 8 16,-1 0-6-16,-3 1-1 0,-3 3 5 0,-1-2 23 0,-3 2-26 16,-4 0 30-16,-3 2-19 0,-2 0 27 15,-3 1-28-15,-4 2 32 0,-3 0-33 0,-2 2 26 16,-1 1-29-16,-2-3 23 0,-2 0-28 0,4-4 24 15,-3-1-28-15,4 0 25 0,1-4-30 0,1-1 30 0,1-1-29 16,2-1 27-16,-2-3-87 0,10-4-84 16,-13 0-91-16,6-5-127 0,-1-2-114 0,0-3-109 0,3-4-229 15,0-3-321-15,0-5-754 0</inkml:trace>
  <inkml:trace contextRef="#ctx0" brushRef="#br0" timeOffset="16051.21">12715 9760 757 0,'0'-7'838'0,"0"0"-155"0,0-2-157 0,0 3-89 16,3-2-44-16,-2-1-17 0,4 0-24 0,0 0-37 16,2-4-61-16,0 1-9 0,4-3-43 0,3-1-3 15,2-5-41-15,5 0-28 0,3-3-31 0,1-1-20 0,2 2-16 16,3 0-15-16,-4 2-4 0,-2 4-16 0,-3 0-60 16,-3 4-57-16,-1 0-103 0,-4 6-197 0,-3 0-155 15,-6 2-238-15,-4 5-549 0,0 0-935 0</inkml:trace>
  <inkml:trace contextRef="#ctx0" brushRef="#br0" timeOffset="16919.91">13211 8048 1013 0,'0'0'836'0,"-5"-7"-182"0,1 2-155 0,4 5-69 0,-8-7-24 0,8 7-19 0,-5-6-52 0,5 6-17 0,-7-6-26 0,7 6-15 0,-3-5-38 0,3 5-40 0,1-8-37 0,5 1-20 0,5-2-35 0,2-2-27 0,6-3-17 0,5-3-12 0,8-4-38 15,3-1 24-15,2-3-37 0,9-3 21 0,-8 4-53 16,-1 0-23-16,2 3-109 0,-5-1-75 0,-1 4-97 16,-10 5-81-16,-4 2-74 0,-6 5-52 0,-1 3-49 15,-12 3-567-15,7 4-773 0</inkml:trace>
  <inkml:trace contextRef="#ctx0" brushRef="#br0" timeOffset="17084.22">13301 8164 4 0,'-16'20'787'0,"5"-3"-180"15,4-3-157-15,2-4-77 0,4-3-65 0,2-1 8 0,-1-6-13 16,14 5-11-16,0-5-45 0,1-5-25 0,9-2-48 16,5-6-31-16,6-8-23 0,4-2-21 0,10-9-17 15,2-3-17-15,1-3-12 0,1-2-8 0,0 1-13 16,-4 1-24-16,-2 3-37 0,-6 3-93 0,-9 8-138 15,-4 1-157-15,-5 4-217 0,-4 2-386 0,-6 3-627 16</inkml:trace>
  <inkml:trace contextRef="#ctx0" brushRef="#br0" timeOffset="19481.25">14608 6453 645 0,'-6'-23'582'0,"0"0"-114"0,1 1-55 0,0 1-60 0,0 4-11 0,1 2-13 0,0 1-56 0,-2 1-52 0,5 4-48 0,-2 0-33 0,3 9 12 0,-4-5 2 16,4 5-4-16,3 10 6 0,1 3-13 0,3 6-33 16,4 8-6-16,5 9-26 0,1 2-10 0,3 4-11 15,7 5-10-15,0 2 1 0,1 2-13 0,3-1 3 16,-2 1-14-16,1-2-6 0,0-2-6 0,-2-2-3 15,-3-9-3-15,-4-1-29 0,0-3-46 0,-1-5-76 16,-3-6-117-16,-3-5-112 0,-1-3-82 0,-2-6-141 16,-2-2-471-16,-9-5-685 0</inkml:trace>
  <inkml:trace contextRef="#ctx0" brushRef="#br0" timeOffset="19870.23">14966 6532 873 0,'-7'-13'831'0,"2"1"-168"15,-1-1-159-15,-2 4-87 0,3 0-24 0,1 0-49 16,0 0-39-16,2 1-53 0,-1-1-43 0,3 0-35 0,3-1-28 16,3-2-30-16,6-3-18 0,3-2-19 15,9 0-14-15,7-3-6 0,2 1-15 0,4 1-12 16,-1 1-2-16,4 3-8 0,-8 5-4 0,-2 1-4 16,-3 2-5-16,-4 3-1 0,0 3 2 0,-3 3 2 15,1 3 9-15,-2 4-20 0,-3 4-3 0,-4 3 5 16,-5 2-3-16,-3 5 3 0,-4 3 3 0,-6 6 0 15,-4 7 0-15,-4-1-4 0,-4 1 10 0,-3-4-9 16,0-1 6-16,-2-1 40 0,1-6 29 0,-1-1-32 16,4-7 44-16,3-2-21 0,0-3 44 0,2-4-17 15,4-1 38-15,-1-3-34 0,3-2 14 0,8-5-51 0,-12 1 10 16,12-1-45-16,-1-7 26 0,3 1-50 16,6-1 25-16,3-3-6 0,2 1-10 0,4-2-4 15,5 0-3-15,2 0 2 0,4-1-5 0,2 2-2 16,0 1 2-16,2 2-4 0,-2 0-7 0,-4 1-9 15,0 2-17-15,1 0-15 0,-3 2-40 0,-2 0-53 16,-3 0-54-16,0 1-29 0,-2 1-40 0,-2 0-67 16,-2 0-62-16,-13 0-44 0,24-1-18 0,-24 1-101 15,18-1-141-15,-18 1-272 0,14-4-561 0</inkml:trace>
  <inkml:trace contextRef="#ctx0" brushRef="#br0" timeOffset="20098.02">15874 6104 1081 0,'4'-9'862'0,"-1"2"-204"0,-3 7-151 0,2-7-95 0,-2 7-64 0,0 0-42 0,0 0-57 0,0 8-39 0,-1-1-34 0,0 4-22 0,-2 1-24 16,3 4-24-16,-4 2-16 0,3 1-18 0,-3 5-14 0,3 2-12 0,-3 5-8 0,0 1-6 0,2-1-7 0,-2 0 4 0,-1 0-18 0,0 0-12 0,-2-2-28 0,2-4-43 0,0-2-57 15,-1-1-85-15,-1-3-85 0,-2-1-59 0,-1-1-83 0,0-6-100 16,-3-3-98-16,2-3-264 0,-1-5-470 0</inkml:trace>
  <inkml:trace contextRef="#ctx0" brushRef="#br0" timeOffset="20285.03">15556 6291 941 0,'-1'-18'666'0,"-3"5"-144"0,3 0-114 0,2 3-87 15,3 1-16-15,1 3 15 0,1 1-7 0,3 2-11 16,3 3-31-16,2 2-42 0,0 1-30 0,5 3-20 15,3 1-3-15,-3 4-36 0,5 1-23 0,2 2-21 16,-2 2-17-16,-1 1-14 0,1-1-10 0,1 1-10 16,-1-1-14-16,-1 1-2 0,0-3-4 0,-1-1-4 15,-2-2-6-15,-2-1-10 0,4-2-33 0,-4-2-62 0,0-2-87 16,-2-2-104-16,-2-2-101 0,0-1-86 16,-2-2-91-16,-2-2-102 0,0-4-347 15,-2-2-612-15</inkml:trace>
  <inkml:trace contextRef="#ctx0" brushRef="#br0" timeOffset="20497.66">16058 5939 683 0,'-5'-17'843'0,"2"3"-175"0,-1 2-121 15,0 2-106-15,1 1-57 0,1 2-66 0,-1 0-11 0,3 7-53 16,-2-6-1-16,2 6-56 0,0 0-20 16,0 11-2-16,1-2-25 0,1 3-17 0,4 2 40 0,1 7-49 15,2 0 6-15,3 4-45 0,2 3 11 0,4 2-17 16,-1 1-15-16,3 2-14 0,-1-2-11 0,1-1-6 15,-2 1-12-15,0-2-8 0,-4-5-35 0,0 0-69 16,-5-5-59-16,1-1-34 0,-1-2-46 0,0-3-58 16,-5-1-86-16,1-5-55 0,-5-7-102 0,3 8-95 15,-3-8-472-15,0 0-715 0</inkml:trace>
  <inkml:trace contextRef="#ctx0" brushRef="#br0" timeOffset="20697.23">16231 5907 752 0,'-1'-14'832'0,"1"5"-194"15,0 0-152-15,0 9-105 0,1-9-18 0,-1 9-15 16,0 0-19-16,0 0-75 0,0 0-55 16,13 5-7-16,-9 2-25 0,1 1-33 0,0 3 6 0,4 1-27 15,-2 3-16-15,1 3-27 0,1 1 3 0,4 1-27 16,-2 3-5-16,1 2-6 0,-1-1-8 0,1 0-2 16,-1 0-8-16,-2-3-10 0,0-1-17 0,0-1-54 15,0 1-72-15,-4-5-84 0,3-1-95 0,-3 0-84 16,4-3-15-16,-3-2-65 0,1-3-125 0,-1-2-373 15,-6-4-570-15</inkml:trace>
  <inkml:trace contextRef="#ctx0" brushRef="#br0" timeOffset="20963.31">17016 5507 452 0,'2'-8'805'15,"-2"1"-165"-15,0-1-98 0,0 8-88 0,0-9-55 16,0 9-60-16,-1-9-43 0,1 9-52 0,0 0-6 0,0 0-57 16,-13 5-3-16,8 2-37 0,0 7 60 0,-2 1-62 15,2 7 29-15,-3 5-55 0,1 5 57 0,3 0-59 16,-1 4-7-16,3 1-13 0,0 0-8 0,2 0-4 16,2 2-41-16,0-2 21 0,1 1-55 0,-1-5-15 15,1-1-56-15,-2-4-58 0,2-4-46 0,-3-4-46 16,2-2-44-16,-2-4-48 0,-2-3-62 0,-1-2-63 15,-1-3-42-15,4-6 3 0,-11 1 0 0,1-3 24 16,-1-5-322-16,1-3-289 0</inkml:trace>
  <inkml:trace contextRef="#ctx0" brushRef="#br0" timeOffset="21132.73">16807 5875 961 0,'-14'-26'329'0,"0"-1"-1"0,1 4 14 16,3 2 32-16,1 3 12 0,2 4-28 0,0 1-56 16,3 1-57-16,-2 2-47 0,5 2 4 0,1 8 14 15,4-9-11-15,-4 9-31 0,14-2 19 0,-3 4-54 16,4 3 25-16,6 0-64 0,2 3-7 15,6 3-17-15,7 4-12 0,4-2-8 0,-1 1-16 0,2 2-9 16,1-2-1-16,-1 1-12 0,0-4 0 0,-5 3-8 16,5-3-5-16,-9-2-26 0,-3 0-75 0,-1-1-77 15,-4-2-85-15,0-1-74 0,-5-2-46 0,-4-1-128 16,0-4-148-16,-4 0-357 0,-3-3-616 0</inkml:trace>
  <inkml:trace contextRef="#ctx0" brushRef="#br0" timeOffset="21348.47">17425 5309 888 0,'-2'-10'841'0,"0"2"-191"0,0 2-156 0,2 6-99 15,-1-8-40-15,1 8-44 0,0 0-25 0,0 0-53 16,0 0-27-16,0 7-28 0,4 0-30 0,1 2-31 16,2 6-13-16,3 2 18 0,3 5-58 0,3 4 22 15,2 3-52-15,1 2 30 0,3-1-49 16,-3 0 38-16,2 1-51 0,-3-2 32 0,-2-5-68 0,-2-1-63 15,0-4-104-15,-5-1-137 0,1-1-83 16,-1-3-54-16,-4-2-90 0,1-1-546 0,-3-4-726 0</inkml:trace>
  <inkml:trace contextRef="#ctx0" brushRef="#br0" timeOffset="21664.17">17701 5299 849 0,'1'-9'822'0,"0"0"-184"0,-1 9-156 0,2-9-89 15,-2 9-26-15,0 0-26 0,0 0-37 0,2 7-46 16,-2 2-44-16,2 1-36 0,1 5-24 0,0 1-18 16,2 6-9-16,0 0 27 0,1 0-77 0,3 4 32 15,3-1-70-15,-1-1 45 0,3 0-62 0,-3-5 46 16,1-2-49-16,4-3 71 0,-4-1-48 0,4-2 47 16,-3-5-53-16,2-2 42 0,-1-3-55 0,1-3 41 0,-1-3-50 15,4-5 41-15,-2-2-50 0,0-3 51 0,-2-6-48 16,0 0-1-16,-5-5 1 0,0 0 0 15,-5 2-14-15,0-1 10 0,-4-1 34 0,-3 1-47 16,0 0 43-16,-4 4-40 0,-1-1 39 0,-2 2-46 16,-1 3 43-16,-4 0-48 0,0 4 41 0,-5 2-45 15,-1 2 43-15,0 4-45 0,-1 2 39 0,4 3-53 16,-4 4-3-16,-1 0-103 0,4 6-43 0,1 0-61 0,3 2-112 16,2 2-115-16,4-2-30 0,5 1-140 0,3-2-577 15,2-1-830-15</inkml:trace>
  <inkml:trace contextRef="#ctx0" brushRef="#br0" timeOffset="21895.98">18432 4924 1097 0,'11'-4'863'0,"1"3"-176"0,-12 1-133 0,11 5-83 15,-6 1-69-15,-2 2-75 0,-2 4-20 16,-1 0-66-16,0 5 14 0,0 1-84 0,-2 1 21 0,0 5-77 15,1 2-10-15,0 0 27 0,-1 3-30 0,1-2-24 16,0 2-13-16,0-2 25 0,1 3-57 0,-2-3 32 16,2 1-55-16,-2-3 0 0,-1-1-126 0,2-5-29 15,-3-1-78-15,-1-1-80 0,1-4-107 0,-5-2-61 16,0-5-60-16,-2-1-66 0,-1-3-44 0,-2-4-280 16,-2-3-492-16</inkml:trace>
  <inkml:trace contextRef="#ctx0" brushRef="#br0" timeOffset="22068.06">18158 5170 278 0,'-8'-16'859'0,"2"2"-168"0,-2 2-124 0,5 2-132 0,-1 1-85 16,1 2-55-16,3 7-18 0,3-11 0 0,-3 11-14 16,10-4-39-16,-10 4-11 0,20 2-48 15,-2 2 30-15,2 3-60 0,2 0 25 0,8 4-72 0,1 0-9 16,3 3-27-16,3 1-9 0,0 0-7 0,-2 1-5 16,-1-2-15-16,-6 0 3 0,-3-2-6 0,2 2-20 15,-3-2-49-15,-3-3-77 0,-1 1-93 0,0-3-108 16,-2 1-57-16,-3-4-88 0,1 0-121 15,-5-3-506-15,1-2-722 0</inkml:trace>
  <inkml:trace contextRef="#ctx0" brushRef="#br0" timeOffset="22295.23">18782 4758 219 0,'-5'-9'865'0,"2"0"-230"0,-1 2-136 0,2 2-113 16,2 5-70-16,-5-8-45 0,5 8-19 0,-8-5-16 15,8 5 12-15,0 0-14 0,-8 3-24 0,8-3-33 16,-5 11-10-16,5 0-32 0,3 2 27 0,-1 4-52 16,3 6 13-16,3 1-55 0,2 2 19 0,3 4-49 15,1 3 28-15,0 0-42 0,3 1 29 0,-2-2-46 16,2-1-1-16,-4-4-4 0,-1-1-12 0,0-1-28 0,-2 1-68 16,0-6-82-16,-1-2-109 0,-5-1-63 15,1-3-71-15,-2-2-113 0,-2-2-592 0,0-3-749 16</inkml:trace>
  <inkml:trace contextRef="#ctx0" brushRef="#br0" timeOffset="22845.88">18809 4845 180 0,'2'-9'445'0,"-2"9"-86"0,2-9-6 0,-2 9-31 0,1-10-13 0,-1 10 9 0,1-12-18 0,-1 12-13 0,0-13-4 0,-1 7-13 0,1 6-32 0,-1-13-22 0,1 5-20 0,-2 1-24 0,0 0-27 0,-1 1-16 0,1 0-14 0,-2-1-13 0,0 0-27 0,-2 0-7 0,-1 3-19 0,1-1-1 0,-5 1-13 0,0 1 5 0,-2 1-10 0,-1 2 14 0,-1 3-17 0,-2-1-3 0,1 2-2 0,-1 2-11 16,3 0 0-16,-2 1-4 0,4 0-1 0,0 3 2 16,0-2 4-16,3 2 13 0,2-3 18 0,1 1 6 0,2 1-1 15,0-1 10-15,4-1-22 0,1 0 38 0,2-2-15 16,3 2-8-16,-2-1-10 0,4-2-48 0,0 1 48 16,1-2-55-16,1-1 48 0,1-1-50 15,-11-1 45-15,21 0-50 0,-10-1 47 0,-11 1-47 0,19-3 38 16,-10 1-48-16,-9 2 25 0,14-5-62 0,-6 2-49 15,-8 3-84-15,12-7-99 0,-12 7-77 16,10-4-36-16,-10 4-101 0,7-6-94 0,-7 6-384 16,7-6-588-16</inkml:trace>
  <inkml:trace contextRef="#ctx0" brushRef="#br0" timeOffset="23136.69">19445 4652 440 0,'-1'-7'925'16,"-2"1"-204"-16,3 6-140 0,-2-12-117 0,2 12-77 16,-7-10-75-16,7 10-52 0,-3-7-58 0,3 7-31 15,0 0-20-15,0 0-10 0,-11 4-28 0,6 3 14 0,1 4-39 16,1 2 0-16,-1 5-14 0,1 5-16 0,1 1-7 15,0 2-16-15,0 3-3 0,-1 4-5 0,2-1-24 16,-2 1 22-16,3-1-29 0,-4-6 26 0,3 2-37 16,-1-3-33-16,-2-1-72 0,0-1-71 0,0-3-72 15,-2-3-60-15,1-2-39 0,-3-4-56 0,-3-2-66 16,1-3-86-16,0-3-282 0,-1-5-395 0</inkml:trace>
  <inkml:trace contextRef="#ctx0" brushRef="#br0" timeOffset="23328.66">19126 4838 586 0,'-3'-19'651'0,"2"2"-133"0,0 4-87 0,1 1-94 16,2 0-57-16,1 3-26 0,4 0 1 0,2 4-7 16,2 1 22-16,4 2-16 0,1 2-32 0,5 3-30 0,4 1-31 15,1 3 11-15,6 1-32 0,0 3 25 16,4 2-59-16,1-1 12 0,-1 1-61 0,-6-1 30 16,0-1-57-16,-2 0 34 0,-2 0-54 0,-1-2 25 0,-5 0-52 15,1-2-58-15,-5-2-75 0,1 1-86 16,-4-4-119-16,-2 0-72 0,-11-2-112 0,16 0-111 0,-16 0-348 15,11-7-597-15</inkml:trace>
  <inkml:trace contextRef="#ctx0" brushRef="#br0" timeOffset="24144.47">19938 4384 346 0,'11'-9'406'0,"-1"2"-89"0,-1-1 9 0,2-1-38 0,-3 0 2 0,3-1-5 0,0-1-29 0,-1-1 4 0,0 1-2 0,-1-1-7 0,0-1-22 0,1 0-29 0,-3-1-39 0,0 0-6 0,0 1 4 0,-2-3-32 0,0 2-21 0,-1 0-23 0,-2-1 1 0,-2 2-13 0,-1 0-16 0,-3-1-11 0,-1 0-7 0,-3 1-7 0,-1 1-6 0,-2 1-5 0,-7 1-4 0,-1 2-2 0,0 1 1 0,-4 3-5 15,0 2 0-15,2 3-2 0,0 0-4 0,-4 4 1 0,2 1-1 0,4 2 0 0,0 3-1 0,2 3 2 0,3-1-4 0,3 1 4 0,3 2 3 0,6 1 4 0,2 0-1 0,5 1 3 0,2 2 0 0,6 3-2 0,6-1-1 0,4 3 3 0,-1 0 9 0,5-3-23 16,0 2 8-16,1-3-6 0,1-1 4 0,-1 3-4 15,2-1 9-15,-4-2-10 0,3 0 8 0,-9-1-8 16,3 1 6-16,-4-2-8 0,-1 0 10 0,-4-3-11 16,-1 2 11-16,-3-2 3 0,-2-2 4 15,-2-1 15-15,-4 0 8 0,-1-3 5 0,-4 1-16 0,-1-2 22 16,-1 0-30-16,-5-2 26 0,0-2 0 16,-3-1 50-16,0 0-25 0,-2-3 63 0,-3-3-41 0,1-1 58 15,0 0-43-15,0-2 66 0,2-1-35 0,1 0 16 16,2-3-54-16,2 1-16 0,1-4-17 0,5-2-19 15,3 0-17-15,2-3 26 0,3-5-50 0,7-2 27 16,0-2-14-16,4-5-14 0,0 0-13 16,3 0-26-16,0 1-35 0,0 1-23 0,-4 5-44 0,0 1-33 15,-2 1-59-15,-4 4-99 0,3 1-79 0,-5 4-94 16,1 2-44-16,-5 0-143 0,1 2-515 0,-3 3-812 16</inkml:trace>
  <inkml:trace contextRef="#ctx0" brushRef="#br0" timeOffset="25731.23">20976 3899 753 0,'0'0'789'0,"3"-9"-176"0,-3 9-144 0,0 0-105 0,-3-6-76 0,3 6-57 0,-6 4-44 0,2 0-27 0,-2 5-30 15,0 3 7-15,-5 3-11 0,2 3-18 0,-4 7-18 0,-1 0 3 0,3 1-15 0,-1 3-8 0,-2 6 8 0,1 1-13 0,1-1-12 0,-1-1-10 0,3-2-9 0,1-2 4 0,0-3-17 0,1 1-12 0,1-4-24 0,3-4-51 0,0-2-79 0,0-1-105 0,1-2-107 0,-1-4-98 0,2-1-142 0,-2-4-386 0,4-6-575 0</inkml:trace>
  <inkml:trace contextRef="#ctx0" brushRef="#br0" timeOffset="25891.97">20521 4142 890 0,'-7'-10'833'0,"0"3"-186"0,3 0-159 0,0 2-105 0,4 5-72 0,-3-8-66 0,3 8-43 0,0 0-38 0,9-3-21 0,-9 3-10 0,19 4-11 0,-4 0-7 16,7 3-17-16,3 1-20 0,3 2-17 0,3 2-7 16,4 4-14-16,-1-1-6 0,1 1-8 15,-1-1 4-15,-2 2-20 0,-2-4-14 0,-2 0-50 16,-2-2-62-16,1 0-97 0,-4-3-90 0,-1-1-62 0,1-1-76 15,-4-3-92-15,-1-3-430 0,-3 0-551 0</inkml:trace>
  <inkml:trace contextRef="#ctx0" brushRef="#br0" timeOffset="26168.52">21305 3550 754 0,'-4'-9'684'0,"1"2"-125"16,2 1-112-16,-2 1-77 0,3 5-66 0,-4-10-49 0,4 10-55 16,-1-6-27-16,1 6-14 0,0 0 41 0,0 0 5 0,1 6-17 15,3 4-12-15,3 2-29 0,-1 6-14 16,3 2-22-16,4 8 16 0,1 7-46 16,1 0 15-16,1 3-45 0,0 1 20 0,-2-2-18 0,4 0-8 0,-3 0-5 15,2-3 0-15,-1 0 33 0,1-2 11 16,1-1 13-16,-2-7 16 0,0-1 22 0,2-3 26 15,1-1 10-15,2-3 14 0,2-2 23 0,2-4-56 16,7-4 20-16,2-3-73 0,2-3 19 0,4-3-67 16,6-6 29-16,1 1-56 0,-2-5 31 15,2-3-53-15,-2-1 8 0,-3-1-106 16,-1 0-52-16,-4-2-150 0,-3-1-68 0,-4 2-110 16,-7 2-153-16,-2 1-85 0,-9 4-848 0,-3-3-1207 15</inkml:trace>
  <inkml:trace contextRef="#ctx0" brushRef="#br0" timeOffset="26866.06">21549 3601 78 0,'-4'5'920'0,"4"-5"-219"0,-8 6-132 0,8-6-112 0,-6 3-48 0,6-3-24 0,0 0-34 0,0 0-50 0,0 0-41 16,0 0-46-16,-5-7-44 0,5 7-28 0,9-7-28 0,-4 1-21 0,1 1-15 0,1 0-13 0,-1 2-10 0,4-1-17 0,-2 1-2 0,-8 3-11 0,19-1-7 0,-9 4 1 0,4 2 14 0,2 1 41 0,2 2-7 0,1 2 1 0,0-1-17 0,0 2 50 0,3 1-38 0,-1-1 74 0,-1 0-37 0,0-1 55 15,-1 0-51-15,-1-1 28 0,0 0-45 0,-4-2 23 0,1 1-38 0,-2-3 43 0,0 1-59 0,-3-2-8 0,2 1-4 0,-2-3-6 0,-1 1-2 0,0 0-14 0,-9-3-23 0,16 4-35 16,-16-4-48-16,15 4-85 0,-15-4-74 0,13 2-58 0,-13-2-69 0,13 5-93 0,-6-1-70 0,-2 3-60 0,0-1-124 0,-1 1-445 0,-2 1-776 0</inkml:trace>
  <inkml:trace contextRef="#ctx0" brushRef="#br0" timeOffset="27695.82">21347 3589 728 0,'2'-11'599'0,"-1"1"-95"0,1 4-46 0,-1-3-33 0,-1 9-28 0,1-12-20 0,-1 12-39 0,2-11-36 0,-2 11-63 0,1-9-45 0,-1 9-46 0,1-7-30 0,-1 7-24 0,0 0-23 0,0 0-10 16,0 0-2-16,0 0 0 0,3 7 0 0,-1 3-5 0,2 2 25 0,1 2-16 0,4 6 39 0,1 2-41 0,3 4 12 0,5 5 40 0,1 0-35 0,1 2 69 0,1 0 6 0,2 2-9 0,0-1-26 0,2 0-21 0,-1 0-14 0,1 1 9 0,0-1 45 0,-1-1-28 0,0-1 29 0,-1-1-62 15,-2-2 18-15,-5-4-55 0,1-3 32 0,-2 0-52 0,-1-4 33 0,-5-1-43 0,3-2 37 0,-2-2-16 0,-2-2 116 0,1 1 1 0,-2-2 30 0,3-2 6 0,-2-2-152 0,2-1-31 0,4 0 0 0,-3-4 0 0,3-1 0 0,2-3 0 0,2-2 0 0,3-2 0 0,4-7 0 0,2 0 0 0,4-5 0 16,-1-2 0-16,4-3 0 0,-4 0 0 0,1 1 0 0,-2-3 0 0,1 3 0 0,-3 1 0 0,1-1 0 0,-6 4 0 0,-1 2 0 0,0 1 0 16,-4 3 0-16,-1 1 0 0,-5 4 0 0,2-1 0 15,-3 1-393-15,-3 2-215 0,-1 0-100 0,-6 6-66 16,5-10-111-16,-5 10-644 0,-9-7-1164 0</inkml:trace>
</inkml:ink>
</file>

<file path=ppt/ink/ink1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50:33.632"/>
    </inkml:context>
    <inkml:brush xml:id="br0">
      <inkml:brushProperty name="width" value="0.05292" units="cm"/>
      <inkml:brushProperty name="height" value="0.05292" units="cm"/>
      <inkml:brushProperty name="color" value="#FF0000"/>
    </inkml:brush>
  </inkml:definitions>
  <inkml:trace contextRef="#ctx0" brushRef="#br0">11258 6704 102 0,'0'0'691'0,"9"2"-167"0,-9-2-104 0,0 0-76 0,9 4-57 0,-9-4-76 16,0 0-26-16,9 2-29 0,-9-2-29 0,0 0-18 0,4 5-14 0,-4-5-18 0,0 0 6 0,-3 7 1 0,3-7 8 0,-5 7 14 0,5-7 23 0,-10 8 11 0,10-8 10 0,-13 8-1 0,7-5 4 0,-4 0-36 0,1 1 4 0,0-2-36 0,-4 0-1 15,4 0-31-15,-4-1 1 0,2 0-23 0,11-1 3 16,-22-1-12-16,9-2 8 0,3 1-9 0,1-3 10 16,-1 0-5-16,3-3-3 0,4-1-13 15,1-1 0-15,2-1-1 0,4-3-3 0,3 1 2 0,4-1-5 16,2 1 13-16,2 1-16 0,3 1 11 15,2 2-13-15,1 2 12 0,2 3-13 0,-3 1 11 0,2 3-10 16,-1 4 10-16,2 2-12 0,-2 2 1 0,2 5 2 16,-1 2 5-16,-2 2-2 0,-3 2 13 0,-2 3-10 15,-2 2 11-15,-4 2-10 0,-4-1-3 0,-1-1 4 16,-4 4 0-16,-4 2 26 0,-6 0-26 0,1-3 1 16,-3 3 23-16,-3-5 5 0,-1-2 15 0,-4 1-4 15,1-4-9-15,0-2-4 0,3-4 7 0,-1-2 32 16,-1-1 2-16,4-5-8 0,-1 0 14 0,3-3-3 15,1-1-13-15,11-2-8 0,-18-4 2 0,9 0-15 0,4-2-5 16,2-4-15-16,3 0-36 0,0-3 29 16,4 0-32-16,5 1 32 0,-1-1-38 0,3-2 35 0,3 5-34 15,0-1 26-15,0 4-25 0,3 0 26 16,-1 3-27-16,1 2 36 0,2 2-36 0,2 4 29 0,-1 2 2 16,1 1-3-16,0 4-1 0,-3 0-6 0,4 3-6 15,-5 1-6-15,0-1-17 0,-1 0-27 16,-1 1-49-16,-1-2-43 0,-2-2-57 0,-3 0-57 0,0-3-39 15,-1-1-38-15,0-3-11 0,-8-4-53 0,12 2-29 16,-12-2-23-16,11-7-13 0,-6-1-388 16,2-2-402-16</inkml:trace>
  <inkml:trace contextRef="#ctx0" brushRef="#br0" timeOffset="354.48">11699 6800 193 0,'3'-19'590'0,"-2"2"-69"0,-1 2-108 0,1 2-42 0,1 0-68 0,-1 3-50 0,-1 0-61 0,2 2-25 0,-4 0-32 0,2 8 15 0,-4-9-3 0,4 9 10 16,-6-3-3-16,6 3-2 0,-12 3-24 0,3 1 4 0,0 1-7 0,0 2-23 0,0 2-24 0,-2 0-18 0,2 0-8 0,0 1 5 0,0 0-25 0,1 1 11 0,2 0-25 0,2-2-4 0,-1 1 0 0,4-2-4 0,-3 1 4 0,5-1 5 16,2-2 8-16,-1 2 0 0,5-1-3 0,0-3-6 0,3 2 4 0,2-1 16 15,1-1-19-15,2 1 14 0,-1-2-14 0,4 1 23 0,-3-1-24 16,5 1 18-16,-4 0-14 0,3-1 10 15,0 2-17-15,-2 0 13 0,2 1-19 0,-3 0 15 16,0 1-15-16,-3 0 11 0,1 1-12 0,-2 1 13 16,-2 0-11-16,-3 2 12 0,-1 0-14 0,-4-1-5 15,-2 2 5-15,-2 1 8 0,-4-1-15 0,-2 2 0 16,-4 2 2-16,-2 0-2 0,-4-3 0 0,-2 2-3 16,-1 0 6-16,-2-1-5 0,2-4-6 0,-2 0-8 15,2-5-19-15,-2 1-38 0,2-2-80 0,4-3-87 0,-2-2-67 16,3-4-56-16,0-2-32 0,-1-2-56 0,0-3-37 15,3-4-413-15,3-2-463 0</inkml:trace>
  <inkml:trace contextRef="#ctx0" brushRef="#br0" timeOffset="513.62">11470 6856 774 0,'-1'-14'556'0,"1"1"-110"0,0 2-54 0,3 2-86 0,0-3-23 16,5 1-18-16,0 0-13 0,3 1-26 0,3-2 1 16,4 1-15-16,0 0-12 0,8-2-5 0,1 1-19 15,1 0-12-15,1-1-4 0,8-3-26 0,2 2-23 16,0-1-21-16,1 0-20 0,-1 1-16 0,1 2-9 15,-8 1-9-15,-2 0-10 0,-1 2-26 0,-9 1-66 16,2 2-67-16,-5 1-86 0,-4 0-108 0,-1 1-68 16,-2 0-164-16,-1 0-603 0,-9 4-776 0</inkml:trace>
  <inkml:trace contextRef="#ctx0" brushRef="#br0" timeOffset="813.08">12442 6420 1266 0,'0'0'799'0,"8"-3"-163"16,-8 3-128-16,0 0-86 0,0 0-56 0,10 4-38 0,-10-4-48 16,1 11-18-16,-2-1-14 0,-1 4-13 0,0 3-23 15,-1 6-21-15,-1 2-6 0,1 7-55 0,-1 1 45 16,0 9-26-16,1 2 8 0,-1 1-37 15,3 2 34-15,-1 0-47 0,2 1 10 0,-2-3-17 0,2 2-25 16,0-8 14-16,0 2-45 0,-1-4 19 16,-2-2-42-16,2 0 19 0,-1-2-46 0,-2-5 2 0,1-5-62 15,1 1-5-15,-1-6-72 0,2 0-11 16,-2-3-83-16,2-2-38 0,-2-3-70 0,2-2-139 0,-4-3-62 16,5-5-50-16,-9 2-76 0,9-2-552 0,-9-11-831 15</inkml:trace>
  <inkml:trace contextRef="#ctx0" brushRef="#br0" timeOffset="1129.82">12247 6735 411 0,'-5'-10'679'15,"-1"2"-180"-15,1 2-91 0,1 1-79 0,4 5-41 16,-6-4-22-16,6 4-11 0,0 0 3 0,0 0-1 16,0 0-13-16,0 0-36 0,6 7-27 0,-6-7-29 15,13 7-22-15,-7-2-10 0,3-2-34 0,1 2 2 16,-1-2-31-16,-1 0 16 0,1 0-21 0,1-1 9 15,-10-2-16-15,14 1-8 0,-14-1-15 0,18-1 11 16,-18 1-20-16,13-5 9 0,-7 1-11 0,-1 0-5 16,-5 4-4-16,7-11 1 0,-7 11 5 0,2-12 8 15,-2 12 0-15,-4-12 10 0,2 6 12 0,-2 1-4 16,-2 0-3-16,-1 1-8 0,0 0-6 0,7 4-3 16,-17-4-4-16,17 4 3 0,-14 1 0 0,14-1-5 15,-16 5-3-15,10 1 3 0,0-1-6 0,1 2 5 0,1 0-3 16,1 1-1-16,3 1-4 0,0-1 2 0,1 0-7 15,3 0-26-15,3 1-47 0,-1-1-101 0,2 0-82 16,3 1-102-16,-2-3-86 0,2 0-157 0,1-2-525 16,-1-1-747-16</inkml:trace>
  <inkml:trace contextRef="#ctx0" brushRef="#br0" timeOffset="1479.76">12760 7032 817 0,'0'10'792'0,"1"0"-176"0,-1-3-147 0,1-1-100 16,-1-6-64-16,4 10-36 0,-4-10-19 0,7 7-5 16,-7-7-20-16,7 4-46 0,-7-4-29 0,13-3-25 15,-5 1-25-15,-1-3-10 0,4 0-14 0,-2 0-19 16,-3-2 2-16,3 0 5 0,0-2 4 0,-3 1-8 15,-2 0-2-15,1-2 31 0,-1-1-32 0,-3 2 11 16,-1-1-19-16,-1 2 14 0,0-2-5 0,-3 2-4 0,-1 0-9 16,-3 1 2-16,0 1-5 0,-2 2-6 0,1 0-7 15,-1 3-8-15,-1-1 24 0,-1 2-38 0,2 3 24 16,0 0-36-16,1 2 31 0,1 0-29 0,-1 2 29 16,1 1-12-16,3-1 32 0,0 3-29 0,0-2 30 15,1 2-38-15,2-2 23 0,0 3-51 0,1-4 4 16,1 3-71-16,3-3-66 0,-2 0-88 0,2 0-146 15,-1-2-111-15,-2-5-164 0,6 8-718 0,-6-8-978 16</inkml:trace>
  <inkml:trace contextRef="#ctx0" brushRef="#br0" timeOffset="2635.2">9732 6490 52 0,'0'0'354'0,"0"0"-217"0,17 0-186 0,-17 0-107 0,0 0 41 0</inkml:trace>
  <inkml:trace contextRef="#ctx0" brushRef="#br0" timeOffset="14386.28">16945 4483 389 0,'0'0'467'16,"-4"6"-121"-16,4-6-74 0,-6 7-60 0,6-7-20 15,-2 9-41-15,2-9 1 0,-4 6-35 0,4-6 6 16,-4 7-34-16,4-7 24 0,-3 6-35 0,3-6 35 15,-1 6-11-15,1-6 16 0,-1 7 27 0,1-7 11 16,2 6 14-16,-2-6-6 0,7 7 18 0,-7-7-23 16,13 6 12-16,-2-5-23 0,-1 1 0 0,4-1-9 0,-2-1 3 15,3-1-5-15,2-1-20 0,2 0-22 16,0-1-17-16,4-3-14 0,1-2-8 0,6-1 11 16,6-6-39-16,-2 0 17 0,3-4-33 0,2-3 18 15,-1-2-3-15,5-5-12 0,1-2-1 0,-3-1-13 0,0-1-19 16,-2-2-11-16,-1 0-25 0,-6 5-18 15,0-1-49-15,-2 0-31 0,0 2-39 0,-3 3-58 16,-1 1-62-16,-6 4-64 0,-2 3-91 16,-4 5-167-16,-6 2-270 0,-3 2-466 0</inkml:trace>
  <inkml:trace contextRef="#ctx0" brushRef="#br0" timeOffset="18067.83">12852 6520 253 0,'8'-18'587'0,"-1"-3"-171"0,-2-3-71 0,3-5-95 0,-3-3-12 0,-1-1-36 0,-3-3-33 0,-1-1-19 0,0-1-11 0,-5-7-25 0,0-3-28 15,-5 1 17-15,-2-1-9 0,-6-5 8 0,-1 3-16 16,-6 0-4-16,-3 4-29 0,-6 2-5 0,-5 5-15 16,-7 4 22-16,-8 5 11 0,-6 4 2 0,-8 5-7 15,-7 8-8-15,-8 5-6 0,-8 7-13 0,-9 7 0 16,-28 10-6-16,-4 10-2 0,-3 7 13 0,0 8 42 15,-3 8 7-15,1 11 37 0,0 10-17 0,7 8 7 16,9 7-21-16,13 3 5 0,11 2-21 0,19 1-14 16,17 1 8-16,19 3-23 0,21-14-11 0,19 1-4 15,13-1-4-15,24 11-8 0,15-4-4 0,12-8 14 0,10-6-19 16,11-9 14-16,9-8-5 0,8-9-6 16,4-10-1-16,5-10 1 0,-16-13-8 0,3-6 4 15,0-8 19-15,6-5 33 0,17-11-1 0,-5-6 22 0,-4-8-16 16,-7-6 9-16,-4-7-34 0,-7-4 16 0,-4-9-22 15,-4-2-9-15,-6-5 4 0,-1-2-13 16,-7-7 14-16,-6-3-13 0,-4-2-7 0,-9-2-7 16,-14 10 2-16,-5 1-29 0,-8 0-16 0,-6 2-7 0,-7 1-9 15,-10 10-26-15,-8 4-26 0,-8-7-20 0,-11 6-21 16,-5 5-40-16,-10 7-43 0,-12 6-74 0,-7 7-48 16,-9 6-96-16,-5 9-121 0,-5 4-479 0,-3 6-663 15</inkml:trace>
  <inkml:trace contextRef="#ctx0" brushRef="#br0" timeOffset="18971.84">9355 9293 108 0,'-16'-10'649'0,"-2"-2"-167"0,-4 2-107 0,0-5-80 0,-2 0-59 0,-3 1-44 0,-5-4-40 0,-2-1-27 0,-2 0 7 0,-2-2-8 0,-2 0-23 0,-1-1-13 0,-11-3 6 0,-2-1-12 0,0 2-9 0,-3 1-2 16,-3 1-6-16,-3 3-14 0,-1 3-16 0,-6 1 4 15,-3 4-19-15,-1 4 9 0,-7 4-12 0,0 4 8 0,-4 2-6 16,1 6-5-16,-6 5 49 0,1 3 2 15,-18 10 19-15,-2 4 28 0,4 7 6 0,3 5-19 16,4 5 8-16,4 6-10 0,7 5-18 0,8 2-14 16,10 4 8-16,6-1-13 0,19-7-12 0,8 1 8 0,9 3-15 15,9-2-11-15,13-8-7 0,12 0 11 0,13 7-17 16,15-4 7-16,13-4-18 0,11-6 4 0,21 4-6 16,-3-14 2-16,4-7 10 0,27-2-11 0,-12-11 11 15,6-6-13-15,7-7 15 0,19-6-19 0,-3-8 28 16,0-3-12-16,1-6 13 0,-1-4-14 0,-4-2 8 15,-1-5 8-15,-5 0-7 0,-9-3-6 0,-4-2-16 16,-7-5 13-16,-8 0-7 0,-8-6 9 0,-16 6-15 16,-7-7-2-16,-5 2 1 0,-6-5 14 0,-8-1-13 15,-6-2 5-15,-8 1 9 0,-8 0-4 0,-7 7-15 16,-8 0 13-16,-8-3-20 0,-3 5 10 0,-12-9-1 16,-4 3-3-16,-9 3 3 0,-5 4-1 0,-9 7-2 15,-4 4 2-15,-7 9-12 0,-9 7-18 0,0 7-44 16,-8 10-84-16,-5 8-100 0,-7 9-126 0,-18 13-131 15,-5 5-696-15,2 6-824 0</inkml:trace>
  <inkml:trace contextRef="#ctx0" brushRef="#br0" timeOffset="35992.22">17762 4930 111 0,'59'-19'539'0,"-4"-1"-138"0,-12 0-97 0,-1-1-45 0,-3-1-17 0,-5-1-10 0,-2-2 6 0,-4-2 22 0,-2 1-10 15,-4-3-26-15,-3-1-23 0,-3-4-7 0,-5 5-9 0,-5-3-23 0,-3-2-9 0,-5 0 8 0,-7-6-32 0,-6 0-18 0,-4 1-26 0,-11-5 7 0,-7 1-21 16,-9 5-9-16,-10 3-16 0,-8 5-4 0,-9 6-12 0,-8 5 2 0,-9 8-10 0,-2 6 16 0,-4 6-7 16,-6 8 0-16,-19 10 24 0,4 6-14 0,7 8-2 0,6 6 2 0,10 6 5 0,11 8-11 0,12 4 15 0,20-1-12 0,10 4 17 0,9 3-10 0,10 4-3 0,14 2-10 0,8-1 43 0,11-1-48 0,10-2 6 0,9-1-7 15,8-4-4-15,9-5 1 0,4-4-2 0,11-10 0 0,4-2-4 0,8-8 43 0,5-6-59 0,6-4 52 0,1-7-56 0,3-4 48 0,-1-5-56 0,0-6 9 0,-1-3-9 0,-4-8 3 0,0-4 7 0,-5-3 10 16,-5-5 11-16,-6-5 51 0,-7-4-63 0,-7-4 42 0,-8-6-10 0,-8-3-9 0,-10-5-13 0,-7-3-8 0,-12 6-6 0,-9-3-52 0,-12-9 50 0,-14 4-43 0,-9 0 41 15,-13 3-55-15,-24-5 32 0,-14 7-22 0,-14 5-40 0,-10 9-49 0,-9 4-86 0,-7 11-55 0,-5 8-114 0,-3 8-75 0,5 10-150 0,3 9-552 0,8 5-782 0</inkml:trace>
  <inkml:trace contextRef="#ctx0" brushRef="#br0" timeOffset="40216.5">22695 10646 379 0,'27'1'296'0,"-2"1"-73"0,2 0-45 0,1-1-37 0,-2 1-33 0,-2 1-14 0,3-2 6 0,-5 1 4 0,1-2 10 0,-3-1 9 0,2-1 27 0,-2-1-6 0,-3-2-13 0,2-3-13 0,-1 0-2 0,-4-3-10 0,-5 0-41 16,-1-4 12-16,-4-2-42 0,-6-2 21 0,-5-7-34 16,-9-8 8-16,-8-2-14 0,-14-9 42 0,-11 0-21 15,-11 0 45-15,-15-6-1 0,-8 2 22 16,10 14 18-16,-4 4 0 0,0 6 5 0,-6 6-15 15,-1 8 8-15,-3 7-12 0,-1 8-7 0,0 9-15 16,-2 8 13-16,-11 13-7 0,4 9 24 0,7 6-7 0,8 4-14 16,6 5-8-16,11 5 10 0,18-7-8 0,5 4-24 15,10 1-15-15,10 5-7 0,7-3-6 16,8 0-4-16,10-9 37 0,6 9 26 0,10-4 4 0,6-5-29 16,9-4-3-16,4-3-23 0,9-6-10 0,3-2 6 15,8-4 26-15,4-2 0 0,2-6 3 0,3-1-6 16,-1-7-6-16,-1-4-10 0,2-3 18 0,-12-7-38 15,0-3-9-15,2-7-4 0,-1 0 23 0,8-11-35 16,-1-3-13-16,-2-6-27 0,-2-8 8 0,-3-3-3 16,-1-6-30-16,-5-6-17 0,-4-2 7 0,-9-6-3 15,-9-6 19-15,-11 1 11 0,-11-6-5 0,-11-3-3 16,-13-2-4-16,-18-18-38 0,-13 2-1 0,-9 6-31 16,-10 2 0-16,-1 9-2 0,-4 6-3 0,-3 10-29 15,9 17-47-15,-3 8-55 0,0 7-84 0,-2 9-94 16,-2 8-166-16,9 5-275 0,-7 4-443 0</inkml:trace>
  <inkml:trace contextRef="#ctx0" brushRef="#br0" timeOffset="42096.53">10981 11334 42 0,'-13'-6'692'0,"8"1"-189"0,1-2-114 0,-1 1-70 0,1 0-38 0,-1 0-33 0,5 6-23 0,-5-9-16 0,5 9-18 16,-8-7-12-16,8 7-44 0,-3-7-7 0,3 7-41 15,0 0 45-15,0 0-12 0,0 0 11 0,-9 6-17 16,9-6 15-16,0 12-30 0,1-4 18 0,0-1 2 16,4 1-21-16,-1 0 0 0,6-2-11 0,0-1-12 15,6-1-8-15,4-4-6 0,12-7-6 0,13-4-10 16,15-16-19-16,10-7 3 0,22-19-22 0,8-11 11 16,10-8-12-16,8-6 7 0,39-23-2 0,0-4-54 15,0-3-56-15,2-1-74 0,-5 0-103 0,2 2-107 16,-31 22-212-16,1 2-572 0,-6 1-781 0</inkml:trace>
  <inkml:trace contextRef="#ctx0" brushRef="#br0" timeOffset="84878.6">11005 13497 389 0,'0'-11'604'0,"1"2"-154"15,-1 1-53-15,0 8-96 0,2-11-39 0,-2 11-61 0,0-9 14 0,0 9-3 0,0-9 3 0,0 9 6 0,1-8-4 0,-1 8-14 0,0 0-17 0,1-9-8 0,-1 9-17 0,0-7-17 16,0 7-14-16,9-9-20 0,-2 2-7 0,4-4-13 0,3-2-11 16,9-4-10-16,5-5-7 0,4 0-1 15,4-2-15-15,11-6-3 0,1 1-3 0,5-5-16 16,3 0 1-16,3-3-5 0,4-1-2 0,1-2-10 15,15-11-7-15,2 0-45 0,-1-2-50 0,3-2-53 0,0-2-65 16,0-4-59-16,-3 1-66 0,-3 2-74 0,-2-2-92 16,-17 9-579-16,-1 3-701 0</inkml:trace>
  <inkml:trace contextRef="#ctx0" brushRef="#br0" timeOffset="88108.41">12435 13227 837 0,'0'-9'665'0,"0"2"-92"0,0 0-128 0,0 7-102 0,-1-11-70 0,1 11-26 0,0 0-21 0,0 0 4 0,0 0-1 15,0 0-35-15,3 12-4 0,-2-2-21 0,0 2-4 16,2 2-28-16,-2 3-27 0,5 1-20 16,-3 2-15-16,2 2-13 0,0 1-9 0,0 1-11 15,3 0-5-15,-2 2 10 0,3 3-6 0,-1-2-13 0,0 0-2 16,0-2-5-16,0 2-6 0,0-5 1 0,-1 1-7 16,0 0 2-16,1-2-4 0,-2-1-4 15,-1 0 4-15,2-3-5 0,-1-1-7 0,-1-3-49 0,-1-1-82 16,0-1-113-16,0-3-127 0,0 0-146 0,-4-8-251 15,9 4-324-15,-9-4-715 0</inkml:trace>
  <inkml:trace contextRef="#ctx0" brushRef="#br0" timeOffset="88357.88">12783 13586 1230 0,'-12'4'916'0,"12"-4"-199"16,-7 3-150-16,7-3-111 0,0 0-90 0,0 0-81 16,0 0-51-16,0 0-30 0,0 0-19 0,15-2-42 15,-2 1-17-15,3-2-32 0,9-2-7 0,0 2-28 16,8-4-3-16,5 0-15 0,6-1-1 0,1-2-11 16,2 0-5-16,2-1-2 0,-2-1-6 0,-1-1-3 15,-1-1 2-15,-4 2-17 0,-3 0 7 0,-6 1-35 0,-4 2-50 16,-5-1-67-16,-5 2-85 0,-3 1-105 15,-3-1-67-15,-3 1-81 0,-3 1-128 0,-6 6-515 16,2-10-743-16</inkml:trace>
  <inkml:trace contextRef="#ctx0" brushRef="#br0" timeOffset="89991.49">13887 13251 190 0,'5'-9'503'0,"-3"2"-104"0,1-2-41 0,1 0-47 0,-3 0-1 0,2 0-11 0,-2 1-25 0,2 0-2 0,-3 1-20 0,1-1-31 0,-1 2-10 16,0 6-19-16,0-12-27 0,0 12-4 16,-4-7 4-16,4 7-10 0,0 0 18 0,-14 7-4 0,4 2-22 15,0 7-13-15,-3 2-6 0,1 7-21 0,2 2-21 16,-1 3 9-16,3 2 4 0,2 0-26 0,2 2 8 16,2-2-26-16,4 1 14 0,2-2-24 15,2 0 46-15,3-3-29 0,5-1 44 0,0-2-24 0,4-4 19 16,1-1-46-16,0-4 51 0,2-3-14 0,-1-4 13 15,3-3-49-15,1-3-4 0,-2-3 20 0,3-3-41 16,0-4 20-16,1-3-37 0,-1-3 27 0,-2-5-37 16,-1-1 27-16,-3-3-1 0,0-3-9 0,-6-1-1 15,-2-3-9-15,0-2-27 0,-5 0 37 0,-2 1-37 16,-4 2 33-16,-1 1-31 0,-6-4 30 0,0 4-30 16,-5 1 28-16,-3 3-27 0,-4 3 26 0,-4 3-28 15,-3 3 29-15,-1 5-31 0,0 5 25 0,-2 2-47 16,0 4 9-16,-5 4-60 0,4 4-10 0,0 4-64 15,5 2-49-15,3 3-55 0,4 3-101 0,7 2-97 16,3-2-80-16,7-3-113 0,3 0-669 0,5 3-930 16</inkml:trace>
  <inkml:trace contextRef="#ctx0" brushRef="#br0" timeOffset="90174.35">14356 13450 906 0,'12'-9'888'0,"-3"2"-140"15,-3 1-140-15,1 0-98 0,1 2-71 0,-4-2-50 0,1 2-58 16,-5 4-46-16,5-8-72 0,-5 8-23 0,7-9-64 16,-7 9-4-16,2-7-94 0,-2 7-62 0,3-6-74 15,-3 6-100-15,0 0-122 0,0 0-97 0,0 0-125 16,0 0-163-16,0 0-349 0,4 6-680 0</inkml:trace>
  <inkml:trace contextRef="#ctx0" brushRef="#br0" timeOffset="90656.02">14591 13192 553 0,'7'-13'751'0,"0"0"-124"0,-3 2-76 0,1 0-52 15,0 0-24-15,3 1-28 0,1-1-50 0,0 3-71 16,0-2-34-16,0 6-31 0,4-3-66 0,-2 2 3 16,2 2-49-16,1 2 1 0,1 1-57 0,1 1 9 15,0 3-49-15,0 1 17 0,-1 1-46 0,-2 1 24 0,0 4-34 16,-2-1 22-16,-2 1-9 0,-4 3 14 15,0 0 0-15,-2 1-8 0,-6 2-2 0,-1 0-1 16,-3 3-4-16,-4-1-6 0,-4 4-4 0,0-3-5 16,-2-1 1-16,2-4-4 0,0-1 3 0,2 0-2 0,-1-3 7 15,3-1-3-15,1-1 0 0,0-2 0 16,5 0 0-16,-3 0-1 0,3-3 1 0,0 1 2 16,5-5-5-16,-9 5-6 0,9-5 1 0,0 0-2 15,0 0-3-15,17-1 0 0,-6 0 0 0,2 0 1 0,2 1-2 16,0 0 1-16,2 1-2 0,0-1-2 0,-1 2 1 15,2 1 4-15,-2-1-3 0,-2 0 0 0,-1 1 1 16,-1-1-6-16,-2 2 5 0,1-1 1 0,-1 2 1 16,-2 0 5-16,-3 1-6 0,0 0 0 0,-4 1 0 15,2-1 2-15,-5 2 0 0,1 1 2 0,-3-1 0 16,-1 2-2-16,-4 1-1 0,0-1-29 0,0 0 36 16,0 1-30-16,-2 0 32 0,-1-2-28 0,2 1 30 15,-3 0-27-15,3-2 30 0,-3-1-28 0,3 0 29 16,-1-1-28-16,2-2 32 0,-3 0-31 0,1-1 31 15,-1-2-30-15,12-1 31 0,-18-1-34 0,9-2 32 16,-1 0-34-16,1 0-4 0,5-2-69 0,-1 0-44 16,3-2-68-16,-1 1-99 0,3-1-99 0,4-2-109 15,0 0-61-15,1-1-165 0,3-2-448 0,1 1-792 16</inkml:trace>
  <inkml:trace contextRef="#ctx0" brushRef="#br0" timeOffset="91023.26">15147 13239 384 0,'8'-11'770'16,"-3"2"-146"-16,-1 1-76 0,0 1-79 0,-2 0-31 0,-1 1-15 0,-1 6-64 0,3-11-37 0,-3 11-55 0,-1-9-50 0,1 9-32 0,-5-7-24 0,5 7-18 0,0 0-35 0,-17 1-6 16,9 2-30-16,1 2-9 0,-3 1-23 0,1 1 0 15,-2 4-9-15,2-3-4 0,0 4-4 16,2-1-5-16,0 1-7 0,2 0-1 0,0-1 0 0,3 1-5 15,-1-3-2-15,4 3 8 0,3-2-4 0,1 0-7 16,2 0 5-16,2-2 3 0,3 1-4 16,0-2 4-16,1 1-14 0,1-1 16 0,-1 0-11 15,2-2 16-15,-2 2-16 0,1-1 19 0,-3 0-3 0,3 1 19 16,-2 0-3-16,-2 1-6 0,-1-1 12 0,0-1-2 16,-3 1-1-16,1 1 11 0,-2-2-33 0,-1 3 30 15,-2-2-37-15,-2 1 30 0,0-1-34 0,-4 1 25 16,-1 0-29-16,0-2 28 0,-3 3-29 0,-3-2 22 15,-2-1-30-15,0 0 23 0,-1 0-39 0,0-1-5 16,0-1-77-16,1-1-45 0,-1 0-61 0,3-2-109 16,-1-1-95-16,12 0-83 0,-20-1-108 0,11-2-640 15,0-1-859-15</inkml:trace>
  <inkml:trace contextRef="#ctx0" brushRef="#br0" timeOffset="91173.2">15118 13278 744 0,'11'-17'717'0,"2"1"-140"0,5-1-98 15,1 0-34-15,3 0-43 0,3 1-12 0,7-1-51 16,2-1-33-16,0 1-61 0,3 0-47 0,5 1-39 16,2 1-30-16,1 2-29 0,0-2-14 0,2 1-24 15,-1 2-14-15,-3-1-70 0,0-2-163 0,-4 1-187 16,-3 0-210-16,-4-3-772 0,-7 1-956 0</inkml:trace>
  <inkml:trace contextRef="#ctx0" brushRef="#br0" timeOffset="102281.44">10109 6095 134 0,'0'0'326'0,"0"0"-80"0,0-6-46 0,0 6-30 0,0 0-17 0,1-6-29 0,-1 6-20 0,0 0-20 0,0 0-14 0,3-6-11 0,-3 6-16 0,0 0-4 0,0 0-11 0,0 0-4 0,0 0-9 0,0 0-10 15,0 0-9-15,0 0-11 0,0 0-10 0,-9 6 0 16,9-6-17-16,-10 10-4 0,4-6-20 0,-1 2-2 16,3-2-20-16,-5 1 4 0,4-1-18 0,0-1-6 15,5-3-68-15,-9 6-129 0,9-6 236 0</inkml:trace>
  <inkml:trace contextRef="#ctx0" brushRef="#br0" timeOffset="125279.08">11608 11543 132 0,'0'0'639'0,"0"0"-140"0,-2 5-93 0,2-5-56 0,0 0-40 0,0 0-43 0,0 0-6 0,0 0-41 0,0 0-15 0,-3 6-38 0,3-6-9 16,0 0-42-16,0 0 7 0,0 0-29 0,0 0 14 15,0 0-16-15,0 0 25 0,0 0-9 0,0 0 42 16,0 0 17-16,0 0 18 0,3 7-5 16,-3-7-14-16,0 0-10 0,15-4-11 0,-7 1-16 0,1-1-26 15,5-3-17-15,-1-1-16 0,3-4-12 0,2 1-13 16,1-2-5-16,4-2-8 0,-1-2-10 0,7-3-3 15,2-2-7-15,2-1 0 0,2-1-8 0,2-3 11 16,0 2-50-16,0 0-24 0,7-6-55 0,-9 5-87 0,2-1-55 16,-3 2-61-16,-4 1-81 0,0 1-77 0,-6 4-168 15,-5 2-509-15,0 4-765 0</inkml:trace>
  <inkml:trace contextRef="#ctx0" brushRef="#br0" timeOffset="134652.87">18111 4592 52 0,'0'0'400'0,"0"0"-105"0,0 0-64 0,0 0-20 0,0 0-22 0,4-4 1 0,-4 4-20 0,0 0 5 16,2-9-22-16,-2 9 9 0,5-8-53 0,-5 8 28 0,4-12-32 0,-4 5 25 0,3 0-45 0,-2-2 15 0,0-2-34 0,-1 2 22 0,0-2-24 0,0-1 15 0,-2 0-25 15,-1-4 2-15,-3 0-1 0,-2-3 11 0,-1 0 6 16,-5-4-1-16,0-2-3 0,-5-4 0 0,-3 0 20 15,-3-1 22-15,-1-1 2 0,-2 1 3 16,-2 1-15-16,1 2-10 0,-1-1 1 0,0 4-6 0,2 0-6 16,-3 2-4-16,3 3-10 0,1 5-10 15,2 2-11-15,2 2-2 0,-4 4-2 0,3 4 15 0,-6 2 2 16,-8 5 14-16,-3 5-7 0,-1 1-12 0,-3 6 2 16,-6 6 4-16,-1 3-10 0,1 3 26 0,1 2-42 0,-1 3 29 15,1 0-21-15,2 1-20 0,1-1-9 0,4 3-2 16,1-2 5-16,1 1 0 0,4 0-2 15,-1 1-1-15,9-4-1 0,0-2-2 0,2 3 6 0,1-2-4 16,2 3 1-16,2-3 0 0,2 3 16 0,2 0 11 16,5 0 2-16,2 1-7 0,2-3-7 15,5 0 0-15,3 1 0 0,3 0-4 0,2 1 7 16,6 4-27-16,4-1 21 0,3 0-15 0,2 0 37 0,4-2-16 16,5-1 35-16,7 3-3 0,2-3 9 15,4 0 6-15,1-6-11 0,1 0 0 0,6-2 18 0,-7-6-5 16,9 2-10-16,-5-6-12 0,3-1-3 0,0-2-16 15,0-2-5-15,2-4-6 0,4-2 0 0,-5-1-5 16,2-4 0-16,2-2 6 0,-4-5 5 0,6-1 3 16,-1-4-5-16,8-4-6 0,-2-3-5 15,2-7-31-15,-2 0 53 0,-1-3-29 0,0-1 25 0,-5-5 3 16,-4-2-9-16,-1-2-1 0,-6-4 6 0,-4 0 9 16,-4-5-8-16,-6-2-5 0,-6-2 1 0,-9 8-8 15,-4-5 14-15,-4 0-8 0,-6-2-9 0,-6 0-32 16,-9-7 25-16,-5 0-1 0,-5 2 34 0,-4 2-56 15,-6 4 36-15,0 2-61 0,-4 5 0 0,2 6-105 0,3 9-30 16,-2 4-126-16,-1 3-29 16,-2 5-100-16,-4 3-88 0,-2 6-71 0,2 4-66 15,-6 4-159-15,-5 1-376 0,1 3-795 0</inkml:trace>
  <inkml:trace contextRef="#ctx0" brushRef="#br0" timeOffset="136743.62">21900 8949 462 0,'4'5'663'0,"-4"-5"-168"0,1 10-111 0,-1-10-80 0,3 7-72 0,-3-7-48 0,2 9-35 0,-2-9-31 0,2 6-41 0,-2-6-77 0,0 0-60 0,2 8-59 0,-2-8-75 0,0 0-85 0,-5 7-488 0,5-7-281 0</inkml:trace>
  <inkml:trace contextRef="#ctx0" brushRef="#br0" timeOffset="138067.65">13774 11392 479 0,'-7'-19'695'0,"2"5"-117"16,0 1-84-16,0-1-108 0,1 5-64 0,0-1-38 16,0 2-40-16,2 2-8 0,2 6-7 15,-3-9-18-15,3 9-7 0,0 0-2 0,8 4-11 0,-2 2-8 16,0 4-16-16,2 3 2 0,3 4-16 15,0 3-4-15,-1 5-4 0,1 1 7 0,0 3-55 16,-3 2 42-16,-1 0-47 0,-1 1 15 0,0 1-40 0,-3-2 28 16,0 3-48-16,-2-2 24 0,-1-3-40 0,-1-1 20 15,0 5-36-15,-2-2 24 0,-1 1-55 0,-1-6-4 16,3-1-87-16,-1-2-81 0,-1-4-78 0,3-1-132 16,0-3-107-16,0-1-136 0,2-3-814 0,0-2-1072 15</inkml:trace>
  <inkml:trace contextRef="#ctx0" brushRef="#br0" timeOffset="138300.63">14044 11761 1041 0,'0'0'905'0,"7"-7"-137"0,-7 7-153 0,3-7-92 0,-3 7-50 0,9-9-90 0,-1 3-15 0,5-4-44 0,4 2 15 0,4-1-46 0,9-4-26 0,7-2-28 0,5 0-22 15,4 0-35-15,4 0-32 0,6-2-29 0,5 1-23 16,-1 2-18-16,-10 1-14 0,-2 2-20 0,-4 1-8 16,-3 1-12-16,-9 1-37 0,-5 3-71 0,-4 1-80 15,-3-1-73-15,-3 1-65 0,-2 0-77 0,-3 1-113 0,-3-1-89 16,-9 4-51-16,11-4-122 0,-11 4-493 0,0 0-853 16</inkml:trace>
  <inkml:trace contextRef="#ctx0" brushRef="#br0" timeOffset="138801.39">15162 11321 684 0,'-1'-8'770'0,"0"3"-110"0,-3 0-108 16,4 5-89-16,-3-11-70 0,3 11-39 0,-2-7-48 0,2 7-30 16,0 0-42-16,0 0-39 0,-9 1-14 0,5 5-23 15,-1 3-34-15,1 2-22 0,1 3-6 16,-1 3-16-16,1 1-13 0,3 1-20 0,0 2 17 0,0 1-26 16,3 3 43-16,1-2-34 0,-1-1 21 0,2 0-39 15,2-2 24-15,-1-1 8 0,0-2 34 16,2-1-38-16,1-3 82 0,0-2-35 0,4-1 6 0,0-3-43 15,3-2 10-15,2-2-42 0,1-2 22 0,1-3-39 16,4-1 20-16,-1-4-36 0,2 0 10 0,0-6-70 16,-1 0-22-16,-1-3-88 0,-1 0-52 0,-2-2-41 15,-1-2-67-15,-2 1-48 0,-6 1-67 16,0-1-27-16,-1 1-46 0,-4-1-38 0,-3 3-58 0,-2-1-301 16,-1 3-481-16</inkml:trace>
  <inkml:trace contextRef="#ctx0" brushRef="#br0" timeOffset="138969.06">15441 11269 453 0,'-11'-4'497'0,"3"2"-44"15,8 2-75-15,-13 2-7 0,7 2-6 0,1 2-35 16,1 2 15-16,1 2 8 0,1 3 15 0,0 3-34 16,1 1-48-16,4 2-50 0,-1 2-27 0,0 2-17 15,1 1-19-15,2 1-48 0,-1 2-4 0,1-3-17 16,2 6 3-16,-2-5-41 0,-1 0 8 0,2 0-37 0,-1-2 14 16,-1 1-39-16,1-1-8 0,-1-2-53 15,1-2-38-15,-1-3-32 0,0 1-62 0,1-3-63 16,-1 0-69-16,0-3-60 0,-1-3-61 0,3-2-112 15,-1-1-615-15,-5-5-775 0</inkml:trace>
  <inkml:trace contextRef="#ctx0" brushRef="#br0" timeOffset="139306.73">15765 11394 489 0,'0'0'830'0,"2"-8"-156"0,-2 8-94 0,0 0-110 15,4-8-39-15,-4 8-43 0,0 0-19 0,0 0-69 16,0 0-41-16,0 0-44 0,0 0-29 0,-2 11-34 16,2-11-29-16,0 13-27 0,0-5-13 15,2 2-18-15,-1 0 7 0,2 0-29 0,-1 1 9 0,3-1 1 16,-1 1 25-16,3-3-24 0,-1 1 27 0,3-2-40 16,0-1 20-16,0-1-39 0,2-2 24 0,1-3-40 15,-2 1 29-15,5-3-32 0,-4-2-4 16,0-2 2-16,2 0 3 0,-3-3-3 0,0 1-6 0,-1-2 5 15,-5 1 5-15,1-1-4 0,-2 0-6 16,-2-2 30-16,-1 2-31 0,-4-1 27 0,-1 3-34 0,0-1 38 16,-3 4-39-16,-3-1 25 0,-1 1-30 0,0 2 30 15,-1 3-33-15,0 1 3 0,-2 3-85 0,0 3-41 16,0 0-74-16,1 6-116 0,1-1-96 0,3-1-110 16,4 3-182-16,-2-3-494 0,5 1-825 0</inkml:trace>
  <inkml:trace contextRef="#ctx0" brushRef="#br0" timeOffset="139533.09">16301 11283 1369 0,'14'-4'839'0,"-3"1"-164"0,-11 3-81 16,17 3-83-16,-9 1 1 0,1 1-81 0,-4 2 10 15,0 3-52-15,-2 1-42 0,-1 4-55 0,1 2-53 0,-2 3-51 16,-1 2-35-16,-2 6-26 0,0-2-1 15,0 6-54-15,-1 1 16 0,-1 0-49 0,-1-2 21 16,0 2-47-16,0-2-18 0,1-2-103 0,-1-3-87 0,1-1-105 16,-1-2-62-16,-2-2-116 0,0-2-92 0,3-3-59 15,-3-3-78-15,0-4-608 0,0-4-920 0</inkml:trace>
  <inkml:trace contextRef="#ctx0" brushRef="#br0" timeOffset="139683.56">16152 11420 201 0,'-7'-31'727'0,"0"3"-89"0,2 6-108 0,-1 1-60 0,3 4-39 16,-1 2-61-16,1 1-46 0,1 3-48 0,-2 0-48 16,0 1-44-16,3 2-45 0,1 8-25 0,-3-11-22 15,3 11-19-15,0 0-14 0,0 0 2 0,0 0-35 16,8 6-62-16,-4-1-167 0,1 2-168 0,-1 1-258 16,-1 0-534-16,1 2-777 0</inkml:trace>
  <inkml:trace contextRef="#ctx0" brushRef="#br0" timeOffset="139866.16">16595 11657 1549 0,'-1'-10'1019'0,"1"10"-237"0,0 0-94 0,0 0-142 16,0 0-51-16,0 0-80 0,0 0-48 15,0 0-92-15,0 0-37 0,-4-6-78 0,4 6-16 16,0 0-82-16,0 0-33 0,0 0-138 0,12 1-117 15,-12-1-153-15,0 0-211 0,11 1-214 0,-11-1-675 0,0 0-1102 16</inkml:trace>
  <inkml:trace contextRef="#ctx0" brushRef="#br0" timeOffset="140367.87">17436 11476 600 0,'0'0'827'0,"0"0"-171"0,-11 2-104 0,11-2-59 0,0 0-10 0,0 0-41 0,-12 1-55 0,12-1-66 0,0 0-52 0,0 0-49 0,0 0-36 0,6-8-34 0,2 5-26 0,4 0-28 0,-1-1-16 0,7 0-16 0,-1 0-14 16,6-2-13-16,1 1-6 0,2-1-3 0,4-1-8 16,5 0-4-16,0 0-4 0,8-1-7 0,0 2 5 15,-1-1-43-15,-7 0-17 0,-1 2-55 0,-8 1-75 16,-1-1-61-16,-7 3-115 0,-2 0-51 0,-16 2-21 15,17 3-86-15,-17-3-81 0,1 6-419 0,-8 0-619 16</inkml:trace>
  <inkml:trace contextRef="#ctx0" brushRef="#br0" timeOffset="140502.1">17459 11659 117 0,'-15'10'838'0,"1"-2"-141"16,5-2-119-16,4-1-104 0,5-5-59 0,-2 6-49 15,2-6-33-15,13 3-49 0,1-3-42 0,4 0-54 16,3-1-37-16,5-1-28 0,1 0-18 0,1-2-27 15,7 0-6-15,-1-1-38 0,1-2-24 0,-2 1-93 16,0-2-135-16,-3-2-140 0,-2 1-186 0,-3-2-687 16,-7-1-839-16</inkml:trace>
  <inkml:trace contextRef="#ctx0" brushRef="#br0" timeOffset="141464.48">14075 11523 113 0,'0'0'211'0,"-14"-2"-43"0,14 2-45 0,-13-3 0 0,13 3-20 0,-10-2-3 0,10 2-17 0,-8-4 20 0,8 4-7 0,-4-5-9 0,4 5 1 0,-1-9 12 0,1 9 0 0,1-11 3 0,-1 11 4 16,2-12 16-16,-2 12-1 0,2-14 19 0,-2 14 2 15,0-13 9-15,0 13-11 0,-1-10 2 0,1 10-4 16,-3-12 0-16,-1 7-15 0,4 5 1 0,-7-8-3 15,7 8-1-15,-13-5-12 0,13 5 26 0,-18 4-5 16,5-1 14-16,1 4 3 0,-5 6 18 0,2 0-51 16,-3 5 28-16,1 2-22 0,3 2-10 15,1 0-5-15,3 0-11 0,4-1 6 0,1 2-7 0,1-2-7 16,1-3 2-16,4 0-7 0,3 0 14 0,0-2-19 16,3-1 25-16,2-2-9 0,2-3 1 0,1 1-15 15,4-5-15-15,0 0-12 0,1-4-6 0,0-1-9 16,2-2-8-16,-1-3-7 0,-1-2-27 0,0-2 26 15,0-2-31-15,0-2 33 0,-4-2-35 0,-1 0 35 16,-1-4-35-16,-4 1 27 0,0-2-26 0,-3 2 0 16,-1 0 21-16,-3 1-22 0,0 1 9 0,-5-1-5 15,1 2 1-15,-1 1-1 0,-2 1 1 0,-1 1 1 16,-2 3 0-16,-2-1 4 0,1 3-4 0,-1 3 2 16,-1-1-5-16,-1 4-3 0,1 0-29 0,2 4-34 15,-2 0-27-15,2 1-61 0,1 4-72 0,2-1-82 16,3 2-86-16,1-1-82 0,1 1-157 0,3-2-530 15,3 1-783-15</inkml:trace>
  <inkml:trace contextRef="#ctx0" brushRef="#br0" timeOffset="141781.6">14235 11392 205 0,'0'0'770'0,"-3"-7"-159"0,3 7-104 0,0 0-56 0,0 0-57 0,-14 0-5 0,8 5-32 0,-1 2-6 0,-2 1-37 0,3 5-56 0,0-1-46 0,-1 2-33 16,3 2-27-16,1 0-11 0,2 1-39 0,1 0-6 16,2-1 1-16,1 0 21 0,3-1-27 0,-1 0 25 15,1-1-32-15,3-3 36 0,0-1-33 0,0-2 29 16,0-2-46-16,1-2 17 0,0-3-41 0,1-2 21 16,0-1-40-16,-1-3 31 0,1-2-43 0,0-1-4 15,-3-2-2-15,0-1 4 0,-2-1-6 0,-1-1-1 16,-4 1-6-16,0 0 4 0,-2-1-7 0,0 1 2 15,-4 0-2-15,-3-1-5 0,-1 3-20 0,-1 1-28 16,-4 1-43-16,-1 3-30 0,-3 1-37 0,0 3-51 16,0 1-76-16,-1 2-74 0,-2 4-87 0,2 1-89 15,0 4-191-15,4-2-407 0,-2 3-754 0</inkml:trace>
  <inkml:trace contextRef="#ctx0" brushRef="#br0" timeOffset="142942.82">18793 11023 384 0,'0'-11'758'0,"-3"3"-162"0,0 0-74 0,3 8-84 0,-6-6-21 0,6 6-12 0,-16 5-6 16,5 5-38-16,-3 4-77 0,-5 7 4 0,-1 6-67 0,-3 6-14 0,2 2-34 0,3 2-14 0,0 2-6 0,3 3-12 0,4-1-5 0,4 2 33 0,3-5-55 0,4-2 39 0,2-1-14 0,2-2 24 0,5-1-51 0,1-4 7 0,2-2-47 0,0-3 10 0,4-6-40 0,-2-3 18 0,4-4-38 0,2-2 24 0,-4-3-39 15,3-4 24-15,-3-3-30 0,4-2 24 0,-1-4-31 0,-1 1 29 16,-2-5-34-16,0-1 6 0,-2-2-2 0,-4 0 3 15,-2-2 2-15,-2 2-3 0,-3-2 1 0,-3 4-1 16,-1 0 0-16,-4-1-3 0,-1 1 0 0,-3 1-2 16,-5 1 4-16,1 4-2 0,-1 0-3 0,-1 2-10 15,-3 3-38-15,5 2-43 0,-2 1-39 0,-1 5-42 16,1-1-40-16,4 4-34 0,-1 0-85 16,1 2-52-16,4 1-72 0,3-1-40 15,3 1-106-15,1-1-655 0,5-2-876 0</inkml:trace>
  <inkml:trace contextRef="#ctx0" brushRef="#br0" timeOffset="143252.04">19071 11377 553 0,'9'-15'728'0,"-2"2"-133"0,-3 3-65 0,-4 0-71 0,1 3-29 16,-2-1-5-16,1 8-36 0,-6-8-49 0,6 8-46 16,-13 0 18-16,1 4-51 0,2 2-2 0,-4 3-78 15,3 5-34-15,0 1-17 0,1 4 15 0,1 3-8 16,2 0-2-16,3 0-55 0,1 0 11 0,3 0-45 15,4-1 21-15,0 2-29 0,2-3 36 0,-1 0-37 16,4-4 27-16,0-2-33 0,2-1 25 0,0-4-42 0,0-2 22 16,1-1-28-16,1-3 22 0,-2-1-28 0,1-3 20 15,-1-2-26-15,0-1 28 0,1-2-32 16,-3-3 25-16,2-1-27 0,-4-1 0 0,1-2 5 16,-3 0-3-16,-4-3 2 0,2 0 0 0,-5-1-4 15,0 1-3-15,-3 1 25 0,-3 0-31 0,-1 0 27 0,-4 1-47 16,-2 2 6-16,2 3-58 0,-3 2-5 0,0 3-81 15,0 1-33-15,2 3-56 16,-3 2-97-16,3 1-60 0,1 3-73 0,-1 1-84 0,4 3-137 0,1-2-417 16,5 2-748-16</inkml:trace>
  <inkml:trace contextRef="#ctx0" brushRef="#br0" timeOffset="143479.35">19671 11190 1230 0,'18'-17'813'0,"-4"2"-160"0,-2 4-114 0,-2 3-71 0,-4 2-49 16,-6 6-56-16,0 0-15 0,0 0-26 15,4 11-54-15,-10 2 12 0,-1 4-64 0,-4 5 0 0,-2 1-56 16,2 6-28-16,-5 5-31 0,2 1-10 0,0 2-19 16,1-1-17-16,-1 2 14 0,3-4-41 0,2-3 15 15,-1-2-84-15,3-1-42 0,0-6-113 0,1-2-83 16,3-5-93-16,-3 0-125 0,4-5-73 0,0-3-124 15,2-7-622-15,-6 4-921 0</inkml:trace>
  <inkml:trace contextRef="#ctx0" brushRef="#br0" timeOffset="143621.74">19450 11204 804 0,'-4'-11'682'0,"-1"0"-159"0,3 4-119 15,-1 1-93-15,3 6-61 0,-2-9-51 0,2 9-40 16,0 0-36-16,0 0-23 0,0 0-59 0,16 4-162 15,-9 1-169-15,-1 2-254 0,4-2-290 0,-1 3-372 16</inkml:trace>
  <inkml:trace contextRef="#ctx0" brushRef="#br0" timeOffset="143788.17">19965 11687 1297 0,'0'0'879'0,"14"-2"-194"0,-14 2-127 0,9-5-97 16,-9 5-82-16,12-8-87 0,-12 8-59 0,7-7-51 16,-7 7-15-16,8-10-116 0,-8 10-185 0,4-7-206 15,-4 7-188-15,0-8-798 0,0 8-929 0</inkml:trace>
</inkml:ink>
</file>

<file path=ppt/ink/ink1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09T11:53:28.087"/>
    </inkml:context>
    <inkml:brush xml:id="br0">
      <inkml:brushProperty name="width" value="0.05292" units="cm"/>
      <inkml:brushProperty name="height" value="0.05292" units="cm"/>
      <inkml:brushProperty name="color" value="#FF0000"/>
    </inkml:brush>
  </inkml:definitions>
  <inkml:trace contextRef="#ctx0" brushRef="#br0">8183 4660 342 0,'4'-5'356'0,"-4"5"-59"0,3-10-36 0,-3 10-36 0,2-9-40 0,-2 9-35 0,4-5-33 0,-4 5-9 0,0 0-8 0,0 0 0 0,5-4 8 0,-5 4-4 0,7 6 10 15,-7-6-47-15,7 12-11 0,0-4 4 0,3 6 23 16,0-1-10-16,4 3-14 0,1-1-7 0,5 3-4 0,0 0 27 16,4 0-1-16,3-1-18 0,4 1-3 15,2-1 6-15,2-2 33 0,3 0-14 0,0-2-17 0,3 0-10 16,1-2-10-16,3 0 8 0,2-1 44 15,5-4-14-15,0 1-12 0,4-2-3 0,0-2 27 0,7-3-5 16,1 0-13-16,16-3-15 0,3-2-14 0,2-2-8 16,3-2-6-16,3 0-6 0,0-1-3 15,-1 0-1-15,1-2-1 0,1 1 1 0,0 0 15 16,0 1-9-16,-1 0-4 0,-4-2-2 0,-4 4-5 0,-4-3-2 16,-5 1-3-16,-5 1-2 0,-14 0 1 0,-1 1-4 15,-3-1 2-15,-4-1-6 0,0-1 6 0,-2-1-8 16,1-1 3-16,-5 0-6 0,1-2 10 0,-2-1 30 15,0-1-2-15,-2 0-12 0,0-3 21 0,-1 0 6 16,-1 0-4-16,1-2 9 0,-2-2-15 0,2 2-9 16,-4-3-5-16,-1 4 2 0,-3-2 1 0,-3 1 4 15,-6 4 0-15,-1 0 0 0,-4 3-5 0,-4-1-3 16,-1-1-7-16,-6 0 0 0,-3 2-8 0,-2-2 18 16,-3-1 20-16,-5-1-16 0,-5-4-7 0,-1 1-6 15,-7 1-3-15,-3-3 0 0,-3 1-3 0,-3 0 3 16,-1 2-9-16,-4-1 1 0,0 2-26 0,-3 1 25 15,-5-1-1-15,-1 1 0 0,-11-1-5 0,-6 3 4 16,-5 1-6-16,-6 2-2 0,-2 3 1 0,-7 3-19 16,-2 2 26-16,-6 3-24 0,-2 3 25 0,-10 5-6 15,0 1-3-15,-22 7 2 0,1 4-4 0,4 2-24 16,-1 4-30-16,1 3-34 0,1 2-13 0,1 3-49 16,2 3-47-16,4-1-52 0,6 2-84 0,8 0-19 15,18-6-50-15,5 1-59 0,7-2-493 0,7-3-547 0</inkml:trace>
  <inkml:trace contextRef="#ctx0" brushRef="#br0" timeOffset="2696.63">16571 16412 201 0,'0'0'767'0,"0"0"-199"0,13 0-128 0,-13 0-90 0,0 0-82 16,11 4-43-16,-11-4-15 0,4 9-8 0,-1-4-19 0,-2 4-32 0,0 1-24 0,-1 3 5 0,0 0-21 15,0 3-20-15,0 0-15 0,-1 3-12 0,0 1 69 16,-1 0-9-16,1 1 8 0,1-1-30 0,-1-1 3 0,-2 0-1 16,3 1-5-16,0-4-27 0,-1 0 18 0,0-3-34 15,-1-1 20-15,1-1-10 0,1-1 9 16,-1-2 33-16,1 0 16 0,0-8-1 0,-3 10-20 0,3-10-9 16,0 0 14-16,0 0-19 0,-9-8-1 0,4-3-26 15,0-2 12-15,1-4-21 0,-2-5 16 0,2-2-18 16,-1-7 9-16,1-3-22 0,-1-3 16 15,4-7-22-15,1 4 20 0,1-4-19 0,2 0-7 0,3 1-3 16,2 4-31-16,-1 8 44 0,2 0-40 0,1 4 32 16,1 3-40-16,-1 5 35 0,3 2-41 0,1 2 38 15,2 5-44-15,0 0 39 0,3 5-37 0,0 4 41 16,0 2-41-16,2 4 42 0,0 4-2 0,0 1-6 16,2 6-1-16,-2 2-2 0,-1 2 0 0,-1 3-4 15,0 1 16-15,-5 0-20 0,0 3 16 0,0-1-22 16,-2 0 17-16,-1 2-20 0,-3-1 17 0,-2-2-19 15,1-1 3-15,-3-2-45 0,2 0-33 0,-4-1-22 16,2-3-45-16,-4 0-62 0,3-1-71 0,-2-1-69 16,2-3-95-16,-2-2-87 0,0 1-66 0,-1-2-96 15,-2-3-388-15,2-7-702 0</inkml:trace>
  <inkml:trace contextRef="#ctx0" brushRef="#br0" timeOffset="2880.19">16760 16579 167 0,'-15'-6'770'0,"2"1"-176"0,3-1-104 15,1 3-88-15,0-2-82 0,1 2-42 0,1 0 12 16,0-1-3-16,7 4-10 0,-8-4-27 0,8 4-15 16,0 0-50-16,4-9-17 0,-4 9-29 0,14-6-6 0,0 4-39 15,0-3-1-15,6 2-37 0,1-2 13 0,5-1-38 16,-2 0 16-16,6-3-30 0,-2 1 12 0,-3 1-31 16,-2-1-12-16,-2 1-66 0,-2-1-69 15,-4 3-128-15,-1-1-117 0,-5 0-68 0,-4 2-84 0,-5 4-547 16,7-7-710-16</inkml:trace>
  <inkml:trace contextRef="#ctx0" brushRef="#br0" timeOffset="3608.79">18067 16081 430 0,'-1'-14'567'0,"0"2"-106"0,0 2-85 0,1 2-77 0,-2 1-45 0,2-1-30 0,-1 2-18 0,1 6 28 0,0 0 40 0,0 0-15 0,0 0 4 0,0 0-35 0,1 9-7 0,2 2-42 0,1 4 0 0,1 4-30 0,1 2-21 0,0 1-39 0,2 5-4 0,3 2-30 16,0-1 1-16,-1-1-23 0,0 2 9 0,3-2-27 16,-1 0 14-16,-2-2-20 0,3-1 12 0,-4-4-18 15,0-1 15-15,-1-2-21 0,0 0 9 0,-1-3-42 16,-2-2-32-16,0-3-76 0,0 0-123 0,-4-2-143 0,-1-7-110 16,0 6-104-16,0-6-411 0,-11-2-649 0</inkml:trace>
  <inkml:trace contextRef="#ctx0" brushRef="#br0" timeOffset="3813.6">17853 16187 128 0,'-17'-7'818'0,"6"2"-182"0,0 0-128 15,1 1-105-15,1 1-82 0,2-1-46 16,7 4 8-16,-11-5 1 0,11 5-5 0,-1-7-17 0,1 7-23 16,12-9-34-16,3 1-55 0,3-1-2 0,10-2-24 15,8-5 11-15,3 1-25 0,7-2 27 0,8-5-23 16,0 0-20-16,3-1 1 0,-2 1-15 0,-10 3-17 15,-2 2-6-15,-6 2-18 0,-1 0-7 0,-10 4-9 16,-5 3-45-16,0 1-93 0,-7 1-126 0,-4 2-143 16,-10 4-118-16,9-1-133 0,-9 1-678 0,-6 7-916 15</inkml:trace>
  <inkml:trace contextRef="#ctx0" brushRef="#br0" timeOffset="4621.79">17146 17402 444 0,'-6'-14'569'0,"0"3"-112"0,3 2-69 0,-2-1-92 0,2 2-49 0,-1 3-69 0,4 5 17 0,-4-9-12 0,4 9 35 0,0 0-20 0,0 0-7 0,4 11-66 16,0-3 7-16,4 4-19 0,-1 2 5 0,4 3-46 16,1 2-18-16,1 3-8 0,4 2-2 0,-2 0 9 15,2 1-37-15,-3 0 21 0,2 1-36 0,-2 0 27 16,1-1-36-16,-2 0 8 0,0-1-88 0,1-1-50 16,-5-5-104-16,-1 0-78 0,-1-3-82 0,-4-4-26 15,2-1-69-15,-2-3-227 0,-3-7-231 0</inkml:trace>
  <inkml:trace contextRef="#ctx0" brushRef="#br0" timeOffset="5028.59">17119 17466 190 0,'-4'-19'697'0,"0"2"-159"0,3 0-149 16,2-1-54-16,3 2-91 0,4-4-22 0,2 2-6 16,4 0 23-16,3-1-30 0,2 1 20 0,4 2-48 15,1 0 27-15,0 4-62 0,-3 3 0 0,2 2-55 16,-3 4 6-16,0 3-47 0,-1 1 16 0,-2 5-42 15,-1 0 23-15,1 5-38 0,-3 1 25 0,-4 3-28 16,-1 2 42-16,-4 0-29 0,-4 2 2 0,-1 3-6 16,-4 2-3-16,-3 2-1 0,-2 1-3 0,-1-2 0 15,-3-2-4-15,3-4 52 0,-1-3-39 0,1 0 34 0,3-4-25 16,-1 0 1-16,3-2 4 0,-2-3-5 0,7-7-8 16,-6 8 0-16,6-8-7 0,0 0-4 0,6-4 3 15,3-1-2-15,2-1-4 0,1 0-1 16,4-2 1-16,1 3 0 0,3-1-3 0,-1 2 1 0,1 0-4 15,0 2 3-15,-1 2-2 0,0 0-1 0,1 2 0 16,-2 2 4-16,-2 1-6 0,1 2 0 16,-4 2-2-16,1-1 5 0,-2 2 1 0,-3 1 4 15,-1 1 14-15,-2 1-6 0,-4 1 38 0,-2-2-47 0,-1 4 38 16,-6-1-45-16,-1 3 45 0,-4-2-54 0,-2 0 49 16,-4 1-50-16,-2 0 44 0,-1-2-47 0,-2-2 42 15,0-4-52-15,3 1 35 0,-1-4-81 0,4-1-19 16,1-3-151-16,2 1-80 0,3-4-85 0,-1-2-114 15,6-3-78-15,3-1-340 0,3-5-515 0</inkml:trace>
  <inkml:trace contextRef="#ctx0" brushRef="#br0" timeOffset="5274.98">18403 17123 814 0,'22'-1'809'15,"-4"1"-165"-15,-3 2-148 0,0 3-92 0,-3 1-63 0,-1 3-43 0,-2 2-48 0,1 2-33 0,-1 3-13 0,0 4-37 0,0-1-31 0,1 2 12 0,1 5-24 0,1 0-32 0,2-1-2 0,-1 2-36 0,3-1 31 0,1 4-37 0,-2-5 14 0,4-1-31 0,-3-1 13 0,-1-1-42 0,-4-4 7 0,1-3-48 0,-2-2-16 0,-1-2-31 0,-1 0-29 0,-3-3-56 0,0-2-90 0,-5-6-75 0,8 4-49 16,-8-4-40-16,0 0-39 0,-2-11-71 0,0 3-316 0,-4-6-394 15</inkml:trace>
  <inkml:trace contextRef="#ctx0" brushRef="#br0" timeOffset="5478.43">18580 17140 76 0,'0'0'733'0,"0"-13"-177"15,0 13-121-15,0-10-23 0,0 10-18 0,0-12-51 0,0 12-18 16,1-12-57-16,2 5-29 0,1-2-34 0,1 0-26 15,2-2-38-15,7-2-35 0,-1-1-17 0,4-1-23 16,2-3-4-16,5-1-20 0,7-3 0 16,2 2-11-16,-1-2-1 0,3 2-14 0,-1 2-2 0,-1 1-47 15,-8 4-84-15,-5 3-124 0,-1 2-103 0,-5 2-36 16,-3 3-12-16,-11 3-6 0,12 0-31 0,-12 0-354 16,0 9-303-16</inkml:trace>
  <inkml:trace contextRef="#ctx0" brushRef="#br0" timeOffset="5634.7">18606 17302 620 0,'-9'13'492'0,"2"-3"-68"0,3-3-27 0,4-7 20 0,0 8-69 15,0-8-30-15,9 2-41 0,0-4-48 0,5-1-42 16,4-5-30-16,5-2-27 0,5-5-16 0,7-3-17 0,3-2-14 16,8-8-19-16,4-1-12 0,-3 1-10 0,-1-1-30 15,-2-1-103-15,-8 5-155 0,-5 0-123 0,0-2-197 16,-7 1-430-16,-1-2-595 0</inkml:trace>
  <inkml:trace contextRef="#ctx0" brushRef="#br0" timeOffset="6047.4">19206 15322 949 0,'-10'-44'678'0,"0"7"-96"0,3 7-125 0,1 6-92 0,1 3-79 16,1 6-53-16,3 3-52 0,1 12 0 0,1-6 5 15,5 10 42-15,3 7-51 0,9 11 5 16,5 13-26-16,9 15 34 0,4 11-36 0,6 23 10 0,4 6-5 15,3 4 8-15,-1 9-19 0,2 4-20 0,4 7 48 16,-1 1-42-16,1 3-10 0,0 1-37 0,3 2-5 16,-1 3 39-16,2 0-26 0,-3-2-9 15,0-1-31-15,0-2 23 0,-3-4 1 0,-2-1-5 0,0-4-33 16,-4-5 8-16,-3-7-9 0,-3-6-7 16,-8-20-8-16,-4-3-3 0,-1-4-3 0,-3-4-10 0,-3-4 0 15,-6-12 0-15,-3-5-5 0,0-4-20 0,-4-8-35 16,-2-6-16-16,2-1-13 0,-4-6-30 0,-2-2-63 15,0-3-69-15,-2-10-103 0,-2 8-98 0,2-8-147 16,-10-6-64-16,3-3-79 0,-4-4-497 0,-1-5-837 0</inkml:trace>
  <inkml:trace contextRef="#ctx0" brushRef="#br0" timeOffset="7227.05">20723 15726 58 0,'0'-7'715'0,"0"7"-143"0,-2-10-134 0,2 10-76 0,0-7-25 0,0 7-26 0,0 0-15 0,2 10-22 0,1-2-29 0,0 8-16 0,1 2-39 0,0 3-46 0,1 4-17 0,0 5-33 0,3 9 82 0,2-2-39 0,0 1-22 0,0 1-17 16,0-2-27-16,-3-5-1 0,0-1-29 0,-1-3 4 0,0-5-20 0,-2-2 13 0,0-3-12 0,-1-3 29 0,-1 1 11 0,1-4 56 0,-2-3 9 0,-1 0-11 0,0-9-16 0,-6 6 18 0,6-6-28 0,-17-6 5 0,6-4-28 0,-4-5-13 0,0-5-2 0,-4-3-51 0,2-7 39 0,0-3-5 16,1-4-14-16,2-4-2 0,3-3-4 0,-1 0-5 0,5-3 0 0,0 3-4 0,3 0 0 0,4 9-3 0,0 1-1 0,4 2 0 0,1 4-3 0,2 5-1 0,5 4-1 0,1 2 1 15,4 4-1-15,1 3 0 0,5 5 1 0,2 3-5 16,3 5-1-16,4 4 5 0,4 5-9 0,1 6 6 15,2 2 1-15,-4 5 1 16,-2 2 3-16,-1 2-3 0,-2 0 1 0,-3 0 7 0,-4 0-9 16,-3 2-46-16,-1-3 49 0,-5-1-52 0,-2-2 28 15,-3-4-45-15,-3 2 16 0,-3-5-96 0,-1 1-82 0,-3-2-93 16,-3 0-114-16,0-1-66 0,-3-2-95 0,-5-2-77 0,1-2-393 16,-6-3-683-16</inkml:trace>
  <inkml:trace contextRef="#ctx0" brushRef="#br0" timeOffset="7427.29">20714 16079 104 0,'0'0'688'0,"-4"-5"-192"15,4 5-113-15,7-6-41 0,0 3-18 0,6-1-33 0,3-2-34 0,5 0-37 16,7-3-29-16,3-1-32 0,6-2-30 0,5-2-15 0,4-2-33 16,-1 0-5-16,10-3-24 0,1-2-3 0,-10 3-21 15,0 2-54-15,-1-2-126 0,-2-1-111 0,-2-1-115 16,-5 1-155-16,-2-1-298 0,-2 0-369 0</inkml:trace>
  <inkml:trace contextRef="#ctx0" brushRef="#br0" timeOffset="7676.36">21899 15495 671 0,'6'-4'914'0,"-6"4"-192"0,9-5-170 15,-9 5-84-15,0 0-50 0,17 4-56 0,-11 0-39 16,3 6-53-16,0 3-33 0,1 3-37 0,-1 4-27 16,4 4-13-16,0 1-21 0,0 3-24 0,1 1-24 15,0 2-16-15,2 2-17 16,-3 0-13-16,1-6-9 0,-2 1-48 0,-1-1 47 0,-2 0-46 0,1-2 36 16,-2-3-46-16,-3-2 40 0,2-1-61 0,-2-2-7 15,-3-2-81-15,1-3-67 0,-3-2-114 0,0-2-129 0,-3-2-67 16,3-6-85-16,-11 4-74 0,11-4-313 15,-16-5-571-15</inkml:trace>
  <inkml:trace contextRef="#ctx0" brushRef="#br0" timeOffset="7989.6">21854 15632 100 0,'1'-9'695'0,"3"0"-188"0,-1 1-69 0,1-1-29 0,2 0-28 0,0 0-26 0,2-1-29 0,1 0-36 0,2 1-24 0,2-5-30 15,3 2-31-15,0-1-40 0,2 0-35 0,1-3-27 0,0 3-22 16,2 0-18-16,-3 2-17 0,0-1-2 16,-2 1-16-16,2 0 1 0,-6 4-17 0,-1-1-41 15,1 0-87-15,-5 4-71 0,0 0-62 16,-7 4-27-16,0 0-21 0,0 0 2 0,0 0 12 0,-8 11-1 0,-1-1 22 16,-5 2 16-16,1 3 22 0,-6 4 43 0,1 0 36 15,-1 2 25-15,1 0 31 0,0-2 35 16,5-3 37-16,1 1 35 0,2-2 62 0,2-3 48 0,-1 1 44 15,8-4 36-15,-1-2 16 0,4 1 18 0,2-2 3 16,2-3-12-16,2 1 1 0,1-1-24 16,3-2 1-16,2-2-28 0,5-2-16 0,5-2-23 0,6-3 17 15,-1-1-38-15,11-2-14 0,-3-3-30 0,2 0-5 16,-5 1-25-16,1-3-9 0,-6 4-13 0,-2-1-41 16,-7 3-98-16,-2-1-125 0,-4 3-124 0,-2 2-153 15,-6 1-641-15,-6 5-767 0</inkml:trace>
  <inkml:trace contextRef="#ctx0" brushRef="#br0" timeOffset="8588.48">21130 16812 448 0,'1'-12'539'0,"1"3"-135"0,-2 1-72 0,1 1-70 0,2 1 16 0,-3 6 15 0,5-8 10 0,-5 8-6 0,11-1 8 0,-11 1-6 0,17 7-44 0,-6 1 8 0,3 3-25 0,-2 6-32 0,5 3-36 0,1 3-5 0,2 6-56 0,-3 2 1 0,2 3-44 0,-1-1 9 0,-1 1-35 0,-1-2 11 0,0 3-30 0,0-4 15 0,-6-1-28 16,1-1 20-16,0 0-30 0,-2-4 12 0,-2-1-68 15,1-2-50-15,-3-3-86 0,1-2-124 0,-2-2-95 16,-1-1-83-16,1-4-110 0,-2-2-460 0,-2-8-683 16</inkml:trace>
  <inkml:trace contextRef="#ctx0" brushRef="#br0" timeOffset="9037.89">21251 16937 470 0,'-9'-19'715'0,"1"1"-154"0,2-1-106 0,0 3-95 15,2 0-15-15,1 2-19 0,3-1-26 0,3 0-24 16,-1 1-22-16,5-1-40 0,0 1-38 0,5-1-12 16,2 2 4-16,1 1-27 0,4 1 5 15,-2 3-44-15,2 3 12 0,0 2-44 0,-3 1 11 16,3 2-47-16,-4 4 20 0,2 1-41 0,-4 2 0 0,-1 2 4 15,0 1-8-15,-4 3 4 0,-1 2 2 0,-2 1 0 16,-5 3 30-16,0 0-33 0,-5 4 22 0,-1-1-34 16,-2 1 26-16,-1-1-29 0,-2 2 28 15,-1-3-29-15,1-1 21 0,-1-4-26 0,3 0 35 0,0-4-29 16,0 0 29-16,3-2-32 0,1-2 32 0,0-2-34 0,1-1 30 16,4-5-32-16,0 0 30 0,0 0-34 15,0 0 31-15,17-1-34 0,-6-3 41 0,3 0-37 16,3 0 28-16,-1-1-33 0,5 2 34 0,1-3-33 0,1 4 34 15,1 0-36-15,-1-1 34 0,-4 3-31 16,5 0 33-16,-1 2-30 0,-1 0 28 0,-3 1-30 16,2 1 24-16,-3 1-26 0,-2 2 39 0,-3 0-25 0,0 2 46 15,-4 0-40-15,-3 0 32 0,-2 1 9 0,-2 1-11 16,-4 0-1-16,0 2-9 0,-6 0-4 0,-1 1-4 16,-4 2-1-16,-1-3-5 0,-8 4-3 0,3-1-4 15,-4-1 8-15,0-2-6 0,1-3-2 0,2 0-25 16,-1-3 24-16,1 1-47 0,3-5-16 0,2 0-92 0,2-5-97 15,0 0-122-15,2-5-97 0,2-2-71 16,4-4-96-16,2-5-491 0,3-2-743 0</inkml:trace>
  <inkml:trace contextRef="#ctx0" brushRef="#br0" timeOffset="9308.46">22263 16459 234 0,'19'-5'805'0,"-6"-1"-198"0,0 4-124 16,-13 2-75-16,17 3-24 0,-12 6-20 0,2-1-20 0,-2 7-19 0,-1 1-60 0,1 4 7 0,-1 4-56 0,0 3-12 0,2 2-25 0,1 4-13 0,0 5-18 0,2 0-2 0,3 1-45 0,-1-2 6 0,2 0-40 0,0-2 9 0,0-1-36 0,1-7 9 15,-1 0-27-15,0-3 0 0,2-3-69 0,-1-4-64 0,-3-2-143 0,3-2-138 0,-5-2-92 0,0-5-81 0,-2-1-104 0,-7-5-429 0,0 0-715 0</inkml:trace>
  <inkml:trace contextRef="#ctx0" brushRef="#br0" timeOffset="9450.04">22298 16793 483 0,'-35'-24'687'0,"3"3"-106"0,2 0-110 0,0 2-89 0,7 3-2 0,3-1 13 0,2 5-23 0,5-1 3 0,2 1-41 15,4 0-22-15,5 0 8 0,3-1-37 0,5-1-16 16,6-2-56-16,8-3-25 0,11-4-14 0,6 0-33 15,11-3-11-15,6-3-35 0,6 0-2 16,0-1-7-16,0-3-16 0,-2 3-11 0,-7-2-25 16,-1 2-94-16,-13 5-74 0,-5 0-194 0,-5 1-240 0,-10 2-194 15,-6 5-815-15,-9 3-1230 0</inkml:trace>
  <inkml:trace contextRef="#ctx0" brushRef="#br0" timeOffset="14969.93">8507 6649 738 0,'0'0'703'0,"0"0"-166"0,-3 7-112 0,3-7-101 0,-5 5-67 0,5-5-51 0,-5 6-46 0,5-6-17 15,-4 9-38-15,4-9-17 0,3 9-46 0,-3-9-57 0,10 8-83 16,-1-6-67-16,1 2-100 0,5-1-161 0,-2-2-443 16,6-2-420-16</inkml:trace>
  <inkml:trace contextRef="#ctx0" brushRef="#br0" timeOffset="15470.22">11987 6286 1297 0,'0'0'799'0,"-9"5"-164"0,9-5-159 0,-8 4-83 0,8-4-107 0,0 0-40 0,-6 4-70 0,6-4-23 0,0 0-39 0,-7 4-3 0,7-4-32 0,0 0 4 0,0 0-35 16,0 0 4-16,-1 6-18 0,1-6 8 0,0 0-24 16,6 7 15-16,-6-7-25 0,8 5 21 0,-8-5-60 15,9 3-18-15,-9-3-25 0,10 4-41 0,-10-4-49 16,9 3-75-16,-9-3-112 0,0 0-204 0,0 0-551 16,4-7-721-16</inkml:trace>
  <inkml:trace contextRef="#ctx0" brushRef="#br0" timeOffset="20766.54">10693 5906 609 0,'0'0'629'0,"-6"7"-169"0,6-7-113 16,-4 6-179-16,4-6-131 0,-9 8-110 0,9-8-61 0,-4 11-33 0,4-5-57 0,0-6-55 0,4 11-156 15,3-6 98-15</inkml:trace>
  <inkml:trace contextRef="#ctx0" brushRef="#br0" timeOffset="21034.06">16030 6120 1720 0,'0'-9'793'15,"0"9"-313"-15,0 0-329 0,0 0-319 0,0 0-289 0,0 7-341 16,0-7-322-16</inkml:trace>
  <inkml:trace contextRef="#ctx0" brushRef="#br0" timeOffset="23512.82">10562 6345 227 0,'-3'6'623'0,"1"-1"-163"0,2-5-108 0,-7 7-68 0,7-7-74 0,-6 8-40 0,6-8-45 16,-8 8-20-16,8-8-19 0,-7 8-19 0,7-8-16 15,-7 8-35-15,7-8-41 0,-4 8-48 16,4-8-67-16,-2 9-75 0,2-9-148 0,-3 6-253 0,3-6-127 15</inkml:trace>
  <inkml:trace contextRef="#ctx0" brushRef="#br0" timeOffset="24463.09">15979 6470 893 0,'0'0'770'0,"0"0"-178"0,0 0-188 0,0 0-172 0,0 0-139 0,-6 3-30 0,6-3-41 0,-3 8-25 0,3-8-68 0,-1 7-46 0,1-7-102 0,1 8-163 16,-1-8-341-16,7 8-230 0</inkml:trace>
  <inkml:trace contextRef="#ctx0" brushRef="#br0" timeOffset="25596.32">12651 6341 547 0,'0'0'662'0,"0"0"-190"0,0 0-130 0,3-5-163 0,-3 5-58 0,0 0-91 16,0 0-60-16,0 0-91 0,0 0-124 0,0 0-371 0,0 0-124 0</inkml:trace>
  <inkml:trace contextRef="#ctx0" brushRef="#br0" timeOffset="34071.04">15689 5051 533 0,'-4'-15'551'0,"3"4"-51"0,-3 0-65 0,2 2-30 0,-1-1-35 0,0 1-22 0,2 1-22 0,0 2-45 0,0-2-30 0,1 8-41 0,-3-9-23 0,3 9-38 0,0 0 13 16,0 0-29-16,0 0-1 0,8 9-22 0,-2 1-9 16,-1 3-18-16,3 2-18 0,0 4-5 0,0 1-9 0,0 2-9 15,1 2-8-15,1 2 0 0,2 1-6 0,-3-1-3 16,1 2-12-16,0-2 5 0,-1 2-8 15,0-2 3-15,-1-4-6 0,-2-1 9 0,2 1-19 0,-2-3-33 16,-2-3-57-16,3-2-83 0,-4 0-83 0,1-4-80 16,-1 0-76-16,-1-4-98 0,-2-6-92 0,0 0-408 15,0 0-617-15</inkml:trace>
  <inkml:trace contextRef="#ctx0" brushRef="#br0" timeOffset="34338.41">15685 5141 431 0,'-14'-23'703'16,"5"3"-91"-16,0-1-96 0,0 2-88 15,6 3-63-15,0 1-57 0,2 1-29 0,2-1-34 0,3 2-23 16,2-2-31-16,4 2-26 0,1 0-33 0,4 2-4 16,2-1-29-16,2 2 14 0,1 1-32 0,1 2-10 15,2 2-14-15,-4 1-13 0,1 3-5 0,-1 1-8 16,-1 1-5-16,0 3-6 0,-2 2-4 0,-1 0-1 0,-2 3-6 16,-2 1 0-16,-2 2 3 0,-2 1-2 15,-4 1-4-15,-1 3 2 0,-2-2 1 0,-4 3 10 16,-4 3 5-16,-1-1 0 0,-5 2-1 0,0-2-8 15,-4 0 5-15,0-1-8 0,-1-2 2 0,3-2-3 16,0-1-7-16,0-3 0 0,3-1-3 0,0-3 2 16,0-2-19-16,3 0-41 0,-1-4-55 0,11-1-99 15,-13-3-82-15,8-2-71 0,3-3-85 0,2-1-77 0,2-2-31 16,1-4-380-16,5-3-514 0</inkml:trace>
  <inkml:trace contextRef="#ctx0" brushRef="#br0" timeOffset="34787.26">16385 4857 384 0,'0'0'833'0,"0"0"-187"0,-4-4-125 0,4 4-119 0,0 0-38 0,-8-5-21 0,8 5-8 0,0 0-53 0,0 0-24 0,-12-1-42 0,12 1-23 0,-10 7-23 15,4 0-21-15,-2 3 4 0,-2 3-16 0,-2 3-12 16,-2 5 3-16,0 2-12 0,1 2-15 0,-2-1-8 16,4 1 39-16,0 0-52 0,0 0 13 0,2-4-43 15,4 1-7-15,0-1 7 0,2 2 49 0,2-5-36 0,2 0 43 16,3-1-37-16,2 2 18 0,3-3-36 0,2 0 31 16,3-3-44-16,2-1 18 0,2-4-41 15,4 0 14-15,0-1-59 0,2-5 2 0,-1-1-95 0,-2-2-30 16,3-1-77-16,0-3-81 0,-4-1-57 0,2 0-110 15,-4-4-37-15,-3 1-89 0,-2-2-103 0,-4 1-402 16,1-2-726-16</inkml:trace>
  <inkml:trace contextRef="#ctx0" brushRef="#br0" timeOffset="35736.65">16659 5031 494 0,'0'0'648'0,"0"0"-163"0,9 4-83 0,-9-4-71 0,4 6-30 0,-4-6-11 0,6 8-12 0,-6-8-17 16,4 11 0-16,-1-2-14 0,1-1-19 0,-2 2-28 0,0 1-21 0,4 0-15 0,-4 1-12 15,1-2-30-15,1 4-15 0,-2 0 3 0,3 0-25 16,-1-1-14-16,-1 0-6 0,-2-2-19 0,5-1 3 0,-5 2 6 16,2-3 16-16,0 0-28 0,-1 0 14 15,0-2 15-15,-1-1 63 0,-1-6 0 0,1 10 53 16,-1-10-39-16,0 8 7 0,0-8-57 0,0 0 9 15,-6-9-52-15,2 2 15 0,-3-4-40 0,1-3 19 0,-2-6-15 16,2-2-7-16,-3-7-5 0,2-1-12 0,0-4-3 16,3 1-2-16,0-5-2 0,3 1 0 15,1 0-8-15,1 1 4 0,3 1 5 0,-1 2 8 16,3 4 2-16,-2 4-3 0,5 2-2 0,-3 1-1 0,3 5-4 16,-2 1 0-16,1 4-7 0,2 1 0 0,1 3-2 15,-1 4 2-15,2 3 1 0,2 2-2 16,1 4 5-16,1 5-5 0,1 4-2 0,4 2 6 0,-2 5 4 15,0 1-3-15,3 4 0 0,-3 1 4 0,0-2-2 16,-1 3-4-16,-4-3 1 0,1-1 0 16,0-1-2-16,-4 1-35 0,-1-5-69 0,-1 1 17 0,-2-1-62 15,-2-4-11-15,1 0-45 0,-1-2-40 0,-2 0-33 16,-2-3-62-16,-1 0-40 0,-1-1-32 0,-2 0-24 16,-2-2-64-16,-2-1-2 0,-1-1-4 0,-3-2 9 15,0 0-261-15,1-2-271 0</inkml:trace>
  <inkml:trace contextRef="#ctx0" brushRef="#br0" timeOffset="35904.47">16856 5157 848 0,'-15'-2'385'0,"3"0"-32"16,1-1-74-16,11 3 1 0,-16-2-38 16,16 2-5-16,-11-2-30 0,11 2 2 0,-8-4 0 0,8 4-6 15,0 0-18-15,0-6-28 0,0 6-19 0,11-7-10 16,-3 2-20-16,2 2-19 0,4-2-17 0,1 0-7 16,0-1-13-16,2 0-11 0,4-1-5 0,0 0-9 15,-1-2-4-15,3 2-15 0,-1-2-42 0,-3 1-66 0,0 1-94 16,0 1-74-16,-6-1-109 0,-1 0-135 15,2 0-457-15,-3 0-557 0</inkml:trace>
  <inkml:trace contextRef="#ctx0" brushRef="#br0" timeOffset="36154.72">17223 4905 242 0,'0'0'972'0,"0"0"-242"0,0 0-160 0,6 5-117 15,-6-5-69-15,3 6-49 0,-3-6-14 0,5 10 22 16,-1-1-72-16,-2-1-40 0,4 3-16 16,-1 1-24-16,2 1-35 0,-2 1-26 0,3 2-15 0,0 0-25 15,2 2-14-15,-4 0-12 0,3-1-35 0,-1-1 14 16,-2-1-27-16,-1 0 21 0,2 0-30 0,-2-4 21 16,-1 3-25-16,0-4-3 0,-1 0-54 0,0 0-31 15,-1-2-28-15,0 0-65 0,-2-8-39 0,0 11-83 16,0-11-59-16,-4 6-37 0,4-6-82 0,0 0-28 15,-14-2-57-15,7-4-318 0,2 0-440 0</inkml:trace>
  <inkml:trace contextRef="#ctx0" brushRef="#br0" timeOffset="36336.48">17174 5056 595 0,'-10'-8'550'0,"0"0"-48"16,3 1-74-16,0 2-49 0,0 0-42 0,1 0-25 16,6 5-15-16,-8-7-14 0,8 7 1 0,-6-5-27 15,6 5-25-15,-3-6-11 0,3 6-31 0,3-5-19 16,-3 5 0-16,9-5-22 0,0 1-25 0,0-1-28 15,2-1-14-15,6 0-17 0,-1-2-15 0,5-2-8 16,-1 1-8-16,5-2-6 0,0-1-1 0,-2 0-14 0,-1 1-3 16,-3 1-1-16,0 2-19 0,-5 1-43 15,0 0-58-15,-2 0-68 0,-1 3-92 0,-2-1-119 16,-9 5-52-16,12-3-113 0,-12 3-684 0,0 0-848 0</inkml:trace>
  <inkml:trace contextRef="#ctx0" brushRef="#br0" timeOffset="36659.58">17523 4743 1252 0,'0'0'885'16,"0"-7"-214"-16,0 7-116 0,4-4-96 0,-4 4-58 15,0 0-57-15,13-4-33 0,-13 4-23 0,15 5-26 16,0 1-11-16,-2 1-33 0,5 3-32 0,-2 3-32 16,2 1-24-16,3 3-29 0,-2 2-22 0,0 1-14 15,-1 1-12-15,0 1-11 0,-1 1-7 0,-5-1-4 16,0 1-8-16,-2-3-4 0,-1 0-4 0,-2 1-30 16,-4 0 30-16,0-3-33 0,-3 0 9 0,0-1-35 15,-4 0 22-15,2-2-40 0,-2-1 18 16,-1 0-67-16,-2-1-43 0,3-1-61 0,-2-3-64 0,1 0-111 15,0-2-86-15,5-7-93 0,-7 6-153 0,7-6-444 16,0 0-782-16</inkml:trace>
  <inkml:trace contextRef="#ctx0" brushRef="#br0" timeOffset="36922.83">18186 4963 803 0,'0'0'1061'0,"-5"9"-210"0,5-9-195 0,-4 6-132 0,4-6-97 15,0 0-81-15,0 0-61 0,4 4-36 0,-4-4-45 16,13-2-33-16,-3-1-25 0,5-1-21 0,5-1-24 16,1-2-23-16,6 1-19 0,3-1-6 0,-1-2-19 15,-1 3-32-15,-1-1-55 0,-3 1-46 0,-2 0-42 16,2 0-48-16,-3 0-29 0,-6 2-56 0,2-1-68 15,-6 2-32-15,2-1-91 0,-5 2-81 0,-8 2-539 16,0 0-703-16</inkml:trace>
  <inkml:trace contextRef="#ctx0" brushRef="#br0" timeOffset="37089.62">18242 5095 594 0,'-13'12'752'0,"2"-3"-120"0,2-1-76 15,-1-1-70-15,4-1-51 0,1 0-44 16,5-6-33-16,-7 9-24 0,7-9-66 0,3 7-18 0,-3-7-64 15,11 4-16-15,-11-4-52 0,24 0-10 0,-7-2-23 16,4-1-20-16,2 0-11 0,1-3-22 0,0 2-45 16,6-4-50-16,-2 0-58 0,0 0-54 0,1-3-59 15,-2 1-73-15,0-1-54 0,-2-1-88 0,0 1-144 16,-7 1-521-16,2-1-729 0</inkml:trace>
  <inkml:trace contextRef="#ctx0" brushRef="#br0" timeOffset="37503.76">19104 4920 961 0,'-3'-7'938'0,"-3"-1"-219"0,3-1-161 0,0 2-108 0,-1 0-50 16,0 0-42-16,1 2-51 0,-1 0-26 0,4 5-23 15,-6-9-32-15,6 9-28 0,-6-4-14 0,6 4 11 16,-8 3-60-16,3 2 51 0,-2 3-54 0,1 5-23 16,0 1-19-16,1 1-9 0,2 2 34 0,-1 2-14 15,4 1-11-15,0 0 21 0,3-1-42 0,1 3 21 16,1-3-35-16,1 2 29 0,2-3-31 0,-1-1 30 16,1-3-43-16,4-2-8 0,-2 0 2 0,1-3 14 15,3 0-10-15,1-4-5 0,0-2-4 16,0-2-3-16,-1-2 30 0,4-1-53 0,-1-4 41 0,-2 0-50 15,4-5 41-15,-5 0-47 0,2-2 45 0,-5-1-54 16,2-2 54-16,-5 0-52 0,-2 1 48 0,-1 0-12 16,-5-1-1-16,0 1-11 0,-1 0 3 0,-4-1-5 15,-2 1-4-15,-2 0-9 0,-5 1 6 0,0 2 1 16,0 2-1-16,-1 2 1 0,-2 2-21 0,2 2-42 16,-3 2-50-16,3 2-52 0,-5 2-52 0,3 1-65 15,3 1-64-15,0 2-60 0,1 2-125 0,4 0-77 0,-1 1-121 16,6 0-723-16,1 0-1071 0</inkml:trace>
  <inkml:trace contextRef="#ctx0" brushRef="#br0" timeOffset="37714.26">19575 4889 1565 0,'0'0'1046'0,"0"0"-232"0,0 0-165 16,0 0-123-16,0 0-76 0,0 0-43 0,0 0-28 15,0 0-29-15,0 0-45 0,0 0-45 16,0 0-52-16,0 0-44 0,0 0-57 0,0 0-71 16,0 0-80-16,0 0-65 0,0 0-75 0,0 0-80 15,0 0-82-15,-1 7-137 0,1-7-100 0,0 0-131 0,0 10-728 16,0-10-1054-16</inkml:trace>
  <inkml:trace contextRef="#ctx0" brushRef="#br0" timeOffset="38168.44">19841 4884 827 0,'14'-10'937'0,"-4"0"-189"0,3 0-85 0,0-1-102 15,-3 2-40-15,-1-1-56 0,0 0-39 0,-2 2 18 16,0 1 4-16,0 0-34 0,-2-1-92 0,1 0-6 16,-3 1-105-16,-1-1-2 0,1 2-90 0,-2-2 16 15,-2 1-74-15,-2 1 19 0,0 0-61 0,-4 0 29 16,1 0-50-16,-4 3 36 0,1 0-48 0,-2 0 38 0,11 3-58 15,-21 0 17-15,10 3-10 0,-3 1-8 16,4-1-5-16,0 3 0 0,-3 0 2 0,4 0-15 16,0 4 0-16,2-3 2 0,1 2-4 0,5 1 2 15,-1 1 5-15,3-1 9 0,1 0 9 0,5 4 4 16,0-3 8-16,4 1 4 0,2 1 4 0,2 0-1 16,0 0-1-16,2-1 5 0,2 1 0 0,-2 0 0 0,2-2 3 15,0 1-2-15,-4 0 7 0,1 0-8 0,-1-2 0 16,-5-1 2-16,3 0 1 0,-4-1 2 15,-1 0-1-15,-1-1 3 0,-2 0-3 0,0 0 3 16,-5-7 1-16,0 12 2 0,-2-7 7 0,2-5 9 0,-12 11 0 16,6-7 9-16,-2 2 1 0,-1-3 26 0,-1-1 8 15,2 2 7-15,8-4 25 0,-12 3-37 0,12-3 61 16,-13 3-38-16,13-3 47 0,-10-4-54 16,10 4 14-16,-8-7-88 0,8 7 0 0,-4-14 0 0,7 3 0 15,0-3 0-15,3-3 0 0,1-2 0 0,1-2 0 16,2 1-25-16,-2-1-73 0,0-1-38 15,-2 3-34-15,4-1-34 0,-5 3-81 0,2 1-106 0,-3 1-115 16,-1 2-153-16,1 1-111 0,-1 0-798 16,-3 2-1210-16</inkml:trace>
  <inkml:trace contextRef="#ctx0" brushRef="#br0" timeOffset="39250.17">21358 4434 562 0,'-8'-10'726'15,"3"1"-138"-15,-1 1-98 0,2 0-118 0,2 3-59 0,-2-1-32 0,4 6-39 0,-3-7-41 0,3 7-6 0,0 0-11 0,2 7-6 0,1 2-33 0,4 1-4 0,1 8-22 0,4 2-22 0,1 6-21 0,5 6 1 0,-2 2-29 0,4 1 7 0,-1 0-23 0,-1 1 1 0,0 0-16 0,-3 0 9 0,2-2-16 16,-3 0 11-16,-3-6-33 0,-1-2-29 0,-2-4-68 16,-1 0-68-16,-1-3-54 0,-2-2-30 0,-2-3-64 0,0-3-12 15,-4-3-59-15,2-8-74 0,-4 7-432 0,4-7-465 16</inkml:trace>
  <inkml:trace contextRef="#ctx0" brushRef="#br0" timeOffset="39503.03">21345 4580 9 0,'-10'-28'736'0,"4"0"-146"0,3 5-106 0,1 4-72 16,4 0-83-16,1 1-42 0,3 2-30 0,4 0-13 16,3 3-22-16,0 2-17 0,5 3-19 0,-2 3-5 0,4 2-22 15,0 3-19-15,1 1-18 0,3 4-15 0,-1 1-4 16,0 1-31-16,-4 4-7 0,2-1-18 0,-5 4-7 15,1 1 3-15,-4 0 15 0,-2 1-1 0,-6-1 11 16,0 2 3-16,-2 1 6 0,-6 0-21 0,-2 3-9 16,-4 0-9-16,-5 2-8 0,-5-1-5 0,-5 2-4 15,-3-2-3-15,4-4 0 0,-3-3-6 0,3-1-6 16,3-3-6-16,-2-4-8 0,5-1-44 16,0-4-87-16,4-2-98 0,0-2-95 0,4-4-84 0,3-2-122 15,4-5-130-15,4-2-346 0,5-7-623 0</inkml:trace>
  <inkml:trace contextRef="#ctx0" brushRef="#br0" timeOffset="39742.68">22120 4218 892 0,'14'-5'865'0,"-5"0"-165"0,-4 2-158 0,-5 3-92 0,0 0-55 0,0 0-54 15,0 0 8-15,0 0-62 0,-19 6 8 0,5 3-82 16,-3 2 11-16,-3 4-75 0,-1 5 24 0,-6 4-73 0,3 3-14 15,1 2-17-15,-1 1-12 0,7 4-12 16,-1-1-8-16,6 1 9 0,3-4 37 0,1 1-39 16,6 1 53-16,2-5-47 0,2 0 30 0,3 2-45 15,5-1 16-15,1 0-46 0,3-4 18 0,0-1-65 16,2-4 22-16,0-3-61 0,0-2-46 0,4-3-51 16,-1-4-80-16,-1-1-80 0,-1-4-95 0,1-2-100 15,0-3-165-15,3-5-592 0,-2-2-894 0</inkml:trace>
  <inkml:trace contextRef="#ctx0" brushRef="#br0" timeOffset="40121.89">22355 4435 787 0,'1'-6'638'0,"-1"6"-158"0,0 0-74 0,0 0-51 16,-1 12-10-16,1-12-6 0,0 15-14 0,0-6-43 15,-1 2-9-15,0 1-30 0,1 1-46 0,-2-1-22 16,2 2-27-16,0-2-24 0,0 1-21 15,0 0-19-15,0-3-17 0,0 0-10 0,0 0-2 0,0-3 70 16,0-7 69-16,0 12-19 0,0-12 19 0,0 0-72 16,0 0-27-16,0 0-25 0,-5-5-35 0,4-5-11 15,-2-1-10-15,1-6-10 0,-1-2-4 0,1-5 28 16,-3-8-42-16,1 0 36 0,-1-3-33 0,1 0 36 16,0-7 2-16,1 6 10 0,-2 2 25 0,2 2-16 15,1 7 47-15,2 1-26 0,-2 5 33 0,2 1-59 0,0 3 22 16,2 4-51-16,3 0 34 0,-1 4-48 0,2 3 32 15,-6 4-41-15,20 2 40 0,-8 5-38 0,6 3 39 16,-1 3-39-16,3 6 40 0,-1 2-35 16,6 4 36-16,-2 0-43 0,0 3 29 0,-3 1-59 0,2-3-36 15,-5-1-42-15,-2-1-23 0,0 1-47 0,-3-2-43 16,-3-1-35-16,-3-2-46 0,-1-3-55 0,-2 0-65 16,-6-1-16-16,0-2-62 0,-4 0-35 0,-2-3-55 15,-3-1-343-15,0-2-526 0</inkml:trace>
  <inkml:trace contextRef="#ctx0" brushRef="#br0" timeOffset="40289.43">22361 4578 369 0,'0'0'700'0,"-15"-3"-120"0,15 3-104 0,-6-3-90 0,6 3-77 0,0 0-21 15,0-7-18-15,0 7-26 0,10-8-26 0,-2 5-27 16,4-2-26-16,3 1-26 0,2-3-24 0,2 1-15 16,5-1-23-16,-1 0-7 0,1-1-18 0,-1 0-14 15,1 0-37-15,-2-1-48 0,-2 0-59 0,0-1-71 16,-1 1-83-16,-4-1-39 0,-2 1-107 0,-2-2-91 15,-1 0-443-15,-6 2-515 0</inkml:trace>
  <inkml:trace contextRef="#ctx0" brushRef="#br0" timeOffset="40499.49">22705 4310 701 0,'0'0'788'0,"0"0"-171"0,12 4-123 16,-12-4-42-16,6 3-14 0,-6-3-25 15,8 8 27-15,-2-1-97 0,-1 0-33 0,2 2-44 16,-1 0-17-16,1 4-18 0,0 1-29 0,2 1-36 0,0 2-32 16,1 1-30-16,-1 0-18 0,-1 1-19 0,1 1-13 15,0-1-12-15,-2 0-8 0,1-1-12 0,-1-3-40 16,-1 1-51-16,0-1-48 0,-2-2-75 16,0-3-72-16,0 1-55 0,-2-3-56 0,1 1-57 0,0-3-13 15,-3-6-89-15,0 0-77 0,0 0-411 0,0 0-632 16</inkml:trace>
  <inkml:trace contextRef="#ctx0" brushRef="#br0" timeOffset="40703.69">22787 4483 292 0,'-9'-9'703'0,"1"0"-136"0,3 3-107 15,-2-1-31-15,2 2-25 0,1 0-12 0,0 1-18 16,4 4-7-16,-5-10-58 0,5 10-22 0,-2-8-91 16,2 8 9-16,7-10-73 0,-2 4 14 0,3 0-70 15,2 0 25-15,1-1-60 0,2-2 32 0,4 2-58 16,1-2 40-16,0-1-62 0,2-1 16 0,-2 2-51 15,1-3 1-15,0 3-33 0,-2-1-34 0,-3 3-28 16,-1 0-31-16,-1 0-56 0,-1 2-46 0,-5 0-45 16,-6 5-38-16,9-5-65 0,-9 5-70 0,0 0-453 15,0 0-515-15</inkml:trace>
  <inkml:trace contextRef="#ctx0" brushRef="#br0" timeOffset="40849.82">22796 4519 627 0,'0'0'737'0,"4"8"-188"0,-4-8-102 0,0 0-100 16,14 1-52-16,-14-1-33 0,19-4-28 0,-7 0-31 0,3 1-39 16,2-4-33-16,4-1-32 0,0 0-21 15,1-2-59-15,4 0-83 0,0-3-106 0,-1-1-100 16,1-2-136-16,-2-2-165 0,2-3-283 0,-6 0-402 16</inkml:trace>
  <inkml:trace contextRef="#ctx0" brushRef="#br0" timeOffset="41066.46">23022 3980 791 0,'-10'-6'765'0,"1"2"-171"0,3-2-142 0,6 6-80 0,-9-4-34 15,9 4-16-15,0 0-4 0,0 0-13 0,1 8-49 16,4 1 15-16,4 3-61 0,4 3 12 0,4 4-35 16,2 4-20-16,5 5-26 0,0 1-24 0,2 0-22 15,-1 3-63-15,-2-2 41 0,0 1-54 16,-2-1 37-16,-1-1-48 0,-7-4-5 0,0 0-5 0,-3 1-14 15,-5-5-20-15,1 0-1 0,-5-2-20 0,-2-2-29 0,-2 0-16 16,-4-1-30-16,0-3-46 0,-2 1-76 16,-3-3-95-16,1-1-59 0,-3-2-135 0,2-4-135 0,2 0-332 15,10-4-615-15</inkml:trace>
  <inkml:trace contextRef="#ctx0" brushRef="#br0" timeOffset="41299.96">23328 4125 871 0,'0'0'906'0,"0"0"-168"15,0 0-114-15,5-4-56 0,-5 4-59 0,0 0-76 16,9-5-67-16,-3 1-61 0,3 1-62 0,4-3-49 16,3 1-40-16,4-2-25 0,3 1-24 0,2-2-27 15,-2 1-16-15,5-1-26 0,-3 1-25 0,0 0-31 16,-2-1-84-16,0 1 13 0,-5 1-66 0,1 0-33 15,-5 0-47-15,0 0-62 0,-5 2-66 0,-2-1-37 16,-7 5-37-16,0 0-33 0,0 0-18 0,0 0-470 0,-16 0-545 16</inkml:trace>
  <inkml:trace contextRef="#ctx0" brushRef="#br0" timeOffset="41468.16">23307 4231 420 0,'-5'7'581'0,"5"-7"-121"0,1 11-60 0,-1-11-34 16,13 6-42-16,-1-5-35 0,1-1-41 0,4-1-36 15,1-2-38-15,7-4-34 0,1 1-30 0,4-2-25 0,0-3-37 16,6-2-62-16,-1-3-99 0,0 0-71 16,-4-2-74-16,0-2-105 0,-2-4-84 15,-2-1-338-15,-3-3-307 0</inkml:trace>
  <inkml:trace contextRef="#ctx0" brushRef="#br0" timeOffset="41742.76">23857 3787 435 0,'2'-13'580'0,"-2"2"-114"0,0 3-96 0,0 1-55 0,0 7-38 0,0-13 4 0,0 13 34 0,-5-5-12 0,5 5-26 0,0 0 4 0,-8 3-35 0,6 2-3 16,-4 2-50-16,3 3-7 0,1 1-37 0,0 1 3 16,0 3-30-16,0 1 36 0,2 2-68 0,2-2 44 15,0 0-21-15,1 0-17 0,1 1-14 0,3-2 8 0,-3-1 16 16,1 0 0-16,2-3 11 0,-2 0 1 16,1-2 16-16,3-3 5 0,-3 0-23 15,3-3-16-15,1 0-8 0,-10-3-14 0,20-2-15 0,-9-1-13 16,-2-2-44-16,0-1 36 0,0-3-45 0,1-2 33 15,-3 0-37-15,-1-3 34 0,-1 0-38 0,-2 0 41 0,-1 2-39 16,-2-1 43-16,-3 0-43 0,-1 1 32 16,-3-3-41-16,-3 3 41 0,-3 1-42 0,-3-1 31 15,-2 4-37-15,-3 1 36 0,0 2-72 0,0 3-4 16,3 0-97-16,-2 4-67 0,2 0-53 0,3 1-109 16,-1 2-150-16,2 1-65 0,4 1-119 0,1 0-623 15,5-1-951-15</inkml:trace>
  <inkml:trace contextRef="#ctx0" brushRef="#br0" timeOffset="41928.29">24024 3778 307 0,'0'0'955'0,"0"0"-213"0,5-4-132 0,-5 4-110 0,0 0-54 16,0 0-75-16,0 0-42 0,0 0-67 15,0 0-12-15,0 0-80 0,10 4 9 0,-10-4-80 16,8 11 18-16,-4-2-56 0,4-1 3 0,-3-1-145 15,1 0-145-15,-1 1-133 0,-1-2-75 0,-4-6-106 0,8 9-101 16,-8-9-353-16,0 0-592 0</inkml:trace>
  <inkml:trace contextRef="#ctx0" brushRef="#br0" timeOffset="42265.33">24128 3548 465 0,'1'-9'759'0,"0"2"-115"0,-1 7-47 16,2-13-56-16,-2 13 8 0,2-12-70 0,1 7-59 0,-1-1-42 0,3 2-64 0,4-1-16 16,0 0-36-16,0 1-2 0,5 2-51 0,0 0-7 0,0 2-48 0,0 0-21 15,3 0-5-15,-2 2-28 0,2 2-2 0,-2 0-11 16,1 4-19-16,-2-1-8 0,-3 1-7 0,1 2-6 16,-3 1-5-16,-3-1-6 0,2 4-7 0,-7-2-37 15,0 2 37-15,-6 0-44 0,4 1 42 0,-5-1-44 16,0 2 48-16,1-4-40 0,0 0 44 0,1-3-42 15,-1 1 47-15,0-3-11 0,1 2 113 0,2-3 40 0,2-6 74 16,-4 11-192-16,4-11-64 0,0 0 0 16,4 5 0-16,-4-5 0 0,20-4 0 0,-3-1 0 0,6-4 0 15,6-2 0-15,6-1 0 0,2-4 0 0,-1 0 0 16,2-1 0-16,-4 2 0 0,0-2 0 16,-6 4 0-16,-3 0 0 0,-2-1 0 0,-4 4 0 15,-1-1 0-15,-6 1-142 0,-6 1-810 0,-2 0-183 0,-5 2-745 16,-3 0-1601-16</inkml:trace>
  <inkml:trace contextRef="#ctx0" brushRef="#br0" timeOffset="43530.29">20705 6804 384 0,'-7'-15'810'0,"0"2"-148"0,1 0-101 0,-1 2-129 0,2 1-79 0,0 2-72 0,0-1-53 0,1 2-50 0,2 2-33 0,2 5-29 0,0 0 67 0,0 0-38 0,0 0-27 0,4 11 25 0,3 0-24 0,3 6-11 0,1 1-24 0,4 5-15 0,4 6-12 0,-1 2-11 0,-1 0-13 0,2 1-1 0,-4-1-4 0,4 1-8 0,-4 0-5 0,-2-5 0 0,0 0-3 0,-1-2-7 15,-2 0-5-15,-1-4-18 0,-3-1-38 0,-1-4-51 16,-1 0-56-16,0-2-58 0,-3-3-73 0,-1-3-29 15,0-8-89-15,-2 11-45 0,2-11-43 0,0 0-390 16,-12-5-450-16</inkml:trace>
  <inkml:trace contextRef="#ctx0" brushRef="#br0" timeOffset="43779.73">20745 6938 597 0,'-9'-25'468'0,"-1"2"-25"0,3 3-68 0,1-1-8 16,2 4-48-16,0 2-21 0,4 0-28 15,1 2-34-15,3-1-20 0,0 0-19 0,3 2-17 16,3 1-28-16,3 1 1 0,1-2-19 15,6 2-7-15,-1 2-10 0,5 0-6 0,-3 2-19 0,1 1-5 0,-3 2-27 16,0 1-15-16,-5 0-8 0,3 2-1 0,-4 3 11 16,1 0 0-16,-4-1 7 0,0 4 2 0,-2 0 4 15,-2 2-13-15,-3 2 8 0,-3 0-7 16,-2 2-8-16,-4 4-7 0,-4 2-2 0,-6 4-10 0,1-1-7 16,-4-1-1-16,0-1-4 0,1 0 4 0,1-3-9 15,2-4-3-15,0 1-1 0,4-4-4 0,-1 0-37 16,3-3-75-16,1-2-98 0,8-4-96 15,-13 3-68-15,13-3-90 0,-6-7-120 0,7 1-537 0,4-3-740 16</inkml:trace>
  <inkml:trace contextRef="#ctx0" brushRef="#br0" timeOffset="44051.41">21413 6531 970 0,'12'-6'834'0,"-5"-1"-187"0,-1 3-143 0,-6 4-101 0,7-6-48 0,-7 6-48 16,0 0-25-16,0 0-49 0,-10 5 12 0,4 2-53 16,-3 3-20-16,-3 2-16 0,-1 3-25 0,-1 6-24 15,-4 0-15-15,4 2-30 0,-2 2 3 0,2 3-24 16,0-1 4-16,3 0-13 0,4 1 21 0,-1 0-1 16,4-3 10-16,3 0 6 0,2 0-8 0,2 0-1 15,3-2 0-15,4 3-9 0,1-1-11 0,4-4-3 16,0-2-4-16,4-1-14 0,-2-3-23 0,2-4-24 15,-1-1-51-15,3-2-76 0,-2-1-67 0,-3-4-78 16,3-2-100-16,1-1-96 0,-4-2-98 0,1-2-176 16,0-3-291-16,0-2-680 0</inkml:trace>
  <inkml:trace contextRef="#ctx0" brushRef="#br0" timeOffset="44289.9">21630 6694 566 0,'0'0'876'0,"-7"-8"-194"0,7 8-148 0,-5-6-119 0,5 6-66 0,0 0-40 0,0 0-5 0,-8 2-25 16,8-2-33-16,-1 12-48 0,1-4-33 15,2 2-17-15,2 3-12 0,3 3-36 0,0 2-20 0,2 1-11 16,0 2-15-16,4 2-9 0,-2 1-6 16,0-4-29-16,0 0-60 0,-1 0-53 0,-2-2-67 0,2-2-71 15,-3 0-81-15,-1-3-22 0,-1-2-56 16,-2-1-16-16,-2-3-30 0,-1-7-55 0,-1 8-323 0,1-8-362 15</inkml:trace>
  <inkml:trace contextRef="#ctx0" brushRef="#br0" timeOffset="44636.87">21651 6854 365 0,'-6'-22'496'0,"-3"-3"-38"15,1-1-90-15,0 4 18 0,3-1-37 0,0 2-11 16,1 1-12-16,4 3-14 0,0 0-41 0,0 0-30 16,1 2-40-16,3 1-31 0,0 1-32 0,3 1-20 15,0 2-22-15,2 1-13 0,0 2-19 0,1 3 2 16,-1-1-24-16,0 2-2 0,2 1-2 0,-11 2 7 15,17 2-13-15,-9 0 6 0,0 1-15 0,-3 3 16 16,0 1-19-16,-4 0 8 0,2 0-17 0,-3 1 11 16,-3 2-15-16,-1 1-2 0,0 0-5 0,-2 0 3 15,0 0 3-15,1 0-5 0,-1-3-3 0,4 2 4 16,-2-1 0-16,1 0-1 0,2-2-1 0,2 2-2 16,3-2 4-16,0 1 0 0,5 2-4 0,4-3 16 15,0 1-14-15,1 1 11 0,4-1-16 0,-1 1 4 16,2 0 5-16,0 0-6 0,-1 0 0 0,-1 0 1 15,1 1 0-15,-5-1-5 0,0-1 6 0,-2 2 1 16,0 1 3-16,-2-2 2 0,-2 3 9 0,-2-2 4 16,-2 1 1-16,-2-1-6 0,-2 1 7 0,-2 1 12 15,-3-1-8-15,-3 1-6 0,-3 0-5 0,0 0-4 0,-5 0 1 16,-2-2-5-16,2 0 12 0,-2-3-7 0,0-2-18 16,0 1 0-16,-2-5-32 0,3 0-58 0,-1-3-69 15,0-1-93-15,1-3-105 0,4-1-23 16,-1-5-93-16,3-3-101 0,2-1-395 0,6-4-567 0</inkml:trace>
  <inkml:trace contextRef="#ctx0" brushRef="#br0" timeOffset="44862.42">21820 6504 530 0,'11'-10'874'0,"-3"1"-214"0,2 0-148 0,-2 4-111 0,2 0-54 16,3 2-21-16,0 1-10 0,-1 4-40 0,5 2-7 15,-1 1-61-15,2 5-24 0,3 1-17 0,-1 4-23 16,1 3-21-16,-1 1-10 0,-1 1-23 0,-1 4-9 15,0-2-31-15,-4 3 6 0,-1 0-22 0,-3 1 5 16,-1-1-18-16,-1-2 15 0,-3 1-19 16,-3-1 12-16,0-2-4 0,-2 0-5 0,-3-1-3 0,1 1-3 15,-5-2-4-15,0 0-3 0,0-1-1 0,-3-1-4 16,0-3-8-16,-1-2-18 0,1-1-44 0,0-2-74 16,-1-3-85-16,0 0-97 0,1-3-67 0,0-2-65 15,10-1-150-15,-19-4-577 0,12-2-793 0</inkml:trace>
  <inkml:trace contextRef="#ctx0" brushRef="#br0" timeOffset="45128.6">22419 6553 1021 0,'0'0'927'0,"0"0"-219"0,0 0-142 16,0 0-106-16,4-7-14 0,-4 7-105 0,9-4-52 16,-3-2-43-16,3 1 22 0,5 0-87 0,0-2 12 15,7-1-80-15,-1 0 19 0,4 0-70 0,5-1 30 16,-3 0-71-16,-1 2 8 0,-1-2-115 0,-1 1-52 0,-3 0-46 16,1 1-53-16,-6 0-76 0,-1-1-47 0,-4 2-55 15,-2 0-72-15,-8 6-16 0,5-8-66 16,-5 8-312-16,-7-4-440 0</inkml:trace>
  <inkml:trace contextRef="#ctx0" brushRef="#br0" timeOffset="45304.22">22443 6589 238 0,'-7'10'570'0,"3"-2"-78"0,1-1-87 16,2 0 16-16,1-7-18 0,6 8-31 0,-6-8-28 0,13 7-31 16,-1-4-29-16,-1-3-39 0,5 0-34 0,3-3-48 15,1 1-20-15,3-4-32 0,0 0-14 16,3 0-28-16,-2-2-11 0,-1 0-49 0,-1 0-51 0,-2 0-91 15,-1-2-96-15,-5 1-66 0,2 1-100 0,-5 0-118 16,-2 1-529-16,-4-1-656 0</inkml:trace>
  <inkml:trace contextRef="#ctx0" brushRef="#br0" timeOffset="46578">22034 6947 311 0,'0'0'462'0,"-2"-9"-108"0,2 9-27 0,-3-11-29 0,3 11-21 0,-2-11-23 0,-1 5-18 0,0 0-24 0,1 0-24 0,1-1-13 0,0 1-2 0,-2 0-6 0,2 0 14 0,1 6 4 0,-4-11-5 0,4 11-10 0,-3-9-21 0,3 9-23 0,-2-7-15 0,2 7 3 0,-2-7-30 0,2 7 17 15,0 0-4-15,0 0 15 0,0 0-1 0,9 5 19 16,-5 0-3-16,0 2-16 0,4 2 29 0,-1 1-25 16,0 3-14-16,0 1-24 0,5 1-7 0,-2 2-16 15,-1-1-7-15,4 2-8 0,-3 0-9 16,-1 1-5-16,2-1-8 0,-2 0-1 0,0-1-5 15,2 0 1-15,-5-2-2 0,-1 0-1 0,2-3-3 16,-2 1-5-16,1-3-21 0,-4 0-51 0,2 0-60 16,0-3-56-16,-2-1-73 0,-2-6-116 0,2 11-87 0,-2-11-130 15,0 0-165-15,0 0-318 0,-13 0-691 0</inkml:trace>
  <inkml:trace contextRef="#ctx0" brushRef="#br0" timeOffset="46783.34">21854 6974 345 0,'-10'-6'893'0,"0"1"-210"0,3 1-145 16,2-1-127-16,1 1-73 0,4 4-30 0,-5-10-9 16,5 10-23-16,5-9-17 0,-1 4-30 0,1-1-32 0,4-1-21 15,3 0-13-15,1-1-29 0,6-2 17 0,0 0-38 16,5-2-6-16,2 0-34 0,2-2-1 16,-1 3-30-16,-1-3 6 0,1 3-12 0,-6 1 1 15,-1 1-49-15,-2 0-60 0,-4 3-76 16,0-1-82-16,-2 2-91 0,-6 0-105 0,1 2-48 0,-7 3-96 0,0 0-584 15,0 0-766-15</inkml:trace>
  <inkml:trace contextRef="#ctx0" brushRef="#br0" timeOffset="48060.08">23484 6040 113 0,'2'-5'552'0,"1"-2"-176"0,-1 1-108 0,0 0-75 0,0-1-44 0,-2 7-28 0,3-13-21 0,-3 13-28 0,1-11-24 0,-1 11-40 0,0-11-45 0,0 11-52 0,-3-8-71 0,3 8-99 0,0 0-200 0,-1-9 64 0</inkml:trace>
  <inkml:trace contextRef="#ctx0" brushRef="#br0" timeOffset="48444.17">23569 5900 126 0,'0'0'553'0,"0"-10"-135"0,0 10-67 0,0-8-40 0,0 8-29 0,-1-8-17 15,1 8-42-15,0 0-12 0,-4-7-7 0,4 7 6 16,0 0 16-16,-6 5 1 0,3 2-15 16,-1 4-33-16,-1 1 10 0,1 4-5 0,0 2-29 0,2 5-30 15,-2 0-16-15,4 1-31 0,0 3 15 0,0 0-46 16,5 5 0-16,0-2-14 0,4 0 2 0,-1-1-6 15,2-2 36-15,2-1-10 0,1-3 28 0,2-1-19 16,-2-6 56-16,2-1-57 0,0-2 62 0,2-3-60 16,-2-3 27-16,2-2-63 0,0-3 41 0,0-3-68 15,1-1 50-15,-1-2-54 0,2-4 44 0,-2-2-51 16,-1-1 45-16,-2-1-50 0,0-2 46 0,-3 0-51 16,-4 0 2-16,1 2 3 0,-6-2-1 0,0 2 3 15,-2 0-1-15,-4 0 2 0,-4 0 2 0,-1 2 4 16,-1 1-6-16,-5 1 4 0,1 2-4 0,-4 3 4 15,0 1-5-15,1 2-23 0,-2 2-8 0,1 1-26 16,4 1-32-16,-4 3-36 0,3 0-60 16,2 2-60-16,2-1-66 0,2 0-45 0,2 1-43 0,2-1-98 15,5 1-578-15,0-2-704 0</inkml:trace>
  <inkml:trace contextRef="#ctx0" brushRef="#br0" timeOffset="48873.37">24000 5856 76 0,'4'-4'772'0,"-2"-2"-164"0,-2 6-111 0,5-9-40 0,-5 9-47 0,6-8-54 16,-6 8-45-16,2-8-24 0,-2 8-17 0,0 0-17 0,0 0-33 0,0 0-16 0,0 0-40 0,0 0 11 0,-8 8-63 0,5-1 15 0,-3 3-62 0,3 3 33 0,-2 1-63 0,1 2-5 0,1-1-6 0,2 2-1 0,0 0-3 0,3-2 28 0,-2 2 2 16,4-2 0-16,0 0 14 0,2-1-4 0,-1-3 49 0,3 0-46 15,0-1 45-15,-1-3-49 0,2-2 31 0,0 0-49 16,3-3-3-16,-2 0 13 0,-10-2-8 0,19-3-10 15,-7-2-6-15,-1 0-5 0,2-3-7 16,-2 0 33-16,-2-5-44 0,1 2 28 0,-2-3-41 16,-1 0 34-16,-2-2-1 0,-1 1-10 0,-2-1-4 0,-3 2-5 15,-2-2-4-15,-2 3 0 0,-1 0 1 0,-5 1-8 16,-4 0-15-16,-2 2-21 0,-3 3-44 16,-3 3-88-16,-1 1-48 0,-5 3-85 0,0 2-104 0,-7 2-93 15,1 3-50-15,-5 2-107 0,4 4-513 16,-1 0-785-16</inkml:trace>
  <inkml:trace contextRef="#ctx0" brushRef="#br0" timeOffset="49418.27">23210 6244 145 0,'-4'-9'638'0,"0"-1"-123"0,-1 1-111 0,-2 0-28 0,0-2-40 0,0 4-23 0,-1-1-19 0,-2 0-31 0,2 3-41 0,-1 1-9 0,-1 0-33 0,0 3-5 0,10 1-29 0,-21 4 10 0,12 0-20 0,-2 4-8 0,1 5-11 0,1-1-13 0,0 4-32 0,1 2 7 0,3 0 13 0,1-2 10 15,4 3-40-15,0-1 52 0,4 0-57 0,2 3 15 16,1-4 42-16,0 1-42 0,2-1 36 0,1-3-40 15,-1-2 37-15,4-2-45 0,-1-1 42 16,-1-2-59-16,3-2 51 0,0-2-59 0,-1-3 30 0,1-2-49 16,2 0 34-16,-1-3-48 0,-2-2 39 0,3-2-45 15,-4-1 36-15,-1 0-42 0,-2-4 39 0,0 2-44 16,-2-2 39-16,-1 0-36 0,-4-1 37 0,0 2-37 16,-2 0 39-16,-2 0-42 0,0 0 37 15,-4 0-41-15,-1 0 3 0,-2 3 0 0,0 0 3 0,-2 2-2 16,-1 0-8-16,1 5-34 0,-1-2-43 0,1 4-61 15,-2 0-53-15,13 1-80 0,-19 4-87 0,9 0-89 16,1 1-40-16,2 1-102 0,1 1-542 0,1 1-767 16</inkml:trace>
  <inkml:trace contextRef="#ctx0" brushRef="#br0" timeOffset="49709.04">23406 6309 936 0,'0'0'778'0,"0"0"-155"16,12 2-136-16,-12-2-78 0,0 0-50 0,9 3-38 16,-9-3-10-16,4 4-55 0,-4-4 8 0,3 8-69 15,-3-8 18-15,1 12-84 0,0-6 24 0,2 1-74 16,-3 1 33-16,0 2-70 0,1-1 42 0,2 1-64 16,-2-1 63-16,-1 0-43 0,1-1 60 0,0-1-38 0,1-1 56 15,0-1-17-15,-2-5 65 0,2 10-5 16,-2-10 41-16,2 6-45 0,-2-6 23 0,0 0-72 0,9-6 20 15,-6 0-63-15,-1 0 26 0,2-3-56 0,0-1 34 16,-2-1-54-16,0 2-8 0,0-3-3 0,-2 2-9 16,-1-1-36-16,0 2-56 0,-2 0-64 0,2 1-162 15,-4 0-73-15,-2 4-155 0,7 4-127 0,-14-5-119 16,14 5-668-16,-19 2-1083 0</inkml:trace>
  <inkml:trace contextRef="#ctx0" brushRef="#br0" timeOffset="50408.96">22912 7669 1077 0,'-2'-11'718'0,"-1"3"-140"0,1 1-139 0,-1-1-85 0,3 8-71 0,-2-8-42 0,2 8-14 0,0 0 5 0,0 0-22 0,-2 9-12 0,2 4-9 0,3 1-31 0,1 8-29 0,1 1-16 0,1 9-21 0,4-1-17 0,-1 8-10 0,4 0-18 0,-1 1-8 0,-1-2-6 0,2 0-4 0,-3 0-8 0,2-3-2 0,-2-4-7 0,-1-1-5 0,-1-4-58 0,-2-3-87 0,0-3-78 0,-1-3-106 15,-1 0-45-15,-4-4-87 0,1-6-85 0,-2 2-554 16,1-9-711-16</inkml:trace>
  <inkml:trace contextRef="#ctx0" brushRef="#br0" timeOffset="50793.35">22879 7981 123 0,'-15'-35'657'0,"-2"-2"-110"0,0 1-84 0,4 1-43 0,3 5-32 15,5 3-40-15,1 3-35 0,4 3-39 0,4-2-40 16,3 3-36-16,2 1-33 0,2 1-26 0,5 2-21 15,4 1-20-15,-2 3-10 0,4 1-8 0,-1 2-14 16,1 4-10-16,-1 0-14 0,-2 4-7 16,-1 1-7-16,-1 4-2 0,-1 3 3 0,-2-1 1 0,-4 4-2 15,0 1-4-15,-3 2-1 0,-3 1-3 0,-3 0-4 16,-4 2-4-16,1 1-1 0,-7 3-2 0,-1 1-2 16,-3 1-2-16,-2 0 3 0,0-1-7 0,0-4 0 15,4-2 17-15,0 0-25 0,1-4 21 0,1-1-14 16,5-1 7-16,-1-2-6 0,4 0 8 0,1-7-13 15,6 11 3-15,1-5 1 0,3-1 3 0,5-1 5 16,1 1-13-16,3 0 12 0,4 1-17 0,-1 0 16 16,1 2-13-16,-2-1 11 0,2 2-11 0,-1 0 12 0,-3 2-12 15,1 0 13-15,-3 1-14 0,0-1 15 0,-6 0-13 16,0 1 13-16,-3-1-6 0,-1 1 1 16,-3-3 2-16,-2 2 10 0,-2 0 9 0,-4-2 5 15,1 2 3-15,-5 0-7 0,-3 0-3 0,-2-2-2 16,-1 0-5-16,-3 0 5 0,-1 0-10 0,0-5 0 0,2 2-8 15,-1-3-4-15,0-2-46 0,3-1-77 0,-2-1-106 16,3-3-99-16,-1-2-86 0,2-3-101 16,5-1-648-16,-1-4-780 0</inkml:trace>
  <inkml:trace contextRef="#ctx0" brushRef="#br0" timeOffset="51060.5">23645 7317 1196 0,'14'-8'889'0,"-7"1"-193"0,-3 2-142 0,-4 5-101 0,0 0-74 0,0 0-35 0,-18 2-49 0,4 5-9 0,-7 4-11 0,-11 6-30 0,-2 5-19 0,-1 3-22 0,-9 7-21 0,2 7-31 0,2 3 22 0,2 4 0 0,2 2-6 0,7 0-3 0,4 4 2 0,9-9-22 0,4 2 5 15,5-1-25-15,4-1-51 0,3-6 16 0,9 6-59 0,1-5 20 16,7-1-55-16,1-2 31 0,4-4-85 0,3-4-21 15,2-3-80-15,2-4-8 0,-4-5-78 0,3-4-37 16,-3-4-45-16,1-3-95 0,-3-3-108 0,-1-4-65 16,2-3-90-16,-2-4-702 0,-1-7-990 15</inkml:trace>
  <inkml:trace contextRef="#ctx0" brushRef="#br0" timeOffset="51641.77">23674 7544 896 0,'-4'-9'793'0,"3"0"-174"15,1 9-155-15,-3-9-88 0,3 9-37 0,0 0-30 16,0 0-23-16,-5 5-13 0,6 2-43 0,1 4-42 16,0 3-9-16,2 2-30 0,4 3-27 0,0 2-23 0,2 4-21 15,1 2-13-15,0-1-11 0,1 0-7 0,-3 2-2 16,4-2-38-16,-3 0-38 0,-3-5-44 0,0 0-39 16,0-3-56-16,-2-2-55 0,-3-2-47 15,0-1-6-15,-1-3-17 0,-4-1 45 0,1-3 6 0,2-6 62 16,-8 6 5-16,8-6 47 0,-11-6 3 0,4 0 44 15,1-6-4-15,-2-1 40 0,1-6-5 16,0-3 46-16,-1-6 9 0,3-1 68 0,-4-1 35 16,4-2 22-16,0 0 42 0,1 2 13 0,3 2 18 0,-2 2 32 15,3 2-1-15,2 3-42 0,-1 1-33 0,2 1-36 16,0 3-16-16,3 1-16 0,1 0 1 16,-1 4-21-16,2 2-14 0,1 3-9 0,0 0-8 15,3 3-8-15,-12 3-8 0,16 0-3 0,-6 3-7 16,-2 0 2-16,1 4-1 0,-2-2-4 0,-1 3-2 0,-2 0 3 15,-2 2 13-15,0 0-14 0,-4 3 8 0,0-3-13 16,-4 3 10-16,-1 2-10 0,1-3-3 0,-2 0 1 16,0 0 0-16,-1-3-1 0,4 1-2 0,-1-3 0 15,1 1 3-15,-1-1-1 0,4-1 0 0,-2-1-2 16,4-5 7-16,0 10-2 0,0-10-3 0,9 10 0 16,-4-4 1-16,4-3 0 0,3 2 1 0,-2 1-4 15,0 0 2-15,5 0-3 0,-4 3 2 0,0-2-2 16,3 0 1-16,-5 3 3 0,3-2 14 0,-3 2-14 15,-2 0 10-15,1 0-16 0,-2 0 23 0,-3-1-11 16,-2 3 29-16,0-2-21 0,-3 2 5 16,-1-2 13-16,-1 1-9 0,-2 2 1 0,-2-3-5 0,-1 1-6 15,-1-1-2-15,-1-1 1 0,-1 0-5 0,-2-1 1 16,3-2-6-16,-3 0 1 0,1 0 0 0,0-2-2 16,3-3-7-16,10-1-20 0,-19 0-61 15,9-2-91-15,3-4-85 0,1-1-95 0,3-1-37 0,0-4-106 16,5-1-121-16,0-4-375 0,5-3-592 0</inkml:trace>
  <inkml:trace contextRef="#ctx0" brushRef="#br0" timeOffset="51864.94">23999 7563 572 0,'15'-1'729'0,"-15"1"-154"0,14 3-78 0,-8 3-70 0,-1 0-27 0,2 0-27 0,-2 4-27 0,3 0-33 0,-2 3-38 0,-1 2-39 0,3 0-37 0,-2 3-37 0,3 3-31 0,-2-1-22 0,0 0-23 0,0 1-20 0,0-1-11 0,0 0-12 0,-1 1-7 0,-1-2 0 0,0-3 29 0,2 0-60 0,-4-1-1 16,3-3-5-16,-4 0-22 0,2-2-52 0,-1-1-40 15,-1-1-50-15,1-1-69 0,-3-7-91 0,2 5-38 0,-2-5-87 16,0 0-54-16,0 0-98 0,-5-9-303 16,3 0-472-16</inkml:trace>
  <inkml:trace contextRef="#ctx0" brushRef="#br0" timeOffset="52081.44">23958 7628 407 0,'0'0'555'0,"-1"-10"-109"0,1 10-58 0,1-9-33 0,1 3-24 16,2 0-18-16,1 0-6 0,4-3-19 0,-2 2-25 16,3-3-34-16,3 2-29 0,-2-3-28 0,6 2-11 15,-1-3-33-15,2 1-15 0,3-1-24 0,-3 1-10 16,1 1-26-16,-1-1 2 0,-1 2-24 0,-1 1 0 15,-2 1-31-15,0 0-31 0,-1 0-61 0,-3 3-55 16,0 0-51-16,-1 2-26 0,-9 2-17 0,12-4 25 16,-12 4-26-16,0 0-23 0,5 6-23 0,-5-6-16 15,-8 9-26-15,0 0-47 0,-2-1-265 0,0 3-154 16</inkml:trace>
  <inkml:trace contextRef="#ctx0" brushRef="#br0" timeOffset="52251.31">24059 7675 544 0,'-4'11'504'0,"0"-3"-77"0,4-8 6 0,0 13-26 15,0-13-40-15,9 7-24 0,-9-7-32 0,17 4-34 16,-17-4-38-16,24 0-23 0,-7-4-39 0,0 1-25 16,6-2-26-16,-1-2-25 0,7-2-22 0,-3 0-15 15,2-1-15-15,-1-2-36 0,-1 2-70 0,-1-5-68 0,-3 2-69 16,-3 1-86-16,-2-1-17 0,-3-3-89 16,-4 1-87-16,1-1-472 0,-7 3-526 0</inkml:trace>
  <inkml:trace contextRef="#ctx0" brushRef="#br0" timeOffset="52466.34">24206 7221 377 0,'-7'-6'698'0,"1"0"-170"15,6 6-113-15,-7-7-61 0,7 7-24 0,0 0 0 0,4-6-22 16,-4 6-22-16,13 3-15 0,-3 0-26 16,3 2-25-16,3 3-15 0,3 2-38 0,2 4 18 0,4 3-48 15,-5 2-2-15,8 3-3 0,-2 2-14 16,-1 2-19-16,-2-1-16 0,-2 2-18 0,-3-2-16 0,-3 0-4 15,-1 0-16-15,-2 2 4 0,-2-2-6 0,-3-2-7 16,-1 1-1-16,-3-1-10 16,-3-3-2-16,0-1-11 0,-2 2-9 0,-1-3-25 0,-1-2-51 0,-1 1-50 15,-2-1-63-15,0-4-93 0,0 0-93 16,-1-1-36-16,0-4-118 0,1-2-153 0,7-5-274 0,-12 2-558 16</inkml:trace>
  <inkml:trace contextRef="#ctx0" brushRef="#br0" timeOffset="52854.94">24584 7325 352 0,'0'0'905'0,"2"-9"-185"0,-2 9-110 0,4-7-70 0,-4 7-68 0,5-10-18 16,-1 7-100-16,1-3-45 0,4-2-38 0,2 3-34 15,0-4 1-15,6 2-84 0,2-2 8 0,3 0-77 16,-1 1 28-16,3-2-65 0,2 2 32 0,-2-2-59 15,1 3 32-15,-4-1-80 0,1 1 1 0,-5 3-90 16,-2-3-46-16,-1 3-62 0,-2 0-46 0,-12 4-54 16,12-2-25-16,-12 2-2 0,0 0 2 0,-5 4 33 15,-4 1 27-15,-1 3 36 0,-4 0 18 0,-4 5 14 16,-5 2 17-16,-1 1 0 0,-4 5 31 0,5-3 40 16,-1-2 52-16,3 1 65 0,2 0 30 0,2-4 56 0,3 1 40 15,3-4 67-15,2 1 13 0,0-3 61 16,3 1 42-16,4-3 16 0,2-6 10 0,-4 10-16 15,4-10-27-15,9 5-33 0,-9-5-38 0,20 0-29 16,-8-1-15-16,6-1-15 0,1-3-25 0,4-1-12 16,-1 1 30-16,2-3-71 0,6-1 28 0,-2 0-61 15,-1 0 40-15,-3 1-66 0,-5 0 3 0,2 2-125 16,-5-3-98-16,-2 3-122 0,-2 0-122 0,-3 0-156 16,-9 6-666-16,2-7-884 0</inkml:trace>
  <inkml:trace contextRef="#ctx0" brushRef="#br0" timeOffset="53524.16">23721 8842 252 0,'-5'-5'356'0,"5"5"-93"0,-9-6-51 0,9 6-39 0,-9-6-43 0,9 6-20 0,0 0-20 0,-9-3-18 0,9 3-15 0,0 0-24 0,0 0-44 0,-6 6-67 0,6-6-107 0,0 0-279 0,-4 8 55 0</inkml:trace>
  <inkml:trace contextRef="#ctx0" brushRef="#br0" timeOffset="54006.88">23634 9016 355 0,'4'-5'804'0,"3"1"-192"0,-2 0-121 0,-2 0-115 0,-3 4-45 15,7-10-2-15,-7 10-2 0,5-7-14 0,-5 7-25 16,1-8-25-16,-1 8-32 0,0 0-13 0,-4-7-17 15,4 7-12-15,0 0-9 0,-13 4-22 0,6 1-8 16,-1 2-13-16,0 3-52 0,-1 1 10 0,1 3-43 0,0 0 16 16,1 2-34-16,1 1 16 0,4 0-31 0,1 1 48 15,1 0 17-15,2-1-10 0,4-1-8 0,-1 1 1 16,3 0 15-16,1-4-8 0,0-1 7 0,4 0-1 16,-1-3-18-16,0-1-6 0,2-3-39 0,2-2 25 15,-4-3-35-15,3-1 21 0,1-3-33 0,-2-4 18 16,0 0-25-16,0-4 22 0,0-1-25 0,-3-3 28 15,-1-1-30-15,-3-1 30 0,-1 1-31 0,-3-1 30 16,-3 2-4-16,0-1-2 0,-3 1-3 0,-3 0-3 16,1 4 0-16,-5-2 1 0,0 3-2 0,-3 3-2 15,0 2 0-15,-2 2 3 0,-2 2-3 0,0 4 4 16,-1 2-4-16,-3 2-5 0,2 3-51 0,1 2-24 16,2 4-84-16,0-1-35 0,7 3-56 0,1-2-102 15,2 1-95-15,4 0-58 0,4-2-75 0,2 1-195 16,2-5-402-16,5 0-796 0</inkml:trace>
  <inkml:trace contextRef="#ctx0" brushRef="#br0" timeOffset="54210.13">24002 8988 669 0,'3'-7'812'0,"-2"0"-188"0,-1 0-143 0,-1 0-94 0,0-1-21 0,1 8-24 0,0-10-17 0,0 10-45 0,-2-11-49 0,2 11-47 0,-1-7-37 0,1 7-31 0,0-9-33 0,0 9-33 0,0 0-47 0,3-7-67 0,-3 7-83 0,0 0-101 0,4-8-63 0,-4 8-111 0,0 0-135 0,5-7-487 0,-5 7-662 0</inkml:trace>
  <inkml:trace contextRef="#ctx0" brushRef="#br0" timeOffset="54591.36">24034 8751 436 0,'0'0'897'0,"2"-9"-202"0,-2 9-146 0,2-7-119 0,-2 7-65 0,0 0-31 0,0 0-10 16,0 0-13-16,0 0-27 0,-1 8-14 0,0-1-17 16,-1 2-29-16,1 3 3 0,0 0-17 15,1 1-10-15,0 1 7 0,1 3-27 0,0-1-27 0,2 2 25 16,-1-1 3-16,4-1-51 0,-1 1 5 16,1 0-48-16,2-2 26 0,-1-4-35 0,2 3 18 0,3-3-51 15,-2-2 27-15,2 0-48 0,2-5 29 0,0 0-43 16,1-3 28-16,-1-1-40 15,0-2 35-15,2-1-44 0,0-3 33 0,-2-2-3 0,3-2-3 16,-4-3-7-16,1-1-1 0,-3-2-4 0,-2-1-1 0,1-1-3 16,-3 4 3-16,-2-3-2 0,-3 2 6 0,2-1 7 15,-4 1 18-15,0 3 15 0,0 1 7 0,0 1-1 16,-1-1-10-16,0 3-2 0,-2 1-35 0,3 7-6 16,-4-9 0-16,4 9 0 0,0 0 0 0,-14 4 0 15,9 2 0-15,3 3 0 0,-2 2 0 0,1 2 0 16,-1 4 0-16,4 1 0 0,0 0 0 0,4 1 0 15,-1 3 0-15,3 0 0 0,1-2 0 0,1 1 0 16,0 0 0-16,0-1-113 0,0-1-43 0,2-3-104 16,-3 0-45-16,1-3-74 0,0-3-87 0,-2 0-76 15,-1-1-45-15,0-2-48 0,-5-7-83 0,9 6-556 16,-9-6-881-16</inkml:trace>
  <inkml:trace contextRef="#ctx0" brushRef="#br0" timeOffset="54885.33">24475 8761 986 0,'2'-12'810'0,"-2"3"-155"0,1-1-154 0,-1 10-80 15,1-9-42-15,-1 9 8 0,0 0-51 0,0 0-16 0,0 0-35 0,1 9 36 0,2 1-67 0,0-1 14 0,2 3-63 0,1 2-25 0,-1-1-24 0,4 0-25 0,-2 1 5 0,1-1 0 0,1-2-4 0,-2 1-1 0,1-1 6 0,0-1 7 0,0-2-20 0,-1 0 59 0,0-4-60 0,1 0 32 0,-8-4-69 0,15 2 23 0,-15-2-109 0,17-5 0 0,-8 2 0 0,-3-4 0 0,3-1 0 0,-3 1 0 16,-2-5 0-16,1 1 0 0,-1-1 0 16,-4-2 0-16,0 1 0 0,-2 0 0 0,-4-3 0 0,1 2 0 15,-5 2 0-15,-1 1 0 0,-5 0 0 16,-3 4 0-16,-2 2 0 0,-4 2 0 0,-2 4-61 16,2 4-176-16,-7 0-27 0,2 8-118 0,2-2-67 15,0 4-109-15,-1 6-88 0,1 3-89 0,2 0-805 16,2 0-1178-16</inkml:trace>
  <inkml:trace contextRef="#ctx0" brushRef="#br0" timeOffset="55517.96">24142 9377 412 0,'0'0'881'0,"0"0"-217"0,0 0-143 0,0 0-121 0,0 0-75 0,0 0-57 0,0 0-51 0,-12 1-41 0,12-1-41 0,0 0-57 0,0 0-165 0,0 0-167 0,0 0-312 0,0 0-425 0,-12-1-587 0</inkml:trace>
  <inkml:trace contextRef="#ctx0" brushRef="#br0" timeOffset="58537.12">24126 9221 521 0,'0'0'415'0,"0"0"-77"0,0 0-26 15,6-5-44-15,-6 5 16 0,0 0-38 0,0 0 0 16,6-3-22-16,-6 3-10 0,0 0-21 0,0 0-9 16,0 0-12-16,0 0-4 0,0 0 8 0,0 0-2 15,0 0-6-15,4 5-18 0,-4-5-16 0,-1 10-23 16,1-10 25-16,-3 12-43 0,2-5-5 0,-1 2-28 15,0 0 1-15,-1 0-31 0,3 0 16 0,-2 0-28 16,2-1 12-16,-2-1-21 0,2 1 19 0,0-8 53 16,-2 10 2-16,2-10 32 0,-2 11 44 0,2-11-45 15,-1 7 42-15,1-7-41 0,0 0 40 0,0 9-49 16,0-9 8-16,0 0-56 0,0 0 24 0,0 0-50 16,0 0 24-16,0 0-44 0,5-6 30 0,-5 6-41 15,0 0-5-15,2-7-17 0,-2 7-42 0,0 0-69 16,0 0-90-16,-2-10-123 0,2 10-149 0,0 0-99 15,-12 0-203-15,12 0-505 0,-13 2-905 0</inkml:trace>
  <inkml:trace contextRef="#ctx0" brushRef="#br0" timeOffset="73872.5">19926 4768 76 0,'8'-10'581'0,"0"1"-157"0,-1-2-92 0,-1 0-58 0,4-2-10 0,-3-1-37 0,0 1 24 0,1-1-16 0,0-2 5 0,-3 1-20 0,0-2-22 0,-1 1-10 0,-2-1 9 0,0-1-11 0,-4 0-30 0,1 0-1 0,-4-1-6 0,-3-1-27 0,-3-4-17 0,-5 1-23 0,-8-1-18 0,-4 1-7 0,-8 2-9 0,-2 0-9 0,-17 2 1 0,-8 3-7 15,-8 5-5-15,-10 5-5 0,-11 6 24 0,-5 5 36 0,-26 10 15 16,-6 4 42-16,0 7 26 0,-4 8 26 0,4 8-15 0,5 7-10 15,9 7 19-15,10 6-54 0,15 5 12 0,11 3-58 16,15 3-15-16,21-9-6 0,15 5-8 0,10 5-33 16,17 2 28-16,14 0-15 0,16-1 33 0,20 8-48 15,12-6-3-15,8-11-2 0,3-10-14 0,-6-15 0 16,7-9 3-16,10-6 3 0,7-11 1 0,4-10 1 16,5-7-2-16,2-9 8 0,19-11 1 0,-1-5 18 15,-3-4 12-15,-4-8 12 0,-4-1-3 0,-9-7-38 16,-3-3 30-16,-9-1-9 0,-6-5 0 15,-10-6-10-15,-7-1-6 0,-17 7 8 0,-7 0-2 0,-7-2-8 16,-9 0-10-16,-6 0-20 0,-14 8-18 0,-6 0-6 16,-12 2-3-16,-11-4 37 0,-9 2-41 0,-8 6 38 15,-11 6-45-15,-7 5 32 0,-2 6-49 0,-6 8 11 16,-4 6-49-16,-2 6 12 0,-3 6-74 0,2 6-17 16,2 6-97-16,5 8-45 0,6 2-78 0,4 7-94 15,10 4-79-15,8 4-116 0,12-1-585 0,5 1-880 16</inkml:trace>
  <inkml:trace contextRef="#ctx0" brushRef="#br0" timeOffset="75023.41">24758 8837 102 0,'4'-7'470'0,"-2"-1"-114"0,2 1-37 0,-3 1-37 0,3-1-4 0,-1 0 5 0,-1-3-62 0,1 2-9 0,1-3-34 0,-2 2-7 0,2-2 12 0,-1 1-4 15,2-2-17-15,-3 0-26 0,3 0-17 0,-2-1-16 0,1-2 0 0,-2 2-17 0,0-1-18 0,0 0-5 0,-2 0-12 0,0-2-11 0,-2-2-9 0,-2 2 0 0,-1-5-5 0,-4 1 6 0,-4-3 18 0,-3 2 7 0,-3-1-2 0,-7 0 8 0,-4 2 15 0,-6 2 21 0,-3 3 2 0,-7 1 6 0,-3 8-11 0,-6 2 24 0,-4 7 5 0,-11 5 9 0,-4 9 20 0,-1 5-1 0,-5 8 9 0,-14 11 1 0,-1 5-18 16,3 7 29-16,2 2-54 0,5 5-17 0,6 3-7 16,7-1-7-16,10 8-19 0,5 0 10 0,16-8-40 0,7 5 29 15,8 0-2-15,5 4-11 0,7-1-10 16,9-2-8-16,9-1-28 0,6-3 15 0,8-3-34 0,6-3 8 16,5-5 23-16,8-7-31 0,2-5 24 15,7-6-31-15,1-6 27 0,-2-12-24 0,5-7 5 16,3-6 24-16,3-5-23 0,16-9 20 0,3-6-22 15,1-7 23-15,0-9-4 0,14-9-3 0,-6-8-1 0,-5-6-2 16,-4-5-2-16,-5-4 9 0,-6-3-31 16,-16 10 31-16,-2-4-30 0,-5-2 18 0,-6 2-8 0,-6-1-2 15,-7 0 29-15,-7 3-36 0,-6 11 22 0,-8-2-36 16,-4 2 2-16,-9 4-11 0,-6 2 7 0,-10-3-3 16,-8 7-4-16,-7 4-27 0,-6 4-33 0,-7 9-48 15,-4 3-51-15,-3 3-57 0,7 8-96 0,-4 4-112 16,1 5-45-16,-11 4-88 0,3 4-156 0,5 4-365 15,0 2-735-15</inkml:trace>
  <inkml:trace contextRef="#ctx0" brushRef="#br0" timeOffset="77170.47">19237 6414 687 0,'-3'-8'783'0,"2"1"-182"16,1 7-134-16,-3-10-111 0,3 10-67 0,0 0-6 0,-8-3-12 0,8 3-15 0,-8 8-7 0,3-3-46 0,-2 1-7 0,2 2-19 0,-2 0-1 0,0 3 3 0,1-1-20 0,1 2-14 0,-2 0-12 0,5-1 9 0,-3 1 11 0,2-2-2 0,1 0 10 0,0 0 22 0,2-1 26 0,0-1 39 0,0 0-4 0,3-2 56 0,-3-6-65 0,6 10 19 15,-6-10-92-15,17 3-23 0,-5-4-139 0,5-5 0 16,2-1 0-16,5-6 0 0,2-2 0 0,5-6 0 15,0-3-140-15,-1-3-163 0,5-1-120 0,4-8-122 16,-2 0-130-16,2-2-140 0,0 2-858 0,2-1-1343 16</inkml:trace>
  <inkml:trace contextRef="#ctx0" brushRef="#br0" timeOffset="83081.27">24441 4199 89 0,'23'-15'507'0,"-3"-1"-121"0,-2 5-56 0,-2-1-57 0,-2-2-7 0,-3 5-21 0,0-1 8 0,0 2-34 0,-3 0-38 0,-1 1-37 0,1 3-30 0,-8 4-20 0,7-4 34 0,-7 4-7 0,3 7-21 0,-6 1 12 0,-2 6-13 0,-5 4-15 0,-4 6 39 0,-6 8-19 16,-4 3-8-16,-6 6 25 0,-6 2-12 0,-1 0 5 16,0 0-21-16,-3-3-17 0,1-2 11 0,1-2-15 15,4-8 40-15,1-2-11 0,0-1-16 16,1-4-13-16,1-3-9 0,8-4 38 0,4-1-4 15,1-4 23-15,4-2-5 0,-1-1-12 0,4-2-17 0,1-1-19 16,10-3-14-16,-9-3-12 0,9 3-9 0,5-11-8 16,9 3-13-16,3-3-38 0,10-2 45 0,7-3-49 15,7-1 51-15,4-1-45 0,9-2 43 0,2-2-1 16,0 2-10-16,-1-2 0 0,1 2-1 0,-11 3-5 16,-3 3 2-16,-5 0 5 0,-9 4 3 0,-5 1 4 15,-1 3-4-15,-7 0 2 0,1 0-7 0,-5 1 0 16,-11 5 7-16,2-5 4 0,-2 5 1 0,-32 0 0 15,-7 3 0-15,-18 2-3 0,-20 3 8 0,-6 4 9 16,-3 3-32-16,-2 1 54 0,1 5-43 0,2 1 35 16,4 4-67-16,6 1 9 0,5 2-90 0,8 0-91 0,7 0-124 15,7 0-190-15,13-5-121 0,4-3-830 0,8-1-1075 16</inkml:trace>
  <inkml:trace contextRef="#ctx0" brushRef="#br0" timeOffset="85470.72">23735 6839 16 0,'0'0'439'0,"-2"-8"-108"0,2 8-43 0,-4-9-39 0,4 9-43 0,-5-8-25 0,5 8-7 0,-8-5-37 0,8 5-13 0,-5-9-20 0,5 9-4 0,-4-5-37 0,4 5 0 0,0 0-24 0,-6-7 7 0,6 7-24 0,0 0 25 0,-5-6 0 0,5 6 41 0,0 0-2 0,0 0 39 0,0 0-3 0,0 0 19 0,0 0-3 0,0 0-2 16,0 0 9-16,6-3-7 0,-6 3 1 0,0 0-20 15,18-2-4-15,-18 2-10 0,18-5-14 0,-8 1-20 16,5-1-7-16,1-1-10 0,4-3-11 0,1 0-2 16,-1-2 10-16,3-2-10 0,4-2-12 15,-1 0-1-15,0-1-5 0,1 0-5 0,-2-1 1 16,-1 2 6-16,-4 0 7 0,-2 2 0 0,-3 4 0 0,-2-1-1 15,-1 3-7-15,-3 0-3 0,-3 0-7 0,-2 2-6 16,-4 5 0-16,-1-8-2 0,1 8-2 0,-20-1 0 16,3 5-2-16,-9 1 4 0,-6 3 1 0,-6 6 2 15,-6 1 35-15,1 4-19 0,-1-1 15 0,-9 5-12 16,0 0-6-16,11-4-1 0,1 1 1 0,2 1 4 16,3-4-8-16,4-1-4 0,5-3-2 0,10-3-1 15,-2-1 17-15,5-1 22 0,3 0 22 0,4-4 17 16,7-4-2-16,2 6-15 0,7-4-12 0,7-3-12 0,12-1-8 15,5-2-7-15,11-1-5 0,3-4-9 0,4-1-3 16,2 1 41-16,8-6-54 0,-1 1 41 16,-9 1-51-16,-2-1 44 0,-3 2-7 0,-4-1-5 15,-9 5-8-15,-6-2-7 0,-3 4-71 0,-6 0-42 16,-8 3-141-16,-10 3-143 0,0 0-135 0,-15-4-170 16,-12 8-655-16,-17 1-948 0</inkml:trace>
  <inkml:trace contextRef="#ctx0" brushRef="#br0" timeOffset="208675.78">12221 11179 591 0,'-4'-12'632'0,"0"2"-140"0,0-1-82 0,0 3-44 0,-1-2-31 0,0 2-33 0,1 1-16 0,0-2-23 0,2 5-25 0,-1-2-36 0,3 6-32 0,-5-9-34 0,5 9-5 16,0 0-2-16,0 0 13 0,0 0-14 15,-3 9-13-15,6 1 0 0,2 7-14 0,2 5-9 0,2 6-9 16,2-1-16-16,2 8 19 0,2 1 6 0,1 1-24 16,0 0-17-16,0 2-12 0,1-2 30 0,0 0-37 15,0-1 24-15,-1-1-38 0,-2-2 17 0,-1-6-27 16,1-2 18-16,-1-1-29 0,-3-3-24 0,0-5-69 15,-2-1-73-15,-3-2-80 0,2-2-139 0,-3-4-116 16,-4-7-216-16,6 6-527 0,-6-6-855 0</inkml:trace>
  <inkml:trace contextRef="#ctx0" brushRef="#br0" timeOffset="208977.98">12159 11186 379 0,'-6'-11'783'0,"1"-1"-147"0,-1 4-117 0,2-3-129 16,0 2-44-16,1-4-30 0,3 1-30 0,1 2-22 0,2-5-37 15,6 1-20-15,-1 1-21 0,3-3-33 0,3 2 0 16,3-1-20-16,2 5-9 0,1-1-16 0,2 2-11 16,1 3-17-16,-1 3-14 0,-4 1-8 0,2 4-18 15,-1 1 0-15,-3 3-14 0,0 1-2 0,-4 2-9 16,-2 2 5-16,-2 2-10 0,-3 0 6 0,-3 0-15 15,-6 4 13-15,-2 2-15 0,-3-1 1 0,-5 4 1 16,-2-2 2-16,-4 0 1 0,1-2 4 0,-4 0-6 16,3-1-3-16,-3-1 7 0,2-3-3 15,3-2 1-15,-1-1-5 0,1-2-42 0,4-1-25 16,3-1-57-16,-1-3-97 0,3-1-80 0,9-2-72 0,-15 1-84 16,15-1-90-16,-6-3-110 0,6 3-267 0,-2-10-496 0</inkml:trace>
  <inkml:trace contextRef="#ctx0" brushRef="#br0" timeOffset="211547.1">6499 11504 19 0,'0'-7'64'0,"-4"-3"-93"0,-2-1 10 0</inkml:trace>
  <inkml:trace contextRef="#ctx0" brushRef="#br0" timeOffset="212681.49">13044 10802 420 0,'2'-16'576'0,"2"4"-74"0,-3 2-107 15,1-3-27-15,-1 3-43 0,-1-1 5 0,0 3-26 16,0-1-13-16,-1 3-48 0,1 6 1 0,-2-12-38 0,2 12 8 16,0 0-19-16,-14 2-12 0,4 7-26 15,-3 7-20-15,-1 5-14 0,-4 11-11 0,-1 7-15 16,2 4-24-16,-2 11 0 0,4 2-14 0,2 1 28 16,4-8-33-16,4 1 7 0,5 2 2 0,3 0 14 0,3-4-2 15,5 2 17-15,9 4-14 0,3-3 26 0,2-3-32 16,7-8 15-16,-5-5-44 0,6-5 20 0,4-5-40 15,2-3 22-15,2-4-57 0,3-6-8 0,0-4-87 16,-3-7-62-16,0-2-95 0,6-5-160 0,-4-2-113 16,-2-4-151-16,-5-5-721 0,-1-4-1011 0</inkml:trace>
  <inkml:trace contextRef="#ctx0" brushRef="#br0" timeOffset="213706.4">13681 10945 560 0,'0'-12'794'0,"-1"-2"-111"0,-1 3-107 0,2 0-92 0,-3 0-62 0,3 4-87 0,0-1-47 15,0 0-72-15,0 8-40 0,0-9 30 0,0 9-4 0,0 0-16 0,11 6-8 16,-4 1-29-16,1 5 2 0,3 6-51 0,2 3 9 15,1 6-52-15,4 2 23 0,-2 3-48 0,4 1 17 0,-3-4-34 16,0 5 30-16,2-4-38 0,-3 1-5 0,-2-4-1 16,-3-1-2-16,-1-6-45 0,-1 1-68 0,0 1-89 15,-5-3-125-15,1-3-98 0,-2 0-99 0,-6-3-181 16,2-2-475-16,-4-1-791 0</inkml:trace>
  <inkml:trace contextRef="#ctx0" brushRef="#br0" timeOffset="213907">13486 11133 873 0,'-1'-13'706'0,"2"0"-154"0,3 0-119 15,3-1-50-15,0 0-19 0,4-4-12 0,6-2-42 0,2 0-22 16,5-3-31-16,4-2-36 0,4 0-46 0,4 2-26 16,5-2-28-16,5-2-25 0,-6 5-19 0,3 1-15 15,-3 1-11-15,-2 2 2 0,-1 1-37 0,-7 3-82 16,-4 2-97-16,-4 4-150 0,-3 2-102 0,-5 1-107 15,-14 5-112-15,17 2-436 0,-17-2-685 0</inkml:trace>
  <inkml:trace contextRef="#ctx0" brushRef="#br0" timeOffset="214074.17">13671 11351 819 0,'0'8'876'15,"0"-8"-188"-15,4 7-165 0,-4-7-79 0,16 0-32 16,-4-1-51-16,7-4-61 0,4-4-46 0,8 1-37 0,7-6-25 15,4-3-50-15,12-3-18 0,2-2-34 16,-1-2-10-16,-2 0-27 0,-2 0-1 0,-9 5-31 16,-3-3-77-16,-1 2-149 0,-6 0-130 0,-7 3-98 0,-3 0-154 15,-6 2-688-15,-4 1-881 0</inkml:trace>
  <inkml:trace contextRef="#ctx0" brushRef="#br0" timeOffset="214457.55">14389 10805 806 0,'8'-9'766'0,"-3"-1"-148"0,0 4-96 16,-2-1-85-16,1 1-65 0,-4 6-34 0,7-8-43 15,-7 8-22-15,4-6-39 0,-4 6-35 0,0 0-17 16,5 4 7-16,-5-4-20 0,4 14-21 0,-1-2-32 15,1 1 20-15,1 3-5 0,2 5 35 0,1 1-48 16,2 3 20-16,4-1-36 0,0 1 24 0,3 0-33 16,-2-3 37-16,4 1-28 0,1-3 37 0,1-2-27 15,1-2 31-15,1-2-48 0,-4-4 32 0,4-3-50 16,-1-2 4-16,-3-4-16 0,0-2-8 0,4-4-15 16,-2-3-8-16,-2-4-9 0,1-6 0 0,0-3-6 15,-4-3-3-15,-2-2-6 0,-2-2 1 0,-3-2-4 16,-3 2-17-16,-2-3 19 0,-3 5-18 0,-2-2 16 15,-2 3 5-15,-4-4 0 0,-1 2-12 0,-5 1-6 0,3 4 0 16,-3 2-3-16,2 4-15 0,-1 1-9 0,1 3-85 16,0 4-31-16,2 2-73 0,-2 2-25 0,11 4-78 15,-15 0-61-15,6 4-65 0,1 1-86 0,2 3-80 16,2-1-113-16,1 4-586 0,3-1-919 0</inkml:trace>
  <inkml:trace contextRef="#ctx0" brushRef="#br0" timeOffset="214722.7">15247 10608 1313 0,'0'0'942'0,"1"-10"-235"0,-1 10-130 16,4-8-96-16,-4 8-80 0,1-5-50 0,-1 5-19 15,0 0-11-15,5 8 2 0,-3-2-4 0,0 5-1 16,5 2-15-16,-2 3-36 0,5 3-5 0,0 6-46 15,-1 0-16-15,5 0-37 0,-1 3-34 0,1 0-21 16,-1 0-25-16,0-2-20 0,1 2-51 0,-3-3-12 16,2-3-47-16,-4-3-54 0,-1 1-102 0,-3-3-29 0,-1-2-87 15,-1-3-49-15,-3-1-38 0,0 0-111 0,-5-3-52 16,0 0-34-16,-3-4-50 0,-1-1-93 0,9-3-324 16,-21-4-686-16</inkml:trace>
  <inkml:trace contextRef="#ctx0" brushRef="#br0" timeOffset="-214574.04">15108 10804 2 0,'-11'-7'780'0,"0"0"-139"16,3 2-100-16,-1 0-34 0,3 0-55 0,-2 1 6 0,8 4-32 15,-9-7-23-15,9 7-44 0,-8-7-28 16,8 7-60-16,-3-9-52 0,3 9-36 0,5-10-32 16,1 3-22-16,6-1-10 0,2-2-20 0,4 1-17 15,5-5-21-15,3 0-8 0,8-3-13 0,0-1 17 0,2 0-41 16,4 0 28-16,-3 1-39 0,-2 0 21 0,0 2-37 15,-8 2 1-15,-3 2-75 0,-4 0-58 0,0 2-59 16,-6 2-96-16,0 2-111 0,-3-2-85 0,-1 3-131 16,-2 0-700-16,-8 4-927 0</inkml:trace>
  <inkml:trace contextRef="#ctx0" brushRef="#br0" timeOffset="-214274.72">15729 10386 1358 0,'0'-7'981'0,"0"7"-221"16,1-8-161-16,-1 8-122 0,4-6-102 0,-4 6 1 15,14 2 2-15,-5 2 35 0,6 4 3 0,4 5 64 0,7 3-56 16,7 5-1-16,2 4-16 0,6 7-83 15,3 4-324-15,-3 4 0 0,1-1 0 0,-5 2 0 0,-2 3 0 16,-5-1 0-16,-7-5 0 0,-6 0 0 0,-3 2 0 16,-6 0 0-16,-7-4 0 0,-5 0 0 0,-6 4 0 15,-9 2-61-15,-12 2-408 0,-2-4-32 0,-8 0-75 16,-4-3-71-16,-2-2-96 0,0-2-900 0,7-9-1307 16</inkml:trace>
  <inkml:trace contextRef="#ctx0" brushRef="#br0" timeOffset="-213489.68">16982 11054 735 0,'-15'3'758'0,"4"-2"-152"0,1 1-138 0,10-2-104 0,-15 1-69 0,15-1-33 0,0 0-4 0,0 0-25 0,-6-3-19 0,6 3-31 0,11-8-43 0,1 4-24 0,2-3-24 0,5-2-7 0,0 0-17 0,8-4-10 0,1 0-14 0,7-3-9 0,1 0-8 0,2-2-8 15,0 0-1-15,-1 0-2 0,-1 1 6 0,-4 1-21 16,-5 2 0-16,-7 5-47 0,-2-2-51 0,-4 4-90 16,-5 0-51-16,-3 3-27 0,-6 4-13 0,0 0-24 15,0 0-4-15,-11 6 0 0,-2 4-14 0,-8 6 6 16,-9 6-46-16,-1 1-303 0,-2 5-172 0</inkml:trace>
  <inkml:trace contextRef="#ctx0" brushRef="#br0" timeOffset="-213333.26">16990 11167 559 0,'-13'14'488'16,"2"-2"-54"-16,3-2-56 0,4-2-39 0,4-8-33 15,-2 8-19-15,2-8-8 0,9 7-28 0,-9-7-21 16,23-4-60-16,-7 0-22 0,10-2-12 0,6-3-22 16,10-3-3-16,3-3-20 0,12-4-21 0,5-2-19 15,0-1-10-15,2-2-17 0,1 1-35 0,-3 0-96 16,-2 2-138-16,-3 1-128 0,-13 3-179 15,-1 1-454-15,-6 1-606 0</inkml:trace>
  <inkml:trace contextRef="#ctx0" brushRef="#br0" timeOffset="-213089.81">18107 10786 1117 0,'0'0'868'0,"-1"-6"-206"0,1 6-132 0,0 0-96 16,0 0-26-16,0 0-34 0,-1 7-72 0,2 0-8 0,0 3-48 16,3 5-9-16,1 2-46 0,1 4-39 15,-1 1-29-15,4 7-25 0,3-2-18 0,-2 5-20 0,2 2-7 16,2 0-39-16,-3-4 24 0,-2-1-35 0,1-1 24 16,-1 0-59-16,-1-3-39 0,1-3-57 15,-3-3-75-15,-3-1-108 0,1-4-72 0,-3-1-67 16,-1-2-116-16,-3-3-73 0,1-1-465 0,2-7-719 15</inkml:trace>
  <inkml:trace contextRef="#ctx0" brushRef="#br0" timeOffset="-212866.46">18064 10900 377 0,'-2'-26'710'0,"2"-1"-128"0,0 2-142 0,3 3-69 0,3 1-27 16,-1 2-25-16,5 1-7 0,1 2-17 0,0 2-7 15,5 3-42-15,-2 2-27 0,2 4-32 0,1 1-10 16,2 3-36-16,0 4-27 0,-1 0-21 0,1 3-20 15,0 4-17-15,-4 0 7 0,-1 5-4 0,-3 0-11 16,-3 2 8-16,-2-2-17 0,-4 3 4 0,-4 0-17 16,-4 3 6-16,-6 3-8 0,-4-2 0 0,-10 3 11 0,-1-1-10 15,-3-2-15-15,-1-3 11 0,-2-1-16 16,6-5 13-16,-2-3-23 0,4-1 26 0,2-3-22 16,4-2-8-16,2-4-46 0,2-1-69 0,5-3-77 15,2-1-90-15,4-4-95 0,4 2-57 0,4-4-126 16,8-5-630-16,3 0-810 0</inkml:trace>
  <inkml:trace contextRef="#ctx0" brushRef="#br0" timeOffset="-212609.83">18800 10640 562 0,'5'-6'777'0,"-4"0"-135"0,-1 6-88 0,-4-10-65 0,4 10-30 0,-11-3-29 16,11 3-48-16,-19 0-55 0,5 2-32 0,-2 4-18 15,-2 4-11-15,2-1-38 0,-1 4-15 0,2 3-66 16,-2 5 68-16,4 1-70 0,0 2-1 0,3 3-48 16,4-1 28-16,2 0-1 0,1-1-15 0,3 2-40 15,2-2 23-15,2 4-41 0,2 0 15 0,3-3-37 16,1 0 14-16,3-2-48 0,-1-3 4 0,0-2-51 16,1-2 7-16,2-2-62 0,0-1-7 15,0-3-91-15,0-3-54 0,-1-2-81 0,2-2-148 0,-3-3-92 16,-1-1-164-16,2-2-652 0,0-4-1000 15</inkml:trace>
  <inkml:trace contextRef="#ctx0" brushRef="#br0" timeOffset="-212146.95">19241 10743 1179 0,'2'-5'921'0,"-2"5"-178"0,5-9-143 0,-5 9-102 16,7-7-78-16,-7 7-72 0,2-7-39 0,-2 7-10 16,0 0-9-16,0 0 34 0,8 5-24 15,-7 3 11-15,0 0-68 0,2 4 13 0,0 4-83 0,-1 0 6 16,1 3-74-16,1 3 16 0,2 1-61 0,-2 2 25 16,1-2-52-16,-1 1 27 0,1 0-51 0,1 1 11 15,-1-3-97-15,0-1-51 0,-1 0-97 0,-1-3-31 16,-1-3-61-16,1-1-33 0,-2-4-24 0,-1 1-40 15,-2-4-40-15,-1-1-3 0,3-6 11 0,-10 8-14 16,10-8 32-16,-17-1 51 0,8-6 33 0,0 1 53 16,-5-2 45-16,0-5 49 0,-2-3 44 0,-5-1 72 15,2-2 82-15,-3 0 66 0,1-1 35 16,1-1 67-16,-1 2 33 0,2 0 3 0,3 2 21 0,5 2 23 16,-1 1-3-16,3 1-17 0,3 0-6 0,1 2 23 15,1 0-15-15,4-1 18 0,0 3-29 0,4-2-29 16,1-2-23-16,2 3-27 0,4-2-31 0,5 1-24 0,0-2-19 15,3 3 1-15,1 0-10 0,1-1-9 16,2 2-9-16,0 0-13 0,2 2-4 0,-3 0-1 16,2 0-8-16,-2 1-6 0,-3 4-4 0,-2-1-35 0,-2 0-63 15,-1 1-85-15,-14 2-39 0,17 3-82 0,-17-3-51 16,6 9-56-16,-6-1-73 0,-6 2-3 0,-6 5-94 16,-4 4-254-16,-9 4-369 0</inkml:trace>
  <inkml:trace contextRef="#ctx0" brushRef="#br0" timeOffset="-211938.49">19071 11004 519 0,'-17'19'452'0,"4"-5"-72"15,2 0-5-15,3 0-3 0,4-1-6 0,2-4-11 16,2 2-6-16,2-2-16 0,2-1-20 16,5-1-32-16,4-1-40 0,2-1-54 0,4-1-37 15,1-3-21-15,4 0-11 0,5-3-20 0,3 0-22 0,5-5-16 16,-2 1-12-16,-1-2-2 0,4-4-31 0,0-4-79 16,-4-1-161-16,-2-2-127 0,-4-3-149 0,-1-1-254 15,-4-5-294-15,-9 3-667 0</inkml:trace>
  <inkml:trace contextRef="#ctx0" brushRef="#br0" timeOffset="-211723.04">19480 10630 344 0,'0'0'783'0,"-3"-8"-191"0,3 8-109 0,0 0-40 16,0 0 9-16,10 1-16 0,-6 5-20 0,6 0-40 16,-1 5-45-16,2 0-42 0,1 4-12 0,1 2-13 15,5 5-82-15,-3 0-1 0,-1 2-59 0,-1 3 3 0,1-2-28 16,-4 3-19-16,-2-1-17 0,0 1-12 15,-3-4-8-15,-1 1-4 0,-4 1-37 0,-3-4 27 16,-1 1-34-16,-1-2 24 0,-4 1-45 0,-3-1-10 16,-1-3-73-16,0-4-46 0,-2 0-37 0,0 0-79 15,2-6-87-15,0 1-82 0,1-5-74 0,3-1-124 16,9-3-535-16,-14-3-786 0</inkml:trace>
  <inkml:trace contextRef="#ctx0" brushRef="#br0" timeOffset="-211529.9">20139 10903 1244 0,'0'0'930'0,"19"0"-202"0,-19 0-90 0,18-4-99 0,-8 3-41 16,1-1-83-16,1-2 8 0,1-2-71 15,3 1-14-15,5-1-85 0,2 0-27 0,3-1-71 16,4 0-3-16,2-3-57 0,2 3 7 0,-1-3-41 0,1 3 10 15,-2-3-38-15,2 2 15 0,-4-2-36 0,1 2-5 16,-3-1-63-16,-4 0-38 0,-3 2-116 16,-2-4-85-16,-4 4-102 0,-3-3-142 0,-5 3-62 0,-1-1-61 15,-6 1-82-15,-1 1-426 0,-5-3-781 16</inkml:trace>
  <inkml:trace contextRef="#ctx0" brushRef="#br0" timeOffset="-211309.53">20501 10605 175 0,'-14'-7'695'0,"0"1"-131"15,3-1-80-15,1 2-54 0,1 0-89 0,2 1-48 0,7 4-4 0,-13-3 28 0,13 3 27 16,-9 4 22-16,5 3-24 0,0 3-16 0,2 5-5 16,-1 4 4-16,2 7 82 0,-2 0-48 0,3 9 25 15,1 1-74-15,1 2-29 0,2 5-33 0,1 3-48 16,0-3-31-16,3-1-25 0,0 0-67 0,3-3-77 16,0-5 0-16,3 0 0 0,-1-5 0 0,0-5-96 15,-2-1-248-15,0-5-115 0,0-1-180 0,-3-3-180 16,-2-4-1021-16,-1-2-1553 0</inkml:trace>
  <inkml:trace contextRef="#ctx0" brushRef="#br0" timeOffset="-210676.81">21376 10737 718 0,'-4'-12'567'0,"3"1"-86"0,-1 3-25 0,0-1-49 0,1 4-15 0,-2-1-68 0,2-2-37 0,1 8-74 0,-1-8 17 0,1 8 9 0,0 0 9 0,0 0-30 0,0 8-14 0,1 1-34 0,2 1-38 0,-1 6 13 0,2 1-36 0,1 4-3 0,0 3-28 0,0 5-7 0,0 0-20 0,3 1-10 0,-4 1-7 0,5 1-7 0,-3-3-11 0,-1 3 5 15,3-4-19-15,-2 1 15 0,-2-5-26 0,0-1-28 16,-1-1-49-16,-1-5-73 0,1-1-60 0,-2-2-106 16,2-3-74-16,-3-3-88 0,0-8-122 15,0 7-544-15,0-7-767 0</inkml:trace>
  <inkml:trace contextRef="#ctx0" brushRef="#br0" timeOffset="-210432.25">21381 10794 296 0,'-3'-22'849'0,"1"1"-218"0,2 2-123 0,2 1-122 15,1 1-58-15,1 3-9 0,1 1-10 0,2 0-18 0,1 2-9 16,5 1-34-16,-1 3-30 0,3 1-25 16,1 4-33-16,3 0-22 0,-3 5-14 0,3 1-12 15,2 4-29-15,-4 0-7 0,0 4-25 0,-2 1-7 16,-3-1 9-16,0 3-19 0,-6-1-19 0,-1 1 7 0,-1 0-16 16,-4 0 11-16,-4 0-4 0,-3 3-2 0,-4 0 10 15,0-1-5-15,-6-1-6 0,-2 1 1 16,1-6-1-16,0 2-8 0,-2-5-17 0,1 0 4 15,1-3-12-15,2-1-28 0,2-3-30 0,4-1-70 0,-1-3-84 16,2-1-82-16,4-2-59 0,3-4-51 16,2 1-117-16,6-6-128 0,5 0-264 0,4-6-511 0</inkml:trace>
  <inkml:trace contextRef="#ctx0" brushRef="#br0" timeOffset="-210208.09">21972 10578 486 0,'9'-4'902'15,"-9"4"-182"-15,9-5-145 0,-9 5-79 0,0 0-43 0,0 0-30 16,0 0-29-16,-13 6-59 0,4-1 11 0,-4 3-49 16,-4 3 14-16,1 2-44 0,-2 5 3 0,-2 2-70 15,0 1 3-15,5 2-28 0,-2 3 29 0,7 2-26 16,0-1 25-16,3 2-62 0,6-1 42 0,2 0-84 16,7 1 32-16,1-2-69 0,4-1 23 0,2-1-89 15,2-3-13-15,6-3-83 0,0-1-27 0,0-3-112 16,0-5-74-16,3-1-70 0,-4-3-112 0,0-5-137 15,-3-1-73-15,2-2-115 0,-1-5-547 0,0-4-969 16</inkml:trace>
  <inkml:trace contextRef="#ctx0" brushRef="#br0" timeOffset="-209964.89">22259 10676 957 0,'0'-8'711'0,"2"-1"-157"15,-2 9-125-15,0-7-44 0,0 7 20 0,0 0 7 0,0 0-39 16,2 7-31-16,-2 2-39 0,0 0-1 0,0 3-50 15,0 3 6-15,0 3-41 0,3 1-14 0,1 4-37 0,-1 0-40 16,2 1-25-16,-1 2-20 0,0-3-17 16,3 0-15-16,-4 0-7 0,3-1-34 0,0-1-77 15,-2-5-99-15,-2-2-88 0,2-1-100 0,-3-1-89 16,1-5-79-16,-4 0-45 0,-3-2-89 0,5-5-502 0,-9 3-774 16</inkml:trace>
  <inkml:trace contextRef="#ctx0" brushRef="#br0" timeOffset="-209852.89">22051 10835 484 0,'-14'-14'731'0,"0"1"-152"16,4 4-94-16,3-3-74 0,1 3-35 0,3-1-43 16,3 3-7-16,3-3-39 0,3 2-15 15,1-3-31-15,4 3-32 0,6-3-34 0,2 2-29 0,1-2-23 16,9 1-22-16,0-1-21 0,2 1-14 0,1 0-17 16,1-1-4-16,-1 3-12 0,-2-3-15 0,0 3-30 15,-3-3-82-15,-4 2-117 0,-2 0-141 0,-5-1-117 16,-2-1-192-16,-3 3-526 0,-3-3-796 15</inkml:trace>
  <inkml:trace contextRef="#ctx0" brushRef="#br0" timeOffset="-209611.96">22484 10413 282 0,'18'0'853'0,"-18"0"-187"15,19 2-72-15,-5 4-53 0,-1 1-28 16,6 1-3-16,2 4-67 0,3 1-36 0,0 4-76 0,3 3 12 15,-1 3-48-15,-1 1-20 0,-3 3-29 0,-3 2-30 16,0 2-66-16,-6 1-4 0,0-3-52 0,-7 2 7 16,1 1-47-16,-6-3 13 0,-4 4-12 0,-2-2-9 15,-4 0-14-15,-7 4-31 0,-2-3-33 0,-3-1-37 16,-2-1-49-16,-3-3-64 0,2-2-66 0,0-5-63 16,4-2-79-16,-2-2-69 0,8-4-54 0,0-3-109 15,2-2-750-15,5-4-972 0</inkml:trace>
  <inkml:trace contextRef="#ctx0" brushRef="#br0" timeOffset="-209326.19">23249 10785 1595 0,'-4'-9'1050'0,"2"4"-234"16,2 5-99-16,-1-6-150 0,1 6-49 0,7-6-75 15,0 0-40-15,3 1-105 0,3 0 0 0,4-1-57 16,7-1-35-16,7-1-27 0,8-3-42 0,5 1-29 16,4-1-23-16,0-1 1 0,3 3-30 0,1-2 31 15,-1 2-60-15,-1-3 35 0,-4 3-66 0,-4-1 24 16,-9 4-73-16,-2-2-27 0,-7 2-116 0,-4 1-170 16,-4-2-173-16,-7 1-261 0,-9 6-1080 0,2-10-1600 15</inkml:trace>
  <inkml:trace contextRef="#ctx0" brushRef="#br0" timeOffset="-208611.87">18774 12097 333 0,'-5'-29'688'0,"0"5"-111"0,-4 2-75 0,4-2-76 0,-3 4-63 0,2 2-19 0,1 2-35 0,-2 2-52 0,4 3-44 0,-1 3-31 0,4 8 8 0,-6-7-5 0,6 7-1 0,-1 7-27 0,4 3-9 0,-2 4-28 0,6 6-28 0,-1 3-19 0,3 5-15 0,2 8-5 0,1 0-13 0,2 0-21 0,-1 1 15 0,3-1-11 0,-3-1-10 0,2-2-2 16,-2-3-1-16,0-4-26 0,-4-2-68 0,0-5-80 15,-1-1-86-15,-2-4-52 0,-4-3-30 0,0-3-86 16,-2-8-81-16,-4 8-33 0,4-8-410 0,-14-5-522 15</inkml:trace>
  <inkml:trace contextRef="#ctx0" brushRef="#br0" timeOffset="-208349.74">18650 12072 562 0,'-14'-36'511'0,"7"5"-68"16,0 1-108-16,6 3-30 0,1 3-21 0,1 1-27 0,6 2-31 0,0 1-22 16,6 1-16-16,2 0 2 0,6 4-19 0,2 0-21 15,2 3-28-15,2 4-13 0,-1 1-1 0,1 3-15 16,-2 1-22-16,-2 5-12 0,-3-1-17 0,2 4-8 0,-1 3-13 15,-5 1 6-15,1 2 9 0,-6 3 23 16,-2-1 6-16,-5 3 10 0,-1 1-26 0,-6 2-1 16,-4 0-7-16,-4 5-8 0,-4-1-7 0,-3-1-3 15,-2-1 10-15,-1 0-24 0,-2-3 15 0,0-3-18 0,0-1 13 16,3-4-16-16,1-2 11 0,2-3-31 0,2-1-26 16,2-4-83-16,1-3-84 0,6-2-72 15,1-3-73-15,3 0-68 0,5-5-75 0,5-4-478 16,6-6-568-16</inkml:trace>
  <inkml:trace contextRef="#ctx0" brushRef="#br0" timeOffset="-208148.34">19215 11653 462 0,'15'-7'721'0,"-6"1"-145"16,-1 1-81-16,-3 2-84 0,-5 3-39 16,8-4-15-16,-8 4-30 0,0 0-16 0,-12 6-32 15,5 2-22-15,-4 3-29 0,-4 5-6 0,-3 4-6 16,-1 9-4-16,-3 0-15 0,4 3-19 0,2 4-32 0,2 0-28 15,1 0-20-15,8-5-45 0,2 1 18 0,5 1-40 16,4-2 21-16,8 2-39 0,3-1 25 0,6-2-34 16,2-3 27-16,5-5-33 0,0-2 28 0,3-5-30 15,-2-3 22-15,0-3-49 0,-2-5-15 0,-1-3-98 16,-1-2-64-16,0-2-116 0,-5-2-124 0,-2-5-117 16,-4 0-175-16,-2-5-526 0,-7 1-875 15</inkml:trace>
  <inkml:trace contextRef="#ctx0" brushRef="#br0" timeOffset="-207524.11">19728 11738 260 0,'-4'-6'853'0,"1"2"-180"0,3 4-133 0,-6-9-132 0,6 9-86 0,-4-6-54 0,4 6 8 0,0 0 12 0,0 0-24 0,0 12-22 0,0 0-43 0,6 2-19 0,-2 3-26 0,1 5-30 0,3 5-20 0,0 1-14 0,2 0-20 0,0 4-10 0,-1-2-17 0,1 1-3 0,-1-1-7 0,0 0-9 16,-1-1-3-16,-1-1-6 0,-1-6-17 0,-1-1-64 0,-1-4-55 15,-2-2-97-15,1-1-87 0,-3-3-78 16,-2-2-151-16,0-2-129 0,2-7-354 0,-9 6-624 16</inkml:trace>
  <inkml:trace contextRef="#ctx0" brushRef="#br0" timeOffset="-207212.9">19512 11944 428 0,'-8'-15'732'0,"1"2"-185"0,1 1-96 0,6 0-108 16,-1 1-40-16,2 0 0 0,3-1-9 0,2 1-14 15,3 0-21-15,3-4-35 0,4 3-29 0,3-4-35 16,7 1-14-16,5-3-19 0,2 0-27 16,7-2-9-16,1 3-23 0,1 0-14 0,1 0-4 15,-1 3-5-15,-6 0-22 0,-4 3-16 0,-4 2-119 16,-6 1-134-16,-7 4-63 0,-1 3-27 0,-14 1-36 0,13 5-73 15,-13 1-116-15,-2 2-335 0,-6 6-456 0</inkml:trace>
  <inkml:trace contextRef="#ctx0" brushRef="#br0" timeOffset="-207026.95">19588 12101 596 0,'-11'15'515'16,"3"-3"-91"-16,3-2-38 0,1-1 8 0,4-1-40 0,5-3-1 0,2 0-49 15,3-1-37-15,4-1-59 0,3-2-24 0,4-1-43 16,9-4-14-16,4-1-43 0,12-4-22 0,1-1-8 15,4-2-15-15,10-5-9 0,-4 1-21 0,-8 0-92 16,-1 0-110-16,-4-2-117 0,-1-1-185 0,-1-1-583 16,-6-1-693-16</inkml:trace>
  <inkml:trace contextRef="#ctx0" brushRef="#br0" timeOffset="-206725.23">20383 11823 714 0,'0'0'692'0,"0"7"-97"16,0-7-58-16,3 14-60 0,-2-4-17 0,3 0-48 16,0 5-54-16,1 0-47 0,-1 2-46 0,1 5-16 15,1-2-41-15,0 3-15 0,-1-2-58 0,2 3-22 16,-2-3-19-16,0 1-17 0,-1-1-3 0,1-1 50 16,0-3-56-16,-1-1 22 0,-1-4-43 0,-1 0 59 0,-1-1 2 15,3-2 69-15,-4-9-53 0,0 9-18 0,0-9-17 16,0 0-11-16,-5-5-9 0,3-5-10 15,-2-3-8-15,0-3 21 0,-4-5-42 0,3-4 22 16,0-5-35-16,1-4 26 0,0-2-35 0,2-3 26 16,2 1-30-16,1 1 30 0,2 2-32 0,1 3 24 0,1 2-29 15,1 6 27-15,3 2-29 0,1 4 22 0,3 3-32 16,4 4 35-16,-1 4-36 0,2 3 29 16,1 4-30-16,-1 3 30 0,5 5 7 0,-2 2-41 0,-1 4 32 15,2 4 3-15,-2 2-4 0,-4 2-4 0,-1 1 1 16,-2 2-40-16,-1-2 17 0,-3 4-49 0,-3-5-12 15,-4 2-83-15,2-1-34 0,-4-3-96 16,-1 0-49-16,-1-1-113 0,0 0-80 0,-1-2-81 0,-1-1-151 16,-1-1-543-16,3-5-910 0</inkml:trace>
  <inkml:trace contextRef="#ctx0" brushRef="#br0" timeOffset="-206498.49">21146 11702 1021 0,'0'0'868'0,"14"-1"-170"0,-14 1-116 16,10 6-70-16,-7 1-75 0,-2 1-44 0,4 2-48 15,-3 0-56-15,0 3-15 0,1 3-15 0,-1 0-29 16,2 1-30-16,2 5-55 0,1 0-6 16,-1 2-54-16,3 1 11 0,0 1-44 0,-1-3 15 0,1 2-41 15,-1-3-36-15,0-1-78 0,-1 0-65 0,-1-3-59 16,-2-3-107-16,0-1-130 0,-3-1-63 0,-1-4-94 15,-1 0-150-15,-4-4-376 0,-3-2-748 0</inkml:trace>
  <inkml:trace contextRef="#ctx0" brushRef="#br0" timeOffset="-206330.9">20928 11845 182 0,'-9'-15'734'0,"2"2"-174"0,5 0-140 0,2 2-45 15,2 0-35-15,5-2-3 0,3 1-14 0,3-2-17 16,3 1-30-16,5-2-34 0,2 0-7 0,1 0-34 15,3 0-24-15,3-2-32 0,4 0-23 0,-1 0-32 16,-1 2-15-16,-3 0-18 0,-2 2-6 0,0-1-10 16,-3 2-22-16,-1-3-39 0,-2 5-71 0,-5-1-130 15,-3 0-115-15,-1 2-131 0,-5 2-190 0,-2-1-442 0,-5 8-717 16</inkml:trace>
  <inkml:trace contextRef="#ctx0" brushRef="#br0" timeOffset="-206155.09">21319 11385 789 0,'14'-10'803'0,"2"-1"-127"0,-3 4-86 16,6-1-65-16,-1 5-50 0,3 1-37 0,4 4-18 0,8 2-54 16,-1 6 53-16,9 7 27 0,3 3 54 0,6 9-5 15,1 6-26-15,-1 2-13 0,1 4-132 16,-2 3-324-16,-2 2 0 0,-4 2 0 0,-5-1 0 15,-6 2 0-15,-2-3 0 0,-12-7 0 0,-3 1 0 16,-5-4 0-16,-7-1 0 0,-5-1 0 0,-5 5 0 0,-6-2 0 16,-9 0 0-16,-5-2 0 0,-10 4 0 0,-7-3 0 15,-4-2 0-15,-3-1-289 0,1-3-535 0,-6-2-166 16,0-1-929-16,0-3-1649 0</inkml:trace>
  <inkml:trace contextRef="#ctx0" brushRef="#br0" timeOffset="-201299.78">12375 7419 238 0,'8'-9'416'0,"-8"9"-102"0,4-10-68 0,-2 4-55 0,2-1-40 0,-1-2-22 0,-1 1-23 0,2-2-3 15,-1 2-12-15,-1-4 7 0,2 3-31 0,-3-4 13 0,2 2-13 0,-2 0 2 0,-1-3-29 0,0 4 19 0,-2-4-27 0,-1 1 27 0,-1-1-43 0,-4 0 25 0,-2-2-8 0,-2-1-13 0,-4 1 7 0,-3 0-11 0,-5-2-2 0,-7-3-3 0,-2 1-8 0,-4-2 6 0,-3 3 7 0,-2-2 5 16,-8-4 12-16,-5 1 10 0,0 2-3 0,-2 1 13 16,-5 1 13-16,0 2 11 0,-2 2 6 0,-3 4-6 15,1 3-14-15,6 5-8 0,1 1 13 0,0 8-5 16,-9 4 10-16,5 6 7 0,1 9 7 0,5 6-16 0,2 8-2 16,5 7 6-16,1 7-6 0,7 5-10 0,3 4-11 15,4 6-6-15,7 5 21 0,7 3-28 16,6 4 2-16,9 2 3 0,7 1 0 0,8-3-2 15,8-1-8-15,7-4 12 0,5-2-24 0,10-3 18 0,11 7-21 16,6-6-23-16,5-5 17 0,-1-18-39 0,3-5 1 16,5-9-10-16,3-5 13 0,3-8-3 15,4-7 27-15,0-5-10 0,5-8 27 0,-1-6 13 0,0-6 32 16,0-5 25-16,-4-6-3 0,-2-4-32 0,-7-6 3 16,-5-7-21-16,-4-4 10 0,-7-4-27 0,-9-6 13 15,-3-5-22-15,-8-2 13 0,-6-2-24 0,-6 1 27 16,-6-1-24-16,-7-1 14 0,-7 7-20 0,-5 3 0 0,-5-8 2 15,-7 3 1-15,-6 4-1 0,-4 3 0 16,-7 5-4-16,-4 6-17 0,-1 3-29 0,-6 6-32 16,5 8-57-16,0 4-65 0,0 5-71 0,0 6-94 15,2 4-131-15,8 3-497 0,-2 6-603 0</inkml:trace>
  <inkml:trace contextRef="#ctx0" brushRef="#br0" timeOffset="-199553.14">10683 8104 108 0,'1'-10'429'0,"1"0"-123"0,-2 1-66 0,0-1-48 0,-3 1-41 0,2-2-22 0,-3-1-6 0,0 0-21 0,-2-2 21 0,-2 0-14 0,-1-2 0 0,0 0-20 0,-5 0 11 15,0-1-35-15,1 2 22 0,-7-2-19 0,-2-1-6 16,-1 3-7-16,-1 1-9 0,-4 2-6 0,-4 1-2 16,-2 3-16-16,-9 0 5 0,-3 1-1 0,-5 6-4 15,-4 1-4-15,-4 2-30 0,-12 6 27 0,-5 1-31 16,0 6 46-16,-1 3-32 0,0 3 41 0,2 6 5 16,1 4 37-16,5 4-13 0,5 4 25 0,5 3 4 15,7 6 9-15,9 5 16 0,8 4-9 16,8 6-19-16,9 3 5 0,9 3-15 0,9 3 0 0,9-2-5 15,10-1-19-15,9 0 15 0,7-6-24 0,10-1 14 16,16 6-28-16,5-6 9 0,-6-16-22 0,4-7 5 16,3-5-16-16,0-8 12 0,2-8-19 0,4-7 9 15,-9-8-16-15,10-8 10 0,4-8-16 0,0-7 24 16,-1-6-21-16,-3-5 4 0,-3-6 0 0,-3-4 4 16,-4-5 2-16,-6-2-3 0,-8-3-3 0,-6-3 17 15,-4-2-19-15,-7-1 17 0,-6-2-19 0,-8 0 10 16,-4-1-19-16,-7 7-1 0,-8 2 1 0,-6-1-6 0,-11-6 2 15,-6 7-9-15,-9 4-5 0,-10 6-10 16,-5 6-26-16,-11 8-33 0,-4 6-26 0,-9 8-50 16,-4 7-52-16,-7 7-83 0,-5 7-76 0,0 6-121 0,-5 4-293 15,-15 7-329-15</inkml:trace>
  <inkml:trace contextRef="#ctx0" brushRef="#br0" timeOffset="-196201.06">6137 9128 301 0,'-18'-11'438'0,"-1"0"-108"0,0 0-70 0,-1 0-57 0,-1-1-44 0,3 0-17 0,-1 0-30 0,1 0-24 0,-1-1 1 0,4 0-30 0,-3-2 16 16,1 1-27-16,2 0 8 0,-3-2-21 0,3-1 10 15,-5-1-22-15,2 1 8 0,-1 0-21 0,0 0 17 16,0 1-25-16,-3-2 16 0,0 0-20 0,1 0 22 15,-2-1-12-15,-1 1 43 0,-1 0-15 0,-3-2 39 16,1-1-44-16,-3 0 22 0,-2 2-39 0,-3-1 23 16,-1 2-3-16,1 0-9 0,-5 2-11 0,2 2 8 15,-7 1-4-15,1 2 5 0,-3 1-3 0,1 4 11 0,-4 0-33 16,-2 4 36-16,-2 1-28 0,-2 2 20 16,-2 2-28-16,0 2 25 0,-1 1-30 0,-8 5 25 15,2 0-24-15,1 2 25 0,2 2-19 0,0 1 42 16,4 2-14-16,0 3 23 0,2 0-14 0,4 3 10 15,4 4 4-15,1 0 0 0,10-2-22 0,1 2 38 0,5 3-15 16,2 0 5-16,4 4 7 0,5 2 8 16,0 2-3-16,3 5 2 0,6 0 1 0,2 3-4 15,4 1-1-15,1 1-9 0,4-1-4 0,7 3-5 16,1-4 3-16,6 0-6 0,5 6-3 0,8-2 3 16,0-5-6-16,8 0 4 0,2-2-11 0,5-3 13 0,6-1-26 15,6-3 14-15,6-1-23 0,5-3 17 16,6-4-22-16,5-3 13 0,1-5-18 0,6-5 17 0,4-3-21 15,4-5 18-15,2-2-17 0,3-5 17 0,0-2-19 16,-2-5 18-16,1 0-8 0,-4-6 0 0,-3 0 5 16,-6-3 2-16,-2-3-23 0,-4-2 19 0,-5-3-18 15,-6-2 16-15,-3-4-17 0,-9-1 0 0,-3-6 2 16,-5-3 0-16,-7-4 1 0,-5-1 0 0,-5-6 1 16,-5-1-1-16,-7 5 12 0,-5-3-16 0,-2-1 19 15,-6-3-19-15,-4-2-1 0,-7-8 0 0,-5 2 3 16,-4 2-1-16,-4 3 7 0,-7 6 0 15,-6 1-6-15,-5 7-15 0,-11 6-26 0,-9 9-48 0,-10 6-82 16,-14 12-86-16,-9 9-93 0,-6 6-118 0,-29 13-552 16,-6 8-638-16</inkml:trace>
  <inkml:trace contextRef="#ctx0" brushRef="#br0" timeOffset="-194515.71">21248 12266 178 0,'0'0'676'0,"0"0"-182"0,0 0-119 0,0 0-77 0,0 0-80 0,0 0-59 0,0 0-46 0,0 0-22 0,0 0-25 0,0 0-7 0,3-6-14 0,-3 6-43 0,0 0-9 0,14-1-59 0,-14 1-68 0,0 0-122 0,13 3-479 0,-13-3-240 0</inkml:trace>
  <inkml:trace contextRef="#ctx0" brushRef="#br0" timeOffset="-193522.99">16268 14054 518 0,'0'0'428'0,"-13"2"-78"15,13-2-99-15,-9 1-22 0,9-1-46 0,0 0-4 16,-9 2-34-16,9-2 12 0,0 0-42 0,0 0 12 16,12-3-42-16,-3-1 8 0,3 1-27 0,5 0 8 15,4-5-33-15,4 0 11 0,3-1-32 0,4 0 14 0,-1-2-36 16,1 1-23-16,-2 1-100 0,0-1-95 16,-7 3-89-16,1 0-473 0,-3 2-301 0</inkml:trace>
  <inkml:trace contextRef="#ctx0" brushRef="#br0" timeOffset="-193244.02">16314 14252 123 0,'-15'13'576'0,"2"-2"-175"0,1-1-76 0,2-2-79 0,3-1 11 0,0 0-33 0,3-2-44 0,4-5 5 0,-1 7-49 0,1-7-10 0,13 0-36 0,1-2 3 0,6-4-40 0,10-2 10 0,6-5-36 0,6-2 13 0,1-1-46 0,2-2 9 0,-2-1-75 16,2 2-59-16,-5 0-104 0,-3 2-135 0,-8 3-372 0,-2 0-249 0</inkml:trace>
  <inkml:trace contextRef="#ctx0" brushRef="#br0" timeOffset="-192473.9">17731 13723 178 0,'-2'-9'636'0,"-1"0"-125"0,-1 0-134 0,-1 3-41 16,0 0-76-16,5 6-29 0,-11-6-45 15,11 6 8-15,-13 2-10 0,5 4-26 0,-1 3 2 0,0 4-22 16,0 4-19-16,-1 4-21 0,5 1-25 0,1 4-4 0,0 5-19 16,4-2-12-16,0 4-5 0,4-1-7 15,1 0-3-15,3-3-6 0,2-1-4 0,3-3 1 16,1-2-11-16,-4-5 11 0,4-2 9 0,2-3 3 15,-5-4 1-15,6-2 1 0,-3-4-10 0,0-4-3 0,1-2-7 16,2-4 2-16,-2-4-3 0,4-4-1 16,-2-5-1-16,-2-2 0 0,-2-2-1 0,0-1-6 15,-4-1 6-15,-4 0 1 0,-1 1 1 0,-4 1 0 0,-1-1-1 16,-3 1-1-16,-3 1-2 0,-2 1-1 16,-1 2 2-16,-1 2-2 0,-3 3 1 0,-2 1-3 0,0 4 1 15,0 2-2-15,1 5-4 0,-3 0 4 0,0 4-2 16,3 2-17-16,-2 5-41 0,2 2-71 0,0 4-85 15,4 4-102-15,2 0-154 0,6 0-500 0,1 1-566 16</inkml:trace>
  <inkml:trace contextRef="#ctx0" brushRef="#br0" timeOffset="-192081.81">18270 13901 714 0,'4'-7'781'0,"-1"-1"-173"0,-2 2-138 0,-1 6-112 0,-2-11-85 0,2 11-63 0,-3-11-66 0,3 11-82 0,0-7-99 0,0 7-103 15,0-8-148-15,0 8-147 0,1-7-422 0,-1 7-405 0</inkml:trace>
  <inkml:trace contextRef="#ctx0" brushRef="#br0" timeOffset="-191868.56">18595 13434 785 0,'-11'-3'780'0,"11"3"-123"0,-18 1-121 0,6 5-64 0,-3 2-79 0,1 4-40 0,-3 4-51 0,1 4-64 0,-1 3-44 0,4 4-28 0,-2 6-23 0,6 3-9 0,3-2-18 0,3 2-21 0,3 0-15 0,3 0-11 0,3 5-17 0,3-3-1 0,4-1-7 16,2-2-12-16,3-4-3 0,1-2-10 0,-1-7-8 0,1-3-9 0,-1-6-13 0,1-2-10 0,-1-4 6 0,0-3-12 0,-1-4-7 0,-1-3 5 0,0-4-3 0,0-1 2 0,-2-5 2 0,-1-3 4 0,0-1 0 0,-6-2 0 0,-1 0 14 0,-4 0-11 0,-2 0 16 0,-1 3-13 0,-4-1 17 0,-3 2-9 0,-2 0 12 0,-2 3-13 16,-2 3 13-16,0 2-12 0,-1 3 20 0,-2 2-25 15,1 2 18-15,0 4-29 0,-1 2-34 0,-2 4-46 16,3 1-45-16,1 4-51 0,1 2-62 0,3 1-81 15,1 1-63-15,4 0-75 0,3-1-553 0,1-2-652 16</inkml:trace>
  <inkml:trace contextRef="#ctx0" brushRef="#br0" timeOffset="-190890.16">19257 13757 797 0,'-2'-8'635'0,"2"8"-115"0,-3-13-100 0,3 7-101 0,3-2-64 0,-1 1-51 0,3 1-30 0,0-2-19 0,6 0-13 0,3-1-17 0,1 0-20 0,4-1-23 0,3 0-9 0,4 1-15 0,2-1-10 0,1-1-12 0,3 2-3 0,9-2-7 0,-2 0 0 0,4-1 4 0,0 1-2 16,-1 1-6-16,1-1-4 0,-3 0-5 0,-5 2 0 15,-4 1-15-15,-1 1-16 0,-8 0-51 0,-3 0-105 16,-1 2-47-16,-6-2-59 0,-3 0-48 0,-3 1-24 16,-5-1-13-16,-4 0-22 0,-3-3-297 15,-3 1-192-15</inkml:trace>
  <inkml:trace contextRef="#ctx0" brushRef="#br0" timeOffset="-190664.96">19771 13340 913 0,'-29'-22'202'0,"-2"1"15"15,2 0 1-15,-1-1-11 0,3 3 17 0,4 2 20 16,4 4-5-16,4 2-33 0,1 1-39 0,2 2-30 16,3 3-30-16,9 5 49 0,-12-2 11 0,10 8-14 15,1 3 36-15,2 7-10 0,3 7-3 0,6 6-26 16,0 9-8-16,4 4-3 0,3 2-15 0,5 7-23 16,-3 4-1-16,4-1-32 0,0 1-17 0,-2 1-3 15,2-2-15-15,-4-1-7 0,1-2 8 0,-5-5-25 16,0-3-5-16,-1-2-38 0,-3-3-36 0,0 1-68 0,-3-7-67 15,-3-3-61-15,-1-4-99 0,-1-2-99 16,-2-4-106-16,-1-1-375 0,0-3-527 0</inkml:trace>
  <inkml:trace contextRef="#ctx0" brushRef="#br0" timeOffset="-189727.26">20341 13472 272 0,'3'-15'606'0,"-2"2"-166"0,-1 0-75 0,0 2-92 0,-3 1-24 0,1 2-64 0,-2 0-10 0,-2 3-18 0,-1 0 11 0,7 5-39 0,-14-1 15 0,4 2-33 0,0 5 4 0,-3 2-6 0,0 6-6 0,0 1 11 0,4 4-25 0,-1 2-9 0,6 1-5 0,2 3-8 0,4-2-11 16,5 5 4-16,4 0-9 0,1-2-8 0,4-2-6 16,2-1-6-16,1-4-1 0,1-1-2 0,1-3 1 0,0-3-2 15,-1-4-1-15,1-2-10 0,0-3 2 16,-3-3 3-16,3-3-4 0,2-3-2 15,-2-2 0-15,0-2-8 0,-2-3-5 0,0-4 4 16,-2-2-3-16,-2-4-5 0,-2-1 5 0,-4-1-1 0,-4-3 0 16,1 2-2-16,-3 0 1 0,-5 0-1 0,0 0 4 15,-7-2 0-15,0 1 3 0,-2 4-2 0,-3 1 4 16,-2 5-6-16,1 3 5 0,-2 3 5 0,-4 2-4 0,0 5-1 16,1 3-8-16,-1 2-18 0,-2 3-38 0,3 5-57 15,2 2-23-15,0 3-58 0,3 5-30 0,3 2-87 16,3-1-104-16,4 3-163 0,3 0-242 0,3-4-354 15</inkml:trace>
  <inkml:trace contextRef="#ctx0" brushRef="#br0" timeOffset="-189473.23">20852 13551 449 0,'6'-10'641'0,"0"2"-145"0,-4 0-77 0,1 0-74 0,-2 1-54 15,-1-1-66-15,0 2-36 0,0-1-47 0,0 7-22 16,-1-12-31-16,1 12-16 0,0-10-53 0,0 10-70 16,1-9-102-16,-1 9-89 0,5-6-104 0,-5 6-509 15,13-5-402-15</inkml:trace>
  <inkml:trace contextRef="#ctx0" brushRef="#br0" timeOffset="-189127.78">21346 13162 870 0,'8'-15'604'0,"-1"2"-65"0,-1 1-64 0,-1 1-68 16,-1 1-42-16,1-1-45 0,-4 1-17 0,1-1-39 15,-1 1-28-15,-2 1-39 0,-2-2-25 0,-4 3-35 0,2 1-15 16,-4-2-26-16,-4 2-22 0,-1 1-10 0,0 2-10 16,-2 1-14-16,2 2-3 0,0 0-15 15,1 2 3-15,-1 2-13 0,3 1 7 0,1 4-15 16,-2 2 5-16,3 3-4 0,5 1-2 0,-1 1 1 15,3 2-3-15,3 1 1 0,0 1 0 0,4 3-6 0,4 0 3 16,2 3 5-16,3 0-1 0,0 1-5 0,2-2 4 16,1-1-4-16,-1 1 0 0,4 0 0 0,-2-3 0 15,1 1 3-15,-1 0 10 0,1-2-12 16,0 2-1-16,-4-3 0 0,-1-3 1 0,-2-1 0 0,-3-2 0 16,-1 1-4-16,-2-2 6 0,-2-2 3 0,-2-1-4 15,-2 0 2-15,0-1 10 0,-2-1 3 0,-4-3 3 16,0 2 0-16,-3-4 1 0,-1-1-2 15,-2-1 4-15,-2-1 17 0,-1-3 7 0,0-2-4 0,-4-3 29 16,2-1-3-16,-1-2 0 0,3-2 26 16,-1-2 0-16,6-1-9 0,1-2-10 0,3-3-14 0,3 0-8 15,7-3-21-15,4-3-28 0,5-6-17 0,6-1-33 16,3 0-49-16,2-1-56 0,8-5-63 0,0 0-61 16,0 1-97-16,-5 8-78 0,-5-1-15 0,0 2-90 15,-3 3-111-15,-3 6-305 0,-7 4-564 16</inkml:trace>
  <inkml:trace contextRef="#ctx0" brushRef="#br0" timeOffset="-188222.24">22171 13340 613 0,'-6'-6'698'0,"-1"2"-117"0,2 0-102 0,0 0-110 0,5 4-74 0,-6-9-58 0,6 9-50 0,2-12-25 0,2 6 10 0,4-1-26 0,3-2 7 0,6-1-8 0,1-2-23 0,6-2-6 0,4 1-25 0,5-2-20 0,6-2-15 0,1 1-7 0,3-1-14 15,0 2-18-15,1-1-32 0,-3 2-92 0,-3-1-159 16,-3 1-187-16,-7 1-795 0,-8 2-856 0</inkml:trace>
  <inkml:trace contextRef="#ctx0" brushRef="#br0" timeOffset="-186766.85">23135 12637 149 0,'-8'-13'665'0,"0"4"-150"0,-1-1-101 0,-1 2-39 0,-4 1-73 0,4 5-25 0,-5 3-35 0,-1 3-36 0,-2 4-34 0,-1 5-18 0,1 4-33 0,-1 4-18 0,1 3-17 0,2 5-9 0,3 0-12 0,3 3-14 0,3 0 13 0,6 2-15 0,2 0-9 0,4 1-1 0,7 3 5 0,2-5 0 15,4-3 2-15,3-2-7 0,-1-7-6 0,3-4-10 16,1-2 0-16,-2-6-1 0,1-3-7 0,2-3-7 0,-3-4-2 16,2-6-8-16,3-1-3 15,1-4-8-15,-5-5 12 0,0 0-3 0,-2-4-2 0,-2-2 1 16,-4-3 0-16,-3-2-3 0,-3-4 5 0,-3 1-3 15,-2-3 6-15,-3 0-3 0,-5 0 4 0,-1 2-4 0,-4 1 8 16,-1 2 0-16,-5 3 0 0,-1 2 0 0,-4 4-2 16,1 2 0-16,1 5 2 0,-4 2-4 15,3 7 2-15,2 2-7 0,-2 4 8 0,0 2-7 0,-2 7-17 16,4 3-71-16,1 4-82 0,0 2-53 16,7 2-99-16,2-1-119 0,5 1-543 0,2-2-584 0</inkml:trace>
  <inkml:trace contextRef="#ctx0" brushRef="#br0" timeOffset="-186533.06">23701 12797 1031 0,'8'-8'816'0,"-3"-2"-184"0,-1 3-127 0,-1 0-97 15,-2-1-80-15,1 2-65 0,-2 6-45 0,2-12-52 16,-2 12-30-16,2-8-34 0,-2 8-32 0,2-8-48 15,-2 8-72-15,0 0-94 0,4-5-129 0,-4 5-108 16,0 0-173-16,0 0-474 0,13 2-638 0</inkml:trace>
  <inkml:trace contextRef="#ctx0" brushRef="#br0" timeOffset="-185664.21">23945 12379 513 0,'4'-14'517'16,"-2"3"-96"-16,1 1-58 0,-2 2-73 0,1 0-22 0,-1 2-69 0,-1 6 0 0,1-10-37 0,-1 10 6 0,0 0-34 0,0 0 9 0,0 0-7 0,0 0-23 0,-13 7-19 0,11-1 10 0,-2 2-14 0,1 2-21 0,-2 1-10 16,0 0-13-16,3 1-7 0,-1 0-12 0,-1 0 0 15,3 0-8-15,0 0-1 0,-1-1-8 0,2 1-1 0,0-3 2 16,0 2-4-16,2-4 0 0,0 2-2 15,3-2 0-15,-1-1 2 0,3 0 2 0,1-2-3 16,1-1-2-16,0-1 1 0,3 1-2 0,-1-2 1 16,3 2-4-16,-2-1 1 0,3 2 0 0,0-1 2 15,2 2-4-15,0 1 2 0,1 2 1 0,-2 2-3 16,3 1 1-16,-4 3 1 0,1 1 1 0,-2 0 1 16,-1 1 2-16,-2 0-3 0,1 2-2 0,-1 0 2 15,-4 2-1-15,1-2 0 0,-5-2 0 0,1 0 2 0,0 0-2 16,-4-2 1-16,-2-1 1 0,-2 2-2 0,-1-3 3 15,-2 0 3-15,-1-1 0 0,-1-3 2 0,-3 0 4 16,-1-1 2-16,0-1-5 0,-2-2 1 0,1-1 1 16,1-2-9-16,-1-2 2 0,0-2-25 0,0-3-56 15,2 0-83-15,-1-2-106 0,2-3-48 0,3-1-114 16,3-1-567-16,-1-3-591 0</inkml:trace>
  <inkml:trace contextRef="#ctx0" brushRef="#br0" timeOffset="-185406.55">24017 12501 406 0,'-2'-10'677'0,"-2"-1"-96"0,3 0-68 0,1-2-89 0,0 1-37 0,3 0-33 0,1-4-27 15,1 1-37-15,2-3-42 0,6 0-53 0,4-3-47 16,7-1-26-16,5-3-24 0,7 4-23 0,6-3-14 16,8-1-13-16,6-3-17 0,3 2-19 0,-1-2-66 15,0 1-145-15,0 0-143 0,-4 0-130 0,-12 5-225 16,-4 1-312-16,-3-3-614 0</inkml:trace>
  <inkml:trace contextRef="#ctx0" brushRef="#br0" timeOffset="-184040.81">20962 14505 862 0,'-13'-3'752'0,"3"1"-157"0,1 0-142 0,9 2-102 0,-14-5-65 0,14 5-58 0,-6-7-44 0,6 7-36 0,5-9-25 0,1 4-19 0,4-3-24 0,5 1-9 0,1-4-11 0,6 2-13 0,5-5-10 0,0 1-6 0,8-4-8 0,0 2-5 0,1-1 0 0,1 1-19 0,-3 0-2 0,-2 5-37 16,-5-1-70-16,-4 2-51 0,-4 1-79 0,-2 3-26 0,-4 3-59 15,-13 2-34-15,15-1-84 0,-15 1-356 0,1 7-324 16</inkml:trace>
  <inkml:trace contextRef="#ctx0" brushRef="#br0" timeOffset="-183767.71">20837 14836 389 0,'-5'10'753'0,"2"-4"-180"0,3-6-127 0,1 10-90 0,-1-10-89 15,13 4-45-15,-13-4-49 0,27-2-32 0,-3-1-20 16,2-4-17-16,8-3-28 0,6-4-8 0,5-1-12 16,10-7-2-16,2-2-13 0,5-2-4 0,2-2-12 15,4-2-2-15,-1 0-2 0,1 0-7 0,-2 0-36 16,-3 3-75-16,-4 0-122 0,-7 3-128 0,-11 5-218 15,-7 0-289-15,-7 3-401 0</inkml:trace>
  <inkml:trace contextRef="#ctx0" brushRef="#br0" timeOffset="-178452.63">22673 13940 521 0,'-6'-14'683'0,"1"2"-168"0,-3-2-91 0,-1 3-100 0,-3 2-69 0,-1 2-36 0,-3 4-18 0,2 2-10 0,-5 4 7 0,0 6-6 0,-4 4-17 0,0 7-5 0,-3 3-8 0,5 8-26 0,0 1-33 0,7 1-19 0,1 5-17 0,7-5-14 0,2 1-9 0,4 1-9 0,3-2-10 15,3-2 7-15,3 1 16 0,4-3 5 0,0-2-20 0,3-3-10 16,2-4-2-16,1 0-4 0,-2-6 1 0,2-4-5 15,0-2-4-15,0-6 13 0,3 0-17 16,-2-4-1-16,4-3-3 0,1-8-7 0,3 0 7 0,-5-3 0 16,4-6 4-16,-3-3-6 0,-4-2 7 0,-1-3-9 15,-5-2 7-15,-3 2-6 0,-2-1 7 0,-2-3-7 16,-5 3-2-16,-2 1 3 0,-1-3-2 0,-4 4 3 16,-4 1 1-16,-5 4-1 0,-2 1-1 0,-4 5-2 15,-3 3 2-15,-1 1 1 0,-2 8 0 0,2 2-4 16,2 5 2-16,-3 5-3 0,3 2-23 0,-2 5-52 15,1 5-33-15,5 4-90 0,2 3-69 0,3 0-92 16,6 3-106-16,2-3-128 0,5-1-322 16,5-1-492-16</inkml:trace>
  <inkml:trace contextRef="#ctx0" brushRef="#br0" timeOffset="-178168.07">23142 14037 726 0,'5'-8'760'0,"-1"0"-145"0,-1 2-137 16,-3 6-107-16,1-7-62 0,-1 7-40 0,0 0-18 15,0 0-25-15,0 0-32 0,-6 4-32 0,3 2-17 16,-1 0-25-16,2 1-6 0,-1 2-19 0,2 0 3 0,0 1-30 16,1-1 3-16,0 0-27 0,1-1 4 0,0 0-27 15,0-1 16-15,-1-7-27 0,6 9 7 0,-6-9-33 16,9 3-27-16,-9-3-31 0,11-5-21 0,-3 0-43 15,-2-3-29-15,-1 0-34 0,-1-2-19 0,0 0-56 16,2-5 10-16,-1 2-41 0,-2-1-43 0,0-2-58 16,-1 1-440-16,-1 0-391 0</inkml:trace>
  <inkml:trace contextRef="#ctx0" brushRef="#br0" timeOffset="-177720.28">23730 13809 692 0,'18'-19'645'0,"1"-2"-125"0,-3 0-62 15,-2-1-87-15,-1 0-50 0,-2 2-19 0,-2 0-33 0,-3-1-10 16,3 2-21-16,-6 2-7 0,-1 1-57 16,-2 2-20-16,-1-1-17 0,-3 3-22 0,-6-1-22 15,-1 4-16-15,-6 3-14 0,0 1-2 0,-2 4-2 16,-4 2-3-16,-3 4 6 0,-3 3-4 0,1 3-7 0,1 2-11 15,0 3 22-15,4 1-6 0,4 2-20 0,3 1 5 16,5 0 8-16,1-1 1 0,5 0-3 16,3-1-7-16,3 0-5 0,3 0-9 0,3-2-5 15,2-1-4-15,2 1-4 0,4-3-2 0,-1-3 2 0,2-2-2 16,0-2-3-16,2-3 7 0,-1-3-11 16,4-2-2-16,-1-3 6 0,0-2 0 0,0-2-24 15,-1-3 34-15,2-4-27 0,-2-2 14 0,-1-2-2 0,-2-3-5 16,-3 1 4-16,1-2-1 0,-5 3-1 15,-2 0 7-15,-1 1 4 0,-4 2-8 0,2 1 5 16,-4 4 6-16,0 0-3 0,0 3 0 0,0 2-6 16,0 8 5-16,0 0 24 0,-6 3-1 0,2 8-1 15,2 6-3-15,0 7-25 0,2 6 26 0,0 7-4 16,4 10-11-16,1 2-3 0,2 3 35 0,0-2-47 0,1 2 36 16,2-2-37-16,-1 0 31 0,-1-1-41 15,2-3-3-15,-2-1-39 0,-2-3-49 0,-1-2-56 0,-1-5-47 16,-2-1-80-16,0-5-82 0,-4-2-77 0,1 1-16 15,-4-3-88-15,1-1-84 0,-3-2-370 0,0-2-604 16</inkml:trace>
  <inkml:trace contextRef="#ctx0" brushRef="#br0" timeOffset="-148644.23">9503 14086 477 0,'-7'-15'382'0,"-1"1"-63"0,2 1-31 0,-1 1 17 0,2 2-63 0,0 1-22 0,1 2-70 0,0-2-14 0,-1 2-54 0,5 7 11 0,-5-8-29 0,5 8 10 0,0 0 14 15,0 0-18-15,-1 6 12 0,4 0-21 0,-1 5-5 16,4 2-15-16,1 1-6 0,2 5-1 0,0 1-13 16,2 5-1-16,-2 0-11 0,3-1 4 0,-1 3 1 15,-2-1-9-15,0-1-2 0,0-2 5 0,-3 0-50 16,0-3-28-16,-3-2-62 0,0-1-32 0,0-1-43 0,-3-4-39 16,-3 1-54-16,0-5-408 0,-2-1-214 0</inkml:trace>
  <inkml:trace contextRef="#ctx0" brushRef="#br0" timeOffset="-148380.96">9376 13891 397 0,'4'-30'504'0,"-1"4"-117"0,4 3-68 15,1 3-86-15,2 2-29 0,1 1-52 16,3 4 2-16,2 2-41 0,1 3 6 0,0 2-24 0,2 1 10 16,-1 3-32-16,4 2 41 0,-2 0-32 0,2 2 1 15,0 4-30-15,-2 1-2 0,2 3-19 0,-4 2 6 16,-2 1-24-16,-1 4 57 0,-4 1-20 0,-6 2-12 15,-1 3-6-15,-7 1-6 0,-2 6-5 0,-9-2-6 16,-4 4-2-16,-5-2-3 0,-4-2-1 16,-2-3-3-16,-2-3 0 0,-1-1 1 0,-1-3-1 0,5-7-2 15,1 0-5-15,4-6 3 0,5-4-2 0,3-1-7 16,2-5-35-16,2-2-92 0,4-4-48 0,6-3-83 16,4-2-60-16,4-7-101 0,7-1-299 0,7-7-231 15</inkml:trace>
  <inkml:trace contextRef="#ctx0" brushRef="#br0" timeOffset="-148140.7">10104 13563 191 0,'0'0'690'0,"5"6"-133"0,-5-6-108 0,-5 11-35 16,-1-2-71-16,-3 3-55 0,-5 4-9 0,-3 6-23 15,-4 4-14-15,1 2-15 0,-3 2-28 0,4 3-39 16,1-2-28-16,2 4-19 0,4 0 5 0,2-5-25 0,6 0-14 15,2-1-20-15,3-2-11 0,4 3-10 16,0-1-6-16,4 0-6 0,1-3-10 0,4-1 1 16,2-3 0-16,3-1-11 15,-1-4 4-15,6-5-9 0,-2-2 1 0,2-4-26 0,0-2-50 0,-1-3-69 0,0-2-89 16,0-3-95-16,-2-2-94 0,-1-5-122 0,-3 0-498 16,-5-5-655-16</inkml:trace>
  <inkml:trace contextRef="#ctx0" brushRef="#br0" timeOffset="-147545.43">10683 13640 154 0,'0'-6'458'0,"0"6"-106"0,1-12-59 0,-1 12-66 0,2-8-39 0,-2 8-31 0,1-8-29 0,-1 8 11 0,0 0 15 0,0 0 35 0,0 0-14 0,15 5 20 15,-11 2-34-15,5 5 7 0,1 4 9 0,2 3-25 0,-1 6-26 0,2 4 7 0,1 4-21 16,1 5-24-16,-2-1-17 0,1 1-14 0,-2 2-14 15,-2-2-8-15,3 1-8 0,-4-3-1 0,0-6-9 16,0-1-1-16,-2-1-3 0,0-5-2 16,-1-1-6-16,-2-3-21 0,2-2-55 0,-2-4-59 0,1-1-76 15,-3-3-41-15,-1-1-107 0,-1-8-95 0,0 7-425 16,0-7-425-16</inkml:trace>
  <inkml:trace contextRef="#ctx0" brushRef="#br0" timeOffset="-147280.75">10521 13843 500 0,'-12'-2'603'0,"12"2"-162"15,-15-1-72-15,15 1-32 0,-13-2-28 0,13 2-20 0,-10-2-21 16,10 2-38-16,-4-4-49 0,4 4-26 0,4-7-30 16,4 0-18-16,2 0-10 0,5-1 4 15,3-3-16-15,5-2-11 0,3 0-21 0,1-3-6 0,8-3-19 16,-2 0 4-16,5 0-14 0,-4-2 1 0,3 0-6 15,0 1 2-15,-2 0-9 0,-2 2 1 0,-1 1-20 16,-8 3-26-16,-2 3-49 0,-3 1-66 16,-5 3-58-16,0 1-4 0,-2 4 2 0,-12 2-40 15,16 4-5-15,-13 3-8 0,-3 4 3 0,-3 4-26 0,-4 5-49 16,-4 6-256-16,-6 9-109 0</inkml:trace>
  <inkml:trace contextRef="#ctx0" brushRef="#br0" timeOffset="-147103.28">10686 14146 28 0,'-14'23'428'0,"0"-4"-88"0,2-2-24 0,3-2-3 15,4-1 2-15,-1-4 30 0,3 0 4 0,3-4-12 16,3 0-39-16,-3-6-21 0,19 5-48 0,-6-6-43 16,6-3-34-16,5-2 1 0,4-2-16 0,4-4-25 15,6-4-25-15,2-2-20 0,3-1-12 0,7-6-11 16,3-1-12-16,-1-1-6 0,-1 2-3 0,-1-1-7 16,-9 7-7-16,-3 1-51 0,-6 3-89 15,-5 3-123-15,-6 3-95 0,-6 2-100 0,-5 2-88 0,-1 4-377 16,-9 1-483-16</inkml:trace>
  <inkml:trace contextRef="#ctx0" brushRef="#br0" timeOffset="-144762.33">11617 13758 235 0,'0'0'277'0,"0"0"-57"0,0 0-60 15,0 0-13-15,11 0-14 0,-11 0-20 0,0 0-24 0,14 1-8 0,-14-1-6 0,14 3-7 0,-14-3-6 0,14 4-7 0,-5-3-2 0,-9-1-7 0,14 7 18 0,-8-5 5 0,1 2-4 0,-7-4-25 0,12 6 6 16,-12-6 7-16,9 7 28 0,-9-7-29 16,9 6 32-16,-9-6-25 0,8 5 22 0,-8-5-20 0,6 4 22 15,-6-4-18-15,4 4 31 0,-4-4-31 0,0 0 8 16,0 0-27-16,0 8 6 0,0-8-24 0,0 0 43 16,-5 3-1-16,5-3 11 0,0 0 0 0,0 0-8 15,-15-2-15-15,15 2-5 0,-11-10-18 16,6 3 3-16,-2-3 16 0,-2-1-6 0,0-5-10 0,0-2 0 15,-3-2 18-15,2-7-9 0,1-2-3 0,-2-1-7 16,4-1-6-16,0-2-4 0,0-2-5 0,3 2-3 16,0-1 19-16,2 6 3 0,4 0-2 0,2 0-11 0,0 3 39 15,3 1-20-15,0 3-6 0,2 2-13 0,4 3 4 16,0 3 7-16,1 3 16 0,0 4 3 16,1 4 8-16,1 3 8 0,1 2-12 0,4 7-12 15,1 3-7-15,1 6-17 0,-2 2-1 0,0 5-10 0,-1 3 4 16,1 2-10-16,-6 2 1 0,3 0-6 15,-3 0-2-15,-1 2 1 0,0 1 3 0,-1 0 0 0,1 1 3 16,-4-1-10-16,3 0 8 0,-4-5-6 16,0-1 5-16,1 0-1 0,-2-2-4 0,0-2 1 0,-2-3-2 15,-1-2-2-15,1-5-16 0,0 0-33 0,-1-3-38 16,0 0-54-16,-1-3-69 0,2-2-70 0,-1-2-66 16,2-2-60-16,-7-4-71 0,11-2-469 0,-4-3-532 15</inkml:trace>
  <inkml:trace contextRef="#ctx0" brushRef="#br0" timeOffset="-143831.15">12629 13420 157 0,'1'-7'416'0,"-1"7"-108"0,3-11-46 0,-3 11-36 0,0-9-36 0,0 9-14 0,0-11-24 0,0 11-28 0,0-9-17 0,0 9-30 0,1-8-8 0,-1 8-14 0,2-8-13 0,-2 8-10 0,4-6-9 0,-4 6-5 15,6-4-12-15,-6 4-57 0,8-4-76 0,-8 4-86 16,11-2-102-16,-11 2-227 0,0 0-49 0</inkml:trace>
  <inkml:trace contextRef="#ctx0" brushRef="#br0" timeOffset="-143449.54">12646 13444 20 0,'5'-13'558'0,"-1"3"-113"16,1 1-75-16,-3 0-45 0,1 1-82 0,0 3-28 16,-3 5-65-16,6-8 54 0,-6 8-15 0,0 0 12 15,11 7 9-15,-9 0-38 0,3 5 20 0,1 2-37 16,1 5-24-16,-2 2 39 0,3 1-20 0,1 6-30 16,-2 1 8-16,2 0-12 0,-1 0-30 0,2 1-13 15,-1 0-6-15,0-2-1 0,1 0-20 0,0 0-4 16,-1-3-14-16,-1-3 1 0,2-3-12 0,-3 0-4 15,-1-3-29-15,1-2-24 0,-1-2-40 0,-2-2-88 16,0-3-105-16,-4-7-119 0,2 9-81 0,-2-9-65 16,0 0-387-16,0 0-500 0</inkml:trace>
  <inkml:trace contextRef="#ctx0" brushRef="#br0" timeOffset="-143199.49">12499 13499 591 0,'-11'-10'512'0,"3"2"-142"15,-1 1-55-15,3 1-50 0,-1 1-9 0,2-1-12 16,1 1 6-16,-2 2 2 0,6 3-21 0,-6-8-1 0,6 8-35 16,0-9-13-16,0 9-36 0,11-10-16 0,-3 3-27 15,5 1-13-15,0-1-25 0,4-2 1 0,5-2-19 16,2-2-1-16,3-1-14 0,5-2-1 0,1-2-8 16,3-2 1-16,0 1-11 0,2-2 2 0,-1 2-10 15,0 0 7-15,0 1-5 0,-5 0-2 16,-4 4 0-16,-2 0-5 0,-4 2-1 0,-3 2-2 0,-1 0-6 15,-4 2-81-15,-3 0-69 0,3 1-72 0,-7 1-88 16,-1 0-65-16,-6 6-58 0,1-5-118 0,-1 5-249 16,-10-3-341-16</inkml:trace>
  <inkml:trace contextRef="#ctx0" brushRef="#br0" timeOffset="-142933.15">12182 13276 227 0,'-28'2'681'0,"1"0"-63"16,6 1-98-16,3-2-106 0,0 2-71 0,4-2-53 15,0 0-44-15,14-1-12 0,-14-1-7 0,14 1-37 0,3-6 7 16,10 0-22-16,9-2 16 0,14-6-46 0,7 0 8 16,16-7-2-16,2 1-11 0,3-3-26 15,3-2-2-15,2 1-6 0,-3-2-8 0,3-1-24 16,-3 3-8-16,-3 0-20 0,-5 2-7 0,-6 0-7 15,-10 6-8-15,-6 2-1 0,-8 3-4 0,-7 2-10 16,-1 0-11-16,-2 3-48 0,-5-2-114 0,-4 4-100 16,-4 0-115-16,-5 4-61 0,0 0-105 0,0 0-127 15,-17 0-385-15,3 4-673 0</inkml:trace>
  <inkml:trace contextRef="#ctx0" brushRef="#br0" timeOffset="-142349.68">13322 12973 407 0,'-8'-13'714'0,"2"1"-167"0,1 3-71 0,1 0-109 0,2 1-83 0,-2 2-60 0,4 6-7 0,0 0 3 0,0 0-24 0,0 0 13 0,19 7-25 16,-4 7-19-16,11 8 24 0,5 6-19 0,8 8-9 16,3 3-30-16,3 6-25 0,2 1 6 0,1 2-37 0,-1 2 2 15,-4 0-26-15,0 3-14 0,-5-2-8 0,-6 1-8 16,-4 0 5-16,-9 1-10 0,-6-6-5 0,-7 2-4 16,-10 1 18-16,-7 0-28 0,-7 9 17 0,-11-3-42 15,-7 1-34-15,-6-4-68 0,-6-3-111 0,-4 1-83 16,-3-5-99-16,0-1-177 0,-3-5-547 0,1-4-762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a:defRPr sz="1200"/>
            </a:lvl1pPr>
          </a:lstStyle>
          <a:p>
            <a:fld id="{19654594-EFB7-479D-A9DB-B0FAE584A021}" type="datetimeFigureOut">
              <a:rPr lang="en-US" smtClean="0"/>
              <a:t>8/9/2026</a:t>
            </a:fld>
            <a:endParaRPr lang="en-US"/>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a:defRPr sz="1200"/>
            </a:lvl1pPr>
          </a:lstStyle>
          <a:p>
            <a:fld id="{6B9EF1B0-FBA9-4632-82F2-A82401F9912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lstStyle/>
          <a:p>
            <a:pPr>
              <a:spcBef>
                <a:spcPct val="0"/>
              </a:spcBef>
              <a:buSzPts val="1100"/>
            </a:pPr>
            <a:endParaRPr lang="x-none" altLang="x-none" dirty="0"/>
          </a:p>
        </p:txBody>
      </p:sp>
      <p:sp>
        <p:nvSpPr>
          <p:cNvPr id="54275" name="Google Shape;37;p1:notes"/>
          <p:cNvSpPr>
            <a:spLocks noGrp="1" noRot="1" noChangeAspect="1" noTextEdit="1"/>
          </p:cNvSpPr>
          <p:nvPr>
            <p:ph type="sldImg" idx="2"/>
          </p:nvPr>
        </p:nvSpPr>
        <p:spPr bwMode="auto">
          <a:xfrm>
            <a:off x="1143000" y="685800"/>
            <a:ext cx="4572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1150938" y="692150"/>
            <a:ext cx="4556125" cy="3416300"/>
          </a:xfrm>
        </p:spPr>
      </p:sp>
      <p:sp>
        <p:nvSpPr>
          <p:cNvPr id="634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50938" y="692150"/>
            <a:ext cx="4556125" cy="3416300"/>
          </a:xfrm>
        </p:spPr>
      </p:sp>
      <p:sp>
        <p:nvSpPr>
          <p:cNvPr id="645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150938" y="692150"/>
            <a:ext cx="4556125" cy="3416300"/>
          </a:xfrm>
        </p:spPr>
      </p:sp>
      <p:sp>
        <p:nvSpPr>
          <p:cNvPr id="6656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50938" y="692150"/>
            <a:ext cx="4556125" cy="3416300"/>
          </a:xfrm>
        </p:spPr>
      </p:sp>
      <p:sp>
        <p:nvSpPr>
          <p:cNvPr id="7065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1150938" y="692150"/>
            <a:ext cx="4556125" cy="3416300"/>
          </a:xfrm>
        </p:spPr>
      </p:sp>
      <p:sp>
        <p:nvSpPr>
          <p:cNvPr id="1136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20eba3b860f_0_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2" name="Google Shape;1212;g20eba3b860f_0_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0" y="6521852"/>
            <a:ext cx="914400" cy="365125"/>
          </a:xfrm>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52400" y="1417319"/>
            <a:ext cx="88392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2400">
                <a:latin typeface="Arial" panose="020B0604020202020204" pitchFamily="34" charset="0"/>
                <a:cs typeface="Arial" panose="020B0604020202020204"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400">
                <a:latin typeface="Arial" panose="020B0604020202020204" pitchFamily="34" charset="0"/>
                <a:cs typeface="Arial" panose="020B0604020202020204" pitchFamily="34" charset="0"/>
              </a:defRPr>
            </a:lvl2pPr>
            <a:lvl3pPr>
              <a:defRPr sz="2000"/>
            </a:lvl3pPr>
            <a:lvl4pPr>
              <a:defRPr baseline="0"/>
            </a:lvl4pPr>
            <a:lvl5pPr>
              <a:defRPr/>
            </a:lvl5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1143000" marR="0" lvl="2"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Third Level</a:t>
            </a:r>
          </a:p>
          <a:p>
            <a:pPr marL="1600200" marR="0" lvl="3"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Fourth level</a:t>
            </a:r>
          </a:p>
          <a:p>
            <a:pPr marL="2057400" marR="0" lvl="4"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Fifth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endPar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950807"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Rectangle 2" descr="Large confetti"/>
          <p:cNvSpPr>
            <a:spLocks noGrp="1" noChangeArrowheads="1"/>
          </p:cNvSpPr>
          <p:nvPr>
            <p:ph type="title" idx="4294967295" hasCustomPrompt="1"/>
          </p:nvPr>
        </p:nvSpPr>
        <p:spPr>
          <a:xfrm>
            <a:off x="66239" y="26442"/>
            <a:ext cx="6791761" cy="1192758"/>
          </a:xfrm>
        </p:spPr>
        <p:txBody>
          <a:bodyPr>
            <a:noAutofit/>
          </a:bodyPr>
          <a:lstStyle>
            <a:lvl1pPr algn="l" eaLnBrk="1" hangingPunct="1">
              <a:defRPr sz="3600">
                <a:latin typeface="Arial" panose="020B0604020202020204" pitchFamily="34" charset="0"/>
                <a:cs typeface="Arial" panose="020B0604020202020204" pitchFamily="34" charset="0"/>
              </a:defRPr>
            </a:lvl1pPr>
          </a:lstStyle>
          <a:p>
            <a:pPr eaLnBrk="1" hangingPunct="1"/>
            <a:r>
              <a:rPr lang="en-US" dirty="0"/>
              <a:t>Slide heading here and </a:t>
            </a:r>
            <a:br>
              <a:rPr lang="en-US" dirty="0"/>
            </a:br>
            <a:r>
              <a:rPr lang="en-US" dirty="0"/>
              <a:t>it can run in two lines</a:t>
            </a:r>
            <a:endParaRPr lang="en-US"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90688"/>
            <a:ext cx="4038600" cy="4433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90688"/>
            <a:ext cx="4038600" cy="4433887"/>
          </a:xfrm>
        </p:spPr>
        <p:txBody>
          <a:bodyPr/>
          <a:lstStyle/>
          <a:p>
            <a:pPr lvl="0"/>
            <a:endParaRPr lang="en-US" noProof="0"/>
          </a:p>
        </p:txBody>
      </p:sp>
      <p:sp>
        <p:nvSpPr>
          <p:cNvPr id="5" name="Slide Number Placeholder 4"/>
          <p:cNvSpPr>
            <a:spLocks noGrp="1"/>
          </p:cNvSpPr>
          <p:nvPr>
            <p:ph type="sldNum" sz="quarter" idx="10"/>
          </p:nvPr>
        </p:nvSpPr>
        <p:spPr>
          <a:xfrm>
            <a:off x="6553200" y="6248400"/>
            <a:ext cx="2133600" cy="476250"/>
          </a:xfrm>
        </p:spPr>
        <p:txBody>
          <a:bodyPr/>
          <a:lstStyle>
            <a:lvl1pPr>
              <a:defRPr/>
            </a:lvl1pPr>
          </a:lstStyle>
          <a:p>
            <a:pPr>
              <a:defRPr/>
            </a:pPr>
            <a:fld id="{A1254760-BC45-477E-BCBF-6F6EFE9AC2A7}" type="slidenum">
              <a:rPr lang="en-US"/>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95640" y="274680"/>
            <a:ext cx="6120360" cy="849960"/>
          </a:xfrm>
          <a:prstGeom prst="rect">
            <a:avLst/>
          </a:prstGeom>
        </p:spPr>
        <p:txBody>
          <a:bodyPr lIns="0" tIns="0" rIns="0" bIns="0" anchor="ctr"/>
          <a:lstStyle/>
          <a:p>
            <a:endParaRPr lang="en-IN" sz="1400" b="0" strike="noStrike" spc="-1">
              <a:solidFill>
                <a:srgbClr val="000000"/>
              </a:solidFill>
              <a:latin typeface="Arial" panose="020B0604020202020204"/>
            </a:endParaRPr>
          </a:p>
        </p:txBody>
      </p:sp>
      <p:sp>
        <p:nvSpPr>
          <p:cNvPr id="61" name="PlaceHolder 2"/>
          <p:cNvSpPr>
            <a:spLocks noGrp="1"/>
          </p:cNvSpPr>
          <p:nvPr>
            <p:ph type="body"/>
          </p:nvPr>
        </p:nvSpPr>
        <p:spPr>
          <a:xfrm>
            <a:off x="457200" y="1600200"/>
            <a:ext cx="8229240" cy="4525920"/>
          </a:xfrm>
          <a:prstGeom prst="rect">
            <a:avLst/>
          </a:prstGeom>
        </p:spPr>
        <p:txBody>
          <a:bodyPr lIns="0" tIns="0" rIns="0" bIns="0">
            <a:normAutofit/>
          </a:bodyPr>
          <a:lstStyle/>
          <a:p>
            <a:endParaRPr lang="en-IN" sz="1400" b="0" strike="noStrike" spc="-1">
              <a:solidFill>
                <a:srgbClr val="000000"/>
              </a:solidFill>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a:defRPr/>
            </a:pPr>
            <a:r>
              <a:rPr lang="en-US" sz="825" b="1" dirty="0">
                <a:solidFill>
                  <a:srgbClr val="101141"/>
                </a:solidFill>
                <a:latin typeface="Arial" panose="020B0604020202020204"/>
                <a:cs typeface="Arial" panose="020B0604020202020204"/>
              </a:rPr>
              <a:t>BITS </a:t>
            </a:r>
            <a:r>
              <a:rPr lang="en-US" sz="825" dirty="0">
                <a:solidFill>
                  <a:srgbClr val="101141"/>
                </a:solidFill>
                <a:latin typeface="Arial" panose="020B0604020202020204"/>
                <a:cs typeface="Arial" panose="020B0604020202020204"/>
              </a:rPr>
              <a:t>Pilani, Pilani Campus</a:t>
            </a:r>
          </a:p>
        </p:txBody>
      </p:sp>
      <p:grpSp>
        <p:nvGrpSpPr>
          <p:cNvPr id="5" name="Group 11"/>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grpSp>
        <p:nvGrpSpPr>
          <p:cNvPr id="14" name="Group 22"/>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530" marR="0" indent="-214630"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200">
                <a:latin typeface="Arial" panose="020B0604020202020204" pitchFamily="34" charset="0"/>
                <a:cs typeface="Arial" panose="020B0604020202020204"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anose="020B0604020202020204" pitchFamily="34" charset="0"/>
                <a:cs typeface="Arial" panose="020B0604020202020204" pitchFamily="34" charset="0"/>
              </a:defRPr>
            </a:lvl1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5"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1" y="2549770"/>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4431323" y="4452631"/>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5"/>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3892060" y="4826978"/>
            <a:ext cx="5035064"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a:fillRect/>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0" y="6172200"/>
            <a:ext cx="1219200" cy="304800"/>
          </a:xfrm>
          <a:prstGeom prst="rect">
            <a:avLst/>
          </a:prstGeom>
        </p:spPr>
        <p:txBody>
          <a:bodyPr vert="horz" lIns="91440" tIns="45720" rIns="91440" bIns="45720" rtlCol="0" anchor="ctr"/>
          <a:lstStyle>
            <a:lvl1pPr algn="l">
              <a:defRPr sz="1200">
                <a:solidFill>
                  <a:schemeClr val="tx1"/>
                </a:solidFill>
              </a:defRPr>
            </a:lvl1pPr>
          </a:lstStyle>
          <a:p>
            <a:endParaRPr lang="en-US" dirty="0"/>
          </a:p>
        </p:txBody>
      </p:sp>
      <p:sp>
        <p:nvSpPr>
          <p:cNvPr id="5" name="Footer Placeholder 4"/>
          <p:cNvSpPr>
            <a:spLocks noGrp="1"/>
          </p:cNvSpPr>
          <p:nvPr>
            <p:ph type="ftr" sz="quarter" idx="3"/>
          </p:nvPr>
        </p:nvSpPr>
        <p:spPr>
          <a:xfrm>
            <a:off x="990600" y="6553200"/>
            <a:ext cx="2895600" cy="228600"/>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0" y="6492875"/>
            <a:ext cx="914400" cy="365125"/>
          </a:xfrm>
          <a:prstGeom prst="rect">
            <a:avLst/>
          </a:prstGeom>
        </p:spPr>
        <p:txBody>
          <a:bodyPr vert="horz" lIns="91440" tIns="45720" rIns="91440" bIns="45720" rtlCol="0" anchor="ctr"/>
          <a:lstStyle>
            <a:lvl1pPr algn="r">
              <a:defRPr sz="1200">
                <a:solidFill>
                  <a:schemeClr val="tx1"/>
                </a:solidFill>
              </a:defRPr>
            </a:lvl1pPr>
          </a:lstStyle>
          <a:p>
            <a:r>
              <a:rPr lang="en-US" dirty="0"/>
              <a:t>Slide  </a:t>
            </a:r>
            <a:fld id="{B6F15528-21DE-4FAA-801E-634DDDAF4B2B}"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customXml" Target="../ink/ink1.xml"/></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14.png"/><Relationship Id="rId4" Type="http://schemas.openxmlformats.org/officeDocument/2006/relationships/customXml" Target="../ink/ink2.xml"/></Relationships>
</file>

<file path=ppt/slides/_rels/slide1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image" Target="../media/image16.png"/><Relationship Id="rId4" Type="http://schemas.openxmlformats.org/officeDocument/2006/relationships/customXml" Target="../ink/ink3.xml"/></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18.png"/><Relationship Id="rId4" Type="http://schemas.openxmlformats.org/officeDocument/2006/relationships/customXml" Target="../ink/ink4.xml"/></Relationships>
</file>

<file path=ppt/slides/_rels/slide14.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9.jpeg"/><Relationship Id="rId1" Type="http://schemas.openxmlformats.org/officeDocument/2006/relationships/slideLayout" Target="../slideLayouts/slideLayout16.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21.jpeg"/><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3.png"/><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16.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32.png"/><Relationship Id="rId1" Type="http://schemas.openxmlformats.org/officeDocument/2006/relationships/slideLayout" Target="../slideLayouts/slideLayout16.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10.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17" Type="http://schemas.openxmlformats.org/officeDocument/2006/relationships/image" Target="../media/image83.png"/><Relationship Id="rId21" Type="http://schemas.openxmlformats.org/officeDocument/2006/relationships/image" Target="../media/image350.png"/><Relationship Id="rId42" Type="http://schemas.openxmlformats.org/officeDocument/2006/relationships/customXml" Target="../ink/ink31.xml"/><Relationship Id="rId63" Type="http://schemas.openxmlformats.org/officeDocument/2006/relationships/image" Target="../media/image56.png"/><Relationship Id="rId84" Type="http://schemas.openxmlformats.org/officeDocument/2006/relationships/customXml" Target="../ink/ink52.xml"/><Relationship Id="rId138" Type="http://schemas.openxmlformats.org/officeDocument/2006/relationships/customXml" Target="../ink/ink79.xml"/><Relationship Id="rId16" Type="http://schemas.openxmlformats.org/officeDocument/2006/relationships/customXml" Target="../ink/ink18.xml"/><Relationship Id="rId107" Type="http://schemas.openxmlformats.org/officeDocument/2006/relationships/image" Target="../media/image78.png"/><Relationship Id="rId11" Type="http://schemas.openxmlformats.org/officeDocument/2006/relationships/image" Target="../media/image30.png"/><Relationship Id="rId32" Type="http://schemas.openxmlformats.org/officeDocument/2006/relationships/customXml" Target="../ink/ink26.xml"/><Relationship Id="rId37" Type="http://schemas.openxmlformats.org/officeDocument/2006/relationships/image" Target="../media/image43.png"/><Relationship Id="rId53" Type="http://schemas.openxmlformats.org/officeDocument/2006/relationships/image" Target="../media/image51.png"/><Relationship Id="rId58" Type="http://schemas.openxmlformats.org/officeDocument/2006/relationships/customXml" Target="../ink/ink39.xml"/><Relationship Id="rId74" Type="http://schemas.openxmlformats.org/officeDocument/2006/relationships/customXml" Target="../ink/ink47.xml"/><Relationship Id="rId79" Type="http://schemas.openxmlformats.org/officeDocument/2006/relationships/image" Target="../media/image64.png"/><Relationship Id="rId102" Type="http://schemas.openxmlformats.org/officeDocument/2006/relationships/customXml" Target="../ink/ink61.xml"/><Relationship Id="rId123" Type="http://schemas.openxmlformats.org/officeDocument/2006/relationships/image" Target="../media/image86.png"/><Relationship Id="rId128" Type="http://schemas.openxmlformats.org/officeDocument/2006/relationships/customXml" Target="../ink/ink74.xml"/><Relationship Id="rId5" Type="http://schemas.openxmlformats.org/officeDocument/2006/relationships/image" Target="../media/image27.png"/><Relationship Id="rId90" Type="http://schemas.openxmlformats.org/officeDocument/2006/relationships/customXml" Target="../ink/ink55.xml"/><Relationship Id="rId95" Type="http://schemas.openxmlformats.org/officeDocument/2006/relationships/image" Target="../media/image72.png"/><Relationship Id="rId22" Type="http://schemas.openxmlformats.org/officeDocument/2006/relationships/customXml" Target="../ink/ink21.xml"/><Relationship Id="rId27" Type="http://schemas.openxmlformats.org/officeDocument/2006/relationships/image" Target="../media/image38.png"/><Relationship Id="rId43" Type="http://schemas.openxmlformats.org/officeDocument/2006/relationships/image" Target="../media/image46.png"/><Relationship Id="rId48" Type="http://schemas.openxmlformats.org/officeDocument/2006/relationships/customXml" Target="../ink/ink34.xml"/><Relationship Id="rId64" Type="http://schemas.openxmlformats.org/officeDocument/2006/relationships/customXml" Target="../ink/ink42.xml"/><Relationship Id="rId69" Type="http://schemas.openxmlformats.org/officeDocument/2006/relationships/image" Target="../media/image59.png"/><Relationship Id="rId113" Type="http://schemas.openxmlformats.org/officeDocument/2006/relationships/image" Target="../media/image81.png"/><Relationship Id="rId118" Type="http://schemas.openxmlformats.org/officeDocument/2006/relationships/customXml" Target="../ink/ink69.xml"/><Relationship Id="rId134" Type="http://schemas.openxmlformats.org/officeDocument/2006/relationships/customXml" Target="../ink/ink77.xml"/><Relationship Id="rId139" Type="http://schemas.openxmlformats.org/officeDocument/2006/relationships/image" Target="../media/image94.png"/><Relationship Id="rId80" Type="http://schemas.openxmlformats.org/officeDocument/2006/relationships/customXml" Target="../ink/ink50.xml"/><Relationship Id="rId85" Type="http://schemas.openxmlformats.org/officeDocument/2006/relationships/image" Target="../media/image67.png"/><Relationship Id="rId12" Type="http://schemas.openxmlformats.org/officeDocument/2006/relationships/customXml" Target="../ink/ink16.xml"/><Relationship Id="rId17" Type="http://schemas.openxmlformats.org/officeDocument/2006/relationships/image" Target="../media/image330.png"/><Relationship Id="rId33" Type="http://schemas.openxmlformats.org/officeDocument/2006/relationships/image" Target="../media/image41.png"/><Relationship Id="rId38" Type="http://schemas.openxmlformats.org/officeDocument/2006/relationships/customXml" Target="../ink/ink29.xml"/><Relationship Id="rId59" Type="http://schemas.openxmlformats.org/officeDocument/2006/relationships/image" Target="../media/image54.png"/><Relationship Id="rId103" Type="http://schemas.openxmlformats.org/officeDocument/2006/relationships/image" Target="../media/image76.png"/><Relationship Id="rId108" Type="http://schemas.openxmlformats.org/officeDocument/2006/relationships/customXml" Target="../ink/ink64.xml"/><Relationship Id="rId124" Type="http://schemas.openxmlformats.org/officeDocument/2006/relationships/customXml" Target="../ink/ink72.xml"/><Relationship Id="rId129" Type="http://schemas.openxmlformats.org/officeDocument/2006/relationships/image" Target="../media/image89.png"/><Relationship Id="rId54" Type="http://schemas.openxmlformats.org/officeDocument/2006/relationships/customXml" Target="../ink/ink37.xml"/><Relationship Id="rId70" Type="http://schemas.openxmlformats.org/officeDocument/2006/relationships/customXml" Target="../ink/ink45.xml"/><Relationship Id="rId75" Type="http://schemas.openxmlformats.org/officeDocument/2006/relationships/image" Target="../media/image62.png"/><Relationship Id="rId91" Type="http://schemas.openxmlformats.org/officeDocument/2006/relationships/image" Target="../media/image70.png"/><Relationship Id="rId96" Type="http://schemas.openxmlformats.org/officeDocument/2006/relationships/customXml" Target="../ink/ink58.xml"/><Relationship Id="rId1" Type="http://schemas.openxmlformats.org/officeDocument/2006/relationships/slideLayout" Target="../slideLayouts/slideLayout16.xml"/><Relationship Id="rId6" Type="http://schemas.openxmlformats.org/officeDocument/2006/relationships/customXml" Target="../ink/ink13.xml"/><Relationship Id="rId23" Type="http://schemas.openxmlformats.org/officeDocument/2006/relationships/image" Target="../media/image36.png"/><Relationship Id="rId28" Type="http://schemas.openxmlformats.org/officeDocument/2006/relationships/customXml" Target="../ink/ink24.xml"/><Relationship Id="rId49" Type="http://schemas.openxmlformats.org/officeDocument/2006/relationships/image" Target="../media/image49.png"/><Relationship Id="rId114" Type="http://schemas.openxmlformats.org/officeDocument/2006/relationships/customXml" Target="../ink/ink67.xml"/><Relationship Id="rId119" Type="http://schemas.openxmlformats.org/officeDocument/2006/relationships/image" Target="../media/image84.png"/><Relationship Id="rId44" Type="http://schemas.openxmlformats.org/officeDocument/2006/relationships/customXml" Target="../ink/ink32.xml"/><Relationship Id="rId60" Type="http://schemas.openxmlformats.org/officeDocument/2006/relationships/customXml" Target="../ink/ink40.xml"/><Relationship Id="rId65" Type="http://schemas.openxmlformats.org/officeDocument/2006/relationships/image" Target="../media/image57.png"/><Relationship Id="rId81" Type="http://schemas.openxmlformats.org/officeDocument/2006/relationships/image" Target="../media/image65.png"/><Relationship Id="rId86" Type="http://schemas.openxmlformats.org/officeDocument/2006/relationships/customXml" Target="../ink/ink53.xml"/><Relationship Id="rId130" Type="http://schemas.openxmlformats.org/officeDocument/2006/relationships/customXml" Target="../ink/ink75.xml"/><Relationship Id="rId135" Type="http://schemas.openxmlformats.org/officeDocument/2006/relationships/image" Target="../media/image92.png"/><Relationship Id="rId13" Type="http://schemas.openxmlformats.org/officeDocument/2006/relationships/image" Target="../media/image310.png"/><Relationship Id="rId18" Type="http://schemas.openxmlformats.org/officeDocument/2006/relationships/customXml" Target="../ink/ink19.xml"/><Relationship Id="rId39" Type="http://schemas.openxmlformats.org/officeDocument/2006/relationships/image" Target="../media/image44.png"/><Relationship Id="rId109" Type="http://schemas.openxmlformats.org/officeDocument/2006/relationships/image" Target="../media/image79.png"/><Relationship Id="rId34" Type="http://schemas.openxmlformats.org/officeDocument/2006/relationships/customXml" Target="../ink/ink27.xml"/><Relationship Id="rId50" Type="http://schemas.openxmlformats.org/officeDocument/2006/relationships/customXml" Target="../ink/ink35.xml"/><Relationship Id="rId55" Type="http://schemas.openxmlformats.org/officeDocument/2006/relationships/image" Target="../media/image52.png"/><Relationship Id="rId76" Type="http://schemas.openxmlformats.org/officeDocument/2006/relationships/customXml" Target="../ink/ink48.xml"/><Relationship Id="rId97" Type="http://schemas.openxmlformats.org/officeDocument/2006/relationships/image" Target="../media/image73.png"/><Relationship Id="rId104" Type="http://schemas.openxmlformats.org/officeDocument/2006/relationships/customXml" Target="../ink/ink62.xml"/><Relationship Id="rId120" Type="http://schemas.openxmlformats.org/officeDocument/2006/relationships/customXml" Target="../ink/ink70.xml"/><Relationship Id="rId125" Type="http://schemas.openxmlformats.org/officeDocument/2006/relationships/image" Target="../media/image87.png"/><Relationship Id="rId7" Type="http://schemas.openxmlformats.org/officeDocument/2006/relationships/image" Target="../media/image28.png"/><Relationship Id="rId71" Type="http://schemas.openxmlformats.org/officeDocument/2006/relationships/image" Target="../media/image60.png"/><Relationship Id="rId92" Type="http://schemas.openxmlformats.org/officeDocument/2006/relationships/customXml" Target="../ink/ink56.xml"/><Relationship Id="rId2" Type="http://schemas.openxmlformats.org/officeDocument/2006/relationships/customXml" Target="../ink/ink11.xml"/><Relationship Id="rId29" Type="http://schemas.openxmlformats.org/officeDocument/2006/relationships/image" Target="../media/image39.png"/><Relationship Id="rId24" Type="http://schemas.openxmlformats.org/officeDocument/2006/relationships/customXml" Target="../ink/ink22.xml"/><Relationship Id="rId40" Type="http://schemas.openxmlformats.org/officeDocument/2006/relationships/customXml" Target="../ink/ink30.xml"/><Relationship Id="rId45" Type="http://schemas.openxmlformats.org/officeDocument/2006/relationships/image" Target="../media/image47.png"/><Relationship Id="rId66" Type="http://schemas.openxmlformats.org/officeDocument/2006/relationships/customXml" Target="../ink/ink43.xml"/><Relationship Id="rId87" Type="http://schemas.openxmlformats.org/officeDocument/2006/relationships/image" Target="../media/image68.png"/><Relationship Id="rId110" Type="http://schemas.openxmlformats.org/officeDocument/2006/relationships/customXml" Target="../ink/ink65.xml"/><Relationship Id="rId115" Type="http://schemas.openxmlformats.org/officeDocument/2006/relationships/image" Target="../media/image82.png"/><Relationship Id="rId131" Type="http://schemas.openxmlformats.org/officeDocument/2006/relationships/image" Target="../media/image90.png"/><Relationship Id="rId136" Type="http://schemas.openxmlformats.org/officeDocument/2006/relationships/customXml" Target="../ink/ink78.xml"/><Relationship Id="rId61" Type="http://schemas.openxmlformats.org/officeDocument/2006/relationships/image" Target="../media/image55.png"/><Relationship Id="rId82" Type="http://schemas.openxmlformats.org/officeDocument/2006/relationships/customXml" Target="../ink/ink51.xml"/><Relationship Id="rId19" Type="http://schemas.openxmlformats.org/officeDocument/2006/relationships/image" Target="../media/image340.png"/><Relationship Id="rId14" Type="http://schemas.openxmlformats.org/officeDocument/2006/relationships/customXml" Target="../ink/ink17.xml"/><Relationship Id="rId30" Type="http://schemas.openxmlformats.org/officeDocument/2006/relationships/customXml" Target="../ink/ink25.xml"/><Relationship Id="rId35" Type="http://schemas.openxmlformats.org/officeDocument/2006/relationships/image" Target="../media/image42.png"/><Relationship Id="rId56" Type="http://schemas.openxmlformats.org/officeDocument/2006/relationships/customXml" Target="../ink/ink38.xml"/><Relationship Id="rId77" Type="http://schemas.openxmlformats.org/officeDocument/2006/relationships/image" Target="../media/image63.png"/><Relationship Id="rId100" Type="http://schemas.openxmlformats.org/officeDocument/2006/relationships/customXml" Target="../ink/ink60.xml"/><Relationship Id="rId105" Type="http://schemas.openxmlformats.org/officeDocument/2006/relationships/image" Target="../media/image77.png"/><Relationship Id="rId126" Type="http://schemas.openxmlformats.org/officeDocument/2006/relationships/customXml" Target="../ink/ink73.xml"/><Relationship Id="rId8" Type="http://schemas.openxmlformats.org/officeDocument/2006/relationships/customXml" Target="../ink/ink14.xml"/><Relationship Id="rId51" Type="http://schemas.openxmlformats.org/officeDocument/2006/relationships/image" Target="../media/image50.png"/><Relationship Id="rId72" Type="http://schemas.openxmlformats.org/officeDocument/2006/relationships/customXml" Target="../ink/ink46.xml"/><Relationship Id="rId93" Type="http://schemas.openxmlformats.org/officeDocument/2006/relationships/image" Target="../media/image71.png"/><Relationship Id="rId98" Type="http://schemas.openxmlformats.org/officeDocument/2006/relationships/customXml" Target="../ink/ink59.xml"/><Relationship Id="rId121" Type="http://schemas.openxmlformats.org/officeDocument/2006/relationships/image" Target="../media/image85.png"/><Relationship Id="rId3" Type="http://schemas.openxmlformats.org/officeDocument/2006/relationships/image" Target="../media/image26.png"/><Relationship Id="rId25" Type="http://schemas.openxmlformats.org/officeDocument/2006/relationships/image" Target="../media/image37.png"/><Relationship Id="rId46" Type="http://schemas.openxmlformats.org/officeDocument/2006/relationships/customXml" Target="../ink/ink33.xml"/><Relationship Id="rId67" Type="http://schemas.openxmlformats.org/officeDocument/2006/relationships/image" Target="../media/image58.png"/><Relationship Id="rId116" Type="http://schemas.openxmlformats.org/officeDocument/2006/relationships/customXml" Target="../ink/ink68.xml"/><Relationship Id="rId137" Type="http://schemas.openxmlformats.org/officeDocument/2006/relationships/image" Target="../media/image93.png"/><Relationship Id="rId20" Type="http://schemas.openxmlformats.org/officeDocument/2006/relationships/customXml" Target="../ink/ink20.xml"/><Relationship Id="rId41" Type="http://schemas.openxmlformats.org/officeDocument/2006/relationships/image" Target="../media/image45.png"/><Relationship Id="rId62" Type="http://schemas.openxmlformats.org/officeDocument/2006/relationships/customXml" Target="../ink/ink41.xml"/><Relationship Id="rId83" Type="http://schemas.openxmlformats.org/officeDocument/2006/relationships/image" Target="../media/image66.png"/><Relationship Id="rId88" Type="http://schemas.openxmlformats.org/officeDocument/2006/relationships/customXml" Target="../ink/ink54.xml"/><Relationship Id="rId111" Type="http://schemas.openxmlformats.org/officeDocument/2006/relationships/image" Target="../media/image80.png"/><Relationship Id="rId132" Type="http://schemas.openxmlformats.org/officeDocument/2006/relationships/customXml" Target="../ink/ink76.xml"/><Relationship Id="rId15" Type="http://schemas.openxmlformats.org/officeDocument/2006/relationships/image" Target="../media/image320.png"/><Relationship Id="rId36" Type="http://schemas.openxmlformats.org/officeDocument/2006/relationships/customXml" Target="../ink/ink28.xml"/><Relationship Id="rId57" Type="http://schemas.openxmlformats.org/officeDocument/2006/relationships/image" Target="../media/image53.png"/><Relationship Id="rId106" Type="http://schemas.openxmlformats.org/officeDocument/2006/relationships/customXml" Target="../ink/ink63.xml"/><Relationship Id="rId127" Type="http://schemas.openxmlformats.org/officeDocument/2006/relationships/image" Target="../media/image88.png"/><Relationship Id="rId10" Type="http://schemas.openxmlformats.org/officeDocument/2006/relationships/customXml" Target="../ink/ink15.xml"/><Relationship Id="rId31" Type="http://schemas.openxmlformats.org/officeDocument/2006/relationships/image" Target="../media/image40.png"/><Relationship Id="rId52" Type="http://schemas.openxmlformats.org/officeDocument/2006/relationships/customXml" Target="../ink/ink36.xml"/><Relationship Id="rId73" Type="http://schemas.openxmlformats.org/officeDocument/2006/relationships/image" Target="../media/image61.png"/><Relationship Id="rId78" Type="http://schemas.openxmlformats.org/officeDocument/2006/relationships/customXml" Target="../ink/ink49.xml"/><Relationship Id="rId94" Type="http://schemas.openxmlformats.org/officeDocument/2006/relationships/customXml" Target="../ink/ink57.xml"/><Relationship Id="rId99" Type="http://schemas.openxmlformats.org/officeDocument/2006/relationships/image" Target="../media/image74.png"/><Relationship Id="rId101" Type="http://schemas.openxmlformats.org/officeDocument/2006/relationships/image" Target="../media/image75.png"/><Relationship Id="rId122" Type="http://schemas.openxmlformats.org/officeDocument/2006/relationships/customXml" Target="../ink/ink71.xml"/><Relationship Id="rId4" Type="http://schemas.openxmlformats.org/officeDocument/2006/relationships/customXml" Target="../ink/ink12.xml"/><Relationship Id="rId9" Type="http://schemas.openxmlformats.org/officeDocument/2006/relationships/image" Target="../media/image29.png"/><Relationship Id="rId26" Type="http://schemas.openxmlformats.org/officeDocument/2006/relationships/customXml" Target="../ink/ink23.xml"/><Relationship Id="rId47" Type="http://schemas.openxmlformats.org/officeDocument/2006/relationships/image" Target="../media/image48.png"/><Relationship Id="rId68" Type="http://schemas.openxmlformats.org/officeDocument/2006/relationships/customXml" Target="../ink/ink44.xml"/><Relationship Id="rId89" Type="http://schemas.openxmlformats.org/officeDocument/2006/relationships/image" Target="../media/image69.png"/><Relationship Id="rId112" Type="http://schemas.openxmlformats.org/officeDocument/2006/relationships/customXml" Target="../ink/ink66.xml"/><Relationship Id="rId133" Type="http://schemas.openxmlformats.org/officeDocument/2006/relationships/image" Target="../media/image91.png"/></Relationships>
</file>

<file path=ppt/slides/_rels/slide26.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customXml" Target="../ink/ink88.xml"/><Relationship Id="rId26" Type="http://schemas.openxmlformats.org/officeDocument/2006/relationships/customXml" Target="../ink/ink92.xml"/><Relationship Id="rId39" Type="http://schemas.openxmlformats.org/officeDocument/2006/relationships/image" Target="../media/image113.png"/><Relationship Id="rId21" Type="http://schemas.openxmlformats.org/officeDocument/2006/relationships/image" Target="../media/image104.png"/><Relationship Id="rId34" Type="http://schemas.openxmlformats.org/officeDocument/2006/relationships/customXml" Target="../ink/ink96.xml"/><Relationship Id="rId42" Type="http://schemas.openxmlformats.org/officeDocument/2006/relationships/customXml" Target="../ink/ink100.xml"/><Relationship Id="rId47" Type="http://schemas.openxmlformats.org/officeDocument/2006/relationships/image" Target="../media/image117.png"/><Relationship Id="rId50" Type="http://schemas.openxmlformats.org/officeDocument/2006/relationships/customXml" Target="../ink/ink104.xml"/><Relationship Id="rId55" Type="http://schemas.openxmlformats.org/officeDocument/2006/relationships/image" Target="../media/image121.png"/><Relationship Id="rId7" Type="http://schemas.openxmlformats.org/officeDocument/2006/relationships/image" Target="../media/image97.png"/><Relationship Id="rId2" Type="http://schemas.openxmlformats.org/officeDocument/2006/relationships/customXml" Target="../ink/ink80.xml"/><Relationship Id="rId16" Type="http://schemas.openxmlformats.org/officeDocument/2006/relationships/customXml" Target="../ink/ink87.xml"/><Relationship Id="rId29" Type="http://schemas.openxmlformats.org/officeDocument/2006/relationships/image" Target="../media/image108.png"/><Relationship Id="rId11" Type="http://schemas.openxmlformats.org/officeDocument/2006/relationships/image" Target="../media/image99.png"/><Relationship Id="rId24" Type="http://schemas.openxmlformats.org/officeDocument/2006/relationships/customXml" Target="../ink/ink91.xml"/><Relationship Id="rId32" Type="http://schemas.openxmlformats.org/officeDocument/2006/relationships/customXml" Target="../ink/ink95.xml"/><Relationship Id="rId37" Type="http://schemas.openxmlformats.org/officeDocument/2006/relationships/image" Target="../media/image112.png"/><Relationship Id="rId40" Type="http://schemas.openxmlformats.org/officeDocument/2006/relationships/customXml" Target="../ink/ink99.xml"/><Relationship Id="rId45" Type="http://schemas.openxmlformats.org/officeDocument/2006/relationships/image" Target="../media/image116.png"/><Relationship Id="rId53" Type="http://schemas.openxmlformats.org/officeDocument/2006/relationships/image" Target="../media/image120.png"/><Relationship Id="rId5" Type="http://schemas.openxmlformats.org/officeDocument/2006/relationships/image" Target="../media/image96.png"/><Relationship Id="rId10" Type="http://schemas.openxmlformats.org/officeDocument/2006/relationships/customXml" Target="../ink/ink84.xml"/><Relationship Id="rId19" Type="http://schemas.openxmlformats.org/officeDocument/2006/relationships/image" Target="../media/image103.png"/><Relationship Id="rId31" Type="http://schemas.openxmlformats.org/officeDocument/2006/relationships/image" Target="../media/image109.png"/><Relationship Id="rId44" Type="http://schemas.openxmlformats.org/officeDocument/2006/relationships/customXml" Target="../ink/ink101.xml"/><Relationship Id="rId52" Type="http://schemas.openxmlformats.org/officeDocument/2006/relationships/customXml" Target="../ink/ink105.xml"/><Relationship Id="rId4" Type="http://schemas.openxmlformats.org/officeDocument/2006/relationships/customXml" Target="../ink/ink81.xml"/><Relationship Id="rId9" Type="http://schemas.openxmlformats.org/officeDocument/2006/relationships/image" Target="../media/image98.png"/><Relationship Id="rId14" Type="http://schemas.openxmlformats.org/officeDocument/2006/relationships/customXml" Target="../ink/ink86.xml"/><Relationship Id="rId22" Type="http://schemas.openxmlformats.org/officeDocument/2006/relationships/customXml" Target="../ink/ink90.xml"/><Relationship Id="rId27" Type="http://schemas.openxmlformats.org/officeDocument/2006/relationships/image" Target="../media/image107.png"/><Relationship Id="rId30" Type="http://schemas.openxmlformats.org/officeDocument/2006/relationships/customXml" Target="../ink/ink94.xml"/><Relationship Id="rId35" Type="http://schemas.openxmlformats.org/officeDocument/2006/relationships/image" Target="../media/image111.png"/><Relationship Id="rId43" Type="http://schemas.openxmlformats.org/officeDocument/2006/relationships/image" Target="../media/image115.png"/><Relationship Id="rId48" Type="http://schemas.openxmlformats.org/officeDocument/2006/relationships/customXml" Target="../ink/ink103.xml"/><Relationship Id="rId8" Type="http://schemas.openxmlformats.org/officeDocument/2006/relationships/customXml" Target="../ink/ink83.xml"/><Relationship Id="rId51" Type="http://schemas.openxmlformats.org/officeDocument/2006/relationships/image" Target="../media/image119.png"/><Relationship Id="rId3" Type="http://schemas.openxmlformats.org/officeDocument/2006/relationships/image" Target="../media/image95.png"/><Relationship Id="rId12" Type="http://schemas.openxmlformats.org/officeDocument/2006/relationships/customXml" Target="../ink/ink85.xml"/><Relationship Id="rId17" Type="http://schemas.openxmlformats.org/officeDocument/2006/relationships/image" Target="../media/image102.png"/><Relationship Id="rId25" Type="http://schemas.openxmlformats.org/officeDocument/2006/relationships/image" Target="../media/image106.png"/><Relationship Id="rId33" Type="http://schemas.openxmlformats.org/officeDocument/2006/relationships/image" Target="../media/image110.png"/><Relationship Id="rId38" Type="http://schemas.openxmlformats.org/officeDocument/2006/relationships/customXml" Target="../ink/ink98.xml"/><Relationship Id="rId46" Type="http://schemas.openxmlformats.org/officeDocument/2006/relationships/customXml" Target="../ink/ink102.xml"/><Relationship Id="rId20" Type="http://schemas.openxmlformats.org/officeDocument/2006/relationships/customXml" Target="../ink/ink89.xml"/><Relationship Id="rId41" Type="http://schemas.openxmlformats.org/officeDocument/2006/relationships/image" Target="../media/image114.png"/><Relationship Id="rId54" Type="http://schemas.openxmlformats.org/officeDocument/2006/relationships/customXml" Target="../ink/ink106.xml"/><Relationship Id="rId1" Type="http://schemas.openxmlformats.org/officeDocument/2006/relationships/slideLayout" Target="../slideLayouts/slideLayout16.xml"/><Relationship Id="rId6" Type="http://schemas.openxmlformats.org/officeDocument/2006/relationships/customXml" Target="../ink/ink82.xml"/><Relationship Id="rId15" Type="http://schemas.openxmlformats.org/officeDocument/2006/relationships/image" Target="../media/image101.png"/><Relationship Id="rId23" Type="http://schemas.openxmlformats.org/officeDocument/2006/relationships/image" Target="../media/image105.png"/><Relationship Id="rId28" Type="http://schemas.openxmlformats.org/officeDocument/2006/relationships/customXml" Target="../ink/ink93.xml"/><Relationship Id="rId36" Type="http://schemas.openxmlformats.org/officeDocument/2006/relationships/customXml" Target="../ink/ink97.xml"/><Relationship Id="rId49" Type="http://schemas.openxmlformats.org/officeDocument/2006/relationships/image" Target="../media/image118.png"/></Relationships>
</file>

<file path=ppt/slides/_rels/slide2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customXml" Target="../ink/ink10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220.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customXml" Target="../ink/ink108.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customXml" Target="../ink/ink109.xml"/><Relationship Id="rId2" Type="http://schemas.openxmlformats.org/officeDocument/2006/relationships/image" Target="../media/image124.png"/><Relationship Id="rId1" Type="http://schemas.openxmlformats.org/officeDocument/2006/relationships/slideLayout" Target="../slideLayouts/slideLayout16.xml"/><Relationship Id="rId4" Type="http://schemas.openxmlformats.org/officeDocument/2006/relationships/image" Target="../media/image125.png"/></Relationships>
</file>

<file path=ppt/slides/_rels/slide33.xml.rels><?xml version="1.0" encoding="UTF-8" standalone="yes"?>
<Relationships xmlns="http://schemas.openxmlformats.org/package/2006/relationships"><Relationship Id="rId3" Type="http://schemas.openxmlformats.org/officeDocument/2006/relationships/customXml" Target="../ink/ink110.xml"/><Relationship Id="rId2" Type="http://schemas.openxmlformats.org/officeDocument/2006/relationships/image" Target="../media/image126.png"/><Relationship Id="rId1" Type="http://schemas.openxmlformats.org/officeDocument/2006/relationships/slideLayout" Target="../slideLayouts/slideLayout16.xml"/><Relationship Id="rId4" Type="http://schemas.openxmlformats.org/officeDocument/2006/relationships/image" Target="../media/image127.png"/></Relationships>
</file>

<file path=ppt/slides/_rels/slide34.xml.rels><?xml version="1.0" encoding="UTF-8" standalone="yes"?>
<Relationships xmlns="http://schemas.openxmlformats.org/package/2006/relationships"><Relationship Id="rId3" Type="http://schemas.openxmlformats.org/officeDocument/2006/relationships/customXml" Target="../ink/ink111.xml"/><Relationship Id="rId2" Type="http://schemas.openxmlformats.org/officeDocument/2006/relationships/image" Target="../media/image1250.png"/><Relationship Id="rId1" Type="http://schemas.openxmlformats.org/officeDocument/2006/relationships/slideLayout" Target="../slideLayouts/slideLayout16.xml"/><Relationship Id="rId4" Type="http://schemas.openxmlformats.org/officeDocument/2006/relationships/image" Target="../media/image128.png"/></Relationships>
</file>

<file path=ppt/slides/_rels/slide3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customXml" Target="../ink/ink112.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customXml" Target="../ink/ink113.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1260.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1270.pn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customXml" Target="../ink/ink114.xml"/><Relationship Id="rId2" Type="http://schemas.openxmlformats.org/officeDocument/2006/relationships/image" Target="../media/image1280.png"/><Relationship Id="rId1" Type="http://schemas.openxmlformats.org/officeDocument/2006/relationships/slideLayout" Target="../slideLayouts/slideLayout16.xml"/><Relationship Id="rId4" Type="http://schemas.openxmlformats.org/officeDocument/2006/relationships/image" Target="../media/image131.png"/></Relationships>
</file>

<file path=ppt/slides/_rels/slide41.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customXml" Target="../ink/ink115.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customXml" Target="../ink/ink116.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customXml" Target="../ink/ink117.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image" Target="../media/image1290.pn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p:cNvSpPr>
            <a:spLocks noGrp="1"/>
          </p:cNvSpPr>
          <p:nvPr>
            <p:ph type="ctrTitle"/>
          </p:nvPr>
        </p:nvSpPr>
        <p:spPr>
          <a:xfrm>
            <a:off x="3276601" y="2770188"/>
            <a:ext cx="5181600" cy="1344612"/>
          </a:xfrm>
        </p:spPr>
        <p:txBody>
          <a:bodyPr lIns="68569" tIns="34275" rIns="68569" bIns="34275">
            <a:normAutofit fontScale="90000"/>
          </a:bodyPr>
          <a:lstStyle/>
          <a:p>
            <a:pPr algn="ctr">
              <a:spcBef>
                <a:spcPct val="0"/>
              </a:spcBef>
              <a:spcAft>
                <a:spcPct val="0"/>
              </a:spcAft>
              <a:buClr>
                <a:srgbClr val="FFFFFF"/>
              </a:buClr>
            </a:pPr>
            <a:r>
              <a:rPr lang="en-IN" sz="4000" dirty="0">
                <a:latin typeface="Arial" panose="020B0604020202020204" pitchFamily="34" charset="0"/>
                <a:cs typeface="Arial" panose="020B0604020202020204" pitchFamily="34" charset="0"/>
              </a:rPr>
              <a:t>Introduction </a:t>
            </a:r>
            <a:br>
              <a:rPr lang="en-IN" sz="4000" dirty="0">
                <a:latin typeface="Arial" panose="020B0604020202020204" pitchFamily="34" charset="0"/>
                <a:cs typeface="Arial" panose="020B0604020202020204" pitchFamily="34" charset="0"/>
              </a:rPr>
            </a:br>
            <a:r>
              <a:rPr lang="en-IN" sz="4000" dirty="0">
                <a:latin typeface="Arial" panose="020B0604020202020204" pitchFamily="34" charset="0"/>
                <a:cs typeface="Arial" panose="020B0604020202020204" pitchFamily="34" charset="0"/>
              </a:rPr>
              <a:t>to Statistical Methods</a:t>
            </a:r>
            <a:r>
              <a:rPr lang="en-US" altLang="x-none" sz="3600" dirty="0">
                <a:solidFill>
                  <a:srgbClr val="FFFFFF"/>
                </a:solidFill>
                <a:latin typeface="+mn-lt"/>
              </a:rPr>
              <a:t> </a:t>
            </a:r>
            <a:endParaRPr lang="x-none" altLang="x-none" sz="3600" dirty="0">
              <a:solidFill>
                <a:srgbClr val="FFFFFF"/>
              </a:solidFill>
              <a:latin typeface="+mn-lt"/>
            </a:endParaRPr>
          </a:p>
        </p:txBody>
      </p:sp>
      <p:sp>
        <p:nvSpPr>
          <p:cNvPr id="53251" name="Google Shape;41;p1"/>
          <p:cNvSpPr>
            <a:spLocks noGrp="1"/>
          </p:cNvSpPr>
          <p:nvPr>
            <p:ph type="body" idx="2"/>
          </p:nvPr>
        </p:nvSpPr>
        <p:spPr>
          <a:xfrm>
            <a:off x="3892550" y="4953000"/>
            <a:ext cx="5033963" cy="914400"/>
          </a:xfrm>
        </p:spPr>
        <p:txBody>
          <a:bodyPr lIns="68569" tIns="34275" rIns="68569" bIns="34275"/>
          <a:lstStyle/>
          <a:p>
            <a:pPr marL="0" indent="0" algn="ctr">
              <a:spcBef>
                <a:spcPct val="0"/>
              </a:spcBef>
              <a:spcAft>
                <a:spcPct val="0"/>
              </a:spcAft>
            </a:pPr>
            <a:r>
              <a:rPr lang="en-US" altLang="x-none" sz="2400" b="1" dirty="0">
                <a:solidFill>
                  <a:schemeClr val="tx1"/>
                </a:solidFill>
                <a:latin typeface="Helvetica" panose="020B0604020202030204" pitchFamily="34" charset="0"/>
              </a:rPr>
              <a:t>ISM Team</a:t>
            </a:r>
            <a:endParaRPr lang="x-none" altLang="x-none" sz="2400" b="1" dirty="0">
              <a:solidFill>
                <a:schemeClr val="tx1"/>
              </a:solidFill>
              <a:latin typeface="Helvetica" panose="020B0604020202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623888" y="3486150"/>
            <a:ext cx="7886700" cy="628650"/>
          </a:xfrm>
        </p:spPr>
        <p:txBody>
          <a:bodyPr>
            <a:normAutofit fontScale="77500" lnSpcReduction="20000"/>
          </a:bodyPr>
          <a:lstStyle/>
          <a:p>
            <a:pPr algn="ctr">
              <a:lnSpc>
                <a:spcPct val="100000"/>
              </a:lnSpc>
              <a:spcBef>
                <a:spcPct val="0"/>
              </a:spcBef>
              <a:defRPr/>
            </a:pPr>
            <a:r>
              <a:rPr lang="en-US" sz="2700" b="1" dirty="0">
                <a:solidFill>
                  <a:schemeClr val="tx1"/>
                </a:solidFill>
                <a:latin typeface="Arial" panose="020B0604020202020204" pitchFamily="34" charset="0"/>
                <a:cs typeface="Arial" panose="020B0604020202020204" pitchFamily="34" charset="0"/>
              </a:rPr>
              <a:t>Session 2</a:t>
            </a:r>
          </a:p>
          <a:p>
            <a:pPr algn="ctr">
              <a:lnSpc>
                <a:spcPct val="100000"/>
              </a:lnSpc>
              <a:spcBef>
                <a:spcPct val="0"/>
              </a:spcBef>
              <a:defRPr/>
            </a:pPr>
            <a:r>
              <a:rPr lang="en-US" sz="2700" b="1" dirty="0">
                <a:solidFill>
                  <a:schemeClr val="tx1"/>
                </a:solidFill>
                <a:latin typeface="Arial" panose="020B0604020202020204" pitchFamily="34" charset="0"/>
                <a:cs typeface="Arial" panose="020B0604020202020204" pitchFamily="34" charset="0"/>
              </a:rPr>
              <a:t>(</a:t>
            </a:r>
            <a:r>
              <a:rPr lang="en-US" sz="2700" b="1" dirty="0">
                <a:solidFill>
                  <a:schemeClr val="tx1"/>
                </a:solidFill>
                <a:cs typeface="Arial" panose="020B0604020202020204" pitchFamily="34" charset="0"/>
              </a:rPr>
              <a:t>8</a:t>
            </a:r>
            <a:r>
              <a:rPr lang="en-US" sz="2700" b="1" baseline="30000" dirty="0">
                <a:solidFill>
                  <a:schemeClr val="tx1"/>
                </a:solidFill>
                <a:cs typeface="Arial" panose="020B0604020202020204" pitchFamily="34" charset="0"/>
              </a:rPr>
              <a:t>th</a:t>
            </a:r>
            <a:r>
              <a:rPr lang="en-US" sz="2700" b="1" dirty="0">
                <a:solidFill>
                  <a:schemeClr val="tx1"/>
                </a:solidFill>
                <a:cs typeface="Arial" panose="020B0604020202020204" pitchFamily="34" charset="0"/>
              </a:rPr>
              <a:t> &amp; 9</a:t>
            </a:r>
            <a:r>
              <a:rPr lang="en-US" sz="2700" b="1" baseline="30000" dirty="0">
                <a:solidFill>
                  <a:schemeClr val="tx1"/>
                </a:solidFill>
                <a:cs typeface="Arial" panose="020B0604020202020204" pitchFamily="34" charset="0"/>
              </a:rPr>
              <a:t>th    </a:t>
            </a:r>
            <a:r>
              <a:rPr lang="en-US" sz="2700" b="1" dirty="0">
                <a:solidFill>
                  <a:schemeClr val="tx1"/>
                </a:solidFill>
                <a:cs typeface="Arial" panose="020B0604020202020204" pitchFamily="34" charset="0"/>
              </a:rPr>
              <a:t> August 2026</a:t>
            </a:r>
            <a:r>
              <a:rPr lang="en-US" b="1" dirty="0">
                <a:solidFill>
                  <a:schemeClr val="tx1"/>
                </a:solidFill>
                <a:latin typeface="+mn-lt"/>
                <a:cs typeface="Arial" panose="020B0604020202020204" pitchFamily="34" charset="0"/>
              </a:rPr>
              <a:t>)</a:t>
            </a:r>
          </a:p>
          <a:p>
            <a:endParaRPr lang="en-IN" dirty="0"/>
          </a:p>
        </p:txBody>
      </p:sp>
      <p:sp>
        <p:nvSpPr>
          <p:cNvPr id="2" name="Rectangle 1"/>
          <p:cNvSpPr/>
          <p:nvPr/>
        </p:nvSpPr>
        <p:spPr>
          <a:xfrm>
            <a:off x="2171700" y="4229100"/>
            <a:ext cx="5143500" cy="738664"/>
          </a:xfrm>
          <a:prstGeom prst="rect">
            <a:avLst/>
          </a:prstGeom>
        </p:spPr>
        <p:txBody>
          <a:bodyPr wrap="square">
            <a:spAutoFit/>
          </a:bodyPr>
          <a:lstStyle/>
          <a:p>
            <a:pPr algn="ctr">
              <a:defRPr/>
            </a:pPr>
            <a:r>
              <a:rPr lang="en-IN" sz="2100" b="1" dirty="0">
                <a:latin typeface="Tw Cen MT" panose="020B0602020104020603" pitchFamily="34" charset="0"/>
              </a:rPr>
              <a:t>Axioms of Probability</a:t>
            </a:r>
            <a:r>
              <a:rPr lang="en-IN" sz="2100" b="1" kern="50" dirty="0">
                <a:solidFill>
                  <a:srgbClr val="00000A"/>
                </a:solidFill>
                <a:latin typeface="Tw Cen MT" panose="020B0602020104020603" pitchFamily="34" charset="0"/>
                <a:ea typeface="Ubuntu" panose="020B0504030602030204" pitchFamily="34" charset="0"/>
              </a:rPr>
              <a:t>, </a:t>
            </a:r>
            <a:r>
              <a:rPr lang="en-IN" sz="2100" b="1" dirty="0">
                <a:latin typeface="Tw Cen MT" panose="020B0602020104020603" pitchFamily="34" charset="0"/>
              </a:rPr>
              <a:t>Probability basics, Mutually exclusive and Independent events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77677"/>
            <a:ext cx="7620000" cy="573273"/>
          </a:xfrm>
        </p:spPr>
        <p:txBody>
          <a:bodyPr>
            <a:normAutofit fontScale="90000"/>
          </a:bodyPr>
          <a:lstStyle/>
          <a:p>
            <a:br>
              <a:rPr lang="en-IN" kern="50" dirty="0">
                <a:latin typeface="+mn-lt"/>
                <a:ea typeface="WenQuanYi Micro Hei"/>
                <a:cs typeface="Times New Roman" panose="02020603050405020304" pitchFamily="18" charset="0"/>
              </a:rPr>
            </a:br>
            <a:r>
              <a:rPr lang="en-IN" kern="50" dirty="0">
                <a:latin typeface="+mn-lt"/>
                <a:ea typeface="WenQuanYi Micro Hei"/>
                <a:cs typeface="Times New Roman" panose="02020603050405020304" pitchFamily="18" charset="0"/>
              </a:rPr>
              <a:t>Module 1</a:t>
            </a:r>
            <a:r>
              <a:rPr lang="en-IN" kern="50" dirty="0">
                <a:latin typeface="+mn-lt"/>
                <a:ea typeface="Ubuntu"/>
                <a:cs typeface="Times New Roman" panose="02020603050405020304" pitchFamily="18" charset="0"/>
              </a:rPr>
              <a:t>: (Basic Probability &amp; Statistics)</a:t>
            </a:r>
            <a:br>
              <a:rPr lang="en-US" kern="50" dirty="0">
                <a:latin typeface="+mn-lt"/>
                <a:ea typeface="WenQuanYi Micro Hei"/>
                <a:cs typeface="Lohit Hindi"/>
              </a:rPr>
            </a:br>
            <a:endParaRPr lang="en-IN" dirty="0">
              <a:latin typeface="+mn-lt"/>
            </a:endParaRPr>
          </a:p>
        </p:txBody>
      </p:sp>
      <p:graphicFrame>
        <p:nvGraphicFramePr>
          <p:cNvPr id="5" name="Table 4"/>
          <p:cNvGraphicFramePr>
            <a:graphicFrameLocks noGrp="1"/>
          </p:cNvGraphicFramePr>
          <p:nvPr/>
        </p:nvGraphicFramePr>
        <p:xfrm>
          <a:off x="742951" y="2057400"/>
          <a:ext cx="7315200" cy="2083760"/>
        </p:xfrm>
        <a:graphic>
          <a:graphicData uri="http://schemas.openxmlformats.org/drawingml/2006/table">
            <a:tbl>
              <a:tblPr firstRow="1" firstCol="1" bandRow="1">
                <a:tableStyleId>{5C22544A-7EE6-4342-B048-85BDC9FD1C3A}</a:tableStyleId>
              </a:tblPr>
              <a:tblGrid>
                <a:gridCol w="1587260">
                  <a:extLst>
                    <a:ext uri="{9D8B030D-6E8A-4147-A177-3AD203B41FA5}">
                      <a16:colId xmlns:a16="http://schemas.microsoft.com/office/drawing/2014/main" val="20000"/>
                    </a:ext>
                  </a:extLst>
                </a:gridCol>
                <a:gridCol w="3933645">
                  <a:extLst>
                    <a:ext uri="{9D8B030D-6E8A-4147-A177-3AD203B41FA5}">
                      <a16:colId xmlns:a16="http://schemas.microsoft.com/office/drawing/2014/main" val="20001"/>
                    </a:ext>
                  </a:extLst>
                </a:gridCol>
                <a:gridCol w="1794295">
                  <a:extLst>
                    <a:ext uri="{9D8B030D-6E8A-4147-A177-3AD203B41FA5}">
                      <a16:colId xmlns:a16="http://schemas.microsoft.com/office/drawing/2014/main" val="20002"/>
                    </a:ext>
                  </a:extLst>
                </a:gridCol>
              </a:tblGrid>
              <a:tr h="510350">
                <a:tc>
                  <a:txBody>
                    <a:bodyPr/>
                    <a:lstStyle/>
                    <a:p>
                      <a:pPr marR="496570" algn="ctr">
                        <a:lnSpc>
                          <a:spcPct val="115000"/>
                        </a:lnSpc>
                        <a:spcAft>
                          <a:spcPts val="1000"/>
                        </a:spcAft>
                      </a:pPr>
                      <a:r>
                        <a:rPr lang="en-IN" sz="1500" dirty="0">
                          <a:solidFill>
                            <a:srgbClr val="FF0000"/>
                          </a:solidFill>
                          <a:effectLst/>
                          <a:latin typeface="Calibri" panose="020F0502020204030204" pitchFamily="34" charset="0"/>
                          <a:cs typeface="Calibri" panose="020F0502020204030204" pitchFamily="34" charset="0"/>
                        </a:rPr>
                        <a:t>Contact Session</a:t>
                      </a:r>
                      <a:endParaRPr lang="x-none" sz="15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0" marB="0"/>
                </a:tc>
                <a:tc>
                  <a:txBody>
                    <a:bodyPr/>
                    <a:lstStyle/>
                    <a:p>
                      <a:pPr marR="496570" algn="ctr">
                        <a:lnSpc>
                          <a:spcPct val="115000"/>
                        </a:lnSpc>
                        <a:spcAft>
                          <a:spcPts val="1000"/>
                        </a:spcAft>
                      </a:pPr>
                      <a:r>
                        <a:rPr lang="en-IN" sz="1500" dirty="0">
                          <a:solidFill>
                            <a:srgbClr val="FF0000"/>
                          </a:solidFill>
                          <a:effectLst/>
                          <a:latin typeface="Calibri" panose="020F0502020204030204" pitchFamily="34" charset="0"/>
                          <a:cs typeface="Calibri" panose="020F0502020204030204" pitchFamily="34" charset="0"/>
                        </a:rPr>
                        <a:t>List of Topic Title</a:t>
                      </a:r>
                      <a:endParaRPr lang="x-none" sz="15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0" marB="0"/>
                </a:tc>
                <a:tc>
                  <a:txBody>
                    <a:bodyPr/>
                    <a:lstStyle/>
                    <a:p>
                      <a:pPr marR="495935" algn="ctr">
                        <a:lnSpc>
                          <a:spcPct val="115000"/>
                        </a:lnSpc>
                        <a:spcAft>
                          <a:spcPts val="1000"/>
                        </a:spcAft>
                      </a:pPr>
                      <a:r>
                        <a:rPr lang="en-IN" sz="1500" dirty="0">
                          <a:solidFill>
                            <a:srgbClr val="FF0000"/>
                          </a:solidFill>
                          <a:effectLst/>
                          <a:latin typeface="Calibri" panose="020F0502020204030204" pitchFamily="34" charset="0"/>
                          <a:cs typeface="Calibri" panose="020F0502020204030204" pitchFamily="34" charset="0"/>
                        </a:rPr>
                        <a:t>Reference</a:t>
                      </a:r>
                      <a:endParaRPr lang="x-none" sz="15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0" marB="0"/>
                </a:tc>
                <a:extLst>
                  <a:ext uri="{0D108BD9-81ED-4DB2-BD59-A6C34878D82A}">
                    <a16:rowId xmlns:a16="http://schemas.microsoft.com/office/drawing/2014/main" val="10000"/>
                  </a:ext>
                </a:extLst>
              </a:tr>
              <a:tr h="1573410">
                <a:tc>
                  <a:txBody>
                    <a:bodyPr/>
                    <a:lstStyle/>
                    <a:p>
                      <a:pPr marR="495935">
                        <a:lnSpc>
                          <a:spcPct val="115000"/>
                        </a:lnSpc>
                        <a:spcAft>
                          <a:spcPts val="1000"/>
                        </a:spcAft>
                      </a:pPr>
                      <a:endParaRPr lang="en-IN" sz="1500" dirty="0">
                        <a:effectLst/>
                      </a:endParaRPr>
                    </a:p>
                    <a:p>
                      <a:pPr marR="495935">
                        <a:lnSpc>
                          <a:spcPct val="115000"/>
                        </a:lnSpc>
                        <a:spcAft>
                          <a:spcPts val="1000"/>
                        </a:spcAft>
                      </a:pPr>
                      <a:endParaRPr lang="en-IN" sz="1500" dirty="0">
                        <a:effectLst/>
                      </a:endParaRPr>
                    </a:p>
                    <a:p>
                      <a:pPr marR="495935" algn="ctr">
                        <a:lnSpc>
                          <a:spcPct val="115000"/>
                        </a:lnSpc>
                        <a:spcAft>
                          <a:spcPts val="1000"/>
                        </a:spcAft>
                      </a:pPr>
                      <a:r>
                        <a:rPr lang="en-IN" sz="1500" dirty="0">
                          <a:effectLst/>
                        </a:rPr>
                        <a:t>CS - 2</a:t>
                      </a:r>
                      <a:endParaRPr lang="x-none" sz="1500" dirty="0">
                        <a:solidFill>
                          <a:srgbClr val="000000"/>
                        </a:solidFill>
                        <a:effectLst/>
                        <a:latin typeface="Calibri" panose="020F0502020204030204" pitchFamily="34" charset="0"/>
                        <a:ea typeface="Calibri" panose="020F0502020204030204" pitchFamily="34" charset="0"/>
                      </a:endParaRPr>
                    </a:p>
                  </a:txBody>
                  <a:tcPr marL="51435" marR="51435" marT="0" marB="0"/>
                </a:tc>
                <a:tc>
                  <a:txBody>
                    <a:bodyPr/>
                    <a:lstStyle/>
                    <a:p>
                      <a:r>
                        <a:rPr lang="en-US" sz="1400" kern="1200" dirty="0">
                          <a:solidFill>
                            <a:schemeClr val="dk1"/>
                          </a:solidFill>
                          <a:effectLst/>
                          <a:latin typeface="+mn-lt"/>
                          <a:ea typeface="+mn-ea"/>
                          <a:cs typeface="+mn-cs"/>
                        </a:rPr>
                        <a:t>Axioms of Probability, Mutually exclusive and independent events, Problem solving to understand basic probability concepts</a:t>
                      </a:r>
                    </a:p>
                  </a:txBody>
                  <a:tcPr marL="51435" marR="51435" marT="0" marB="0"/>
                </a:tc>
                <a:tc>
                  <a:txBody>
                    <a:bodyPr/>
                    <a:lstStyle/>
                    <a:p>
                      <a:pPr marR="495935">
                        <a:lnSpc>
                          <a:spcPct val="115000"/>
                        </a:lnSpc>
                        <a:spcAft>
                          <a:spcPts val="1000"/>
                        </a:spcAft>
                      </a:pPr>
                      <a:r>
                        <a:rPr lang="en-IN" sz="1500" dirty="0">
                          <a:effectLst/>
                          <a:latin typeface="Calibri" panose="020F0502020204030204" pitchFamily="34" charset="0"/>
                          <a:cs typeface="Calibri" panose="020F0502020204030204" pitchFamily="34" charset="0"/>
                        </a:rPr>
                        <a:t>       T1 </a:t>
                      </a:r>
                      <a:r>
                        <a:rPr lang="en-IN" sz="1500" baseline="0" dirty="0">
                          <a:effectLst/>
                          <a:latin typeface="Calibri" panose="020F0502020204030204" pitchFamily="34" charset="0"/>
                          <a:cs typeface="Calibri" panose="020F0502020204030204" pitchFamily="34" charset="0"/>
                        </a:rPr>
                        <a:t> &amp; </a:t>
                      </a:r>
                      <a:r>
                        <a:rPr lang="en-IN" sz="1500" dirty="0">
                          <a:effectLst/>
                          <a:latin typeface="Calibri" panose="020F0502020204030204" pitchFamily="34" charset="0"/>
                          <a:cs typeface="Calibri" panose="020F0502020204030204" pitchFamily="34" charset="0"/>
                        </a:rPr>
                        <a:t>T2</a:t>
                      </a:r>
                      <a:endParaRPr lang="x-none" sz="15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0" marB="0"/>
                </a:tc>
                <a:extLst>
                  <a:ext uri="{0D108BD9-81ED-4DB2-BD59-A6C34878D82A}">
                    <a16:rowId xmlns:a16="http://schemas.microsoft.com/office/drawing/2014/main" val="10001"/>
                  </a:ext>
                </a:extLst>
              </a:tr>
            </a:tbl>
          </a:graphicData>
        </a:graphic>
      </p:graphicFrame>
      <p:sp>
        <p:nvSpPr>
          <p:cNvPr id="4" name="TextBox 3"/>
          <p:cNvSpPr txBox="1"/>
          <p:nvPr/>
        </p:nvSpPr>
        <p:spPr>
          <a:xfrm>
            <a:off x="381000" y="355120"/>
            <a:ext cx="4572000" cy="400110"/>
          </a:xfrm>
          <a:prstGeom prst="rect">
            <a:avLst/>
          </a:prstGeom>
          <a:noFill/>
        </p:spPr>
        <p:txBody>
          <a:bodyPr wrap="square">
            <a:spAutoFit/>
          </a:bodyPr>
          <a:lstStyle/>
          <a:p>
            <a:r>
              <a:rPr lang="en-IN" sz="2000" kern="50" dirty="0">
                <a:solidFill>
                  <a:schemeClr val="bg1"/>
                </a:solidFill>
                <a:latin typeface="+mn-lt"/>
                <a:ea typeface="WenQuanYi Micro Hei"/>
                <a:cs typeface="Times New Roman" panose="02020603050405020304" pitchFamily="18" charset="0"/>
              </a:rPr>
              <a:t>Module 1</a:t>
            </a:r>
            <a:r>
              <a:rPr lang="en-IN" sz="2000" kern="50" dirty="0">
                <a:solidFill>
                  <a:schemeClr val="bg1"/>
                </a:solidFill>
                <a:latin typeface="+mn-lt"/>
                <a:ea typeface="Ubuntu"/>
                <a:cs typeface="Times New Roman" panose="02020603050405020304" pitchFamily="18" charset="0"/>
              </a:rPr>
              <a:t>: (Basic Probability &amp; Statistics)</a:t>
            </a:r>
            <a:endParaRPr lang="en-IN" sz="20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Agenda</a:t>
            </a:r>
            <a:br>
              <a:rPr lang="en-US" dirty="0"/>
            </a:br>
            <a:endParaRPr lang="en-IN" dirty="0"/>
          </a:p>
        </p:txBody>
      </p:sp>
      <p:sp>
        <p:nvSpPr>
          <p:cNvPr id="3" name="Text Placeholder 2"/>
          <p:cNvSpPr>
            <a:spLocks noGrp="1"/>
          </p:cNvSpPr>
          <p:nvPr>
            <p:ph type="body" sz="quarter" idx="13"/>
          </p:nvPr>
        </p:nvSpPr>
        <p:spPr/>
        <p:txBody>
          <a:bodyPr>
            <a:normAutofit/>
          </a:bodyPr>
          <a:lstStyle/>
          <a:p>
            <a:pPr>
              <a:buFont typeface="Wingdings" panose="05000000000000000000" pitchFamily="2" charset="2"/>
              <a:buChar char="§"/>
            </a:pPr>
            <a:r>
              <a:rPr lang="en-US" altLang="en-US" sz="2000" dirty="0">
                <a:latin typeface="Tw Cen MT" panose="020B0602020104020603" pitchFamily="34" charset="0"/>
              </a:rPr>
              <a:t>Experiments, assignment of  probabilities</a:t>
            </a:r>
          </a:p>
          <a:p>
            <a:pPr marL="0" indent="0">
              <a:buNone/>
            </a:pPr>
            <a:endParaRPr lang="en-US" altLang="en-US" sz="2000" dirty="0">
              <a:latin typeface="Tw Cen MT" panose="020B0602020104020603" pitchFamily="34" charset="0"/>
            </a:endParaRPr>
          </a:p>
          <a:p>
            <a:pPr>
              <a:buFont typeface="Wingdings" panose="05000000000000000000" pitchFamily="2" charset="2"/>
              <a:buChar char="§"/>
            </a:pPr>
            <a:r>
              <a:rPr lang="en-US" altLang="en-US" sz="2000" dirty="0">
                <a:latin typeface="Tw Cen MT" panose="020B0602020104020603" pitchFamily="34" charset="0"/>
              </a:rPr>
              <a:t>Events and their probability</a:t>
            </a:r>
          </a:p>
          <a:p>
            <a:pPr marL="0" indent="0">
              <a:buNone/>
            </a:pPr>
            <a:endParaRPr lang="en-US" altLang="en-US" sz="2000" dirty="0">
              <a:latin typeface="Tw Cen MT" panose="020B0602020104020603" pitchFamily="34" charset="0"/>
            </a:endParaRPr>
          </a:p>
          <a:p>
            <a:pPr>
              <a:buFont typeface="Wingdings" panose="05000000000000000000" pitchFamily="2" charset="2"/>
              <a:buChar char="§"/>
            </a:pPr>
            <a:r>
              <a:rPr lang="en-US" altLang="en-US" sz="2000" dirty="0">
                <a:latin typeface="Tw Cen MT" panose="020B0602020104020603" pitchFamily="34" charset="0"/>
              </a:rPr>
              <a:t>Some basic relationships of probability</a:t>
            </a:r>
          </a:p>
          <a:p>
            <a:pPr marL="0" indent="0">
              <a:buNone/>
            </a:pPr>
            <a:endParaRPr lang="en-US" altLang="en-US" sz="2000" dirty="0">
              <a:latin typeface="Tw Cen MT" panose="020B0602020104020603" pitchFamily="34" charset="0"/>
            </a:endParaRPr>
          </a:p>
          <a:p>
            <a:pPr>
              <a:buFont typeface="Wingdings" panose="05000000000000000000" pitchFamily="2" charset="2"/>
              <a:buChar char="§"/>
            </a:pPr>
            <a:r>
              <a:rPr lang="en-US" altLang="en-US" sz="2000" dirty="0">
                <a:latin typeface="Tw Cen MT" panose="020B0602020104020603" pitchFamily="34" charset="0"/>
              </a:rPr>
              <a:t>Basic problem solving</a:t>
            </a:r>
            <a:r>
              <a:rPr lang="en-IN" sz="2000" dirty="0">
                <a:latin typeface="+mn-lt"/>
                <a:ea typeface="Calibri" panose="020F0502020204030204" pitchFamily="34" charset="0"/>
                <a:cs typeface="Times New Roman" panose="02020603050405020304" pitchFamily="18" charset="0"/>
              </a:rPr>
              <a:t>.</a:t>
            </a:r>
          </a:p>
          <a:p>
            <a:endParaRPr lang="en-IN" sz="2000" b="1" dirty="0">
              <a:latin typeface="+mn-lt"/>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normAutofit/>
          </a:bodyPr>
          <a:lstStyle/>
          <a:p>
            <a:pPr algn="ctr"/>
            <a:endParaRPr lang="en-IN" sz="4400" b="1" dirty="0">
              <a:latin typeface="Tw Cen MT" panose="020B0602020104020603" pitchFamily="34" charset="0"/>
            </a:endParaRPr>
          </a:p>
          <a:p>
            <a:pPr algn="ctr"/>
            <a:endParaRPr lang="en-IN" sz="4400" b="1" dirty="0">
              <a:latin typeface="Tw Cen MT" panose="020B0602020104020603" pitchFamily="34" charset="0"/>
            </a:endParaRPr>
          </a:p>
          <a:p>
            <a:pPr algn="ctr"/>
            <a:r>
              <a:rPr lang="en-IN" sz="4400" b="1" dirty="0">
                <a:latin typeface="Tw Cen MT" panose="020B0602020104020603" pitchFamily="34" charset="0"/>
              </a:rPr>
              <a:t>Introduction to Probability</a:t>
            </a:r>
            <a:endParaRPr lang="en-US" sz="4400" dirty="0">
              <a:latin typeface="Tw Cen MT" panose="020B06020201040206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w Cen MT" panose="020B0602020104020603" pitchFamily="34" charset="0"/>
                <a:cs typeface="Arial" panose="020B0604020202020204" pitchFamily="34" charset="0"/>
              </a:rPr>
              <a:t>Random Experiment</a:t>
            </a:r>
            <a:endParaRPr lang="en-US" sz="3600" dirty="0"/>
          </a:p>
        </p:txBody>
      </p:sp>
      <p:sp>
        <p:nvSpPr>
          <p:cNvPr id="3" name="Text Placeholder 2"/>
          <p:cNvSpPr>
            <a:spLocks noGrp="1"/>
          </p:cNvSpPr>
          <p:nvPr>
            <p:ph type="body" sz="quarter" idx="13"/>
          </p:nvPr>
        </p:nvSpPr>
        <p:spPr>
          <a:xfrm>
            <a:off x="304800" y="1066800"/>
            <a:ext cx="8610600" cy="5630631"/>
          </a:xfrm>
        </p:spPr>
        <p:txBody>
          <a:bodyPr>
            <a:noAutofit/>
          </a:bodyPr>
          <a:lstStyle/>
          <a:p>
            <a:pPr marL="457200" indent="-457200">
              <a:lnSpc>
                <a:spcPct val="200000"/>
              </a:lnSpc>
              <a:buFont typeface="+mj-lt"/>
              <a:buAutoNum type="arabicPeriod"/>
            </a:pPr>
            <a:r>
              <a:rPr lang="en-US" sz="2000" dirty="0"/>
              <a:t>Flip a coin. Did it land with heads or tails facing up? </a:t>
            </a:r>
          </a:p>
          <a:p>
            <a:pPr marL="457200" indent="-457200">
              <a:lnSpc>
                <a:spcPct val="200000"/>
              </a:lnSpc>
              <a:buFont typeface="+mj-lt"/>
              <a:buAutoNum type="arabicPeriod"/>
            </a:pPr>
            <a:r>
              <a:rPr lang="en-US" sz="2000" dirty="0"/>
              <a:t>Walk to a bus stop. How long do you wait for the arrival of a bus? </a:t>
            </a:r>
          </a:p>
          <a:p>
            <a:pPr marL="457200" indent="-457200">
              <a:lnSpc>
                <a:spcPct val="200000"/>
              </a:lnSpc>
              <a:buFont typeface="+mj-lt"/>
              <a:buAutoNum type="arabicPeriod"/>
            </a:pPr>
            <a:r>
              <a:rPr lang="en-US" sz="2000" dirty="0"/>
              <a:t>Give a lecture. How many students are listening? </a:t>
            </a:r>
          </a:p>
          <a:p>
            <a:pPr marL="457200" indent="-457200">
              <a:lnSpc>
                <a:spcPct val="200000"/>
              </a:lnSpc>
              <a:buFont typeface="+mj-lt"/>
              <a:buAutoNum type="arabicPeriod"/>
            </a:pPr>
            <a:r>
              <a:rPr lang="en-US" sz="2000" dirty="0"/>
              <a:t>Transmit one of a collection of waveforms over a channel. What waveform arrives at the receiver? </a:t>
            </a:r>
          </a:p>
          <a:p>
            <a:pPr marL="457200" indent="-457200">
              <a:lnSpc>
                <a:spcPct val="200000"/>
              </a:lnSpc>
              <a:buFont typeface="+mj-lt"/>
              <a:buAutoNum type="arabicPeriod"/>
            </a:pPr>
            <a:r>
              <a:rPr lang="en-US" sz="2000" dirty="0"/>
              <a:t>Transmit one of a collection of waveforms over a channel. Which waveform does the receiver identify as the transmitted waveform?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latin typeface="Times New Roman" panose="02020603050405020304" pitchFamily="18" charset="0"/>
                <a:cs typeface="Times New Roman" panose="02020603050405020304" pitchFamily="18" charset="0"/>
              </a:rPr>
              <a:t>Random Experiment  </a:t>
            </a:r>
            <a:br>
              <a:rPr lang="en-US" sz="2400" b="1" u="sng" dirty="0">
                <a:latin typeface="Tw Cen MT" panose="020B0602020104020603" pitchFamily="34" charset="0"/>
                <a:cs typeface="Arial" panose="020B0604020202020204" pitchFamily="34" charset="0"/>
              </a:rPr>
            </a:br>
            <a:endParaRPr lang="en-IN" dirty="0"/>
          </a:p>
        </p:txBody>
      </p:sp>
      <p:sp>
        <p:nvSpPr>
          <p:cNvPr id="3" name="Text Placeholder 2"/>
          <p:cNvSpPr>
            <a:spLocks noGrp="1"/>
          </p:cNvSpPr>
          <p:nvPr>
            <p:ph type="body" sz="quarter" idx="13"/>
          </p:nvPr>
        </p:nvSpPr>
        <p:spPr>
          <a:xfrm>
            <a:off x="643304" y="1600202"/>
            <a:ext cx="7620000" cy="4343398"/>
          </a:xfrm>
        </p:spPr>
        <p:txBody>
          <a:bodyPr>
            <a:normAutofit fontScale="62500" lnSpcReduction="20000"/>
          </a:bodyPr>
          <a:lstStyle/>
          <a:p>
            <a:pPr marL="0" indent="0">
              <a:buNone/>
            </a:pPr>
            <a:endParaRPr lang="en-US" sz="2000" b="1" dirty="0">
              <a:latin typeface="Arial" panose="020B0604020202020204" pitchFamily="34" charset="0"/>
              <a:cs typeface="Arial" panose="020B0604020202020204" pitchFamily="34" charset="0"/>
            </a:endParaRPr>
          </a:p>
          <a:p>
            <a:pPr algn="l" rtl="0" eaLnBrk="0" hangingPunct="0">
              <a:buFont typeface="Wingdings" panose="05000000000000000000" pitchFamily="2" charset="2"/>
              <a:buChar char="q"/>
            </a:pPr>
            <a:r>
              <a:rPr lang="en-US" sz="2000" dirty="0"/>
              <a:t> </a:t>
            </a:r>
            <a:r>
              <a:rPr lang="en-US" sz="3800" dirty="0">
                <a:latin typeface="Times New Roman" panose="02020603050405020304" pitchFamily="18" charset="0"/>
                <a:cs typeface="Times New Roman" panose="02020603050405020304" pitchFamily="18" charset="0"/>
              </a:rPr>
              <a:t>The term "</a:t>
            </a:r>
            <a:r>
              <a:rPr lang="en-US" sz="3800" b="1" dirty="0">
                <a:solidFill>
                  <a:srgbClr val="FF0000"/>
                </a:solidFill>
                <a:latin typeface="Times New Roman" panose="02020603050405020304" pitchFamily="18" charset="0"/>
                <a:cs typeface="Times New Roman" panose="02020603050405020304" pitchFamily="18" charset="0"/>
              </a:rPr>
              <a:t>random experiment</a:t>
            </a:r>
            <a:r>
              <a:rPr lang="en-US" sz="3800" dirty="0">
                <a:latin typeface="Times New Roman" panose="02020603050405020304" pitchFamily="18" charset="0"/>
                <a:cs typeface="Times New Roman" panose="02020603050405020304" pitchFamily="18" charset="0"/>
              </a:rPr>
              <a:t>" is used to describe any action whose outcome is not known in advance. </a:t>
            </a:r>
          </a:p>
          <a:p>
            <a:pPr marL="0" indent="0" algn="l" rtl="0" eaLnBrk="0" hangingPunct="0">
              <a:buNone/>
            </a:pPr>
            <a:endParaRPr lang="en-US" sz="3800" dirty="0">
              <a:latin typeface="Times New Roman" panose="02020603050405020304" pitchFamily="18" charset="0"/>
              <a:cs typeface="Times New Roman" panose="02020603050405020304" pitchFamily="18" charset="0"/>
            </a:endParaRPr>
          </a:p>
          <a:p>
            <a:pPr marL="0" indent="0" algn="l" rtl="0" eaLnBrk="0" hangingPunct="0">
              <a:buNone/>
            </a:pPr>
            <a:r>
              <a:rPr lang="en-US" sz="3800" u="sng" dirty="0">
                <a:solidFill>
                  <a:srgbClr val="FF0000"/>
                </a:solidFill>
                <a:latin typeface="Times New Roman" panose="02020603050405020304" pitchFamily="18" charset="0"/>
                <a:cs typeface="Times New Roman" panose="02020603050405020304" pitchFamily="18" charset="0"/>
              </a:rPr>
              <a:t>Examples:</a:t>
            </a:r>
          </a:p>
          <a:p>
            <a:pPr algn="just" eaLnBrk="0" hangingPunct="0">
              <a:buFont typeface="Wingdings" panose="05000000000000000000" pitchFamily="2" charset="2"/>
              <a:buChar char="Ø"/>
            </a:pPr>
            <a:r>
              <a:rPr lang="en-US" sz="3800" dirty="0">
                <a:latin typeface="Times New Roman" panose="02020603050405020304" pitchFamily="18" charset="0"/>
                <a:cs typeface="Times New Roman" panose="02020603050405020304" pitchFamily="18" charset="0"/>
              </a:rPr>
              <a:t>Counting how many times a certain word or a combination of words   appears in the text of the “King Lear” or in a text of Confucius.</a:t>
            </a:r>
          </a:p>
          <a:p>
            <a:pPr algn="just" eaLnBrk="0" hangingPunct="0">
              <a:buFont typeface="Wingdings" panose="05000000000000000000" pitchFamily="2" charset="2"/>
              <a:buChar char="Ø"/>
            </a:pPr>
            <a:r>
              <a:rPr lang="en-US" sz="3800" dirty="0">
                <a:latin typeface="Times New Roman" panose="02020603050405020304" pitchFamily="18" charset="0"/>
                <a:cs typeface="Times New Roman" panose="02020603050405020304" pitchFamily="18" charset="0"/>
              </a:rPr>
              <a:t> Pulling a card from the deck.</a:t>
            </a:r>
          </a:p>
          <a:p>
            <a:pPr marL="457200" indent="-457200" algn="just" eaLnBrk="0" hangingPunct="0">
              <a:buFont typeface="Wingdings" panose="05000000000000000000" pitchFamily="2" charset="2"/>
              <a:buChar char="Ø"/>
            </a:pPr>
            <a:r>
              <a:rPr lang="en-US" sz="3800" dirty="0">
                <a:latin typeface="Times New Roman" panose="02020603050405020304" pitchFamily="18" charset="0"/>
                <a:cs typeface="Times New Roman" panose="02020603050405020304" pitchFamily="18" charset="0"/>
              </a:rPr>
              <a:t>Monitor three consecutive phone calls going through a telephone switching office. Classify each one as a voice call (v) if someone is speaking, or a data call (d) if the call is carrying a modem or fax signal. </a:t>
            </a: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Sample Space</a:t>
            </a:r>
          </a:p>
        </p:txBody>
      </p:sp>
      <p:sp>
        <p:nvSpPr>
          <p:cNvPr id="3" name="Text Placeholder 2"/>
          <p:cNvSpPr>
            <a:spLocks noGrp="1"/>
          </p:cNvSpPr>
          <p:nvPr>
            <p:ph type="body" sz="quarter" idx="13"/>
          </p:nvPr>
        </p:nvSpPr>
        <p:spPr/>
        <p:txBody>
          <a:bodyPr/>
          <a:lstStyle/>
          <a:p>
            <a:pPr algn="just"/>
            <a:endParaRPr lang="en-US" dirty="0"/>
          </a:p>
          <a:p>
            <a:pPr algn="just"/>
            <a:endParaRPr lang="en-US" dirty="0">
              <a:latin typeface="Tw Cen MT" panose="020B0602020104020603" pitchFamily="34" charset="0"/>
            </a:endParaRPr>
          </a:p>
          <a:p>
            <a:pPr algn="just"/>
            <a:endParaRPr lang="en-US" dirty="0"/>
          </a:p>
          <a:p>
            <a:pPr algn="just"/>
            <a:r>
              <a:rPr lang="en-US" dirty="0"/>
              <a:t> </a:t>
            </a:r>
          </a:p>
          <a:p>
            <a:pPr algn="just"/>
            <a:endParaRPr lang="en-US" sz="2400" b="1" dirty="0">
              <a:latin typeface="Tw Cen MT" panose="020B0602020104020603" pitchFamily="34" charset="0"/>
            </a:endParaRPr>
          </a:p>
          <a:p>
            <a:pPr algn="just"/>
            <a:endParaRPr lang="en-US" sz="2400" b="1" dirty="0">
              <a:latin typeface="Tw Cen MT" panose="020B0602020104020603" pitchFamily="34" charset="0"/>
            </a:endParaRPr>
          </a:p>
          <a:p>
            <a:pPr algn="just"/>
            <a:endParaRPr lang="en-US" sz="2400" b="1" dirty="0">
              <a:latin typeface="Tw Cen MT" panose="020B0602020104020603" pitchFamily="34" charset="0"/>
            </a:endParaRPr>
          </a:p>
          <a:p>
            <a:endParaRPr lang="en-US" dirty="0"/>
          </a:p>
        </p:txBody>
      </p:sp>
      <p:sp>
        <p:nvSpPr>
          <p:cNvPr id="4" name="Rectangle 3"/>
          <p:cNvSpPr/>
          <p:nvPr/>
        </p:nvSpPr>
        <p:spPr>
          <a:xfrm>
            <a:off x="136300" y="1838241"/>
            <a:ext cx="8550499" cy="954107"/>
          </a:xfrm>
          <a:prstGeom prst="rect">
            <a:avLst/>
          </a:prstGeom>
        </p:spPr>
        <p:txBody>
          <a:bodyPr wrap="square">
            <a:spAutoFit/>
          </a:bodyPr>
          <a:lstStyle/>
          <a:p>
            <a:pPr algn="just"/>
            <a:r>
              <a:rPr lang="en-US" sz="2800" dirty="0">
                <a:latin typeface="Tw Cen MT" panose="020B0602020104020603" pitchFamily="34" charset="0"/>
              </a:rPr>
              <a:t>The sample space of a random experiment is a set  S  that includes all possible outcomes of the experiment. </a:t>
            </a:r>
          </a:p>
        </p:txBody>
      </p:sp>
      <p:sp>
        <p:nvSpPr>
          <p:cNvPr id="6" name="Rectangle 5"/>
          <p:cNvSpPr/>
          <p:nvPr/>
        </p:nvSpPr>
        <p:spPr>
          <a:xfrm>
            <a:off x="172790" y="2792348"/>
            <a:ext cx="8437810" cy="3970318"/>
          </a:xfrm>
          <a:prstGeom prst="rect">
            <a:avLst/>
          </a:prstGeom>
        </p:spPr>
        <p:txBody>
          <a:bodyPr wrap="square">
            <a:spAutoFit/>
          </a:bodyPr>
          <a:lstStyle/>
          <a:p>
            <a:pPr algn="just"/>
            <a:r>
              <a:rPr lang="en-US" sz="2800" dirty="0">
                <a:latin typeface="Tw Cen MT" panose="020B0602020104020603" pitchFamily="34" charset="0"/>
              </a:rPr>
              <a:t>Example:</a:t>
            </a:r>
          </a:p>
          <a:p>
            <a:pPr marL="457200" indent="-457200" algn="just">
              <a:buFont typeface="Wingdings" panose="05000000000000000000" pitchFamily="2" charset="2"/>
              <a:buChar char="v"/>
            </a:pPr>
            <a:r>
              <a:rPr lang="en-US" sz="2800" dirty="0">
                <a:latin typeface="Tw Cen MT" panose="020B0602020104020603" pitchFamily="34" charset="0"/>
              </a:rPr>
              <a:t>If the experiment is to throw a die and record the outcome, then, sample space is S = { 1,2,3,4,5,6}</a:t>
            </a:r>
          </a:p>
          <a:p>
            <a:pPr algn="just"/>
            <a:endParaRPr lang="en-US" sz="2800" dirty="0">
              <a:latin typeface="Tw Cen MT" panose="020B0602020104020603" pitchFamily="34" charset="0"/>
            </a:endParaRPr>
          </a:p>
          <a:p>
            <a:pPr marL="457200" indent="-457200" algn="just">
              <a:buFont typeface="Wingdings" panose="05000000000000000000" pitchFamily="2" charset="2"/>
              <a:buChar char="v"/>
            </a:pPr>
            <a:r>
              <a:rPr lang="en-US" sz="2800" dirty="0">
                <a:latin typeface="Tw Cen MT" panose="020B0602020104020603" pitchFamily="34" charset="0"/>
              </a:rPr>
              <a:t>Manufacture an integrated circuit and test it to determine whether it meets quality objectives. The possible outcomes are “accepted” (a) and “rejected” (r). The sample space is S ={</a:t>
            </a:r>
            <a:r>
              <a:rPr lang="en-US" sz="2800" dirty="0" err="1">
                <a:latin typeface="Tw Cen MT" panose="020B0602020104020603" pitchFamily="34" charset="0"/>
              </a:rPr>
              <a:t>a,r</a:t>
            </a:r>
            <a:r>
              <a:rPr lang="en-US" sz="2800" dirty="0">
                <a:latin typeface="Tw Cen MT" panose="020B0602020104020603" pitchFamily="34" charset="0"/>
              </a:rPr>
              <a:t>}.</a:t>
            </a:r>
          </a:p>
          <a:p>
            <a:pPr algn="just"/>
            <a:endParaRPr lang="en-US" sz="2800" dirty="0">
              <a:latin typeface="Tw Cen MT" panose="020B06020201040206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sz="4400" b="1" dirty="0">
                <a:latin typeface="Tw Cen MT" panose="020B0602020104020603" pitchFamily="34" charset="0"/>
                <a:cs typeface="Arial" panose="020B0604020202020204" pitchFamily="34" charset="0"/>
              </a:rPr>
              <a:t>Event</a:t>
            </a:r>
          </a:p>
        </p:txBody>
      </p:sp>
      <p:sp>
        <p:nvSpPr>
          <p:cNvPr id="2" name="Content Placeholder 1"/>
          <p:cNvSpPr>
            <a:spLocks noGrp="1"/>
          </p:cNvSpPr>
          <p:nvPr>
            <p:ph type="body" sz="quarter" idx="13"/>
          </p:nvPr>
        </p:nvSpPr>
        <p:spPr/>
        <p:txBody>
          <a:bodyPr>
            <a:noAutofit/>
          </a:bodyPr>
          <a:lstStyle/>
          <a:p>
            <a:pPr marL="0" indent="0"/>
            <a:r>
              <a:rPr lang="en-US" sz="2400" b="1" dirty="0">
                <a:highlight>
                  <a:srgbClr val="FFFF00"/>
                </a:highlight>
                <a:latin typeface="+mn-lt"/>
              </a:rPr>
              <a:t>An </a:t>
            </a:r>
            <a:r>
              <a:rPr lang="en-US" sz="2400" b="1" dirty="0">
                <a:solidFill>
                  <a:srgbClr val="00B050"/>
                </a:solidFill>
                <a:highlight>
                  <a:srgbClr val="FFFF00"/>
                </a:highlight>
                <a:latin typeface="+mn-lt"/>
              </a:rPr>
              <a:t>event </a:t>
            </a:r>
            <a:r>
              <a:rPr lang="en-US" sz="2400" b="1" dirty="0">
                <a:highlight>
                  <a:srgbClr val="FFFF00"/>
                </a:highlight>
                <a:latin typeface="+mn-lt"/>
              </a:rPr>
              <a:t>is a subset of the sample space of a random experiment.</a:t>
            </a:r>
          </a:p>
          <a:p>
            <a:pPr algn="just"/>
            <a:endParaRPr lang="en-US" sz="2400" b="1" dirty="0">
              <a:highlight>
                <a:srgbClr val="FFFF00"/>
              </a:highlight>
              <a:latin typeface="+mn-lt"/>
              <a:cs typeface="Times New Roman" panose="02020603050405020304" pitchFamily="18" charset="0"/>
            </a:endParaRPr>
          </a:p>
          <a:p>
            <a:pPr algn="just"/>
            <a:r>
              <a:rPr lang="en-US" sz="2400" dirty="0">
                <a:latin typeface="+mn-lt"/>
                <a:cs typeface="Times New Roman" panose="02020603050405020304" pitchFamily="18" charset="0"/>
              </a:rPr>
              <a:t> An event is a set of outcomes of the experiment. This includes the </a:t>
            </a:r>
            <a:r>
              <a:rPr lang="en-US" sz="2400" i="1" dirty="0">
                <a:latin typeface="+mn-lt"/>
                <a:cs typeface="Times New Roman" panose="02020603050405020304" pitchFamily="18" charset="0"/>
              </a:rPr>
              <a:t>null</a:t>
            </a:r>
            <a:r>
              <a:rPr lang="en-US" sz="2400" dirty="0">
                <a:latin typeface="+mn-lt"/>
                <a:cs typeface="Times New Roman" panose="02020603050405020304" pitchFamily="18" charset="0"/>
              </a:rPr>
              <a:t> (empty) set of outcomes  and the set of </a:t>
            </a:r>
            <a:r>
              <a:rPr lang="en-US" sz="2400" i="1" dirty="0">
                <a:latin typeface="+mn-lt"/>
                <a:cs typeface="Times New Roman" panose="02020603050405020304" pitchFamily="18" charset="0"/>
              </a:rPr>
              <a:t>all</a:t>
            </a:r>
            <a:r>
              <a:rPr lang="en-US" sz="2400" dirty="0">
                <a:latin typeface="+mn-lt"/>
                <a:cs typeface="Times New Roman" panose="02020603050405020304" pitchFamily="18" charset="0"/>
              </a:rPr>
              <a:t> outcomes. </a:t>
            </a:r>
          </a:p>
          <a:p>
            <a:pPr marL="457200" indent="-457200" algn="just">
              <a:buFont typeface="Wingdings" panose="05000000000000000000" pitchFamily="2" charset="2"/>
              <a:buChar char="§"/>
            </a:pPr>
            <a:endParaRPr lang="en-US" sz="2400" dirty="0">
              <a:latin typeface="+mn-lt"/>
              <a:cs typeface="Times New Roman" panose="02020603050405020304" pitchFamily="18" charset="0"/>
            </a:endParaRPr>
          </a:p>
          <a:p>
            <a:pPr algn="just"/>
            <a:r>
              <a:rPr lang="en-US" sz="2400" dirty="0">
                <a:latin typeface="+mn-lt"/>
                <a:cs typeface="Times New Roman" panose="02020603050405020304" pitchFamily="18" charset="0"/>
              </a:rPr>
              <a:t>Each time the experiment is run, a given event </a:t>
            </a:r>
            <a:r>
              <a:rPr lang="en-US" sz="2400" i="1" dirty="0">
                <a:latin typeface="+mn-lt"/>
                <a:cs typeface="Times New Roman" panose="02020603050405020304" pitchFamily="18" charset="0"/>
              </a:rPr>
              <a:t>A</a:t>
            </a:r>
            <a:r>
              <a:rPr lang="en-US" sz="2400" dirty="0">
                <a:latin typeface="+mn-lt"/>
                <a:cs typeface="Times New Roman" panose="02020603050405020304" pitchFamily="18" charset="0"/>
              </a:rPr>
              <a:t> either </a:t>
            </a:r>
            <a:r>
              <a:rPr lang="en-US" sz="2400" i="1" dirty="0">
                <a:latin typeface="+mn-lt"/>
                <a:cs typeface="Times New Roman" panose="02020603050405020304" pitchFamily="18" charset="0"/>
              </a:rPr>
              <a:t>occurs</a:t>
            </a:r>
            <a:r>
              <a:rPr lang="en-US" sz="2400" dirty="0">
                <a:latin typeface="+mn-lt"/>
                <a:cs typeface="Times New Roman" panose="02020603050405020304" pitchFamily="18" charset="0"/>
              </a:rPr>
              <a:t>, if the outcome of the experiment is an element of </a:t>
            </a:r>
            <a:r>
              <a:rPr lang="en-US" sz="2400" i="1" dirty="0">
                <a:latin typeface="+mn-lt"/>
                <a:cs typeface="Times New Roman" panose="02020603050405020304" pitchFamily="18" charset="0"/>
              </a:rPr>
              <a:t>A</a:t>
            </a:r>
            <a:r>
              <a:rPr lang="en-US" sz="2400" dirty="0">
                <a:latin typeface="+mn-lt"/>
                <a:cs typeface="Times New Roman" panose="02020603050405020304" pitchFamily="18" charset="0"/>
              </a:rPr>
              <a:t>, or </a:t>
            </a:r>
            <a:r>
              <a:rPr lang="en-US" sz="2400" i="1" dirty="0">
                <a:latin typeface="+mn-lt"/>
                <a:cs typeface="Times New Roman" panose="02020603050405020304" pitchFamily="18" charset="0"/>
              </a:rPr>
              <a:t>does not occur</a:t>
            </a:r>
            <a:r>
              <a:rPr lang="en-US" sz="2400" dirty="0">
                <a:latin typeface="+mn-lt"/>
                <a:cs typeface="Times New Roman" panose="02020603050405020304" pitchFamily="18" charset="0"/>
              </a:rPr>
              <a:t>, if the outcome of the experiment is not an element of </a:t>
            </a:r>
            <a:r>
              <a:rPr lang="en-US" sz="2400" i="1" dirty="0">
                <a:latin typeface="+mn-lt"/>
                <a:cs typeface="Times New Roman" panose="02020603050405020304" pitchFamily="18" charset="0"/>
              </a:rPr>
              <a:t>A</a:t>
            </a:r>
            <a:r>
              <a:rPr lang="en-US" sz="2400" dirty="0">
                <a:latin typeface="+mn-lt"/>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p:spPr>
        <p:txBody>
          <a:bodyPr>
            <a:normAutofit/>
          </a:bodyPr>
          <a:lstStyle/>
          <a:p>
            <a:r>
              <a:rPr lang="en-US" altLang="en-US" sz="4000" b="1" dirty="0">
                <a:latin typeface="Tw Cen MT" panose="020B0602020104020603" pitchFamily="34" charset="0"/>
              </a:rPr>
              <a:t>Complement of an Event</a:t>
            </a:r>
          </a:p>
        </p:txBody>
      </p:sp>
      <p:sp>
        <p:nvSpPr>
          <p:cNvPr id="22531" name="Rectangle 3"/>
          <p:cNvSpPr>
            <a:spLocks noGrp="1" noChangeArrowheads="1"/>
          </p:cNvSpPr>
          <p:nvPr>
            <p:ph type="body" sz="quarter" idx="13"/>
          </p:nvPr>
        </p:nvSpPr>
        <p:spPr>
          <a:noFill/>
        </p:spPr>
        <p:txBody>
          <a:bodyPr>
            <a:normAutofit/>
          </a:bodyPr>
          <a:lstStyle/>
          <a:p>
            <a:pPr>
              <a:buFont typeface="Wingdings" panose="05000000000000000000" pitchFamily="2" charset="2"/>
              <a:buChar char="Ø"/>
            </a:pPr>
            <a:r>
              <a:rPr lang="en-US" altLang="en-US" sz="2000" dirty="0">
                <a:latin typeface="+mn-lt"/>
              </a:rPr>
              <a:t>The </a:t>
            </a:r>
            <a:r>
              <a:rPr lang="en-US" altLang="en-US" sz="2000" u="sng" dirty="0">
                <a:latin typeface="+mn-lt"/>
              </a:rPr>
              <a:t>complement</a:t>
            </a:r>
            <a:r>
              <a:rPr lang="en-US" altLang="en-US" sz="2000" dirty="0">
                <a:latin typeface="+mn-lt"/>
              </a:rPr>
              <a:t> of event </a:t>
            </a:r>
            <a:r>
              <a:rPr lang="en-US" altLang="en-US" sz="2000" i="1" dirty="0">
                <a:latin typeface="+mn-lt"/>
              </a:rPr>
              <a:t>A </a:t>
            </a:r>
            <a:r>
              <a:rPr lang="en-US" altLang="en-US" sz="2000" dirty="0">
                <a:latin typeface="+mn-lt"/>
              </a:rPr>
              <a:t>is defined to be the event consisting of all sample points that are not in </a:t>
            </a:r>
            <a:r>
              <a:rPr lang="en-US" altLang="en-US" sz="2000" i="1" dirty="0">
                <a:latin typeface="+mn-lt"/>
              </a:rPr>
              <a:t>A.</a:t>
            </a:r>
          </a:p>
          <a:p>
            <a:pPr>
              <a:buFont typeface="Wingdings" panose="05000000000000000000" pitchFamily="2" charset="2"/>
              <a:buChar char="Ø"/>
            </a:pPr>
            <a:r>
              <a:rPr lang="en-US" altLang="en-US" sz="2000" dirty="0">
                <a:latin typeface="+mn-lt"/>
              </a:rPr>
              <a:t> The complement of </a:t>
            </a:r>
            <a:r>
              <a:rPr lang="en-US" altLang="en-US" sz="2000" i="1" dirty="0">
                <a:latin typeface="+mn-lt"/>
              </a:rPr>
              <a:t>A</a:t>
            </a:r>
            <a:r>
              <a:rPr lang="en-US" altLang="en-US" sz="2000" dirty="0">
                <a:latin typeface="+mn-lt"/>
              </a:rPr>
              <a:t> is denoted by </a:t>
            </a:r>
            <a:r>
              <a:rPr lang="en-US" altLang="en-US" sz="2000" i="1" dirty="0">
                <a:latin typeface="+mn-lt"/>
              </a:rPr>
              <a:t>A</a:t>
            </a:r>
            <a:r>
              <a:rPr lang="en-US" altLang="en-US" sz="2000" baseline="40000" dirty="0">
                <a:latin typeface="+mn-lt"/>
              </a:rPr>
              <a:t>c</a:t>
            </a:r>
            <a:r>
              <a:rPr lang="en-US" altLang="en-US" sz="2000" dirty="0">
                <a:latin typeface="+mn-lt"/>
              </a:rPr>
              <a:t>.</a:t>
            </a:r>
          </a:p>
          <a:p>
            <a:pPr>
              <a:buFont typeface="Wingdings" panose="05000000000000000000" pitchFamily="2" charset="2"/>
              <a:buChar char="Ø"/>
            </a:pPr>
            <a:r>
              <a:rPr lang="en-US" altLang="en-US" sz="2000" dirty="0">
                <a:latin typeface="+mn-lt"/>
              </a:rPr>
              <a:t>The </a:t>
            </a:r>
            <a:r>
              <a:rPr lang="en-US" altLang="en-US" sz="2000" u="sng" dirty="0">
                <a:latin typeface="+mn-lt"/>
              </a:rPr>
              <a:t>Venn diagram</a:t>
            </a:r>
            <a:r>
              <a:rPr lang="en-US" altLang="en-US" sz="2000" dirty="0">
                <a:latin typeface="+mn-lt"/>
              </a:rPr>
              <a:t> below illustrates the concept of a complement.</a:t>
            </a:r>
          </a:p>
        </p:txBody>
      </p:sp>
      <p:pic>
        <p:nvPicPr>
          <p:cNvPr id="4" name="Picture 3"/>
          <p:cNvPicPr>
            <a:picLocks noChangeAspect="1"/>
          </p:cNvPicPr>
          <p:nvPr/>
        </p:nvPicPr>
        <p:blipFill>
          <a:blip r:embed="rId3"/>
          <a:stretch>
            <a:fillRect/>
          </a:stretch>
        </p:blipFill>
        <p:spPr>
          <a:xfrm>
            <a:off x="2884867" y="3816308"/>
            <a:ext cx="3374265" cy="2376152"/>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FD7708D3-53E1-89E6-9633-0CCAC6F3C4EA}"/>
                  </a:ext>
                </a:extLst>
              </p14:cNvPr>
              <p14:cNvContentPartPr/>
              <p14:nvPr/>
            </p14:nvContentPartPr>
            <p14:xfrm>
              <a:off x="3499920" y="1704600"/>
              <a:ext cx="2752560" cy="3743640"/>
            </p14:xfrm>
          </p:contentPart>
        </mc:Choice>
        <mc:Fallback>
          <p:pic>
            <p:nvPicPr>
              <p:cNvPr id="2" name="Ink 1">
                <a:extLst>
                  <a:ext uri="{FF2B5EF4-FFF2-40B4-BE49-F238E27FC236}">
                    <a16:creationId xmlns:a16="http://schemas.microsoft.com/office/drawing/2014/main" id="{FD7708D3-53E1-89E6-9633-0CCAC6F3C4EA}"/>
                  </a:ext>
                </a:extLst>
              </p:cNvPr>
              <p:cNvPicPr/>
              <p:nvPr/>
            </p:nvPicPr>
            <p:blipFill>
              <a:blip r:embed="rId5"/>
              <a:stretch>
                <a:fillRect/>
              </a:stretch>
            </p:blipFill>
            <p:spPr>
              <a:xfrm>
                <a:off x="3490560" y="1695240"/>
                <a:ext cx="2771280" cy="3762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3" name="Rectangle 11"/>
          <p:cNvSpPr>
            <a:spLocks noGrp="1" noChangeArrowheads="1"/>
          </p:cNvSpPr>
          <p:nvPr>
            <p:ph type="title"/>
          </p:nvPr>
        </p:nvSpPr>
        <p:spPr>
          <a:noFill/>
        </p:spPr>
        <p:txBody>
          <a:bodyPr>
            <a:normAutofit/>
          </a:bodyPr>
          <a:lstStyle/>
          <a:p>
            <a:pPr algn="l"/>
            <a:r>
              <a:rPr lang="en-US" altLang="en-US" sz="4000" b="1" dirty="0">
                <a:latin typeface="Tw Cen MT" panose="020B0602020104020603" pitchFamily="34" charset="0"/>
              </a:rPr>
              <a:t>Union of Two Events</a:t>
            </a:r>
          </a:p>
        </p:txBody>
      </p:sp>
      <p:sp>
        <p:nvSpPr>
          <p:cNvPr id="23555" name="Rectangle 3"/>
          <p:cNvSpPr>
            <a:spLocks noGrp="1" noChangeArrowheads="1"/>
          </p:cNvSpPr>
          <p:nvPr>
            <p:ph type="body" sz="quarter" idx="13"/>
          </p:nvPr>
        </p:nvSpPr>
        <p:spPr>
          <a:noFill/>
        </p:spPr>
        <p:txBody>
          <a:bodyPr>
            <a:normAutofit/>
          </a:bodyPr>
          <a:lstStyle/>
          <a:p>
            <a:pPr>
              <a:buFont typeface="Wingdings" panose="05000000000000000000" pitchFamily="2" charset="2"/>
              <a:buChar char="Ø"/>
            </a:pPr>
            <a:r>
              <a:rPr lang="en-US" altLang="en-US" sz="2000" dirty="0">
                <a:latin typeface="+mn-lt"/>
              </a:rPr>
              <a:t>The </a:t>
            </a:r>
            <a:r>
              <a:rPr lang="en-US" altLang="en-US" sz="2000" u="sng" dirty="0">
                <a:latin typeface="+mn-lt"/>
              </a:rPr>
              <a:t>union</a:t>
            </a:r>
            <a:r>
              <a:rPr lang="en-US" altLang="en-US" sz="2000" dirty="0">
                <a:latin typeface="+mn-lt"/>
              </a:rPr>
              <a:t> of events </a:t>
            </a:r>
            <a:r>
              <a:rPr lang="en-US" altLang="en-US" sz="2000" i="1" dirty="0">
                <a:latin typeface="+mn-lt"/>
              </a:rPr>
              <a:t>A</a:t>
            </a:r>
            <a:r>
              <a:rPr lang="en-US" altLang="en-US" sz="2000" dirty="0">
                <a:latin typeface="+mn-lt"/>
              </a:rPr>
              <a:t> and </a:t>
            </a:r>
            <a:r>
              <a:rPr lang="en-US" altLang="en-US" sz="2000" i="1" dirty="0">
                <a:latin typeface="+mn-lt"/>
              </a:rPr>
              <a:t>B</a:t>
            </a:r>
            <a:r>
              <a:rPr lang="en-US" altLang="en-US" sz="2000" dirty="0">
                <a:latin typeface="+mn-lt"/>
              </a:rPr>
              <a:t> is the event containing all sample points that are in </a:t>
            </a:r>
            <a:r>
              <a:rPr lang="en-US" altLang="en-US" sz="2000" i="1" dirty="0">
                <a:latin typeface="+mn-lt"/>
              </a:rPr>
              <a:t>A </a:t>
            </a:r>
            <a:r>
              <a:rPr lang="en-US" altLang="en-US" sz="2000" dirty="0">
                <a:latin typeface="+mn-lt"/>
              </a:rPr>
              <a:t>or</a:t>
            </a:r>
            <a:r>
              <a:rPr lang="en-US" altLang="en-US" sz="2000" i="1" dirty="0">
                <a:latin typeface="+mn-lt"/>
              </a:rPr>
              <a:t> B </a:t>
            </a:r>
            <a:r>
              <a:rPr lang="en-US" altLang="en-US" sz="2000" dirty="0">
                <a:latin typeface="+mn-lt"/>
              </a:rPr>
              <a:t>or both.</a:t>
            </a:r>
          </a:p>
          <a:p>
            <a:pPr>
              <a:buFont typeface="Wingdings" panose="05000000000000000000" pitchFamily="2" charset="2"/>
              <a:buChar char="Ø"/>
            </a:pPr>
            <a:r>
              <a:rPr lang="en-US" altLang="en-US" sz="2000" dirty="0">
                <a:latin typeface="+mn-lt"/>
              </a:rPr>
              <a:t>The union is denoted by </a:t>
            </a:r>
            <a:r>
              <a:rPr lang="en-US" altLang="en-US" sz="2000" i="1" dirty="0">
                <a:latin typeface="+mn-lt"/>
              </a:rPr>
              <a:t>A</a:t>
            </a:r>
            <a:r>
              <a:rPr lang="en-US" altLang="en-US" sz="2000" dirty="0">
                <a:latin typeface="+mn-lt"/>
              </a:rPr>
              <a:t> U </a:t>
            </a:r>
            <a:r>
              <a:rPr lang="en-US" altLang="en-US" sz="2000" i="1" dirty="0">
                <a:latin typeface="+mn-lt"/>
              </a:rPr>
              <a:t>B</a:t>
            </a:r>
            <a:endParaRPr lang="en-US" altLang="en-US" sz="2000" dirty="0">
              <a:latin typeface="+mn-lt"/>
            </a:endParaRPr>
          </a:p>
          <a:p>
            <a:pPr>
              <a:buFont typeface="Wingdings" panose="05000000000000000000" pitchFamily="2" charset="2"/>
              <a:buChar char="Ø"/>
            </a:pPr>
            <a:r>
              <a:rPr lang="en-US" altLang="en-US" sz="2000" dirty="0">
                <a:latin typeface="+mn-lt"/>
              </a:rPr>
              <a:t>The union of </a:t>
            </a:r>
            <a:r>
              <a:rPr lang="en-US" altLang="en-US" sz="2000" i="1" dirty="0">
                <a:latin typeface="+mn-lt"/>
              </a:rPr>
              <a:t>A</a:t>
            </a:r>
            <a:r>
              <a:rPr lang="en-US" altLang="en-US" sz="2000" dirty="0">
                <a:latin typeface="+mn-lt"/>
              </a:rPr>
              <a:t> and </a:t>
            </a:r>
            <a:r>
              <a:rPr lang="en-US" altLang="en-US" sz="2000" i="1" dirty="0">
                <a:latin typeface="+mn-lt"/>
              </a:rPr>
              <a:t>B</a:t>
            </a:r>
            <a:r>
              <a:rPr lang="en-US" altLang="en-US" sz="2000" dirty="0">
                <a:latin typeface="+mn-lt"/>
              </a:rPr>
              <a:t> is illustrated below.</a:t>
            </a:r>
          </a:p>
        </p:txBody>
      </p:sp>
      <p:pic>
        <p:nvPicPr>
          <p:cNvPr id="4" name="Picture 3"/>
          <p:cNvPicPr>
            <a:picLocks noChangeAspect="1"/>
          </p:cNvPicPr>
          <p:nvPr/>
        </p:nvPicPr>
        <p:blipFill>
          <a:blip r:embed="rId3"/>
          <a:stretch>
            <a:fillRect/>
          </a:stretch>
        </p:blipFill>
        <p:spPr>
          <a:xfrm>
            <a:off x="2514600" y="3393688"/>
            <a:ext cx="3451538" cy="2369713"/>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BB1BD13-954B-F5F9-B48D-05F14D84531A}"/>
                  </a:ext>
                </a:extLst>
              </p14:cNvPr>
              <p14:cNvContentPartPr/>
              <p14:nvPr/>
            </p14:nvContentPartPr>
            <p14:xfrm>
              <a:off x="2059920" y="1866600"/>
              <a:ext cx="3084840" cy="3120840"/>
            </p14:xfrm>
          </p:contentPart>
        </mc:Choice>
        <mc:Fallback>
          <p:pic>
            <p:nvPicPr>
              <p:cNvPr id="2" name="Ink 1">
                <a:extLst>
                  <a:ext uri="{FF2B5EF4-FFF2-40B4-BE49-F238E27FC236}">
                    <a16:creationId xmlns:a16="http://schemas.microsoft.com/office/drawing/2014/main" id="{BBB1BD13-954B-F5F9-B48D-05F14D84531A}"/>
                  </a:ext>
                </a:extLst>
              </p:cNvPr>
              <p:cNvPicPr/>
              <p:nvPr/>
            </p:nvPicPr>
            <p:blipFill>
              <a:blip r:embed="rId5"/>
              <a:stretch>
                <a:fillRect/>
              </a:stretch>
            </p:blipFill>
            <p:spPr>
              <a:xfrm>
                <a:off x="2050560" y="1857240"/>
                <a:ext cx="3103560" cy="31395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5"/>
          <p:cNvSpPr>
            <a:spLocks noGrp="1" noChangeArrowheads="1"/>
          </p:cNvSpPr>
          <p:nvPr>
            <p:ph type="title"/>
          </p:nvPr>
        </p:nvSpPr>
        <p:spPr>
          <a:noFill/>
        </p:spPr>
        <p:txBody>
          <a:bodyPr>
            <a:normAutofit/>
          </a:bodyPr>
          <a:lstStyle/>
          <a:p>
            <a:pPr algn="l"/>
            <a:r>
              <a:rPr lang="en-US" altLang="en-US" sz="3600" b="1" dirty="0">
                <a:latin typeface="Tw Cen MT" panose="020B0602020104020603" pitchFamily="34" charset="0"/>
              </a:rPr>
              <a:t>Intersection of Two Events</a:t>
            </a:r>
          </a:p>
        </p:txBody>
      </p:sp>
      <p:sp>
        <p:nvSpPr>
          <p:cNvPr id="25606" name="Rectangle 6"/>
          <p:cNvSpPr>
            <a:spLocks noGrp="1" noChangeArrowheads="1"/>
          </p:cNvSpPr>
          <p:nvPr>
            <p:ph type="body" sz="quarter" idx="13"/>
          </p:nvPr>
        </p:nvSpPr>
        <p:spPr>
          <a:noFill/>
        </p:spPr>
        <p:txBody>
          <a:bodyPr>
            <a:normAutofit/>
          </a:bodyPr>
          <a:lstStyle/>
          <a:p>
            <a:pPr>
              <a:buFont typeface="Wingdings" panose="05000000000000000000" pitchFamily="2" charset="2"/>
              <a:buChar char="Ø"/>
            </a:pPr>
            <a:r>
              <a:rPr lang="en-US" altLang="en-US" sz="2800" dirty="0">
                <a:latin typeface="+mj-lt"/>
              </a:rPr>
              <a:t>The </a:t>
            </a:r>
            <a:r>
              <a:rPr lang="en-US" altLang="en-US" sz="2800" u="sng" dirty="0">
                <a:latin typeface="+mj-lt"/>
              </a:rPr>
              <a:t>intersection</a:t>
            </a:r>
            <a:r>
              <a:rPr lang="en-US" altLang="en-US" sz="2800" dirty="0">
                <a:latin typeface="+mj-lt"/>
              </a:rPr>
              <a:t> of events </a:t>
            </a:r>
            <a:r>
              <a:rPr lang="en-US" altLang="en-US" sz="2800" i="1" dirty="0">
                <a:latin typeface="+mj-lt"/>
              </a:rPr>
              <a:t>A</a:t>
            </a:r>
            <a:r>
              <a:rPr lang="en-US" altLang="en-US" sz="2800" dirty="0">
                <a:latin typeface="+mj-lt"/>
              </a:rPr>
              <a:t> and </a:t>
            </a:r>
            <a:r>
              <a:rPr lang="en-US" altLang="en-US" sz="2800" i="1" dirty="0">
                <a:latin typeface="+mj-lt"/>
              </a:rPr>
              <a:t>B</a:t>
            </a:r>
            <a:r>
              <a:rPr lang="en-US" altLang="en-US" sz="2800" dirty="0">
                <a:latin typeface="+mj-lt"/>
              </a:rPr>
              <a:t> is the set of all sample points that are in both</a:t>
            </a:r>
            <a:r>
              <a:rPr lang="en-US" altLang="en-US" sz="2800" i="1" dirty="0">
                <a:latin typeface="+mj-lt"/>
              </a:rPr>
              <a:t> A </a:t>
            </a:r>
            <a:r>
              <a:rPr lang="en-US" altLang="en-US" sz="2800" dirty="0">
                <a:latin typeface="+mj-lt"/>
              </a:rPr>
              <a:t>and </a:t>
            </a:r>
            <a:r>
              <a:rPr lang="en-US" altLang="en-US" sz="2800" i="1" dirty="0">
                <a:latin typeface="+mj-lt"/>
              </a:rPr>
              <a:t>B</a:t>
            </a:r>
            <a:r>
              <a:rPr lang="en-US" altLang="en-US" sz="2800" dirty="0">
                <a:latin typeface="+mj-lt"/>
              </a:rPr>
              <a:t>.</a:t>
            </a:r>
          </a:p>
          <a:p>
            <a:pPr>
              <a:buFont typeface="Wingdings" panose="05000000000000000000" pitchFamily="2" charset="2"/>
              <a:buChar char="Ø"/>
            </a:pPr>
            <a:r>
              <a:rPr lang="en-US" altLang="en-US" sz="2800" dirty="0">
                <a:latin typeface="+mj-lt"/>
              </a:rPr>
              <a:t>The intersection of </a:t>
            </a:r>
            <a:r>
              <a:rPr lang="en-US" altLang="en-US" sz="2800" i="1" dirty="0">
                <a:latin typeface="+mj-lt"/>
              </a:rPr>
              <a:t>A</a:t>
            </a:r>
            <a:r>
              <a:rPr lang="en-US" altLang="en-US" sz="2800" dirty="0">
                <a:latin typeface="+mj-lt"/>
              </a:rPr>
              <a:t> and </a:t>
            </a:r>
            <a:r>
              <a:rPr lang="en-US" altLang="en-US" sz="2800" i="1" dirty="0">
                <a:latin typeface="+mj-lt"/>
              </a:rPr>
              <a:t>B</a:t>
            </a:r>
            <a:r>
              <a:rPr lang="en-US" altLang="en-US" sz="2800" dirty="0">
                <a:latin typeface="+mj-lt"/>
              </a:rPr>
              <a:t> is the area of overlap in the illustration below.</a:t>
            </a:r>
          </a:p>
        </p:txBody>
      </p:sp>
      <p:pic>
        <p:nvPicPr>
          <p:cNvPr id="4" name="Picture 3"/>
          <p:cNvPicPr>
            <a:picLocks noChangeAspect="1"/>
          </p:cNvPicPr>
          <p:nvPr/>
        </p:nvPicPr>
        <p:blipFill>
          <a:blip r:embed="rId3"/>
          <a:stretch>
            <a:fillRect/>
          </a:stretch>
        </p:blipFill>
        <p:spPr>
          <a:xfrm>
            <a:off x="2209800" y="3813088"/>
            <a:ext cx="4095482" cy="2382592"/>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786B40BC-C597-31AF-F60E-291034058724}"/>
                  </a:ext>
                </a:extLst>
              </p14:cNvPr>
              <p14:cNvContentPartPr/>
              <p14:nvPr/>
            </p14:nvContentPartPr>
            <p14:xfrm>
              <a:off x="3913560" y="4328640"/>
              <a:ext cx="2453040" cy="1312920"/>
            </p14:xfrm>
          </p:contentPart>
        </mc:Choice>
        <mc:Fallback>
          <p:pic>
            <p:nvPicPr>
              <p:cNvPr id="2" name="Ink 1">
                <a:extLst>
                  <a:ext uri="{FF2B5EF4-FFF2-40B4-BE49-F238E27FC236}">
                    <a16:creationId xmlns:a16="http://schemas.microsoft.com/office/drawing/2014/main" id="{786B40BC-C597-31AF-F60E-291034058724}"/>
                  </a:ext>
                </a:extLst>
              </p:cNvPr>
              <p:cNvPicPr/>
              <p:nvPr/>
            </p:nvPicPr>
            <p:blipFill>
              <a:blip r:embed="rId5"/>
              <a:stretch>
                <a:fillRect/>
              </a:stretch>
            </p:blipFill>
            <p:spPr>
              <a:xfrm>
                <a:off x="3904200" y="4319280"/>
                <a:ext cx="2471760" cy="13316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p:spPr>
        <p:txBody>
          <a:bodyPr>
            <a:normAutofit/>
          </a:bodyPr>
          <a:lstStyle/>
          <a:p>
            <a:r>
              <a:rPr lang="en-US" altLang="en-US" sz="4000" b="1" dirty="0">
                <a:latin typeface="Tw Cen MT" panose="020B0602020104020603" pitchFamily="34" charset="0"/>
              </a:rPr>
              <a:t>Mutually Exclusive Events</a:t>
            </a:r>
          </a:p>
        </p:txBody>
      </p:sp>
      <p:sp>
        <p:nvSpPr>
          <p:cNvPr id="29699" name="Rectangle 3"/>
          <p:cNvSpPr>
            <a:spLocks noGrp="1" noChangeArrowheads="1"/>
          </p:cNvSpPr>
          <p:nvPr>
            <p:ph type="body" sz="quarter" idx="13"/>
          </p:nvPr>
        </p:nvSpPr>
        <p:spPr>
          <a:noFill/>
        </p:spPr>
        <p:txBody>
          <a:bodyPr/>
          <a:lstStyle/>
          <a:p>
            <a:pPr algn="just">
              <a:buFont typeface="Wingdings" panose="05000000000000000000" pitchFamily="2" charset="2"/>
              <a:buChar char="Ø"/>
            </a:pPr>
            <a:r>
              <a:rPr lang="en-US" altLang="en-US" sz="2800" dirty="0">
                <a:latin typeface="+mn-lt"/>
              </a:rPr>
              <a:t>Two events are said to be </a:t>
            </a:r>
            <a:r>
              <a:rPr lang="en-US" altLang="en-US" sz="2800" u="sng" dirty="0">
                <a:latin typeface="+mn-lt"/>
              </a:rPr>
              <a:t>mutually exclusive</a:t>
            </a:r>
            <a:r>
              <a:rPr lang="en-US" altLang="en-US" sz="2800" dirty="0">
                <a:latin typeface="+mn-lt"/>
              </a:rPr>
              <a:t> if the events have no sample points in common.  That is, two events are mutually exclusive if, when one event occurs, the other cannot occur.</a:t>
            </a:r>
          </a:p>
          <a:p>
            <a:pPr algn="just">
              <a:buFont typeface="Wingdings" panose="05000000000000000000" pitchFamily="2" charset="2"/>
              <a:buChar char="Ø"/>
            </a:pPr>
            <a:endParaRPr lang="en-US" altLang="en-US" sz="2800" dirty="0">
              <a:latin typeface="+mn-lt"/>
            </a:endParaRPr>
          </a:p>
          <a:p>
            <a:pPr>
              <a:buFont typeface="Monotype Sorts" panose="020B0604020202020204" charset="2"/>
              <a:buNone/>
            </a:pPr>
            <a:endParaRPr lang="en-US" altLang="en-US" dirty="0">
              <a:latin typeface="+mn-lt"/>
            </a:endParaRPr>
          </a:p>
          <a:p>
            <a:pPr>
              <a:buFont typeface="Monotype Sorts" panose="020B0604020202020204" charset="2"/>
              <a:buNone/>
            </a:pPr>
            <a:endParaRPr lang="en-US" altLang="en-US" dirty="0">
              <a:latin typeface="+mn-lt"/>
            </a:endParaRPr>
          </a:p>
          <a:p>
            <a:pPr>
              <a:buFont typeface="Monotype Sorts" panose="020B0604020202020204" charset="2"/>
              <a:buNone/>
            </a:pPr>
            <a:endParaRPr lang="en-US" altLang="en-US" dirty="0">
              <a:latin typeface="+mn-lt"/>
            </a:endParaRPr>
          </a:p>
          <a:p>
            <a:pPr>
              <a:buFont typeface="Monotype Sorts" panose="020B0604020202020204" charset="2"/>
              <a:buNone/>
            </a:pPr>
            <a:endParaRPr lang="en-US" altLang="en-US" dirty="0">
              <a:latin typeface="+mn-lt"/>
            </a:endParaRPr>
          </a:p>
          <a:p>
            <a:pPr>
              <a:buFont typeface="Monotype Sorts" panose="020B0604020202020204" charset="2"/>
              <a:buNone/>
            </a:pPr>
            <a:endParaRPr lang="en-US" altLang="en-US" dirty="0">
              <a:latin typeface="+mn-lt"/>
            </a:endParaRPr>
          </a:p>
        </p:txBody>
      </p:sp>
      <p:pic>
        <p:nvPicPr>
          <p:cNvPr id="6" name="Picture 5"/>
          <p:cNvPicPr>
            <a:picLocks noChangeAspect="1"/>
          </p:cNvPicPr>
          <p:nvPr/>
        </p:nvPicPr>
        <p:blipFill>
          <a:blip r:embed="rId3"/>
          <a:stretch>
            <a:fillRect/>
          </a:stretch>
        </p:blipFill>
        <p:spPr>
          <a:xfrm>
            <a:off x="2133600" y="3581400"/>
            <a:ext cx="5125792" cy="2672366"/>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7076263-E190-4EBA-6B0C-7B49239973D8}"/>
                  </a:ext>
                </a:extLst>
              </p14:cNvPr>
              <p14:cNvContentPartPr/>
              <p14:nvPr/>
            </p14:nvContentPartPr>
            <p14:xfrm>
              <a:off x="3607200" y="2795040"/>
              <a:ext cx="4883040" cy="2248200"/>
            </p14:xfrm>
          </p:contentPart>
        </mc:Choice>
        <mc:Fallback>
          <p:pic>
            <p:nvPicPr>
              <p:cNvPr id="2" name="Ink 1">
                <a:extLst>
                  <a:ext uri="{FF2B5EF4-FFF2-40B4-BE49-F238E27FC236}">
                    <a16:creationId xmlns:a16="http://schemas.microsoft.com/office/drawing/2014/main" id="{A7076263-E190-4EBA-6B0C-7B49239973D8}"/>
                  </a:ext>
                </a:extLst>
              </p:cNvPr>
              <p:cNvPicPr/>
              <p:nvPr/>
            </p:nvPicPr>
            <p:blipFill>
              <a:blip r:embed="rId5"/>
              <a:stretch>
                <a:fillRect/>
              </a:stretch>
            </p:blipFill>
            <p:spPr>
              <a:xfrm>
                <a:off x="3597840" y="2785680"/>
                <a:ext cx="4901760" cy="22669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Tw Cen MT" panose="020B0602020104020603" pitchFamily="34" charset="0"/>
              </a:rPr>
              <a:t>Definition of Probability </a:t>
            </a:r>
            <a:endParaRPr lang="en-US" sz="3200" b="1" dirty="0">
              <a:latin typeface="Tw Cen MT" panose="020B0602020104020603" pitchFamily="34" charset="0"/>
            </a:endParaRPr>
          </a:p>
        </p:txBody>
      </p:sp>
      <p:sp>
        <p:nvSpPr>
          <p:cNvPr id="3" name="Text Placeholder 2"/>
          <p:cNvSpPr>
            <a:spLocks noGrp="1"/>
          </p:cNvSpPr>
          <p:nvPr>
            <p:ph type="body" sz="quarter" idx="13"/>
          </p:nvPr>
        </p:nvSpPr>
        <p:spPr/>
        <p:txBody>
          <a:bodyPr/>
          <a:lstStyle/>
          <a:p>
            <a:r>
              <a:rPr lang="en-US" sz="3200" b="1" dirty="0">
                <a:latin typeface="Tw Cen MT" panose="020B0602020104020603" pitchFamily="34" charset="0"/>
              </a:rPr>
              <a:t>Classical approach:</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160" y="2590800"/>
            <a:ext cx="8620492" cy="1371600"/>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436B4B44-CF69-AB3B-DC51-472954FF9E38}"/>
                  </a:ext>
                </a:extLst>
              </p14:cNvPr>
              <p14:cNvContentPartPr/>
              <p14:nvPr/>
            </p14:nvContentPartPr>
            <p14:xfrm>
              <a:off x="6788880" y="2338920"/>
              <a:ext cx="750960" cy="1791720"/>
            </p14:xfrm>
          </p:contentPart>
        </mc:Choice>
        <mc:Fallback>
          <p:pic>
            <p:nvPicPr>
              <p:cNvPr id="5" name="Ink 4">
                <a:extLst>
                  <a:ext uri="{FF2B5EF4-FFF2-40B4-BE49-F238E27FC236}">
                    <a16:creationId xmlns:a16="http://schemas.microsoft.com/office/drawing/2014/main" id="{436B4B44-CF69-AB3B-DC51-472954FF9E38}"/>
                  </a:ext>
                </a:extLst>
              </p:cNvPr>
              <p:cNvPicPr/>
              <p:nvPr/>
            </p:nvPicPr>
            <p:blipFill>
              <a:blip r:embed="rId4"/>
              <a:stretch>
                <a:fillRect/>
              </a:stretch>
            </p:blipFill>
            <p:spPr>
              <a:xfrm>
                <a:off x="6779520" y="2329560"/>
                <a:ext cx="769680" cy="181044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w Cen MT" panose="020B0602020104020603" pitchFamily="34" charset="0"/>
              </a:rPr>
              <a:t>Empirical approach</a:t>
            </a:r>
          </a:p>
        </p:txBody>
      </p:sp>
      <p:sp>
        <p:nvSpPr>
          <p:cNvPr id="3" name="Text Placeholder 2"/>
          <p:cNvSpPr>
            <a:spLocks noGrp="1"/>
          </p:cNvSpPr>
          <p:nvPr>
            <p:ph type="body" sz="quarter" idx="13"/>
          </p:nvPr>
        </p:nvSpPr>
        <p:spPr/>
        <p:txBody>
          <a:bodyPr/>
          <a:lstStyle/>
          <a:p>
            <a:endParaRPr lang="en-IN"/>
          </a:p>
        </p:txBody>
      </p:sp>
      <p:pic>
        <p:nvPicPr>
          <p:cNvPr id="4" name="Picture 3" descr="Table&#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91" y="1600200"/>
            <a:ext cx="8575809" cy="4953000"/>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973FF29C-9263-820C-38A0-E2338EE5AD39}"/>
                  </a:ext>
                </a:extLst>
              </p14:cNvPr>
              <p14:cNvContentPartPr/>
              <p14:nvPr/>
            </p14:nvContentPartPr>
            <p14:xfrm>
              <a:off x="1967400" y="966960"/>
              <a:ext cx="6602040" cy="3718800"/>
            </p14:xfrm>
          </p:contentPart>
        </mc:Choice>
        <mc:Fallback>
          <p:pic>
            <p:nvPicPr>
              <p:cNvPr id="5" name="Ink 4">
                <a:extLst>
                  <a:ext uri="{FF2B5EF4-FFF2-40B4-BE49-F238E27FC236}">
                    <a16:creationId xmlns:a16="http://schemas.microsoft.com/office/drawing/2014/main" id="{973FF29C-9263-820C-38A0-E2338EE5AD39}"/>
                  </a:ext>
                </a:extLst>
              </p:cNvPr>
              <p:cNvPicPr/>
              <p:nvPr/>
            </p:nvPicPr>
            <p:blipFill>
              <a:blip r:embed="rId4"/>
              <a:stretch>
                <a:fillRect/>
              </a:stretch>
            </p:blipFill>
            <p:spPr>
              <a:xfrm>
                <a:off x="1958040" y="957600"/>
                <a:ext cx="6620760" cy="373752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t>
            </a:r>
            <a:br>
              <a:rPr lang="en-US" sz="2400" b="1" dirty="0"/>
            </a:br>
            <a:r>
              <a:rPr lang="en-US" sz="3600" b="1" dirty="0">
                <a:latin typeface="Tw Cen MT" panose="020B0602020104020603" pitchFamily="34" charset="0"/>
                <a:cs typeface="Arial" panose="020B0604020202020204" pitchFamily="34" charset="0"/>
              </a:rPr>
              <a:t>Axiomatic approach</a:t>
            </a:r>
            <a:endParaRPr lang="en-US" sz="3600" dirty="0">
              <a:latin typeface="Tw Cen MT" panose="020B0602020104020603" pitchFamily="34" charset="0"/>
            </a:endParaRPr>
          </a:p>
        </p:txBody>
      </p:sp>
      <p:sp>
        <p:nvSpPr>
          <p:cNvPr id="3" name="Text Placeholder 2"/>
          <p:cNvSpPr>
            <a:spLocks noGrp="1"/>
          </p:cNvSpPr>
          <p:nvPr>
            <p:ph type="body" sz="quarter" idx="13"/>
          </p:nvPr>
        </p:nvSpPr>
        <p:spPr/>
        <p:txBody>
          <a:bodyPr/>
          <a:lstStyle/>
          <a:p>
            <a:r>
              <a:rPr lang="en-US" sz="2000" b="1" dirty="0"/>
              <a:t>Definition : </a:t>
            </a:r>
          </a:p>
          <a:p>
            <a:endParaRPr lang="en-US" dirty="0"/>
          </a:p>
        </p:txBody>
      </p:sp>
      <p:pic>
        <p:nvPicPr>
          <p:cNvPr id="4" name="Picture 8"/>
          <p:cNvPicPr>
            <a:picLocks noChangeAspect="1" noChangeArrowheads="1"/>
          </p:cNvPicPr>
          <p:nvPr/>
        </p:nvPicPr>
        <p:blipFill>
          <a:blip r:embed="rId2"/>
          <a:srcRect/>
          <a:stretch>
            <a:fillRect/>
          </a:stretch>
        </p:blipFill>
        <p:spPr bwMode="auto">
          <a:xfrm>
            <a:off x="162636" y="1447800"/>
            <a:ext cx="8676564" cy="5105400"/>
          </a:xfrm>
          <a:prstGeom prst="rect">
            <a:avLst/>
          </a:prstGeom>
          <a:noFill/>
          <a:ln w="9525">
            <a:noFill/>
            <a:miter lim="800000"/>
            <a:headEnd/>
            <a:tailEnd/>
          </a:ln>
          <a:effectLst/>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FE03A35E-90E2-7714-8650-BCF43083DDC2}"/>
                  </a:ext>
                </a:extLst>
              </p14:cNvPr>
              <p14:cNvContentPartPr/>
              <p14:nvPr/>
            </p14:nvContentPartPr>
            <p14:xfrm>
              <a:off x="2485800" y="3319560"/>
              <a:ext cx="6078960" cy="2955240"/>
            </p14:xfrm>
          </p:contentPart>
        </mc:Choice>
        <mc:Fallback>
          <p:pic>
            <p:nvPicPr>
              <p:cNvPr id="5" name="Ink 4">
                <a:extLst>
                  <a:ext uri="{FF2B5EF4-FFF2-40B4-BE49-F238E27FC236}">
                    <a16:creationId xmlns:a16="http://schemas.microsoft.com/office/drawing/2014/main" id="{FE03A35E-90E2-7714-8650-BCF43083DDC2}"/>
                  </a:ext>
                </a:extLst>
              </p:cNvPr>
              <p:cNvPicPr/>
              <p:nvPr/>
            </p:nvPicPr>
            <p:blipFill>
              <a:blip r:embed="rId4"/>
              <a:stretch>
                <a:fillRect/>
              </a:stretch>
            </p:blipFill>
            <p:spPr>
              <a:xfrm>
                <a:off x="2476440" y="3310200"/>
                <a:ext cx="6097680" cy="297396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3" name="Line 7"/>
          <p:cNvSpPr>
            <a:spLocks noChangeShapeType="1"/>
          </p:cNvSpPr>
          <p:nvPr/>
        </p:nvSpPr>
        <p:spPr bwMode="auto">
          <a:xfrm>
            <a:off x="8237538" y="3157538"/>
            <a:ext cx="0" cy="152400"/>
          </a:xfrm>
          <a:prstGeom prst="line">
            <a:avLst/>
          </a:prstGeom>
          <a:noFill/>
          <a:ln w="38100">
            <a:solidFill>
              <a:srgbClr val="66FF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501" name="Line 5"/>
          <p:cNvSpPr>
            <a:spLocks noChangeShapeType="1"/>
          </p:cNvSpPr>
          <p:nvPr/>
        </p:nvSpPr>
        <p:spPr bwMode="auto">
          <a:xfrm>
            <a:off x="2643188" y="3157538"/>
            <a:ext cx="0" cy="152400"/>
          </a:xfrm>
          <a:prstGeom prst="line">
            <a:avLst/>
          </a:prstGeom>
          <a:noFill/>
          <a:ln w="38100">
            <a:solidFill>
              <a:srgbClr val="66FF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502" name="Line 6"/>
          <p:cNvSpPr>
            <a:spLocks noChangeShapeType="1"/>
          </p:cNvSpPr>
          <p:nvPr/>
        </p:nvSpPr>
        <p:spPr bwMode="auto">
          <a:xfrm>
            <a:off x="5437188" y="3157538"/>
            <a:ext cx="0" cy="152400"/>
          </a:xfrm>
          <a:prstGeom prst="line">
            <a:avLst/>
          </a:prstGeom>
          <a:noFill/>
          <a:ln w="38100">
            <a:solidFill>
              <a:srgbClr val="66FF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498" name="Rectangle 2"/>
          <p:cNvSpPr>
            <a:spLocks noGrp="1" noChangeArrowheads="1"/>
          </p:cNvSpPr>
          <p:nvPr>
            <p:ph type="title"/>
          </p:nvPr>
        </p:nvSpPr>
        <p:spPr/>
        <p:txBody>
          <a:bodyPr>
            <a:normAutofit fontScale="90000"/>
          </a:bodyPr>
          <a:lstStyle/>
          <a:p>
            <a:pPr algn="ctr"/>
            <a:r>
              <a:rPr lang="en-US" altLang="en-US" sz="3200" b="1" dirty="0">
                <a:latin typeface="Tw Cen MT" panose="020B0602020104020603" pitchFamily="34" charset="0"/>
              </a:rPr>
              <a:t>Probability as a Numerical Measure</a:t>
            </a:r>
            <a:br>
              <a:rPr lang="en-US" altLang="en-US" sz="3200" b="1" dirty="0">
                <a:latin typeface="Tw Cen MT" panose="020B0602020104020603" pitchFamily="34" charset="0"/>
              </a:rPr>
            </a:br>
            <a:r>
              <a:rPr lang="en-US" altLang="en-US" sz="3200" b="1" dirty="0">
                <a:latin typeface="Tw Cen MT" panose="020B0602020104020603" pitchFamily="34" charset="0"/>
              </a:rPr>
              <a:t>of the Likelihood of Occurrence</a:t>
            </a:r>
          </a:p>
        </p:txBody>
      </p:sp>
      <p:sp>
        <p:nvSpPr>
          <p:cNvPr id="106500" name="Line 4"/>
          <p:cNvSpPr>
            <a:spLocks noChangeShapeType="1"/>
          </p:cNvSpPr>
          <p:nvPr/>
        </p:nvSpPr>
        <p:spPr bwMode="auto">
          <a:xfrm>
            <a:off x="3690938" y="2630488"/>
            <a:ext cx="3390900" cy="0"/>
          </a:xfrm>
          <a:prstGeom prst="line">
            <a:avLst/>
          </a:prstGeom>
          <a:noFill/>
          <a:ln w="19050">
            <a:solidFill>
              <a:schemeClr val="tx1"/>
            </a:solidFill>
            <a:round/>
            <a:tailEnd type="triangle"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499" name="Line 3"/>
          <p:cNvSpPr>
            <a:spLocks noChangeShapeType="1"/>
          </p:cNvSpPr>
          <p:nvPr/>
        </p:nvSpPr>
        <p:spPr bwMode="auto">
          <a:xfrm>
            <a:off x="2643188" y="3309938"/>
            <a:ext cx="5600700" cy="0"/>
          </a:xfrm>
          <a:prstGeom prst="line">
            <a:avLst/>
          </a:prstGeom>
          <a:noFill/>
          <a:ln w="38100">
            <a:solidFill>
              <a:srgbClr val="66FF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506" name="Text Box 10"/>
          <p:cNvSpPr txBox="1">
            <a:spLocks noChangeArrowheads="1"/>
          </p:cNvSpPr>
          <p:nvPr/>
        </p:nvSpPr>
        <p:spPr bwMode="auto">
          <a:xfrm>
            <a:off x="2474913" y="2724150"/>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a:effectLst>
                  <a:outerShdw blurRad="38100" dist="38100" dir="2700000" algn="tl">
                    <a:srgbClr val="000000"/>
                  </a:outerShdw>
                </a:effectLst>
              </a:rPr>
              <a:t>0</a:t>
            </a:r>
          </a:p>
        </p:txBody>
      </p:sp>
      <p:sp>
        <p:nvSpPr>
          <p:cNvPr id="106507" name="Text Box 11"/>
          <p:cNvSpPr txBox="1">
            <a:spLocks noChangeArrowheads="1"/>
          </p:cNvSpPr>
          <p:nvPr/>
        </p:nvSpPr>
        <p:spPr bwMode="auto">
          <a:xfrm>
            <a:off x="8062913" y="27241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a:effectLst>
                  <a:outerShdw blurRad="38100" dist="38100" dir="2700000" algn="tl">
                    <a:srgbClr val="000000"/>
                  </a:outerShdw>
                </a:effectLst>
              </a:rPr>
              <a:t>1</a:t>
            </a:r>
          </a:p>
        </p:txBody>
      </p:sp>
      <p:sp>
        <p:nvSpPr>
          <p:cNvPr id="106508" name="Text Box 12"/>
          <p:cNvSpPr txBox="1">
            <a:spLocks noChangeArrowheads="1"/>
          </p:cNvSpPr>
          <p:nvPr/>
        </p:nvSpPr>
        <p:spPr bwMode="auto">
          <a:xfrm>
            <a:off x="5243513" y="2736850"/>
            <a:ext cx="450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a:effectLst>
                  <a:outerShdw blurRad="38100" dist="38100" dir="2700000" algn="tl">
                    <a:srgbClr val="000000"/>
                  </a:outerShdw>
                </a:effectLst>
              </a:rPr>
              <a:t>.5</a:t>
            </a:r>
          </a:p>
        </p:txBody>
      </p:sp>
      <p:sp>
        <p:nvSpPr>
          <p:cNvPr id="106509" name="Text Box 13"/>
          <p:cNvSpPr txBox="1">
            <a:spLocks noChangeArrowheads="1"/>
          </p:cNvSpPr>
          <p:nvPr/>
        </p:nvSpPr>
        <p:spPr bwMode="auto">
          <a:xfrm>
            <a:off x="3184843" y="1951039"/>
            <a:ext cx="524246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800" dirty="0">
                <a:latin typeface="Tw Cen MT" panose="020B0602020104020603" pitchFamily="34" charset="0"/>
              </a:rPr>
              <a:t>Increasing Likelihood of Occurrence</a:t>
            </a:r>
          </a:p>
        </p:txBody>
      </p:sp>
      <p:sp>
        <p:nvSpPr>
          <p:cNvPr id="106510" name="Text Box 14"/>
          <p:cNvSpPr txBox="1">
            <a:spLocks noChangeArrowheads="1"/>
          </p:cNvSpPr>
          <p:nvPr/>
        </p:nvSpPr>
        <p:spPr bwMode="auto">
          <a:xfrm>
            <a:off x="655638" y="2990850"/>
            <a:ext cx="1782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dirty="0"/>
              <a:t>Probability:</a:t>
            </a:r>
          </a:p>
        </p:txBody>
      </p:sp>
      <p:sp>
        <p:nvSpPr>
          <p:cNvPr id="106511" name="Text Box 15"/>
          <p:cNvSpPr txBox="1">
            <a:spLocks noChangeArrowheads="1"/>
          </p:cNvSpPr>
          <p:nvPr/>
        </p:nvSpPr>
        <p:spPr bwMode="auto">
          <a:xfrm>
            <a:off x="3381375" y="3924300"/>
            <a:ext cx="4454525" cy="808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70000"/>
              </a:lnSpc>
              <a:spcBef>
                <a:spcPct val="50000"/>
              </a:spcBef>
            </a:pPr>
            <a:r>
              <a:rPr lang="en-US" altLang="en-US" sz="2400" dirty="0">
                <a:latin typeface="Tw Cen MT" panose="020B0602020104020603" pitchFamily="34" charset="0"/>
              </a:rPr>
              <a:t>The occurrence of the event is</a:t>
            </a:r>
          </a:p>
          <a:p>
            <a:pPr algn="l">
              <a:lnSpc>
                <a:spcPct val="70000"/>
              </a:lnSpc>
              <a:spcBef>
                <a:spcPct val="50000"/>
              </a:spcBef>
            </a:pPr>
            <a:r>
              <a:rPr lang="en-US" altLang="en-US" sz="2400" dirty="0">
                <a:latin typeface="Tw Cen MT" panose="020B0602020104020603" pitchFamily="34" charset="0"/>
              </a:rPr>
              <a:t>  just as likely as it is unlikely.</a:t>
            </a:r>
          </a:p>
        </p:txBody>
      </p:sp>
      <p:sp>
        <p:nvSpPr>
          <p:cNvPr id="106512" name="Line 16"/>
          <p:cNvSpPr>
            <a:spLocks noChangeShapeType="1"/>
          </p:cNvSpPr>
          <p:nvPr/>
        </p:nvSpPr>
        <p:spPr bwMode="auto">
          <a:xfrm flipH="1" flipV="1">
            <a:off x="5441950" y="3429000"/>
            <a:ext cx="0" cy="392113"/>
          </a:xfrm>
          <a:prstGeom prst="line">
            <a:avLst/>
          </a:prstGeom>
          <a:noFill/>
          <a:ln w="19050">
            <a:solidFill>
              <a:schemeClr val="tx1"/>
            </a:solidFill>
            <a:round/>
            <a:tailEnd type="triangle"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43344DA-AD8F-0A2A-CDDF-D3518181BD32}"/>
                  </a:ext>
                </a:extLst>
              </p14:cNvPr>
              <p14:cNvContentPartPr/>
              <p14:nvPr/>
            </p14:nvContentPartPr>
            <p14:xfrm>
              <a:off x="2728440" y="2653200"/>
              <a:ext cx="5335920" cy="1121400"/>
            </p14:xfrm>
          </p:contentPart>
        </mc:Choice>
        <mc:Fallback>
          <p:pic>
            <p:nvPicPr>
              <p:cNvPr id="2" name="Ink 1">
                <a:extLst>
                  <a:ext uri="{FF2B5EF4-FFF2-40B4-BE49-F238E27FC236}">
                    <a16:creationId xmlns:a16="http://schemas.microsoft.com/office/drawing/2014/main" id="{443344DA-AD8F-0A2A-CDDF-D3518181BD32}"/>
                  </a:ext>
                </a:extLst>
              </p:cNvPr>
              <p:cNvPicPr/>
              <p:nvPr/>
            </p:nvPicPr>
            <p:blipFill>
              <a:blip r:embed="rId4"/>
              <a:stretch>
                <a:fillRect/>
              </a:stretch>
            </p:blipFill>
            <p:spPr>
              <a:xfrm>
                <a:off x="2719080" y="2643840"/>
                <a:ext cx="5354640" cy="114012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altLang="en-US" sz="3600" dirty="0">
                <a:latin typeface="Times New Roman" panose="02020603050405020304" pitchFamily="18" charset="0"/>
                <a:cs typeface="Times New Roman" panose="02020603050405020304" pitchFamily="18" charset="0"/>
              </a:rPr>
              <a:t>The Addition Rule</a:t>
            </a:r>
            <a:endParaRPr lang="en-US" altLang="en-US" sz="3600" b="1"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type="body" sz="quarter" idx="13"/>
          </p:nvPr>
        </p:nvSpPr>
        <p:spPr/>
        <p:txBody>
          <a:bodyPr>
            <a:normAutofit fontScale="70000" lnSpcReduction="20000"/>
          </a:bodyPr>
          <a:lstStyle/>
          <a:p>
            <a:pPr algn="just" defTabSz="914400" eaLnBrk="0" fontAlgn="base" hangingPunct="0">
              <a:spcBef>
                <a:spcPct val="0"/>
              </a:spcBef>
              <a:spcAft>
                <a:spcPct val="0"/>
              </a:spcAft>
            </a:pPr>
            <a:endParaRPr lang="en-US" altLang="en-US" sz="2400" dirty="0">
              <a:solidFill>
                <a:prstClr val="black"/>
              </a:solidFill>
              <a:latin typeface="Times New Roman" panose="02020603050405020304" pitchFamily="18" charset="0"/>
              <a:cs typeface="Times New Roman" panose="02020603050405020304" pitchFamily="18" charset="0"/>
            </a:endParaRPr>
          </a:p>
          <a:p>
            <a:pPr algn="just" defTabSz="914400" eaLnBrk="0" fontAlgn="base" hangingPunct="0">
              <a:spcBef>
                <a:spcPct val="0"/>
              </a:spcBef>
              <a:spcAft>
                <a:spcPct val="0"/>
              </a:spcAft>
              <a:buFont typeface="Arial" panose="020B0604020202020204" pitchFamily="34" charset="0"/>
              <a:buChar char="•"/>
            </a:pPr>
            <a:r>
              <a:rPr lang="en-US" altLang="en-US" sz="2900" dirty="0">
                <a:solidFill>
                  <a:prstClr val="black"/>
                </a:solidFill>
                <a:latin typeface="Tw Cen MT" panose="020B0602020104020603" pitchFamily="34" charset="0"/>
                <a:cs typeface="Times New Roman" panose="02020603050405020304" pitchFamily="18" charset="0"/>
              </a:rPr>
              <a:t>The probability that event </a:t>
            </a:r>
            <a:r>
              <a:rPr lang="en-US" altLang="en-US" sz="2900" i="1" dirty="0">
                <a:solidFill>
                  <a:prstClr val="black"/>
                </a:solidFill>
                <a:latin typeface="Tw Cen MT" panose="020B0602020104020603" pitchFamily="34" charset="0"/>
                <a:cs typeface="Times New Roman" panose="02020603050405020304" pitchFamily="18" charset="0"/>
              </a:rPr>
              <a:t>A </a:t>
            </a:r>
            <a:r>
              <a:rPr lang="en-US" altLang="en-US" sz="2900" dirty="0">
                <a:solidFill>
                  <a:prstClr val="black"/>
                </a:solidFill>
                <a:latin typeface="Tw Cen MT" panose="020B0602020104020603" pitchFamily="34" charset="0"/>
                <a:cs typeface="Times New Roman" panose="02020603050405020304" pitchFamily="18" charset="0"/>
              </a:rPr>
              <a:t>or </a:t>
            </a:r>
            <a:r>
              <a:rPr lang="en-US" altLang="en-US" sz="2900" i="1" dirty="0">
                <a:solidFill>
                  <a:prstClr val="black"/>
                </a:solidFill>
                <a:latin typeface="Tw Cen MT" panose="020B0602020104020603" pitchFamily="34" charset="0"/>
                <a:cs typeface="Times New Roman" panose="02020603050405020304" pitchFamily="18" charset="0"/>
              </a:rPr>
              <a:t>B </a:t>
            </a:r>
            <a:r>
              <a:rPr lang="en-US" altLang="en-US" sz="2900" dirty="0">
                <a:solidFill>
                  <a:prstClr val="black"/>
                </a:solidFill>
                <a:latin typeface="Tw Cen MT" panose="020B0602020104020603" pitchFamily="34" charset="0"/>
                <a:cs typeface="Times New Roman" panose="02020603050405020304" pitchFamily="18" charset="0"/>
              </a:rPr>
              <a:t>will occur is given by</a:t>
            </a:r>
          </a:p>
          <a:p>
            <a:pPr marL="0" indent="0" algn="just" defTabSz="914400" eaLnBrk="0" fontAlgn="base" hangingPunct="0">
              <a:spcBef>
                <a:spcPct val="0"/>
              </a:spcBef>
              <a:spcAft>
                <a:spcPct val="0"/>
              </a:spcAft>
              <a:buNone/>
            </a:pPr>
            <a:r>
              <a:rPr lang="en-US" altLang="en-US" sz="2900" b="1" i="1" dirty="0">
                <a:solidFill>
                  <a:srgbClr val="7F7F7F"/>
                </a:solidFill>
                <a:latin typeface="Tw Cen MT" panose="020B0602020104020603" pitchFamily="34" charset="0"/>
                <a:cs typeface="Times New Roman" panose="02020603050405020304" pitchFamily="18" charset="0"/>
              </a:rPr>
              <a:t>	</a:t>
            </a:r>
          </a:p>
          <a:p>
            <a:pPr marL="0" indent="0" algn="ctr" defTabSz="914400" eaLnBrk="0" fontAlgn="base" hangingPunct="0">
              <a:spcBef>
                <a:spcPct val="0"/>
              </a:spcBef>
              <a:spcAft>
                <a:spcPct val="0"/>
              </a:spcAft>
              <a:buNone/>
            </a:pPr>
            <a:r>
              <a:rPr lang="en-US" altLang="en-US" sz="2900" b="1" i="1" dirty="0">
                <a:solidFill>
                  <a:srgbClr val="800080"/>
                </a:solidFill>
                <a:latin typeface="Tw Cen MT" panose="020B0602020104020603" pitchFamily="34" charset="0"/>
                <a:cs typeface="Times New Roman" panose="02020603050405020304" pitchFamily="18" charset="0"/>
              </a:rPr>
              <a:t>P </a:t>
            </a:r>
            <a:r>
              <a:rPr lang="en-US" altLang="en-US" sz="2900" b="1" dirty="0">
                <a:solidFill>
                  <a:srgbClr val="800080"/>
                </a:solidFill>
                <a:latin typeface="Tw Cen MT" panose="020B0602020104020603" pitchFamily="34" charset="0"/>
                <a:cs typeface="Times New Roman" panose="02020603050405020304" pitchFamily="18" charset="0"/>
              </a:rPr>
              <a:t>(</a:t>
            </a:r>
            <a:r>
              <a:rPr lang="en-US" altLang="en-US" sz="2900" b="1" i="1" dirty="0">
                <a:solidFill>
                  <a:srgbClr val="800080"/>
                </a:solidFill>
                <a:latin typeface="Tw Cen MT" panose="020B0602020104020603" pitchFamily="34" charset="0"/>
                <a:cs typeface="Times New Roman" panose="02020603050405020304" pitchFamily="18" charset="0"/>
              </a:rPr>
              <a:t>A</a:t>
            </a:r>
            <a:r>
              <a:rPr lang="en-US" altLang="en-US" sz="2900" b="1" dirty="0">
                <a:solidFill>
                  <a:srgbClr val="800080"/>
                </a:solidFill>
                <a:latin typeface="Tw Cen MT" panose="020B0602020104020603" pitchFamily="34" charset="0"/>
                <a:cs typeface="Times New Roman" panose="02020603050405020304" pitchFamily="18" charset="0"/>
              </a:rPr>
              <a:t> </a:t>
            </a:r>
            <a:r>
              <a:rPr lang="en-US" altLang="en-US" sz="2900" dirty="0">
                <a:solidFill>
                  <a:prstClr val="black"/>
                </a:solidFill>
                <a:latin typeface="Tw Cen MT" panose="020B0602020104020603" pitchFamily="34" charset="0"/>
                <a:cs typeface="Times New Roman" panose="02020603050405020304" pitchFamily="18" charset="0"/>
              </a:rPr>
              <a:t>U</a:t>
            </a:r>
            <a:r>
              <a:rPr lang="en-US" altLang="en-US" sz="2900" b="1" dirty="0">
                <a:solidFill>
                  <a:srgbClr val="800080"/>
                </a:solidFill>
                <a:latin typeface="Tw Cen MT" panose="020B0602020104020603" pitchFamily="34" charset="0"/>
                <a:cs typeface="Times New Roman" panose="02020603050405020304" pitchFamily="18" charset="0"/>
              </a:rPr>
              <a:t> B) = </a:t>
            </a:r>
            <a:r>
              <a:rPr lang="en-US" altLang="en-US" sz="2900" b="1" i="1" dirty="0">
                <a:solidFill>
                  <a:srgbClr val="800080"/>
                </a:solidFill>
                <a:latin typeface="Tw Cen MT" panose="020B0602020104020603" pitchFamily="34" charset="0"/>
                <a:cs typeface="Times New Roman" panose="02020603050405020304" pitchFamily="18" charset="0"/>
              </a:rPr>
              <a:t>P </a:t>
            </a:r>
            <a:r>
              <a:rPr lang="en-US" altLang="en-US" sz="2900" b="1" dirty="0">
                <a:solidFill>
                  <a:srgbClr val="800080"/>
                </a:solidFill>
                <a:latin typeface="Tw Cen MT" panose="020B0602020104020603" pitchFamily="34" charset="0"/>
                <a:cs typeface="Times New Roman" panose="02020603050405020304" pitchFamily="18" charset="0"/>
              </a:rPr>
              <a:t>(</a:t>
            </a:r>
            <a:r>
              <a:rPr lang="en-US" altLang="en-US" sz="2900" b="1" i="1" dirty="0">
                <a:solidFill>
                  <a:srgbClr val="800080"/>
                </a:solidFill>
                <a:latin typeface="Tw Cen MT" panose="020B0602020104020603" pitchFamily="34" charset="0"/>
                <a:cs typeface="Times New Roman" panose="02020603050405020304" pitchFamily="18" charset="0"/>
              </a:rPr>
              <a:t>A</a:t>
            </a:r>
            <a:r>
              <a:rPr lang="en-US" altLang="en-US" sz="2900" b="1" dirty="0">
                <a:solidFill>
                  <a:srgbClr val="800080"/>
                </a:solidFill>
                <a:latin typeface="Tw Cen MT" panose="020B0602020104020603" pitchFamily="34" charset="0"/>
                <a:cs typeface="Times New Roman" panose="02020603050405020304" pitchFamily="18" charset="0"/>
              </a:rPr>
              <a:t>) + </a:t>
            </a:r>
            <a:r>
              <a:rPr lang="en-US" altLang="en-US" sz="2900" b="1" i="1" dirty="0">
                <a:solidFill>
                  <a:srgbClr val="800080"/>
                </a:solidFill>
                <a:latin typeface="Tw Cen MT" panose="020B0602020104020603" pitchFamily="34" charset="0"/>
                <a:cs typeface="Times New Roman" panose="02020603050405020304" pitchFamily="18" charset="0"/>
              </a:rPr>
              <a:t>P </a:t>
            </a:r>
            <a:r>
              <a:rPr lang="en-US" altLang="en-US" sz="2900" b="1" dirty="0">
                <a:solidFill>
                  <a:srgbClr val="800080"/>
                </a:solidFill>
                <a:latin typeface="Tw Cen MT" panose="020B0602020104020603" pitchFamily="34" charset="0"/>
                <a:cs typeface="Times New Roman" panose="02020603050405020304" pitchFamily="18" charset="0"/>
              </a:rPr>
              <a:t>(B) – </a:t>
            </a:r>
            <a:r>
              <a:rPr lang="en-US" altLang="en-US" sz="2900" b="1" i="1" dirty="0">
                <a:solidFill>
                  <a:srgbClr val="800080"/>
                </a:solidFill>
                <a:latin typeface="Tw Cen MT" panose="020B0602020104020603" pitchFamily="34" charset="0"/>
                <a:cs typeface="Times New Roman" panose="02020603050405020304" pitchFamily="18" charset="0"/>
              </a:rPr>
              <a:t>P </a:t>
            </a:r>
            <a:r>
              <a:rPr lang="en-US" altLang="en-US" sz="2900" b="1" dirty="0">
                <a:solidFill>
                  <a:srgbClr val="800080"/>
                </a:solidFill>
                <a:latin typeface="Tw Cen MT" panose="020B0602020104020603" pitchFamily="34" charset="0"/>
                <a:cs typeface="Times New Roman" panose="02020603050405020304" pitchFamily="18" charset="0"/>
              </a:rPr>
              <a:t>(</a:t>
            </a:r>
            <a:r>
              <a:rPr lang="en-US" altLang="en-US" sz="2900" b="1" i="1" dirty="0">
                <a:solidFill>
                  <a:srgbClr val="800080"/>
                </a:solidFill>
                <a:latin typeface="Tw Cen MT" panose="020B0602020104020603" pitchFamily="34" charset="0"/>
                <a:cs typeface="Times New Roman" panose="02020603050405020304" pitchFamily="18" charset="0"/>
              </a:rPr>
              <a:t>A </a:t>
            </a:r>
            <a:r>
              <a:rPr lang="en-US" altLang="en-US" sz="2900" dirty="0">
                <a:solidFill>
                  <a:prstClr val="black"/>
                </a:solidFill>
                <a:latin typeface="Tw Cen MT" panose="020B0602020104020603" pitchFamily="34" charset="0"/>
                <a:cs typeface="Times New Roman" panose="02020603050405020304" pitchFamily="18" charset="0"/>
              </a:rPr>
              <a:t>∩</a:t>
            </a:r>
            <a:r>
              <a:rPr lang="en-US" altLang="en-US" sz="2900" b="1" i="1" dirty="0">
                <a:solidFill>
                  <a:srgbClr val="800080"/>
                </a:solidFill>
                <a:latin typeface="Tw Cen MT" panose="020B0602020104020603" pitchFamily="34" charset="0"/>
                <a:cs typeface="Times New Roman" panose="02020603050405020304" pitchFamily="18" charset="0"/>
              </a:rPr>
              <a:t> B </a:t>
            </a:r>
            <a:r>
              <a:rPr lang="en-US" altLang="en-US" sz="2900" b="1" dirty="0">
                <a:solidFill>
                  <a:srgbClr val="800080"/>
                </a:solidFill>
                <a:latin typeface="Tw Cen MT" panose="020B0602020104020603" pitchFamily="34" charset="0"/>
                <a:cs typeface="Times New Roman" panose="02020603050405020304" pitchFamily="18" charset="0"/>
              </a:rPr>
              <a:t>)</a:t>
            </a:r>
            <a:r>
              <a:rPr lang="en-US" altLang="en-US" sz="2900" b="1" dirty="0">
                <a:solidFill>
                  <a:prstClr val="black"/>
                </a:solidFill>
                <a:latin typeface="Tw Cen MT" panose="020B0602020104020603" pitchFamily="34" charset="0"/>
                <a:cs typeface="Times New Roman" panose="02020603050405020304" pitchFamily="18" charset="0"/>
              </a:rPr>
              <a:t>.</a:t>
            </a:r>
          </a:p>
          <a:p>
            <a:pPr algn="just" defTabSz="914400" eaLnBrk="0" fontAlgn="base" hangingPunct="0">
              <a:spcBef>
                <a:spcPct val="0"/>
              </a:spcBef>
              <a:spcAft>
                <a:spcPct val="0"/>
              </a:spcAft>
            </a:pPr>
            <a:endParaRPr lang="en-US" altLang="en-US" sz="2900" dirty="0">
              <a:solidFill>
                <a:prstClr val="black"/>
              </a:solidFill>
              <a:latin typeface="Tw Cen MT" panose="020B0602020104020603" pitchFamily="34" charset="0"/>
              <a:cs typeface="Times New Roman" panose="02020603050405020304" pitchFamily="18" charset="0"/>
            </a:endParaRPr>
          </a:p>
          <a:p>
            <a:pPr algn="just" defTabSz="914400" eaLnBrk="0" fontAlgn="base" hangingPunct="0">
              <a:spcBef>
                <a:spcPct val="0"/>
              </a:spcBef>
              <a:spcAft>
                <a:spcPct val="0"/>
              </a:spcAft>
            </a:pPr>
            <a:endParaRPr lang="en-US" altLang="en-US" sz="2900" dirty="0">
              <a:solidFill>
                <a:prstClr val="black"/>
              </a:solidFill>
              <a:latin typeface="Tw Cen MT" panose="020B0602020104020603" pitchFamily="34" charset="0"/>
              <a:cs typeface="Times New Roman" panose="02020603050405020304" pitchFamily="18" charset="0"/>
            </a:endParaRPr>
          </a:p>
          <a:p>
            <a:pPr algn="just" defTabSz="914400" eaLnBrk="0" fontAlgn="base" hangingPunct="0">
              <a:spcBef>
                <a:spcPct val="0"/>
              </a:spcBef>
              <a:spcAft>
                <a:spcPct val="0"/>
              </a:spcAft>
              <a:buFont typeface="Arial" panose="020B0604020202020204" pitchFamily="34" charset="0"/>
              <a:buChar char="•"/>
            </a:pPr>
            <a:r>
              <a:rPr lang="en-US" altLang="en-US" sz="2900" dirty="0">
                <a:solidFill>
                  <a:prstClr val="black"/>
                </a:solidFill>
                <a:latin typeface="Tw Cen MT" panose="020B0602020104020603" pitchFamily="34" charset="0"/>
                <a:cs typeface="Times New Roman" panose="02020603050405020304" pitchFamily="18" charset="0"/>
              </a:rPr>
              <a:t>If events </a:t>
            </a:r>
            <a:r>
              <a:rPr lang="en-US" altLang="en-US" sz="2900" i="1" dirty="0">
                <a:solidFill>
                  <a:prstClr val="black"/>
                </a:solidFill>
                <a:latin typeface="Tw Cen MT" panose="020B0602020104020603" pitchFamily="34" charset="0"/>
                <a:cs typeface="Times New Roman" panose="02020603050405020304" pitchFamily="18" charset="0"/>
              </a:rPr>
              <a:t>A</a:t>
            </a:r>
            <a:r>
              <a:rPr lang="en-US" altLang="en-US" sz="2900" dirty="0">
                <a:solidFill>
                  <a:prstClr val="black"/>
                </a:solidFill>
                <a:latin typeface="Tw Cen MT" panose="020B0602020104020603" pitchFamily="34" charset="0"/>
                <a:cs typeface="Times New Roman" panose="02020603050405020304" pitchFamily="18" charset="0"/>
              </a:rPr>
              <a:t> and </a:t>
            </a:r>
            <a:r>
              <a:rPr lang="en-US" altLang="en-US" sz="2900" i="1" dirty="0">
                <a:solidFill>
                  <a:prstClr val="black"/>
                </a:solidFill>
                <a:latin typeface="Tw Cen MT" panose="020B0602020104020603" pitchFamily="34" charset="0"/>
                <a:cs typeface="Times New Roman" panose="02020603050405020304" pitchFamily="18" charset="0"/>
              </a:rPr>
              <a:t>B</a:t>
            </a:r>
            <a:r>
              <a:rPr lang="en-US" altLang="en-US" sz="2900" dirty="0">
                <a:solidFill>
                  <a:prstClr val="black"/>
                </a:solidFill>
                <a:latin typeface="Tw Cen MT" panose="020B0602020104020603" pitchFamily="34" charset="0"/>
                <a:cs typeface="Times New Roman" panose="02020603050405020304" pitchFamily="18" charset="0"/>
              </a:rPr>
              <a:t> are </a:t>
            </a:r>
            <a:r>
              <a:rPr lang="en-US" altLang="en-US" sz="2900" b="1" dirty="0">
                <a:solidFill>
                  <a:prstClr val="black"/>
                </a:solidFill>
                <a:latin typeface="Tw Cen MT" panose="020B0602020104020603" pitchFamily="34" charset="0"/>
                <a:cs typeface="Times New Roman" panose="02020603050405020304" pitchFamily="18" charset="0"/>
              </a:rPr>
              <a:t>mutually exclusive</a:t>
            </a:r>
            <a:r>
              <a:rPr lang="en-US" altLang="en-US" sz="2900" dirty="0">
                <a:solidFill>
                  <a:prstClr val="black"/>
                </a:solidFill>
                <a:latin typeface="Tw Cen MT" panose="020B0602020104020603" pitchFamily="34" charset="0"/>
                <a:cs typeface="Times New Roman" panose="02020603050405020304" pitchFamily="18" charset="0"/>
              </a:rPr>
              <a:t>, then the rule can be simplified to </a:t>
            </a:r>
          </a:p>
          <a:p>
            <a:pPr algn="just" defTabSz="914400" eaLnBrk="0" fontAlgn="base" hangingPunct="0">
              <a:spcBef>
                <a:spcPct val="0"/>
              </a:spcBef>
              <a:spcAft>
                <a:spcPct val="0"/>
              </a:spcAft>
            </a:pPr>
            <a:endParaRPr lang="en-US" altLang="en-US" sz="2900" i="1" dirty="0">
              <a:solidFill>
                <a:prstClr val="black"/>
              </a:solidFill>
              <a:latin typeface="Tw Cen MT" panose="020B0602020104020603" pitchFamily="34" charset="0"/>
              <a:cs typeface="Times New Roman" panose="02020603050405020304" pitchFamily="18" charset="0"/>
            </a:endParaRPr>
          </a:p>
          <a:p>
            <a:pPr marL="0" indent="0" algn="ctr" defTabSz="914400" eaLnBrk="0" fontAlgn="base" hangingPunct="0">
              <a:spcBef>
                <a:spcPct val="0"/>
              </a:spcBef>
              <a:spcAft>
                <a:spcPct val="0"/>
              </a:spcAft>
              <a:buNone/>
            </a:pPr>
            <a:r>
              <a:rPr lang="en-US" altLang="en-US" sz="2900" i="1" dirty="0">
                <a:solidFill>
                  <a:prstClr val="black"/>
                </a:solidFill>
                <a:latin typeface="Tw Cen MT" panose="020B0602020104020603" pitchFamily="34" charset="0"/>
                <a:cs typeface="Times New Roman" panose="02020603050405020304" pitchFamily="18" charset="0"/>
              </a:rPr>
              <a:t>P </a:t>
            </a:r>
            <a:r>
              <a:rPr lang="en-US" altLang="en-US" sz="2900" dirty="0">
                <a:solidFill>
                  <a:prstClr val="black"/>
                </a:solidFill>
                <a:latin typeface="Tw Cen MT" panose="020B0602020104020603" pitchFamily="34" charset="0"/>
                <a:cs typeface="Times New Roman" panose="02020603050405020304" pitchFamily="18" charset="0"/>
              </a:rPr>
              <a:t>(</a:t>
            </a:r>
            <a:r>
              <a:rPr lang="en-US" altLang="en-US" sz="2900" i="1" dirty="0">
                <a:solidFill>
                  <a:prstClr val="black"/>
                </a:solidFill>
                <a:latin typeface="Tw Cen MT" panose="020B0602020104020603" pitchFamily="34" charset="0"/>
                <a:cs typeface="Times New Roman" panose="02020603050405020304" pitchFamily="18" charset="0"/>
              </a:rPr>
              <a:t>A</a:t>
            </a:r>
            <a:r>
              <a:rPr lang="en-US" altLang="en-US" sz="2900" dirty="0">
                <a:solidFill>
                  <a:prstClr val="black"/>
                </a:solidFill>
                <a:latin typeface="Tw Cen MT" panose="020B0602020104020603" pitchFamily="34" charset="0"/>
                <a:cs typeface="Times New Roman" panose="02020603050405020304" pitchFamily="18" charset="0"/>
              </a:rPr>
              <a:t> </a:t>
            </a:r>
            <a:r>
              <a:rPr lang="en-US" altLang="en-US" sz="2900" b="1" dirty="0">
                <a:solidFill>
                  <a:srgbClr val="800080"/>
                </a:solidFill>
                <a:latin typeface="Tw Cen MT" panose="020B0602020104020603" pitchFamily="34" charset="0"/>
                <a:cs typeface="Times New Roman" panose="02020603050405020304" pitchFamily="18" charset="0"/>
              </a:rPr>
              <a:t> </a:t>
            </a:r>
            <a:r>
              <a:rPr lang="en-US" altLang="en-US" sz="2900" dirty="0">
                <a:solidFill>
                  <a:prstClr val="black"/>
                </a:solidFill>
                <a:latin typeface="Tw Cen MT" panose="020B0602020104020603" pitchFamily="34" charset="0"/>
                <a:cs typeface="Times New Roman" panose="02020603050405020304" pitchFamily="18" charset="0"/>
              </a:rPr>
              <a:t>U</a:t>
            </a:r>
            <a:r>
              <a:rPr lang="en-US" altLang="en-US" sz="2900" b="1" dirty="0">
                <a:solidFill>
                  <a:srgbClr val="800080"/>
                </a:solidFill>
                <a:latin typeface="Tw Cen MT" panose="020B0602020104020603" pitchFamily="34" charset="0"/>
                <a:cs typeface="Times New Roman" panose="02020603050405020304" pitchFamily="18" charset="0"/>
              </a:rPr>
              <a:t> </a:t>
            </a:r>
            <a:r>
              <a:rPr lang="en-US" altLang="en-US" sz="2900" dirty="0">
                <a:solidFill>
                  <a:prstClr val="black"/>
                </a:solidFill>
                <a:latin typeface="Tw Cen MT" panose="020B0602020104020603" pitchFamily="34" charset="0"/>
                <a:cs typeface="Times New Roman" panose="02020603050405020304" pitchFamily="18" charset="0"/>
              </a:rPr>
              <a:t> B) = </a:t>
            </a:r>
            <a:r>
              <a:rPr lang="en-US" altLang="en-US" sz="2900" i="1" dirty="0">
                <a:solidFill>
                  <a:prstClr val="black"/>
                </a:solidFill>
                <a:latin typeface="Tw Cen MT" panose="020B0602020104020603" pitchFamily="34" charset="0"/>
                <a:cs typeface="Times New Roman" panose="02020603050405020304" pitchFamily="18" charset="0"/>
              </a:rPr>
              <a:t>P </a:t>
            </a:r>
            <a:r>
              <a:rPr lang="en-US" altLang="en-US" sz="2900" dirty="0">
                <a:solidFill>
                  <a:prstClr val="black"/>
                </a:solidFill>
                <a:latin typeface="Tw Cen MT" panose="020B0602020104020603" pitchFamily="34" charset="0"/>
                <a:cs typeface="Times New Roman" panose="02020603050405020304" pitchFamily="18" charset="0"/>
              </a:rPr>
              <a:t>(</a:t>
            </a:r>
            <a:r>
              <a:rPr lang="en-US" altLang="en-US" sz="2900" i="1" dirty="0">
                <a:solidFill>
                  <a:prstClr val="black"/>
                </a:solidFill>
                <a:latin typeface="Tw Cen MT" panose="020B0602020104020603" pitchFamily="34" charset="0"/>
                <a:cs typeface="Times New Roman" panose="02020603050405020304" pitchFamily="18" charset="0"/>
              </a:rPr>
              <a:t>A</a:t>
            </a:r>
            <a:r>
              <a:rPr lang="en-US" altLang="en-US" sz="2900" dirty="0">
                <a:solidFill>
                  <a:prstClr val="black"/>
                </a:solidFill>
                <a:latin typeface="Tw Cen MT" panose="020B0602020104020603" pitchFamily="34" charset="0"/>
                <a:cs typeface="Times New Roman" panose="02020603050405020304" pitchFamily="18" charset="0"/>
              </a:rPr>
              <a:t>) + </a:t>
            </a:r>
            <a:r>
              <a:rPr lang="en-US" altLang="en-US" sz="2900" i="1" dirty="0">
                <a:solidFill>
                  <a:prstClr val="black"/>
                </a:solidFill>
                <a:latin typeface="Tw Cen MT" panose="020B0602020104020603" pitchFamily="34" charset="0"/>
                <a:cs typeface="Times New Roman" panose="02020603050405020304" pitchFamily="18" charset="0"/>
              </a:rPr>
              <a:t>P </a:t>
            </a:r>
            <a:r>
              <a:rPr lang="en-US" altLang="en-US" sz="2900" dirty="0">
                <a:solidFill>
                  <a:prstClr val="black"/>
                </a:solidFill>
                <a:latin typeface="Tw Cen MT" panose="020B0602020104020603" pitchFamily="34" charset="0"/>
                <a:cs typeface="Times New Roman" panose="02020603050405020304" pitchFamily="18" charset="0"/>
              </a:rPr>
              <a:t>(B).</a:t>
            </a:r>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 venn diagram&#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400175"/>
            <a:ext cx="4495800" cy="1876425"/>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17" y="2971800"/>
            <a:ext cx="4438650" cy="1895475"/>
          </a:xfrm>
          <a:prstGeom prst="rect">
            <a:avLst/>
          </a:prstGeom>
        </p:spPr>
      </p:pic>
      <p:pic>
        <p:nvPicPr>
          <p:cNvPr id="11" name="Picture 10" descr="Diagram, venn diagram&#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8687" y="4565695"/>
            <a:ext cx="4505325" cy="1866900"/>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9200" y="3874255"/>
            <a:ext cx="3592726" cy="491780"/>
          </a:xfrm>
          <a:prstGeom prst="rect">
            <a:avLst/>
          </a:prstGeom>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9200" y="2362200"/>
            <a:ext cx="2000250" cy="457200"/>
          </a:xfrm>
          <a:prstGeom prst="rect">
            <a:avLst/>
          </a:prstGeom>
        </p:spPr>
      </p:pic>
      <p:sp>
        <p:nvSpPr>
          <p:cNvPr id="3" name="Title 2"/>
          <p:cNvSpPr>
            <a:spLocks noGrp="1"/>
          </p:cNvSpPr>
          <p:nvPr>
            <p:ph type="title"/>
          </p:nvPr>
        </p:nvSpPr>
        <p:spPr/>
        <p:txBody>
          <a:bodyPr/>
          <a:lstStyle/>
          <a:p>
            <a:r>
              <a:rPr lang="en-IN" dirty="0"/>
              <a:t>Probability and Venn Diagram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prstGeom prst="rect">
            <a:avLst/>
          </a:prstGeom>
        </p:spPr>
        <p:txBody>
          <a:bodyPr/>
          <a:lstStyle/>
          <a:p>
            <a:r>
              <a:rPr lang="en-US" sz="4000" b="1" dirty="0">
                <a:latin typeface="Tw Cen MT" panose="020B0602020104020603" pitchFamily="34" charset="0"/>
                <a:cs typeface="Arial" panose="020B0604020202020204" pitchFamily="34" charset="0"/>
              </a:rPr>
              <a:t>Independent &amp; Dependent</a:t>
            </a:r>
          </a:p>
        </p:txBody>
      </p:sp>
      <p:sp>
        <p:nvSpPr>
          <p:cNvPr id="73731" name="Rectangle 3"/>
          <p:cNvSpPr>
            <a:spLocks noGrp="1" noChangeArrowheads="1"/>
          </p:cNvSpPr>
          <p:nvPr>
            <p:ph type="body" sz="quarter" idx="13"/>
          </p:nvPr>
        </p:nvSpPr>
        <p:spPr/>
        <p:txBody>
          <a:bodyPr>
            <a:normAutofit fontScale="92500" lnSpcReduction="20000"/>
          </a:bodyPr>
          <a:lstStyle/>
          <a:p>
            <a:pPr>
              <a:lnSpc>
                <a:spcPct val="120000"/>
              </a:lnSpc>
            </a:pPr>
            <a:r>
              <a:rPr lang="en-US" sz="3200" dirty="0">
                <a:latin typeface="Tw Cen MT" panose="020B0602020104020603" pitchFamily="34" charset="0"/>
              </a:rPr>
              <a:t>Events are either</a:t>
            </a:r>
          </a:p>
          <a:p>
            <a:pPr lvl="1" algn="just">
              <a:lnSpc>
                <a:spcPct val="120000"/>
              </a:lnSpc>
              <a:buFont typeface="Wingdings" panose="05000000000000000000" pitchFamily="2" charset="2"/>
              <a:buChar char="Ø"/>
            </a:pPr>
            <a:r>
              <a:rPr lang="en-US" sz="2800" i="1" u="sng" dirty="0">
                <a:solidFill>
                  <a:srgbClr val="FF0000"/>
                </a:solidFill>
                <a:latin typeface="Tw Cen MT" panose="020B0602020104020603" pitchFamily="34" charset="0"/>
              </a:rPr>
              <a:t>Independent</a:t>
            </a:r>
            <a:r>
              <a:rPr lang="en-US" sz="2800" dirty="0">
                <a:solidFill>
                  <a:srgbClr val="FF0000"/>
                </a:solidFill>
                <a:latin typeface="Tw Cen MT" panose="020B0602020104020603" pitchFamily="34" charset="0"/>
              </a:rPr>
              <a:t> </a:t>
            </a:r>
            <a:r>
              <a:rPr lang="en-US" sz="2800" dirty="0">
                <a:latin typeface="Tw Cen MT" panose="020B0602020104020603" pitchFamily="34" charset="0"/>
              </a:rPr>
              <a:t>(the occurrence of one event has no effect on the probability of occurrence of the other) or </a:t>
            </a:r>
          </a:p>
          <a:p>
            <a:pPr lvl="1" algn="just">
              <a:lnSpc>
                <a:spcPct val="120000"/>
              </a:lnSpc>
              <a:buFont typeface="Wingdings" panose="05000000000000000000" pitchFamily="2" charset="2"/>
              <a:buChar char="Ø"/>
            </a:pPr>
            <a:r>
              <a:rPr lang="en-US" sz="2800" i="1" u="sng" dirty="0">
                <a:solidFill>
                  <a:srgbClr val="FF0000"/>
                </a:solidFill>
                <a:latin typeface="Tw Cen MT" panose="020B0602020104020603" pitchFamily="34" charset="0"/>
              </a:rPr>
              <a:t>Dependent</a:t>
            </a:r>
            <a:r>
              <a:rPr lang="en-US" sz="2800" i="1" dirty="0">
                <a:solidFill>
                  <a:srgbClr val="FF0000"/>
                </a:solidFill>
                <a:latin typeface="Tw Cen MT" panose="020B0602020104020603" pitchFamily="34" charset="0"/>
              </a:rPr>
              <a:t> </a:t>
            </a:r>
            <a:r>
              <a:rPr lang="en-US" sz="2800" i="1" dirty="0">
                <a:latin typeface="Tw Cen MT" panose="020B0602020104020603" pitchFamily="34" charset="0"/>
              </a:rPr>
              <a:t>(</a:t>
            </a:r>
            <a:r>
              <a:rPr lang="en-US" sz="2800" dirty="0">
                <a:latin typeface="Tw Cen MT" panose="020B0602020104020603" pitchFamily="34" charset="0"/>
              </a:rPr>
              <a:t>the occurrence of one event gives information about the occurrence of the other)</a:t>
            </a:r>
          </a:p>
          <a:p>
            <a:endParaRPr lang="en-US" dirty="0"/>
          </a:p>
        </p:txBody>
      </p:sp>
      <p:pic>
        <p:nvPicPr>
          <p:cNvPr id="5" name="Picture 4"/>
          <p:cNvPicPr>
            <a:picLocks noChangeAspect="1"/>
          </p:cNvPicPr>
          <p:nvPr/>
        </p:nvPicPr>
        <p:blipFill>
          <a:blip r:embed="rId2"/>
          <a:stretch>
            <a:fillRect/>
          </a:stretch>
        </p:blipFill>
        <p:spPr>
          <a:xfrm>
            <a:off x="429208" y="4495800"/>
            <a:ext cx="7514040" cy="12763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200" b="1" dirty="0">
                <a:latin typeface="Tw Cen MT" panose="020B0602020104020603" pitchFamily="34" charset="0"/>
              </a:rPr>
              <a:t>Comparison between Mutually Exclusive events and Independent Events </a:t>
            </a:r>
            <a:endParaRPr lang="en-IN" sz="3200" b="1" dirty="0">
              <a:latin typeface="Tw Cen MT" panose="020B0602020104020603" pitchFamily="34" charset="0"/>
            </a:endParaRPr>
          </a:p>
        </p:txBody>
      </p:sp>
      <p:sp>
        <p:nvSpPr>
          <p:cNvPr id="2" name="Text Placeholder 1"/>
          <p:cNvSpPr>
            <a:spLocks noGrp="1"/>
          </p:cNvSpPr>
          <p:nvPr>
            <p:ph type="body" sz="quarter" idx="13"/>
          </p:nvPr>
        </p:nvSpPr>
        <p:spPr/>
        <p:txBody>
          <a:bodyPr/>
          <a:lstStyle/>
          <a:p>
            <a:endParaRPr lang="en-IN"/>
          </a:p>
        </p:txBody>
      </p:sp>
      <p:pic>
        <p:nvPicPr>
          <p:cNvPr id="7" name="Content Placeholder 6"/>
          <p:cNvPicPr>
            <a:picLocks noGrp="1" noChangeAspect="1"/>
          </p:cNvPicPr>
          <p:nvPr>
            <p:ph idx="4294967295"/>
          </p:nvPr>
        </p:nvPicPr>
        <p:blipFill>
          <a:blip r:embed="rId2"/>
          <a:stretch>
            <a:fillRect/>
          </a:stretch>
        </p:blipFill>
        <p:spPr>
          <a:xfrm>
            <a:off x="0" y="1371600"/>
            <a:ext cx="8610600" cy="518160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3BBA3E0-62B8-8221-9612-76B1BA30CA3C}"/>
                  </a:ext>
                </a:extLst>
              </p14:cNvPr>
              <p14:cNvContentPartPr/>
              <p14:nvPr/>
            </p14:nvContentPartPr>
            <p14:xfrm>
              <a:off x="4852080" y="2237760"/>
              <a:ext cx="254880" cy="278280"/>
            </p14:xfrm>
          </p:contentPart>
        </mc:Choice>
        <mc:Fallback>
          <p:pic>
            <p:nvPicPr>
              <p:cNvPr id="4" name="Ink 3">
                <a:extLst>
                  <a:ext uri="{FF2B5EF4-FFF2-40B4-BE49-F238E27FC236}">
                    <a16:creationId xmlns:a16="http://schemas.microsoft.com/office/drawing/2014/main" id="{83BBA3E0-62B8-8221-9612-76B1BA30CA3C}"/>
                  </a:ext>
                </a:extLst>
              </p:cNvPr>
              <p:cNvPicPr/>
              <p:nvPr/>
            </p:nvPicPr>
            <p:blipFill>
              <a:blip r:embed="rId4"/>
              <a:stretch>
                <a:fillRect/>
              </a:stretch>
            </p:blipFill>
            <p:spPr>
              <a:xfrm>
                <a:off x="4842720" y="2228400"/>
                <a:ext cx="273600" cy="29700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6200" y="1625842"/>
            <a:ext cx="9067800" cy="3693319"/>
          </a:xfrm>
          <a:prstGeom prst="rect">
            <a:avLst/>
          </a:prstGeom>
        </p:spPr>
        <p:txBody>
          <a:bodyPr wrap="square">
            <a:spAutoFit/>
          </a:bodyPr>
          <a:lstStyle/>
          <a:p>
            <a:pPr marL="0" marR="0" lvl="0" indent="0" algn="just" defTabSz="914400" rtl="0" eaLnBrk="0" fontAlgn="auto" latinLnBrk="1" hangingPunct="0">
              <a:lnSpc>
                <a:spcPct val="100000"/>
              </a:lnSpc>
              <a:spcBef>
                <a:spcPct val="0"/>
              </a:spcBef>
              <a:spcAft>
                <a:spcPts val="0"/>
              </a:spcAft>
              <a:buClrTx/>
              <a:buSzTx/>
              <a:buFontTx/>
              <a:buNone/>
              <a:defRPr/>
            </a:pPr>
            <a:r>
              <a:rPr kumimoji="0" lang="en-US" altLang="en-US" sz="2600" b="0" i="0" u="none" strike="noStrike" kern="1200" cap="none" spc="0" normalizeH="0" baseline="0" noProof="0" dirty="0">
                <a:ln>
                  <a:noFill/>
                </a:ln>
                <a:solidFill>
                  <a:prstClr val="black"/>
                </a:solidFill>
                <a:effectLst/>
                <a:uLnTx/>
                <a:uFillTx/>
                <a:latin typeface="Tw Cen MT" panose="020B0602020104020603" pitchFamily="34" charset="0"/>
                <a:cs typeface="Times New Roman" panose="02020603050405020304" pitchFamily="18" charset="0"/>
              </a:rPr>
              <a:t>An experiment has the four possible mutually exclusive outcomes A, B, C, D. Check whether the following  assignments of  probability are permissible:</a:t>
            </a:r>
          </a:p>
          <a:p>
            <a:pPr marL="0" marR="0" lvl="0" indent="0" algn="just" defTabSz="914400" rtl="0" eaLnBrk="0" fontAlgn="auto" latinLnBrk="1" hangingPunct="0">
              <a:lnSpc>
                <a:spcPct val="100000"/>
              </a:lnSpc>
              <a:spcBef>
                <a:spcPct val="0"/>
              </a:spcBef>
              <a:spcAft>
                <a:spcPts val="0"/>
              </a:spcAft>
              <a:buClrTx/>
              <a:buSzTx/>
              <a:buFontTx/>
              <a:buNone/>
              <a:defRPr/>
            </a:pPr>
            <a:endParaRPr kumimoji="0" lang="en-US" altLang="en-US" sz="2600" b="0" i="0" u="none" strike="noStrike" kern="1200" cap="none" spc="0" normalizeH="0" baseline="0" noProof="0" dirty="0">
              <a:ln>
                <a:noFill/>
              </a:ln>
              <a:solidFill>
                <a:prstClr val="black"/>
              </a:solidFill>
              <a:effectLst/>
              <a:uLnTx/>
              <a:uFillTx/>
              <a:latin typeface="Tw Cen MT" panose="020B0602020104020603" pitchFamily="34" charset="0"/>
              <a:cs typeface="Times New Roman" panose="02020603050405020304" pitchFamily="18" charset="0"/>
            </a:endParaRP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600" b="0" i="0" u="none" strike="noStrike" kern="1200" cap="none" spc="0" normalizeH="0" baseline="0" noProof="0" dirty="0">
                <a:ln>
                  <a:noFill/>
                </a:ln>
                <a:solidFill>
                  <a:prstClr val="black"/>
                </a:solidFill>
                <a:effectLst/>
                <a:uLnTx/>
                <a:uFillTx/>
                <a:latin typeface="Tw Cen MT" panose="020B0602020104020603" pitchFamily="34" charset="0"/>
                <a:cs typeface="Times New Roman" panose="02020603050405020304" pitchFamily="18" charset="0"/>
              </a:rPr>
              <a:t>P(A)= 0.38, P(B) = 0.16, P(C) =0.11, P(D) = 0.35 </a:t>
            </a:r>
            <a:r>
              <a:rPr kumimoji="0" lang="en-US" altLang="en-US" sz="2600" b="0" i="0" u="none" strike="noStrike" kern="1200" cap="none" spc="0" normalizeH="0" baseline="0" noProof="0" dirty="0">
                <a:ln>
                  <a:noFill/>
                </a:ln>
                <a:solidFill>
                  <a:srgbClr val="00B0F0"/>
                </a:solidFill>
                <a:effectLst/>
                <a:uLnTx/>
                <a:uFillTx/>
                <a:latin typeface="Tw Cen MT" panose="020B0602020104020603" pitchFamily="34" charset="0"/>
                <a:cs typeface="Times New Roman" panose="02020603050405020304" pitchFamily="18" charset="0"/>
              </a:rPr>
              <a:t>Permissible</a:t>
            </a: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600" b="0" i="0" u="none" strike="noStrike" kern="1200" cap="none" spc="0" normalizeH="0" baseline="0" noProof="0" dirty="0">
                <a:ln>
                  <a:noFill/>
                </a:ln>
                <a:solidFill>
                  <a:prstClr val="black"/>
                </a:solidFill>
                <a:effectLst/>
                <a:uLnTx/>
                <a:uFillTx/>
                <a:latin typeface="Tw Cen MT" panose="020B0602020104020603" pitchFamily="34" charset="0"/>
                <a:cs typeface="Times New Roman" panose="02020603050405020304" pitchFamily="18" charset="0"/>
              </a:rPr>
              <a:t>P(A)= 0.31, P(B) = 0.27, P(C) =0.28, P(D) = 0.16 	</a:t>
            </a:r>
            <a:r>
              <a:rPr kumimoji="0" lang="en-US" altLang="en-US" sz="2600" b="0" i="0" u="none" strike="noStrike" kern="1200" cap="none" spc="0" normalizeH="0" baseline="0" noProof="0" dirty="0">
                <a:ln>
                  <a:noFill/>
                </a:ln>
                <a:solidFill>
                  <a:srgbClr val="FF0000"/>
                </a:solidFill>
                <a:effectLst/>
                <a:uLnTx/>
                <a:uFillTx/>
                <a:latin typeface="Tw Cen MT" panose="020B0602020104020603" pitchFamily="34" charset="0"/>
                <a:cs typeface="Times New Roman" panose="02020603050405020304" pitchFamily="18" charset="0"/>
              </a:rPr>
              <a:t>NOT</a:t>
            </a: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600" b="0" i="0" u="none" strike="noStrike" kern="1200" cap="none" spc="0" normalizeH="0" baseline="0" noProof="0" dirty="0">
                <a:ln>
                  <a:noFill/>
                </a:ln>
                <a:solidFill>
                  <a:prstClr val="black"/>
                </a:solidFill>
                <a:effectLst/>
                <a:uLnTx/>
                <a:uFillTx/>
                <a:latin typeface="Tw Cen MT" panose="020B0602020104020603" pitchFamily="34" charset="0"/>
                <a:cs typeface="Times New Roman" panose="02020603050405020304" pitchFamily="18" charset="0"/>
              </a:rPr>
              <a:t>P(A)= 0.32, P(B) = 0.27, P(C) = </a:t>
            </a:r>
            <a:r>
              <a:rPr kumimoji="0" lang="en-US" altLang="en-US" sz="2600" b="0" i="0" u="none" strike="noStrike" kern="1200" cap="none" spc="0" normalizeH="0" baseline="0" noProof="0" dirty="0">
                <a:ln>
                  <a:noFill/>
                </a:ln>
                <a:solidFill>
                  <a:srgbClr val="FF0000"/>
                </a:solidFill>
                <a:effectLst/>
                <a:uLnTx/>
                <a:uFillTx/>
                <a:latin typeface="Tw Cen MT" panose="020B0602020104020603" pitchFamily="34" charset="0"/>
                <a:cs typeface="Times New Roman" panose="02020603050405020304" pitchFamily="18" charset="0"/>
              </a:rPr>
              <a:t>-0.06</a:t>
            </a:r>
            <a:r>
              <a:rPr kumimoji="0" lang="en-US" altLang="en-US" sz="2600" b="0" i="0" u="none" strike="noStrike" kern="1200" cap="none" spc="0" normalizeH="0" baseline="0" noProof="0" dirty="0">
                <a:ln>
                  <a:noFill/>
                </a:ln>
                <a:solidFill>
                  <a:prstClr val="black"/>
                </a:solidFill>
                <a:effectLst/>
                <a:uLnTx/>
                <a:uFillTx/>
                <a:latin typeface="Tw Cen MT" panose="020B0602020104020603" pitchFamily="34" charset="0"/>
                <a:cs typeface="Times New Roman" panose="02020603050405020304" pitchFamily="18" charset="0"/>
              </a:rPr>
              <a:t>, P(D) = 0.47 	</a:t>
            </a:r>
            <a:r>
              <a:rPr kumimoji="0" lang="en-US" altLang="en-US" sz="2600" b="0" i="0" u="none" strike="noStrike" kern="1200" cap="none" spc="0" normalizeH="0" baseline="0" noProof="0" dirty="0">
                <a:ln>
                  <a:noFill/>
                </a:ln>
                <a:solidFill>
                  <a:srgbClr val="FF0000"/>
                </a:solidFill>
                <a:effectLst/>
                <a:uLnTx/>
                <a:uFillTx/>
                <a:latin typeface="Tw Cen MT" panose="020B0602020104020603" pitchFamily="34" charset="0"/>
                <a:cs typeface="Times New Roman" panose="02020603050405020304" pitchFamily="18" charset="0"/>
              </a:rPr>
              <a:t>NOT</a:t>
            </a: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600" b="0" i="0" u="none" strike="noStrike" kern="1200" cap="none" spc="0" normalizeH="0" baseline="0" noProof="0" dirty="0">
                <a:ln>
                  <a:noFill/>
                </a:ln>
                <a:solidFill>
                  <a:prstClr val="black"/>
                </a:solidFill>
                <a:effectLst/>
                <a:uLnTx/>
                <a:uFillTx/>
                <a:latin typeface="Tw Cen MT" panose="020B0602020104020603" pitchFamily="34" charset="0"/>
                <a:cs typeface="Times New Roman" panose="02020603050405020304" pitchFamily="18" charset="0"/>
              </a:rPr>
              <a:t>P(A)= 1/2, P(B) = 1/4, P(C) = 1/8, P(D) = 1/16 	</a:t>
            </a:r>
            <a:r>
              <a:rPr kumimoji="0" lang="en-US" altLang="en-US" sz="2600" b="0" i="0" u="none" strike="noStrike" kern="1200" cap="none" spc="0" normalizeH="0" baseline="0" noProof="0" dirty="0">
                <a:ln>
                  <a:noFill/>
                </a:ln>
                <a:solidFill>
                  <a:srgbClr val="FF0000"/>
                </a:solidFill>
                <a:effectLst/>
                <a:uLnTx/>
                <a:uFillTx/>
                <a:latin typeface="Tw Cen MT" panose="020B0602020104020603" pitchFamily="34" charset="0"/>
                <a:cs typeface="Times New Roman" panose="02020603050405020304" pitchFamily="18" charset="0"/>
              </a:rPr>
              <a:t>NOT</a:t>
            </a: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600" b="0" i="0" u="none" strike="noStrike" kern="1200" cap="none" spc="0" normalizeH="0" baseline="0" noProof="0" dirty="0">
                <a:ln>
                  <a:noFill/>
                </a:ln>
                <a:solidFill>
                  <a:prstClr val="black"/>
                </a:solidFill>
                <a:effectLst/>
                <a:uLnTx/>
                <a:uFillTx/>
                <a:latin typeface="Tw Cen MT" panose="020B0602020104020603" pitchFamily="34" charset="0"/>
                <a:cs typeface="Times New Roman" panose="02020603050405020304" pitchFamily="18" charset="0"/>
              </a:rPr>
              <a:t>P(A)= 5/8, P(B) = 1/6, P(C) = 1/3, P(D) = 2/9      </a:t>
            </a:r>
            <a:r>
              <a:rPr kumimoji="0" lang="en-US" altLang="en-US" sz="2600" b="0" i="0" u="none" strike="noStrike" kern="1200" cap="none" spc="0" normalizeH="0" baseline="0" noProof="0" dirty="0">
                <a:ln>
                  <a:noFill/>
                </a:ln>
                <a:solidFill>
                  <a:srgbClr val="FF0000"/>
                </a:solidFill>
                <a:effectLst/>
                <a:uLnTx/>
                <a:uFillTx/>
                <a:latin typeface="Tw Cen MT" panose="020B0602020104020603" pitchFamily="34" charset="0"/>
                <a:cs typeface="Times New Roman" panose="02020603050405020304" pitchFamily="18" charset="0"/>
              </a:rPr>
              <a:t>NOT</a:t>
            </a:r>
          </a:p>
        </p:txBody>
      </p:sp>
      <p:sp>
        <p:nvSpPr>
          <p:cNvPr id="3" name="Title 2"/>
          <p:cNvSpPr>
            <a:spLocks noGrp="1"/>
          </p:cNvSpPr>
          <p:nvPr>
            <p:ph type="title"/>
          </p:nvPr>
        </p:nvSpPr>
        <p:spPr/>
        <p:txBody>
          <a:bodyPr/>
          <a:lstStyle/>
          <a:p>
            <a:r>
              <a:rPr lang="en-IN" dirty="0"/>
              <a:t>Example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2</a:t>
            </a:r>
          </a:p>
        </p:txBody>
      </p:sp>
      <p:sp>
        <p:nvSpPr>
          <p:cNvPr id="3" name="Content Placeholder 2"/>
          <p:cNvSpPr>
            <a:spLocks noGrp="1"/>
          </p:cNvSpPr>
          <p:nvPr>
            <p:ph type="body" sz="quarter" idx="13"/>
          </p:nvPr>
        </p:nvSpPr>
        <p:spPr/>
        <p:txBody>
          <a:bodyPr anchor="ctr">
            <a:normAutofit fontScale="77500" lnSpcReduction="20000"/>
          </a:bodyPr>
          <a:lstStyle/>
          <a:p>
            <a:pPr marL="0" indent="0">
              <a:lnSpc>
                <a:spcPct val="150000"/>
              </a:lnSpc>
              <a:spcBef>
                <a:spcPts val="0"/>
              </a:spcBef>
            </a:pPr>
            <a:r>
              <a:rPr lang="en-IN" sz="3200" dirty="0">
                <a:latin typeface="Tw Cen MT" panose="020B0602020104020603" pitchFamily="34" charset="0"/>
              </a:rPr>
              <a:t>If two dice are thrown , what is the probability that the sum is</a:t>
            </a:r>
          </a:p>
          <a:p>
            <a:pPr marL="386080" indent="-386080">
              <a:lnSpc>
                <a:spcPct val="150000"/>
              </a:lnSpc>
              <a:spcBef>
                <a:spcPts val="0"/>
              </a:spcBef>
              <a:buAutoNum type="alphaLcParenR"/>
            </a:pPr>
            <a:r>
              <a:rPr lang="en-IN" sz="3200" dirty="0">
                <a:latin typeface="Tw Cen MT" panose="020B0602020104020603" pitchFamily="34" charset="0"/>
              </a:rPr>
              <a:t>Greater than 8</a:t>
            </a:r>
          </a:p>
          <a:p>
            <a:pPr marL="386080" indent="-386080">
              <a:lnSpc>
                <a:spcPct val="150000"/>
              </a:lnSpc>
              <a:spcBef>
                <a:spcPts val="0"/>
              </a:spcBef>
              <a:buAutoNum type="alphaLcParenR"/>
            </a:pPr>
            <a:r>
              <a:rPr lang="en-IN" sz="3200" dirty="0">
                <a:latin typeface="Tw Cen MT" panose="020B0602020104020603" pitchFamily="34" charset="0"/>
              </a:rPr>
              <a:t>Less than 6</a:t>
            </a:r>
          </a:p>
          <a:p>
            <a:pPr marL="386080" indent="-386080">
              <a:lnSpc>
                <a:spcPct val="150000"/>
              </a:lnSpc>
              <a:spcBef>
                <a:spcPts val="0"/>
              </a:spcBef>
              <a:buAutoNum type="alphaLcParenR"/>
            </a:pPr>
            <a:r>
              <a:rPr lang="en-IN" sz="3200" dirty="0">
                <a:latin typeface="Tw Cen MT" panose="020B0602020104020603" pitchFamily="34" charset="0"/>
              </a:rPr>
              <a:t>Neither 7 nor 11</a:t>
            </a:r>
          </a:p>
          <a:p>
            <a:endParaRPr lang="x-none"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F84A626-C69C-598C-ABFB-A940A949E8E1}"/>
                  </a:ext>
                </a:extLst>
              </p14:cNvPr>
              <p14:cNvContentPartPr/>
              <p14:nvPr/>
            </p14:nvContentPartPr>
            <p14:xfrm>
              <a:off x="967320" y="2242440"/>
              <a:ext cx="6804720" cy="3952440"/>
            </p14:xfrm>
          </p:contentPart>
        </mc:Choice>
        <mc:Fallback>
          <p:pic>
            <p:nvPicPr>
              <p:cNvPr id="4" name="Ink 3">
                <a:extLst>
                  <a:ext uri="{FF2B5EF4-FFF2-40B4-BE49-F238E27FC236}">
                    <a16:creationId xmlns:a16="http://schemas.microsoft.com/office/drawing/2014/main" id="{BF84A626-C69C-598C-ABFB-A940A949E8E1}"/>
                  </a:ext>
                </a:extLst>
              </p:cNvPr>
              <p:cNvPicPr/>
              <p:nvPr/>
            </p:nvPicPr>
            <p:blipFill>
              <a:blip r:embed="rId3"/>
              <a:stretch>
                <a:fillRect/>
              </a:stretch>
            </p:blipFill>
            <p:spPr>
              <a:xfrm>
                <a:off x="957960" y="2233080"/>
                <a:ext cx="6823440" cy="397116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418711"/>
            <a:ext cx="7239000" cy="4844581"/>
          </a:xfrm>
          <a:prstGeom prst="rect">
            <a:avLst/>
          </a:prstGeom>
        </p:spPr>
      </p:pic>
      <p:sp>
        <p:nvSpPr>
          <p:cNvPr id="4" name="TextBox 3"/>
          <p:cNvSpPr txBox="1"/>
          <p:nvPr/>
        </p:nvSpPr>
        <p:spPr>
          <a:xfrm>
            <a:off x="457200" y="992626"/>
            <a:ext cx="5181600" cy="369332"/>
          </a:xfrm>
          <a:prstGeom prst="rect">
            <a:avLst/>
          </a:prstGeom>
          <a:noFill/>
        </p:spPr>
        <p:txBody>
          <a:bodyPr wrap="square" rtlCol="0">
            <a:spAutoFit/>
          </a:bodyPr>
          <a:lstStyle/>
          <a:p>
            <a:r>
              <a:rPr lang="en-IN" dirty="0"/>
              <a:t>Probability of outcome, when a pair of die is thrown:</a:t>
            </a:r>
          </a:p>
        </p:txBody>
      </p:sp>
      <p:sp>
        <p:nvSpPr>
          <p:cNvPr id="3" name="Title 2"/>
          <p:cNvSpPr>
            <a:spLocks noGrp="1"/>
          </p:cNvSpPr>
          <p:nvPr>
            <p:ph type="title"/>
          </p:nvPr>
        </p:nvSpPr>
        <p:spPr/>
        <p:txBody>
          <a:bodyPr/>
          <a:lstStyle/>
          <a:p>
            <a:r>
              <a:rPr lang="en-IN" dirty="0"/>
              <a:t>Solution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Continued..</a:t>
            </a:r>
          </a:p>
        </p:txBody>
      </p:sp>
      <p:sp>
        <p:nvSpPr>
          <p:cNvPr id="3" name="Content Placeholder 2"/>
          <p:cNvSpPr>
            <a:spLocks noGrp="1"/>
          </p:cNvSpPr>
          <p:nvPr>
            <p:ph type="body" sz="quarter" idx="13"/>
          </p:nvPr>
        </p:nvSpPr>
        <p:spPr>
          <a:xfrm>
            <a:off x="643303" y="1600202"/>
            <a:ext cx="8207311" cy="4724398"/>
          </a:xfrm>
        </p:spPr>
        <p:txBody>
          <a:bodyPr>
            <a:normAutofit/>
          </a:bodyPr>
          <a:lstStyle/>
          <a:p>
            <a:pPr marL="0" indent="0">
              <a:lnSpc>
                <a:spcPct val="150000"/>
              </a:lnSpc>
              <a:spcBef>
                <a:spcPts val="0"/>
              </a:spcBef>
              <a:buNone/>
            </a:pPr>
            <a:r>
              <a:rPr lang="en-IN" sz="1800" dirty="0">
                <a:latin typeface="Tw Cen MT" panose="020B0602020104020603" pitchFamily="34" charset="0"/>
              </a:rPr>
              <a:t>If two dice are thrown , what is the probability that the sum is</a:t>
            </a:r>
          </a:p>
          <a:p>
            <a:pPr marL="386080" indent="-386080">
              <a:lnSpc>
                <a:spcPct val="150000"/>
              </a:lnSpc>
              <a:spcBef>
                <a:spcPts val="0"/>
              </a:spcBef>
              <a:buAutoNum type="alphaLcParenR"/>
            </a:pPr>
            <a:r>
              <a:rPr lang="en-IN" sz="1800" dirty="0">
                <a:latin typeface="Tw Cen MT" panose="020B0602020104020603" pitchFamily="34" charset="0"/>
              </a:rPr>
              <a:t>Greater than 8</a:t>
            </a:r>
          </a:p>
          <a:p>
            <a:pPr marL="0" indent="0">
              <a:lnSpc>
                <a:spcPct val="150000"/>
              </a:lnSpc>
              <a:spcBef>
                <a:spcPts val="0"/>
              </a:spcBef>
            </a:pPr>
            <a:endParaRPr lang="en-IN" sz="1800" dirty="0">
              <a:latin typeface="Tw Cen MT" panose="020B0602020104020603" pitchFamily="34" charset="0"/>
            </a:endParaRPr>
          </a:p>
          <a:p>
            <a:pPr marL="0" indent="0">
              <a:lnSpc>
                <a:spcPct val="150000"/>
              </a:lnSpc>
              <a:spcBef>
                <a:spcPts val="0"/>
              </a:spcBef>
            </a:pPr>
            <a:endParaRPr lang="en-IN" sz="1800" dirty="0">
              <a:latin typeface="Tw Cen MT" panose="020B0602020104020603" pitchFamily="34" charset="0"/>
            </a:endParaRPr>
          </a:p>
          <a:p>
            <a:pPr marL="0" indent="0">
              <a:lnSpc>
                <a:spcPct val="150000"/>
              </a:lnSpc>
              <a:spcBef>
                <a:spcPts val="0"/>
              </a:spcBef>
              <a:buNone/>
            </a:pPr>
            <a:r>
              <a:rPr lang="en-IN" sz="1800" dirty="0">
                <a:latin typeface="Tw Cen MT" panose="020B0602020104020603" pitchFamily="34" charset="0"/>
              </a:rPr>
              <a:t>b)Less than 6:</a:t>
            </a:r>
          </a:p>
          <a:p>
            <a:pPr marL="386080" indent="-386080">
              <a:lnSpc>
                <a:spcPct val="150000"/>
              </a:lnSpc>
              <a:spcBef>
                <a:spcPts val="0"/>
              </a:spcBef>
              <a:buAutoNum type="alphaLcParenR"/>
            </a:pPr>
            <a:endParaRPr lang="en-IN" sz="1800" dirty="0">
              <a:latin typeface="Tw Cen MT" panose="020B0602020104020603" pitchFamily="34" charset="0"/>
            </a:endParaRPr>
          </a:p>
        </p:txBody>
      </p:sp>
      <mc:AlternateContent xmlns:mc="http://schemas.openxmlformats.org/markup-compatibility/2006" xmlns:p14="http://schemas.microsoft.com/office/powerpoint/2010/main">
        <mc:Choice Requires="p14">
          <p:contentPart p14:bwMode="auto" r:id="rId2">
            <p14:nvContentPartPr>
              <p14:cNvPr id="162" name="Ink 163"/>
              <p14:cNvContentPartPr/>
              <p14:nvPr/>
            </p14:nvContentPartPr>
            <p14:xfrm>
              <a:off x="8029275" y="3959420"/>
              <a:ext cx="6480" cy="16200"/>
            </p14:xfrm>
          </p:contentPart>
        </mc:Choice>
        <mc:Fallback xmlns="">
          <p:pic>
            <p:nvPicPr>
              <p:cNvPr id="162" name="Ink 163"/>
            </p:nvPicPr>
            <p:blipFill>
              <a:blip r:embed="rId3"/>
            </p:blipFill>
            <p:spPr>
              <a:xfrm>
                <a:off x="8029275" y="3959420"/>
                <a:ext cx="6480" cy="1620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6" name="Ink 6"/>
              <p14:cNvContentPartPr/>
              <p14:nvPr/>
            </p14:nvContentPartPr>
            <p14:xfrm>
              <a:off x="3404715" y="2114510"/>
              <a:ext cx="326160" cy="250830"/>
            </p14:xfrm>
          </p:contentPart>
        </mc:Choice>
        <mc:Fallback xmlns="">
          <p:pic>
            <p:nvPicPr>
              <p:cNvPr id="6" name="Ink 6"/>
            </p:nvPicPr>
            <p:blipFill>
              <a:blip r:embed="rId5"/>
            </p:blipFill>
            <p:spPr>
              <a:xfrm>
                <a:off x="3404715" y="2114510"/>
                <a:ext cx="326160" cy="25083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12" name="Ink 13"/>
              <p14:cNvContentPartPr/>
              <p14:nvPr/>
            </p14:nvContentPartPr>
            <p14:xfrm>
              <a:off x="4282215" y="2064290"/>
              <a:ext cx="381780" cy="294840"/>
            </p14:xfrm>
          </p:contentPart>
        </mc:Choice>
        <mc:Fallback xmlns="">
          <p:pic>
            <p:nvPicPr>
              <p:cNvPr id="12" name="Ink 13"/>
            </p:nvPicPr>
            <p:blipFill>
              <a:blip r:embed="rId7"/>
            </p:blipFill>
            <p:spPr>
              <a:xfrm>
                <a:off x="4282215" y="2064290"/>
                <a:ext cx="381780" cy="29484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13" name="Ink 14"/>
              <p14:cNvContentPartPr/>
              <p14:nvPr/>
            </p14:nvContentPartPr>
            <p14:xfrm>
              <a:off x="4006275" y="2152040"/>
              <a:ext cx="113130" cy="179280"/>
            </p14:xfrm>
          </p:contentPart>
        </mc:Choice>
        <mc:Fallback xmlns="">
          <p:pic>
            <p:nvPicPr>
              <p:cNvPr id="13" name="Ink 14"/>
            </p:nvPicPr>
            <p:blipFill>
              <a:blip r:embed="rId9"/>
            </p:blipFill>
            <p:spPr>
              <a:xfrm>
                <a:off x="4006275" y="2152040"/>
                <a:ext cx="113130" cy="17928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18" name="Ink 17"/>
              <p14:cNvContentPartPr/>
              <p14:nvPr/>
            </p14:nvContentPartPr>
            <p14:xfrm>
              <a:off x="5541765" y="2158250"/>
              <a:ext cx="163080" cy="163080"/>
            </p14:xfrm>
          </p:contentPart>
        </mc:Choice>
        <mc:Fallback xmlns="">
          <p:pic>
            <p:nvPicPr>
              <p:cNvPr id="18" name="Ink 17"/>
            </p:nvPicPr>
            <p:blipFill>
              <a:blip r:embed="rId11"/>
            </p:blipFill>
            <p:spPr>
              <a:xfrm>
                <a:off x="5541765" y="2158250"/>
                <a:ext cx="163080" cy="16308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21" name="Ink 22"/>
              <p14:cNvContentPartPr/>
              <p14:nvPr/>
            </p14:nvContentPartPr>
            <p14:xfrm>
              <a:off x="5936505" y="2032970"/>
              <a:ext cx="388800" cy="357480"/>
            </p14:xfrm>
          </p:contentPart>
        </mc:Choice>
        <mc:Fallback xmlns="">
          <p:pic>
            <p:nvPicPr>
              <p:cNvPr id="21" name="Ink 22"/>
            </p:nvPicPr>
            <p:blipFill>
              <a:blip r:embed="rId13"/>
            </p:blipFill>
            <p:spPr>
              <a:xfrm>
                <a:off x="5936505" y="2032970"/>
                <a:ext cx="388800" cy="35748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22" name="Ink 23"/>
              <p14:cNvContentPartPr/>
              <p14:nvPr/>
            </p14:nvContentPartPr>
            <p14:xfrm>
              <a:off x="4758225" y="2183360"/>
              <a:ext cx="507870" cy="113130"/>
            </p14:xfrm>
          </p:contentPart>
        </mc:Choice>
        <mc:Fallback xmlns="">
          <p:pic>
            <p:nvPicPr>
              <p:cNvPr id="22" name="Ink 23"/>
            </p:nvPicPr>
            <p:blipFill>
              <a:blip r:embed="rId15"/>
            </p:blipFill>
            <p:spPr>
              <a:xfrm>
                <a:off x="4758225" y="2183360"/>
                <a:ext cx="507870" cy="11313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32" name="Ink 33"/>
              <p14:cNvContentPartPr/>
              <p14:nvPr/>
            </p14:nvContentPartPr>
            <p14:xfrm>
              <a:off x="4125345" y="2546780"/>
              <a:ext cx="814860" cy="301050"/>
            </p14:xfrm>
          </p:contentPart>
        </mc:Choice>
        <mc:Fallback xmlns="">
          <p:pic>
            <p:nvPicPr>
              <p:cNvPr id="32" name="Ink 33"/>
            </p:nvPicPr>
            <p:blipFill>
              <a:blip r:embed="rId17"/>
            </p:blipFill>
            <p:spPr>
              <a:xfrm>
                <a:off x="4125345" y="2546780"/>
                <a:ext cx="814860" cy="30105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33" name="Ink 34"/>
              <p14:cNvContentPartPr/>
              <p14:nvPr/>
            </p14:nvContentPartPr>
            <p14:xfrm>
              <a:off x="3843465" y="2640740"/>
              <a:ext cx="106650" cy="81810"/>
            </p14:xfrm>
          </p:contentPart>
        </mc:Choice>
        <mc:Fallback xmlns="">
          <p:pic>
            <p:nvPicPr>
              <p:cNvPr id="33" name="Ink 34"/>
            </p:nvPicPr>
            <p:blipFill>
              <a:blip r:embed="rId19"/>
            </p:blipFill>
            <p:spPr>
              <a:xfrm>
                <a:off x="3843465" y="2640740"/>
                <a:ext cx="106650" cy="8181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44" name="Ink 46"/>
              <p14:cNvContentPartPr/>
              <p14:nvPr/>
            </p14:nvContentPartPr>
            <p14:xfrm>
              <a:off x="5761005" y="2534360"/>
              <a:ext cx="539190" cy="275940"/>
            </p14:xfrm>
          </p:contentPart>
        </mc:Choice>
        <mc:Fallback xmlns="">
          <p:pic>
            <p:nvPicPr>
              <p:cNvPr id="44" name="Ink 46"/>
            </p:nvPicPr>
            <p:blipFill>
              <a:blip r:embed="rId21"/>
            </p:blipFill>
            <p:spPr>
              <a:xfrm>
                <a:off x="5761005" y="2534360"/>
                <a:ext cx="539190" cy="27594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45" name="Ink 47"/>
              <p14:cNvContentPartPr/>
              <p14:nvPr/>
            </p14:nvContentPartPr>
            <p14:xfrm>
              <a:off x="5479125" y="2615630"/>
              <a:ext cx="144450" cy="144720"/>
            </p14:xfrm>
          </p:contentPart>
        </mc:Choice>
        <mc:Fallback xmlns="">
          <p:pic>
            <p:nvPicPr>
              <p:cNvPr id="45" name="Ink 47"/>
            </p:nvPicPr>
            <p:blipFill>
              <a:blip r:embed="rId23"/>
            </p:blipFill>
            <p:spPr>
              <a:xfrm>
                <a:off x="5479125" y="2615630"/>
                <a:ext cx="144450" cy="14472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46" name="Ink 48"/>
              <p14:cNvContentPartPr/>
              <p14:nvPr/>
            </p14:nvContentPartPr>
            <p14:xfrm>
              <a:off x="5153235" y="2653430"/>
              <a:ext cx="150660" cy="119340"/>
            </p14:xfrm>
          </p:contentPart>
        </mc:Choice>
        <mc:Fallback xmlns="">
          <p:pic>
            <p:nvPicPr>
              <p:cNvPr id="46" name="Ink 48"/>
            </p:nvPicPr>
            <p:blipFill>
              <a:blip r:embed="rId25"/>
            </p:blipFill>
            <p:spPr>
              <a:xfrm>
                <a:off x="5153235" y="2653430"/>
                <a:ext cx="150660" cy="11934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57" name="Ink 56"/>
              <p14:cNvContentPartPr/>
              <p14:nvPr/>
            </p14:nvContentPartPr>
            <p14:xfrm>
              <a:off x="7490625" y="2465240"/>
              <a:ext cx="106920" cy="282150"/>
            </p14:xfrm>
          </p:contentPart>
        </mc:Choice>
        <mc:Fallback xmlns="">
          <p:pic>
            <p:nvPicPr>
              <p:cNvPr id="57" name="Ink 56"/>
            </p:nvPicPr>
            <p:blipFill>
              <a:blip r:embed="rId27"/>
            </p:blipFill>
            <p:spPr>
              <a:xfrm>
                <a:off x="7490625" y="2465240"/>
                <a:ext cx="106920" cy="28215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58" name="Ink 60"/>
              <p14:cNvContentPartPr/>
              <p14:nvPr/>
            </p14:nvContentPartPr>
            <p14:xfrm>
              <a:off x="7083195" y="2446610"/>
              <a:ext cx="294030" cy="232200"/>
            </p14:xfrm>
          </p:contentPart>
        </mc:Choice>
        <mc:Fallback xmlns="">
          <p:pic>
            <p:nvPicPr>
              <p:cNvPr id="58" name="Ink 60"/>
            </p:nvPicPr>
            <p:blipFill>
              <a:blip r:embed="rId29"/>
            </p:blipFill>
            <p:spPr>
              <a:xfrm>
                <a:off x="7083195" y="2446610"/>
                <a:ext cx="294030" cy="23220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59" name="Ink 61"/>
              <p14:cNvContentPartPr/>
              <p14:nvPr/>
            </p14:nvContentPartPr>
            <p14:xfrm>
              <a:off x="6794835" y="2559200"/>
              <a:ext cx="162540" cy="132030"/>
            </p14:xfrm>
          </p:contentPart>
        </mc:Choice>
        <mc:Fallback xmlns="">
          <p:pic>
            <p:nvPicPr>
              <p:cNvPr id="59" name="Ink 61"/>
            </p:nvPicPr>
            <p:blipFill>
              <a:blip r:embed="rId31"/>
            </p:blipFill>
            <p:spPr>
              <a:xfrm>
                <a:off x="6794835" y="2559200"/>
                <a:ext cx="162540" cy="13203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60" name="Ink 62"/>
              <p14:cNvContentPartPr/>
              <p14:nvPr/>
            </p14:nvContentPartPr>
            <p14:xfrm>
              <a:off x="6431415" y="2610230"/>
              <a:ext cx="169560" cy="131220"/>
            </p14:xfrm>
          </p:contentPart>
        </mc:Choice>
        <mc:Fallback xmlns="">
          <p:pic>
            <p:nvPicPr>
              <p:cNvPr id="60" name="Ink 62"/>
            </p:nvPicPr>
            <p:blipFill>
              <a:blip r:embed="rId33"/>
            </p:blipFill>
            <p:spPr>
              <a:xfrm>
                <a:off x="6431415" y="2610230"/>
                <a:ext cx="169560" cy="13122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72" name="Ink 72"/>
              <p14:cNvContentPartPr/>
              <p14:nvPr/>
            </p14:nvContentPartPr>
            <p14:xfrm>
              <a:off x="7753605" y="2446610"/>
              <a:ext cx="1097010" cy="310770"/>
            </p14:xfrm>
          </p:contentPart>
        </mc:Choice>
        <mc:Fallback xmlns="">
          <p:pic>
            <p:nvPicPr>
              <p:cNvPr id="72" name="Ink 72"/>
            </p:nvPicPr>
            <p:blipFill>
              <a:blip r:embed="rId35"/>
            </p:blipFill>
            <p:spPr>
              <a:xfrm>
                <a:off x="7753605" y="2446610"/>
                <a:ext cx="1097010" cy="31077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74" name="Ink 73"/>
              <p14:cNvContentPartPr/>
              <p14:nvPr/>
            </p14:nvContentPartPr>
            <p14:xfrm>
              <a:off x="3880995" y="3217190"/>
              <a:ext cx="106920" cy="19170"/>
            </p14:xfrm>
          </p:contentPart>
        </mc:Choice>
        <mc:Fallback xmlns="">
          <p:pic>
            <p:nvPicPr>
              <p:cNvPr id="74" name="Ink 73"/>
            </p:nvPicPr>
            <p:blipFill>
              <a:blip r:embed="rId37"/>
            </p:blipFill>
            <p:spPr>
              <a:xfrm>
                <a:off x="3880995" y="3217190"/>
                <a:ext cx="106920" cy="1917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75" name="Ink 74"/>
              <p14:cNvContentPartPr/>
              <p14:nvPr/>
            </p14:nvContentPartPr>
            <p14:xfrm>
              <a:off x="3899895" y="3317630"/>
              <a:ext cx="94230" cy="12690"/>
            </p14:xfrm>
          </p:contentPart>
        </mc:Choice>
        <mc:Fallback xmlns="">
          <p:pic>
            <p:nvPicPr>
              <p:cNvPr id="75" name="Ink 74"/>
            </p:nvPicPr>
            <p:blipFill>
              <a:blip r:embed="rId39"/>
            </p:blipFill>
            <p:spPr>
              <a:xfrm>
                <a:off x="3899895" y="3317630"/>
                <a:ext cx="94230" cy="12690"/>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76" name="Ink 75"/>
              <p14:cNvContentPartPr/>
              <p14:nvPr/>
            </p14:nvContentPartPr>
            <p14:xfrm>
              <a:off x="4388595" y="3123230"/>
              <a:ext cx="175770" cy="88020"/>
            </p14:xfrm>
          </p:contentPart>
        </mc:Choice>
        <mc:Fallback xmlns="">
          <p:pic>
            <p:nvPicPr>
              <p:cNvPr id="76" name="Ink 75"/>
            </p:nvPicPr>
            <p:blipFill>
              <a:blip r:embed="rId41"/>
            </p:blipFill>
            <p:spPr>
              <a:xfrm>
                <a:off x="4388595" y="3123230"/>
                <a:ext cx="175770" cy="8802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77" name="Ink 76"/>
              <p14:cNvContentPartPr/>
              <p14:nvPr/>
            </p14:nvContentPartPr>
            <p14:xfrm>
              <a:off x="4538985" y="3129710"/>
              <a:ext cx="19170" cy="94230"/>
            </p14:xfrm>
          </p:contentPart>
        </mc:Choice>
        <mc:Fallback xmlns="">
          <p:pic>
            <p:nvPicPr>
              <p:cNvPr id="77" name="Ink 76"/>
            </p:nvPicPr>
            <p:blipFill>
              <a:blip r:embed="rId43"/>
            </p:blipFill>
            <p:spPr>
              <a:xfrm>
                <a:off x="4538985" y="3129710"/>
                <a:ext cx="19170" cy="94230"/>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92" name="Ink 92"/>
              <p14:cNvContentPartPr/>
              <p14:nvPr/>
            </p14:nvContentPartPr>
            <p14:xfrm>
              <a:off x="4332165" y="3304940"/>
              <a:ext cx="507870" cy="270000"/>
            </p14:xfrm>
          </p:contentPart>
        </mc:Choice>
        <mc:Fallback xmlns="">
          <p:pic>
            <p:nvPicPr>
              <p:cNvPr id="92" name="Ink 92"/>
            </p:nvPicPr>
            <p:blipFill>
              <a:blip r:embed="rId45"/>
            </p:blipFill>
            <p:spPr>
              <a:xfrm>
                <a:off x="4332165" y="3304940"/>
                <a:ext cx="507870" cy="270000"/>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97" name="Ink 96"/>
              <p14:cNvContentPartPr/>
              <p14:nvPr/>
            </p14:nvContentPartPr>
            <p14:xfrm>
              <a:off x="5604405" y="3079490"/>
              <a:ext cx="131760" cy="138240"/>
            </p14:xfrm>
          </p:contentPart>
        </mc:Choice>
        <mc:Fallback xmlns="">
          <p:pic>
            <p:nvPicPr>
              <p:cNvPr id="97" name="Ink 96"/>
            </p:nvPicPr>
            <p:blipFill>
              <a:blip r:embed="rId47"/>
            </p:blipFill>
            <p:spPr>
              <a:xfrm>
                <a:off x="5604405" y="3079490"/>
                <a:ext cx="131760" cy="138240"/>
              </a:xfrm>
              <a:prstGeom prst="rect"/>
            </p:spPr>
          </p:pic>
        </mc:Fallback>
      </mc:AlternateContent>
      <mc:AlternateContent xmlns:mc="http://schemas.openxmlformats.org/markup-compatibility/2006" xmlns:p14="http://schemas.microsoft.com/office/powerpoint/2010/main">
        <mc:Choice Requires="p14">
          <p:contentPart p14:bwMode="auto" r:id="rId48">
            <p14:nvContentPartPr>
              <p14:cNvPr id="98" name="Ink 97"/>
              <p14:cNvContentPartPr/>
              <p14:nvPr/>
            </p14:nvContentPartPr>
            <p14:xfrm>
              <a:off x="5479125" y="3304940"/>
              <a:ext cx="395010" cy="19170"/>
            </p14:xfrm>
          </p:contentPart>
        </mc:Choice>
        <mc:Fallback xmlns="">
          <p:pic>
            <p:nvPicPr>
              <p:cNvPr id="98" name="Ink 97"/>
            </p:nvPicPr>
            <p:blipFill>
              <a:blip r:embed="rId49"/>
            </p:blipFill>
            <p:spPr>
              <a:xfrm>
                <a:off x="5479125" y="3304940"/>
                <a:ext cx="395010" cy="19170"/>
              </a:xfrm>
              <a:prstGeom prst="rect"/>
            </p:spPr>
          </p:pic>
        </mc:Fallback>
      </mc:AlternateContent>
      <mc:AlternateContent xmlns:mc="http://schemas.openxmlformats.org/markup-compatibility/2006" xmlns:p14="http://schemas.microsoft.com/office/powerpoint/2010/main">
        <mc:Choice Requires="p14">
          <p:contentPart p14:bwMode="auto" r:id="rId50">
            <p14:nvContentPartPr>
              <p14:cNvPr id="101" name="Ink 102"/>
              <p14:cNvContentPartPr/>
              <p14:nvPr/>
            </p14:nvContentPartPr>
            <p14:xfrm>
              <a:off x="5554185" y="3417800"/>
              <a:ext cx="369900" cy="150660"/>
            </p14:xfrm>
          </p:contentPart>
        </mc:Choice>
        <mc:Fallback xmlns="">
          <p:pic>
            <p:nvPicPr>
              <p:cNvPr id="101" name="Ink 102"/>
            </p:nvPicPr>
            <p:blipFill>
              <a:blip r:embed="rId51"/>
            </p:blipFill>
            <p:spPr>
              <a:xfrm>
                <a:off x="5554185" y="3417800"/>
                <a:ext cx="369900" cy="150660"/>
              </a:xfrm>
              <a:prstGeom prst="rect"/>
            </p:spPr>
          </p:pic>
        </mc:Fallback>
      </mc:AlternateContent>
      <mc:AlternateContent xmlns:mc="http://schemas.openxmlformats.org/markup-compatibility/2006" xmlns:p14="http://schemas.microsoft.com/office/powerpoint/2010/main">
        <mc:Choice Requires="p14">
          <p:contentPart p14:bwMode="auto" r:id="rId52">
            <p14:nvContentPartPr>
              <p14:cNvPr id="102" name="Ink 104"/>
              <p14:cNvContentPartPr/>
              <p14:nvPr/>
            </p14:nvContentPartPr>
            <p14:xfrm>
              <a:off x="5059275" y="3204770"/>
              <a:ext cx="200880" cy="131760"/>
            </p14:xfrm>
          </p:contentPart>
        </mc:Choice>
        <mc:Fallback xmlns="">
          <p:pic>
            <p:nvPicPr>
              <p:cNvPr id="102" name="Ink 104"/>
            </p:nvPicPr>
            <p:blipFill>
              <a:blip r:embed="rId53"/>
            </p:blipFill>
            <p:spPr>
              <a:xfrm>
                <a:off x="5059275" y="3204770"/>
                <a:ext cx="200880" cy="131760"/>
              </a:xfrm>
              <a:prstGeom prst="rect"/>
            </p:spPr>
          </p:pic>
        </mc:Fallback>
      </mc:AlternateContent>
      <mc:AlternateContent xmlns:mc="http://schemas.openxmlformats.org/markup-compatibility/2006" xmlns:p14="http://schemas.microsoft.com/office/powerpoint/2010/main">
        <mc:Choice Requires="p14">
          <p:contentPart p14:bwMode="auto" r:id="rId54">
            <p14:nvContentPartPr>
              <p14:cNvPr id="106" name="Ink 105"/>
              <p14:cNvContentPartPr/>
              <p14:nvPr/>
            </p14:nvContentPartPr>
            <p14:xfrm>
              <a:off x="6168435" y="3248510"/>
              <a:ext cx="175770" cy="12690"/>
            </p14:xfrm>
          </p:contentPart>
        </mc:Choice>
        <mc:Fallback xmlns="">
          <p:pic>
            <p:nvPicPr>
              <p:cNvPr id="106" name="Ink 105"/>
            </p:nvPicPr>
            <p:blipFill>
              <a:blip r:embed="rId55"/>
            </p:blipFill>
            <p:spPr>
              <a:xfrm>
                <a:off x="6168435" y="3248510"/>
                <a:ext cx="175770" cy="12690"/>
              </a:xfrm>
              <a:prstGeom prst="rect"/>
            </p:spPr>
          </p:pic>
        </mc:Fallback>
      </mc:AlternateContent>
      <mc:AlternateContent xmlns:mc="http://schemas.openxmlformats.org/markup-compatibility/2006" xmlns:p14="http://schemas.microsoft.com/office/powerpoint/2010/main">
        <mc:Choice Requires="p14">
          <p:contentPart p14:bwMode="auto" r:id="rId56">
            <p14:nvContentPartPr>
              <p14:cNvPr id="107" name="Ink 106"/>
              <p14:cNvContentPartPr/>
              <p14:nvPr/>
            </p14:nvContentPartPr>
            <p14:xfrm>
              <a:off x="6255915" y="3210980"/>
              <a:ext cx="31590" cy="163080"/>
            </p14:xfrm>
          </p:contentPart>
        </mc:Choice>
        <mc:Fallback xmlns="">
          <p:pic>
            <p:nvPicPr>
              <p:cNvPr id="107" name="Ink 106"/>
            </p:nvPicPr>
            <p:blipFill>
              <a:blip r:embed="rId57"/>
            </p:blipFill>
            <p:spPr>
              <a:xfrm>
                <a:off x="6255915" y="3210980"/>
                <a:ext cx="31590" cy="163080"/>
              </a:xfrm>
              <a:prstGeom prst="rect"/>
            </p:spPr>
          </p:pic>
        </mc:Fallback>
      </mc:AlternateContent>
      <mc:AlternateContent xmlns:mc="http://schemas.openxmlformats.org/markup-compatibility/2006" xmlns:p14="http://schemas.microsoft.com/office/powerpoint/2010/main">
        <mc:Choice Requires="p14">
          <p:contentPart p14:bwMode="auto" r:id="rId58">
            <p14:nvContentPartPr>
              <p14:cNvPr id="108" name="Ink 107"/>
              <p14:cNvContentPartPr/>
              <p14:nvPr/>
            </p14:nvContentPartPr>
            <p14:xfrm>
              <a:off x="6594495" y="3060590"/>
              <a:ext cx="156870" cy="106920"/>
            </p14:xfrm>
          </p:contentPart>
        </mc:Choice>
        <mc:Fallback xmlns="">
          <p:pic>
            <p:nvPicPr>
              <p:cNvPr id="108" name="Ink 107"/>
            </p:nvPicPr>
            <p:blipFill>
              <a:blip r:embed="rId59"/>
            </p:blipFill>
            <p:spPr>
              <a:xfrm>
                <a:off x="6594495" y="3060590"/>
                <a:ext cx="156870" cy="106920"/>
              </a:xfrm>
              <a:prstGeom prst="rect"/>
            </p:spPr>
          </p:pic>
        </mc:Fallback>
      </mc:AlternateContent>
      <mc:AlternateContent xmlns:mc="http://schemas.openxmlformats.org/markup-compatibility/2006" xmlns:p14="http://schemas.microsoft.com/office/powerpoint/2010/main">
        <mc:Choice Requires="p14">
          <p:contentPart p14:bwMode="auto" r:id="rId60">
            <p14:nvContentPartPr>
              <p14:cNvPr id="109" name="Ink 108"/>
              <p14:cNvContentPartPr/>
              <p14:nvPr/>
            </p14:nvContentPartPr>
            <p14:xfrm>
              <a:off x="6512955" y="3229880"/>
              <a:ext cx="376380" cy="37800"/>
            </p14:xfrm>
          </p:contentPart>
        </mc:Choice>
        <mc:Fallback xmlns="">
          <p:pic>
            <p:nvPicPr>
              <p:cNvPr id="109" name="Ink 108"/>
            </p:nvPicPr>
            <p:blipFill>
              <a:blip r:embed="rId61"/>
            </p:blipFill>
            <p:spPr>
              <a:xfrm>
                <a:off x="6512955" y="3229880"/>
                <a:ext cx="376380" cy="37800"/>
              </a:xfrm>
              <a:prstGeom prst="rect"/>
            </p:spPr>
          </p:pic>
        </mc:Fallback>
      </mc:AlternateContent>
      <mc:AlternateContent xmlns:mc="http://schemas.openxmlformats.org/markup-compatibility/2006" xmlns:p14="http://schemas.microsoft.com/office/powerpoint/2010/main">
        <mc:Choice Requires="p14">
          <p:contentPart p14:bwMode="auto" r:id="rId62">
            <p14:nvContentPartPr>
              <p14:cNvPr id="111" name="Ink 110"/>
              <p14:cNvContentPartPr/>
              <p14:nvPr/>
            </p14:nvContentPartPr>
            <p14:xfrm>
              <a:off x="6563175" y="3374060"/>
              <a:ext cx="150660" cy="138240"/>
            </p14:xfrm>
          </p:contentPart>
        </mc:Choice>
        <mc:Fallback xmlns="">
          <p:pic>
            <p:nvPicPr>
              <p:cNvPr id="111" name="Ink 110"/>
            </p:nvPicPr>
            <p:blipFill>
              <a:blip r:embed="rId63"/>
            </p:blipFill>
            <p:spPr>
              <a:xfrm>
                <a:off x="6563175" y="3374060"/>
                <a:ext cx="150660" cy="138240"/>
              </a:xfrm>
              <a:prstGeom prst="rect"/>
            </p:spPr>
          </p:pic>
        </mc:Fallback>
      </mc:AlternateContent>
      <mc:AlternateContent xmlns:mc="http://schemas.openxmlformats.org/markup-compatibility/2006" xmlns:p14="http://schemas.microsoft.com/office/powerpoint/2010/main">
        <mc:Choice Requires="p14">
          <p:contentPart p14:bwMode="auto" r:id="rId64">
            <p14:nvContentPartPr>
              <p14:cNvPr id="112" name="Ink 111"/>
              <p14:cNvContentPartPr/>
              <p14:nvPr/>
            </p14:nvContentPartPr>
            <p14:xfrm>
              <a:off x="6776205" y="3355160"/>
              <a:ext cx="131760" cy="163080"/>
            </p14:xfrm>
          </p:contentPart>
        </mc:Choice>
        <mc:Fallback xmlns="">
          <p:pic>
            <p:nvPicPr>
              <p:cNvPr id="112" name="Ink 111"/>
            </p:nvPicPr>
            <p:blipFill>
              <a:blip r:embed="rId65"/>
            </p:blipFill>
            <p:spPr>
              <a:xfrm>
                <a:off x="6776205" y="3355160"/>
                <a:ext cx="131760" cy="163080"/>
              </a:xfrm>
              <a:prstGeom prst="rect"/>
            </p:spPr>
          </p:pic>
        </mc:Fallback>
      </mc:AlternateContent>
      <mc:AlternateContent xmlns:mc="http://schemas.openxmlformats.org/markup-compatibility/2006" xmlns:p14="http://schemas.microsoft.com/office/powerpoint/2010/main">
        <mc:Choice Requires="p14">
          <p:contentPart p14:bwMode="auto" r:id="rId66">
            <p14:nvContentPartPr>
              <p14:cNvPr id="113" name="Ink 112"/>
              <p14:cNvContentPartPr/>
              <p14:nvPr/>
            </p14:nvContentPartPr>
            <p14:xfrm>
              <a:off x="7114515" y="3198560"/>
              <a:ext cx="163080" cy="19170"/>
            </p14:xfrm>
          </p:contentPart>
        </mc:Choice>
        <mc:Fallback xmlns="">
          <p:pic>
            <p:nvPicPr>
              <p:cNvPr id="113" name="Ink 112"/>
            </p:nvPicPr>
            <p:blipFill>
              <a:blip r:embed="rId67"/>
            </p:blipFill>
            <p:spPr>
              <a:xfrm>
                <a:off x="7114515" y="3198560"/>
                <a:ext cx="163080" cy="19170"/>
              </a:xfrm>
              <a:prstGeom prst="rect"/>
            </p:spPr>
          </p:pic>
        </mc:Fallback>
      </mc:AlternateContent>
      <mc:AlternateContent xmlns:mc="http://schemas.openxmlformats.org/markup-compatibility/2006" xmlns:p14="http://schemas.microsoft.com/office/powerpoint/2010/main">
        <mc:Choice Requires="p14">
          <p:contentPart p14:bwMode="auto" r:id="rId68">
            <p14:nvContentPartPr>
              <p14:cNvPr id="114" name="Ink 113"/>
              <p14:cNvContentPartPr/>
              <p14:nvPr/>
            </p14:nvContentPartPr>
            <p14:xfrm>
              <a:off x="7202265" y="3135920"/>
              <a:ext cx="25380" cy="181980"/>
            </p14:xfrm>
          </p:contentPart>
        </mc:Choice>
        <mc:Fallback xmlns="">
          <p:pic>
            <p:nvPicPr>
              <p:cNvPr id="114" name="Ink 113"/>
            </p:nvPicPr>
            <p:blipFill>
              <a:blip r:embed="rId69"/>
            </p:blipFill>
            <p:spPr>
              <a:xfrm>
                <a:off x="7202265" y="3135920"/>
                <a:ext cx="25380" cy="181980"/>
              </a:xfrm>
              <a:prstGeom prst="rect"/>
            </p:spPr>
          </p:pic>
        </mc:Fallback>
      </mc:AlternateContent>
      <mc:AlternateContent xmlns:mc="http://schemas.openxmlformats.org/markup-compatibility/2006" xmlns:p14="http://schemas.microsoft.com/office/powerpoint/2010/main">
        <mc:Choice Requires="p14">
          <p:contentPart p14:bwMode="auto" r:id="rId70">
            <p14:nvContentPartPr>
              <p14:cNvPr id="115" name="Ink 114"/>
              <p14:cNvContentPartPr/>
              <p14:nvPr/>
            </p14:nvContentPartPr>
            <p14:xfrm>
              <a:off x="7528155" y="3016850"/>
              <a:ext cx="81810" cy="119340"/>
            </p14:xfrm>
          </p:contentPart>
        </mc:Choice>
        <mc:Fallback xmlns="">
          <p:pic>
            <p:nvPicPr>
              <p:cNvPr id="115" name="Ink 114"/>
            </p:nvPicPr>
            <p:blipFill>
              <a:blip r:embed="rId71"/>
            </p:blipFill>
            <p:spPr>
              <a:xfrm>
                <a:off x="7528155" y="3016850"/>
                <a:ext cx="81810" cy="119340"/>
              </a:xfrm>
              <a:prstGeom prst="rect"/>
            </p:spPr>
          </p:pic>
        </mc:Fallback>
      </mc:AlternateContent>
      <mc:AlternateContent xmlns:mc="http://schemas.openxmlformats.org/markup-compatibility/2006" xmlns:p14="http://schemas.microsoft.com/office/powerpoint/2010/main">
        <mc:Choice Requires="p14">
          <p:contentPart p14:bwMode="auto" r:id="rId72">
            <p14:nvContentPartPr>
              <p14:cNvPr id="116" name="Ink 115"/>
              <p14:cNvContentPartPr/>
              <p14:nvPr/>
            </p14:nvContentPartPr>
            <p14:xfrm>
              <a:off x="7528155" y="3161030"/>
              <a:ext cx="131760" cy="12690"/>
            </p14:xfrm>
          </p:contentPart>
        </mc:Choice>
        <mc:Fallback xmlns="">
          <p:pic>
            <p:nvPicPr>
              <p:cNvPr id="116" name="Ink 115"/>
            </p:nvPicPr>
            <p:blipFill>
              <a:blip r:embed="rId73"/>
            </p:blipFill>
            <p:spPr>
              <a:xfrm>
                <a:off x="7528155" y="3161030"/>
                <a:ext cx="131760" cy="12690"/>
              </a:xfrm>
              <a:prstGeom prst="rect"/>
            </p:spPr>
          </p:pic>
        </mc:Fallback>
      </mc:AlternateContent>
      <mc:AlternateContent xmlns:mc="http://schemas.openxmlformats.org/markup-compatibility/2006" xmlns:p14="http://schemas.microsoft.com/office/powerpoint/2010/main">
        <mc:Choice Requires="p14">
          <p:contentPart p14:bwMode="auto" r:id="rId74">
            <p14:nvContentPartPr>
              <p14:cNvPr id="117" name="Ink 116"/>
              <p14:cNvContentPartPr/>
              <p14:nvPr/>
            </p14:nvContentPartPr>
            <p14:xfrm>
              <a:off x="7440405" y="3273620"/>
              <a:ext cx="395010" cy="31590"/>
            </p14:xfrm>
          </p:contentPart>
        </mc:Choice>
        <mc:Fallback xmlns="">
          <p:pic>
            <p:nvPicPr>
              <p:cNvPr id="117" name="Ink 116"/>
            </p:nvPicPr>
            <p:blipFill>
              <a:blip r:embed="rId75"/>
            </p:blipFill>
            <p:spPr>
              <a:xfrm>
                <a:off x="7440405" y="3273620"/>
                <a:ext cx="395010" cy="31590"/>
              </a:xfrm>
              <a:prstGeom prst="rect"/>
            </p:spPr>
          </p:pic>
        </mc:Fallback>
      </mc:AlternateContent>
      <mc:AlternateContent xmlns:mc="http://schemas.openxmlformats.org/markup-compatibility/2006" xmlns:p14="http://schemas.microsoft.com/office/powerpoint/2010/main">
        <mc:Choice Requires="p14">
          <p:contentPart p14:bwMode="auto" r:id="rId76">
            <p14:nvContentPartPr>
              <p14:cNvPr id="119" name="Ink 118"/>
              <p14:cNvContentPartPr/>
              <p14:nvPr/>
            </p14:nvContentPartPr>
            <p14:xfrm>
              <a:off x="7503045" y="3430490"/>
              <a:ext cx="138240" cy="138240"/>
            </p14:xfrm>
          </p:contentPart>
        </mc:Choice>
        <mc:Fallback xmlns="">
          <p:pic>
            <p:nvPicPr>
              <p:cNvPr id="119" name="Ink 118"/>
            </p:nvPicPr>
            <p:blipFill>
              <a:blip r:embed="rId77"/>
            </p:blipFill>
            <p:spPr>
              <a:xfrm>
                <a:off x="7503045" y="3430490"/>
                <a:ext cx="138240" cy="138240"/>
              </a:xfrm>
              <a:prstGeom prst="rect"/>
            </p:spPr>
          </p:pic>
        </mc:Fallback>
      </mc:AlternateContent>
      <mc:AlternateContent xmlns:mc="http://schemas.openxmlformats.org/markup-compatibility/2006" xmlns:p14="http://schemas.microsoft.com/office/powerpoint/2010/main">
        <mc:Choice Requires="p14">
          <p:contentPart p14:bwMode="auto" r:id="rId78">
            <p14:nvContentPartPr>
              <p14:cNvPr id="121" name="Ink 120"/>
              <p14:cNvContentPartPr/>
              <p14:nvPr/>
            </p14:nvContentPartPr>
            <p14:xfrm>
              <a:off x="7709865" y="3430490"/>
              <a:ext cx="125550" cy="163080"/>
            </p14:xfrm>
          </p:contentPart>
        </mc:Choice>
        <mc:Fallback xmlns="">
          <p:pic>
            <p:nvPicPr>
              <p:cNvPr id="121" name="Ink 120"/>
            </p:nvPicPr>
            <p:blipFill>
              <a:blip r:embed="rId79"/>
            </p:blipFill>
            <p:spPr>
              <a:xfrm>
                <a:off x="7709865" y="3430490"/>
                <a:ext cx="125550" cy="163080"/>
              </a:xfrm>
              <a:prstGeom prst="rect"/>
            </p:spPr>
          </p:pic>
        </mc:Fallback>
      </mc:AlternateContent>
      <mc:AlternateContent xmlns:mc="http://schemas.openxmlformats.org/markup-compatibility/2006" xmlns:p14="http://schemas.microsoft.com/office/powerpoint/2010/main">
        <mc:Choice Requires="p14">
          <p:contentPart p14:bwMode="auto" r:id="rId80">
            <p14:nvContentPartPr>
              <p14:cNvPr id="139" name="Ink 139"/>
              <p14:cNvContentPartPr/>
              <p14:nvPr/>
            </p14:nvContentPartPr>
            <p14:xfrm>
              <a:off x="8041965" y="3023060"/>
              <a:ext cx="677160" cy="457650"/>
            </p14:xfrm>
          </p:contentPart>
        </mc:Choice>
        <mc:Fallback xmlns="">
          <p:pic>
            <p:nvPicPr>
              <p:cNvPr id="139" name="Ink 139"/>
            </p:nvPicPr>
            <p:blipFill>
              <a:blip r:embed="rId81"/>
            </p:blipFill>
            <p:spPr>
              <a:xfrm>
                <a:off x="8041965" y="3023060"/>
                <a:ext cx="677160" cy="457650"/>
              </a:xfrm>
              <a:prstGeom prst="rect"/>
            </p:spPr>
          </p:pic>
        </mc:Fallback>
      </mc:AlternateContent>
      <mc:AlternateContent xmlns:mc="http://schemas.openxmlformats.org/markup-compatibility/2006" xmlns:p14="http://schemas.microsoft.com/office/powerpoint/2010/main">
        <mc:Choice Requires="p14">
          <p:contentPart p14:bwMode="auto" r:id="rId82">
            <p14:nvContentPartPr>
              <p14:cNvPr id="143" name="Ink 143"/>
              <p14:cNvContentPartPr/>
              <p14:nvPr/>
            </p14:nvContentPartPr>
            <p14:xfrm>
              <a:off x="1023585" y="3937820"/>
              <a:ext cx="307260" cy="276210"/>
            </p14:xfrm>
          </p:contentPart>
        </mc:Choice>
        <mc:Fallback xmlns="">
          <p:pic>
            <p:nvPicPr>
              <p:cNvPr id="143" name="Ink 143"/>
            </p:nvPicPr>
            <p:blipFill>
              <a:blip r:embed="rId83"/>
            </p:blipFill>
            <p:spPr>
              <a:xfrm>
                <a:off x="1023585" y="3937820"/>
                <a:ext cx="307260" cy="276210"/>
              </a:xfrm>
              <a:prstGeom prst="rect"/>
            </p:spPr>
          </p:pic>
        </mc:Fallback>
      </mc:AlternateContent>
      <mc:AlternateContent xmlns:mc="http://schemas.openxmlformats.org/markup-compatibility/2006" xmlns:p14="http://schemas.microsoft.com/office/powerpoint/2010/main">
        <mc:Choice Requires="p14">
          <p:contentPart p14:bwMode="auto" r:id="rId84">
            <p14:nvContentPartPr>
              <p14:cNvPr id="156" name="Ink 155"/>
              <p14:cNvContentPartPr/>
              <p14:nvPr/>
            </p14:nvContentPartPr>
            <p14:xfrm>
              <a:off x="1869495" y="3937820"/>
              <a:ext cx="131760" cy="269730"/>
            </p14:xfrm>
          </p:contentPart>
        </mc:Choice>
        <mc:Fallback xmlns="">
          <p:pic>
            <p:nvPicPr>
              <p:cNvPr id="156" name="Ink 155"/>
            </p:nvPicPr>
            <p:blipFill>
              <a:blip r:embed="rId85"/>
            </p:blipFill>
            <p:spPr>
              <a:xfrm>
                <a:off x="1869495" y="3937820"/>
                <a:ext cx="131760" cy="269730"/>
              </a:xfrm>
              <a:prstGeom prst="rect"/>
            </p:spPr>
          </p:pic>
        </mc:Fallback>
      </mc:AlternateContent>
      <mc:AlternateContent xmlns:mc="http://schemas.openxmlformats.org/markup-compatibility/2006" xmlns:p14="http://schemas.microsoft.com/office/powerpoint/2010/main">
        <mc:Choice Requires="p14">
          <p:contentPart p14:bwMode="auto" r:id="rId86">
            <p14:nvContentPartPr>
              <p14:cNvPr id="157" name="Ink 157"/>
              <p14:cNvContentPartPr/>
              <p14:nvPr/>
            </p14:nvContentPartPr>
            <p14:xfrm>
              <a:off x="1600035" y="3988040"/>
              <a:ext cx="138240" cy="182250"/>
            </p14:xfrm>
          </p:contentPart>
        </mc:Choice>
        <mc:Fallback xmlns="">
          <p:pic>
            <p:nvPicPr>
              <p:cNvPr id="157" name="Ink 157"/>
            </p:nvPicPr>
            <p:blipFill>
              <a:blip r:embed="rId87"/>
            </p:blipFill>
            <p:spPr>
              <a:xfrm>
                <a:off x="1600035" y="3988040"/>
                <a:ext cx="138240" cy="182250"/>
              </a:xfrm>
              <a:prstGeom prst="rect"/>
            </p:spPr>
          </p:pic>
        </mc:Fallback>
      </mc:AlternateContent>
      <mc:AlternateContent xmlns:mc="http://schemas.openxmlformats.org/markup-compatibility/2006" xmlns:p14="http://schemas.microsoft.com/office/powerpoint/2010/main">
        <mc:Choice Requires="p14">
          <p:contentPart p14:bwMode="auto" r:id="rId88">
            <p14:nvContentPartPr>
              <p14:cNvPr id="159" name="Ink 158"/>
              <p14:cNvContentPartPr/>
              <p14:nvPr/>
            </p14:nvContentPartPr>
            <p14:xfrm>
              <a:off x="2189175" y="3981830"/>
              <a:ext cx="144450" cy="138240"/>
            </p14:xfrm>
          </p:contentPart>
        </mc:Choice>
        <mc:Fallback xmlns="">
          <p:pic>
            <p:nvPicPr>
              <p:cNvPr id="159" name="Ink 158"/>
            </p:nvPicPr>
            <p:blipFill>
              <a:blip r:embed="rId89"/>
            </p:blipFill>
            <p:spPr>
              <a:xfrm>
                <a:off x="2189175" y="3981830"/>
                <a:ext cx="144450" cy="138240"/>
              </a:xfrm>
              <a:prstGeom prst="rect"/>
            </p:spPr>
          </p:pic>
        </mc:Fallback>
      </mc:AlternateContent>
      <mc:AlternateContent xmlns:mc="http://schemas.openxmlformats.org/markup-compatibility/2006" xmlns:p14="http://schemas.microsoft.com/office/powerpoint/2010/main">
        <mc:Choice Requires="p14">
          <p:contentPart p14:bwMode="auto" r:id="rId90">
            <p14:nvContentPartPr>
              <p14:cNvPr id="160" name="Ink 159"/>
              <p14:cNvContentPartPr/>
              <p14:nvPr/>
            </p14:nvContentPartPr>
            <p14:xfrm>
              <a:off x="2408415" y="4019360"/>
              <a:ext cx="156870" cy="94230"/>
            </p14:xfrm>
          </p:contentPart>
        </mc:Choice>
        <mc:Fallback xmlns="">
          <p:pic>
            <p:nvPicPr>
              <p:cNvPr id="160" name="Ink 159"/>
            </p:nvPicPr>
            <p:blipFill>
              <a:blip r:embed="rId91"/>
            </p:blipFill>
            <p:spPr>
              <a:xfrm>
                <a:off x="2408415" y="4019360"/>
                <a:ext cx="156870" cy="94230"/>
              </a:xfrm>
              <a:prstGeom prst="rect"/>
            </p:spPr>
          </p:pic>
        </mc:Fallback>
      </mc:AlternateContent>
      <mc:AlternateContent xmlns:mc="http://schemas.openxmlformats.org/markup-compatibility/2006" xmlns:p14="http://schemas.microsoft.com/office/powerpoint/2010/main">
        <mc:Choice Requires="p14">
          <p:contentPart p14:bwMode="auto" r:id="rId92">
            <p14:nvContentPartPr>
              <p14:cNvPr id="161" name="Ink 160"/>
              <p14:cNvContentPartPr/>
              <p14:nvPr/>
            </p14:nvContentPartPr>
            <p14:xfrm>
              <a:off x="2627655" y="4006940"/>
              <a:ext cx="344790" cy="106920"/>
            </p14:xfrm>
          </p:contentPart>
        </mc:Choice>
        <mc:Fallback xmlns="">
          <p:pic>
            <p:nvPicPr>
              <p:cNvPr id="161" name="Ink 160"/>
            </p:nvPicPr>
            <p:blipFill>
              <a:blip r:embed="rId93"/>
            </p:blipFill>
            <p:spPr>
              <a:xfrm>
                <a:off x="2627655" y="4006940"/>
                <a:ext cx="344790" cy="106920"/>
              </a:xfrm>
              <a:prstGeom prst="rect"/>
            </p:spPr>
          </p:pic>
        </mc:Fallback>
      </mc:AlternateContent>
      <mc:AlternateContent xmlns:mc="http://schemas.openxmlformats.org/markup-compatibility/2006" xmlns:p14="http://schemas.microsoft.com/office/powerpoint/2010/main">
        <mc:Choice Requires="p14">
          <p:contentPart p14:bwMode="auto" r:id="rId94">
            <p14:nvContentPartPr>
              <p14:cNvPr id="164" name="Ink 163"/>
              <p14:cNvContentPartPr/>
              <p14:nvPr/>
            </p14:nvContentPartPr>
            <p14:xfrm>
              <a:off x="3197895" y="3988040"/>
              <a:ext cx="238410" cy="113130"/>
            </p14:xfrm>
          </p:contentPart>
        </mc:Choice>
        <mc:Fallback xmlns="">
          <p:pic>
            <p:nvPicPr>
              <p:cNvPr id="164" name="Ink 163"/>
            </p:nvPicPr>
            <p:blipFill>
              <a:blip r:embed="rId95"/>
            </p:blipFill>
            <p:spPr>
              <a:xfrm>
                <a:off x="3197895" y="3988040"/>
                <a:ext cx="238410" cy="113130"/>
              </a:xfrm>
              <a:prstGeom prst="rect"/>
            </p:spPr>
          </p:pic>
        </mc:Fallback>
      </mc:AlternateContent>
      <mc:AlternateContent xmlns:mc="http://schemas.openxmlformats.org/markup-compatibility/2006" xmlns:p14="http://schemas.microsoft.com/office/powerpoint/2010/main">
        <mc:Choice Requires="p14">
          <p:contentPart p14:bwMode="auto" r:id="rId96">
            <p14:nvContentPartPr>
              <p14:cNvPr id="165" name="Ink 164"/>
              <p14:cNvContentPartPr/>
              <p14:nvPr/>
            </p14:nvContentPartPr>
            <p14:xfrm>
              <a:off x="3636645" y="3937820"/>
              <a:ext cx="144450" cy="169560"/>
            </p14:xfrm>
          </p:contentPart>
        </mc:Choice>
        <mc:Fallback xmlns="">
          <p:pic>
            <p:nvPicPr>
              <p:cNvPr id="165" name="Ink 164"/>
            </p:nvPicPr>
            <p:blipFill>
              <a:blip r:embed="rId97"/>
            </p:blipFill>
            <p:spPr>
              <a:xfrm>
                <a:off x="3636645" y="3937820"/>
                <a:ext cx="144450" cy="169560"/>
              </a:xfrm>
              <a:prstGeom prst="rect"/>
            </p:spPr>
          </p:pic>
        </mc:Fallback>
      </mc:AlternateContent>
      <mc:AlternateContent xmlns:mc="http://schemas.openxmlformats.org/markup-compatibility/2006" xmlns:p14="http://schemas.microsoft.com/office/powerpoint/2010/main">
        <mc:Choice Requires="p14">
          <p:contentPart p14:bwMode="auto" r:id="rId98">
            <p14:nvContentPartPr>
              <p14:cNvPr id="166" name="Ink 165"/>
              <p14:cNvContentPartPr/>
              <p14:nvPr/>
            </p14:nvContentPartPr>
            <p14:xfrm>
              <a:off x="3843465" y="3856550"/>
              <a:ext cx="225990" cy="332370"/>
            </p14:xfrm>
          </p:contentPart>
        </mc:Choice>
        <mc:Fallback xmlns="">
          <p:pic>
            <p:nvPicPr>
              <p:cNvPr id="166" name="Ink 165"/>
            </p:nvPicPr>
            <p:blipFill>
              <a:blip r:embed="rId99"/>
            </p:blipFill>
            <p:spPr>
              <a:xfrm>
                <a:off x="3843465" y="3856550"/>
                <a:ext cx="225990" cy="332370"/>
              </a:xfrm>
              <a:prstGeom prst="rect"/>
            </p:spPr>
          </p:pic>
        </mc:Fallback>
      </mc:AlternateContent>
      <mc:AlternateContent xmlns:mc="http://schemas.openxmlformats.org/markup-compatibility/2006" xmlns:p14="http://schemas.microsoft.com/office/powerpoint/2010/main">
        <mc:Choice Requires="p14">
          <p:contentPart p14:bwMode="auto" r:id="rId100">
            <p14:nvContentPartPr>
              <p14:cNvPr id="182" name="Ink 183"/>
              <p14:cNvContentPartPr/>
              <p14:nvPr/>
            </p14:nvContentPartPr>
            <p14:xfrm>
              <a:off x="3016185" y="4326350"/>
              <a:ext cx="871560" cy="263520"/>
            </p14:xfrm>
          </p:contentPart>
        </mc:Choice>
        <mc:Fallback xmlns="">
          <p:pic>
            <p:nvPicPr>
              <p:cNvPr id="182" name="Ink 183"/>
            </p:nvPicPr>
            <p:blipFill>
              <a:blip r:embed="rId101"/>
            </p:blipFill>
            <p:spPr>
              <a:xfrm>
                <a:off x="3016185" y="4326350"/>
                <a:ext cx="871560" cy="263520"/>
              </a:xfrm>
              <a:prstGeom prst="rect"/>
            </p:spPr>
          </p:pic>
        </mc:Fallback>
      </mc:AlternateContent>
      <mc:AlternateContent xmlns:mc="http://schemas.openxmlformats.org/markup-compatibility/2006" xmlns:p14="http://schemas.microsoft.com/office/powerpoint/2010/main">
        <mc:Choice Requires="p14">
          <p:contentPart p14:bwMode="auto" r:id="rId102">
            <p14:nvContentPartPr>
              <p14:cNvPr id="183" name="Ink 184"/>
              <p14:cNvContentPartPr/>
              <p14:nvPr/>
            </p14:nvContentPartPr>
            <p14:xfrm>
              <a:off x="2602815" y="4445420"/>
              <a:ext cx="106650" cy="94230"/>
            </p14:xfrm>
          </p:contentPart>
        </mc:Choice>
        <mc:Fallback xmlns="">
          <p:pic>
            <p:nvPicPr>
              <p:cNvPr id="183" name="Ink 184"/>
            </p:nvPicPr>
            <p:blipFill>
              <a:blip r:embed="rId103"/>
            </p:blipFill>
            <p:spPr>
              <a:xfrm>
                <a:off x="2602815" y="4445420"/>
                <a:ext cx="106650" cy="94230"/>
              </a:xfrm>
              <a:prstGeom prst="rect"/>
            </p:spPr>
          </p:pic>
        </mc:Fallback>
      </mc:AlternateContent>
      <mc:AlternateContent xmlns:mc="http://schemas.openxmlformats.org/markup-compatibility/2006" xmlns:p14="http://schemas.microsoft.com/office/powerpoint/2010/main">
        <mc:Choice Requires="p14">
          <p:contentPart p14:bwMode="auto" r:id="rId104">
            <p14:nvContentPartPr>
              <p14:cNvPr id="208" name="Ink 211"/>
              <p14:cNvContentPartPr/>
              <p14:nvPr/>
            </p14:nvContentPartPr>
            <p14:xfrm>
              <a:off x="7290015" y="4182440"/>
              <a:ext cx="852390" cy="244620"/>
            </p14:xfrm>
          </p:contentPart>
        </mc:Choice>
        <mc:Fallback xmlns="">
          <p:pic>
            <p:nvPicPr>
              <p:cNvPr id="208" name="Ink 211"/>
            </p:nvPicPr>
            <p:blipFill>
              <a:blip r:embed="rId105"/>
            </p:blipFill>
            <p:spPr>
              <a:xfrm>
                <a:off x="7290015" y="4182440"/>
                <a:ext cx="852390" cy="244620"/>
              </a:xfrm>
              <a:prstGeom prst="rect"/>
            </p:spPr>
          </p:pic>
        </mc:Fallback>
      </mc:AlternateContent>
      <mc:AlternateContent xmlns:mc="http://schemas.openxmlformats.org/markup-compatibility/2006" xmlns:p14="http://schemas.microsoft.com/office/powerpoint/2010/main">
        <mc:Choice Requires="p14">
          <p:contentPart p14:bwMode="auto" r:id="rId106">
            <p14:nvContentPartPr>
              <p14:cNvPr id="209" name="Ink 212"/>
              <p14:cNvContentPartPr/>
              <p14:nvPr/>
            </p14:nvContentPartPr>
            <p14:xfrm>
              <a:off x="5967825" y="4207280"/>
              <a:ext cx="1103220" cy="269730"/>
            </p14:xfrm>
          </p:contentPart>
        </mc:Choice>
        <mc:Fallback xmlns="">
          <p:pic>
            <p:nvPicPr>
              <p:cNvPr id="209" name="Ink 212"/>
            </p:nvPicPr>
            <p:blipFill>
              <a:blip r:embed="rId107"/>
            </p:blipFill>
            <p:spPr>
              <a:xfrm>
                <a:off x="5967825" y="4207280"/>
                <a:ext cx="1103220" cy="269730"/>
              </a:xfrm>
              <a:prstGeom prst="rect"/>
            </p:spPr>
          </p:pic>
        </mc:Fallback>
      </mc:AlternateContent>
      <mc:AlternateContent xmlns:mc="http://schemas.openxmlformats.org/markup-compatibility/2006" xmlns:p14="http://schemas.microsoft.com/office/powerpoint/2010/main">
        <mc:Choice Requires="p14">
          <p:contentPart p14:bwMode="auto" r:id="rId108">
            <p14:nvContentPartPr>
              <p14:cNvPr id="210" name="Ink 213"/>
              <p14:cNvContentPartPr/>
              <p14:nvPr/>
            </p14:nvContentPartPr>
            <p14:xfrm>
              <a:off x="4532775" y="4313930"/>
              <a:ext cx="1247130" cy="269730"/>
            </p14:xfrm>
          </p:contentPart>
        </mc:Choice>
        <mc:Fallback xmlns="">
          <p:pic>
            <p:nvPicPr>
              <p:cNvPr id="210" name="Ink 213"/>
            </p:nvPicPr>
            <p:blipFill>
              <a:blip r:embed="rId109"/>
            </p:blipFill>
            <p:spPr>
              <a:xfrm>
                <a:off x="4532775" y="4313930"/>
                <a:ext cx="1247130" cy="269730"/>
              </a:xfrm>
              <a:prstGeom prst="rect"/>
            </p:spPr>
          </p:pic>
        </mc:Fallback>
      </mc:AlternateContent>
      <mc:AlternateContent xmlns:mc="http://schemas.openxmlformats.org/markup-compatibility/2006" xmlns:p14="http://schemas.microsoft.com/office/powerpoint/2010/main">
        <mc:Choice Requires="p14">
          <p:contentPart p14:bwMode="auto" r:id="rId110">
            <p14:nvContentPartPr>
              <p14:cNvPr id="211" name="Ink 214"/>
              <p14:cNvContentPartPr/>
              <p14:nvPr/>
            </p14:nvContentPartPr>
            <p14:xfrm>
              <a:off x="4068915" y="4376570"/>
              <a:ext cx="181980" cy="138240"/>
            </p14:xfrm>
          </p:contentPart>
        </mc:Choice>
        <mc:Fallback xmlns="">
          <p:pic>
            <p:nvPicPr>
              <p:cNvPr id="211" name="Ink 214"/>
            </p:nvPicPr>
            <p:blipFill>
              <a:blip r:embed="rId111"/>
            </p:blipFill>
            <p:spPr>
              <a:xfrm>
                <a:off x="4068915" y="4376570"/>
                <a:ext cx="181980" cy="138240"/>
              </a:xfrm>
              <a:prstGeom prst="rect"/>
            </p:spPr>
          </p:pic>
        </mc:Fallback>
      </mc:AlternateContent>
      <mc:AlternateContent xmlns:mc="http://schemas.openxmlformats.org/markup-compatibility/2006" xmlns:p14="http://schemas.microsoft.com/office/powerpoint/2010/main">
        <mc:Choice Requires="p14">
          <p:contentPart p14:bwMode="auto" r:id="rId112">
            <p14:nvContentPartPr>
              <p14:cNvPr id="220" name="Ink 219"/>
              <p14:cNvContentPartPr/>
              <p14:nvPr/>
            </p14:nvContentPartPr>
            <p14:xfrm>
              <a:off x="3035085" y="5147420"/>
              <a:ext cx="450630" cy="31590"/>
            </p14:xfrm>
          </p:contentPart>
        </mc:Choice>
        <mc:Fallback xmlns="">
          <p:pic>
            <p:nvPicPr>
              <p:cNvPr id="220" name="Ink 219"/>
            </p:nvPicPr>
            <p:blipFill>
              <a:blip r:embed="rId113"/>
            </p:blipFill>
            <p:spPr>
              <a:xfrm>
                <a:off x="3035085" y="5147420"/>
                <a:ext cx="450630" cy="31590"/>
              </a:xfrm>
              <a:prstGeom prst="rect"/>
            </p:spPr>
          </p:pic>
        </mc:Fallback>
      </mc:AlternateContent>
      <mc:AlternateContent xmlns:mc="http://schemas.openxmlformats.org/markup-compatibility/2006" xmlns:p14="http://schemas.microsoft.com/office/powerpoint/2010/main">
        <mc:Choice Requires="p14">
          <p:contentPart p14:bwMode="auto" r:id="rId114">
            <p14:nvContentPartPr>
              <p14:cNvPr id="223" name="Ink 225"/>
              <p14:cNvContentPartPr/>
              <p14:nvPr/>
            </p14:nvContentPartPr>
            <p14:xfrm>
              <a:off x="3154965" y="5272700"/>
              <a:ext cx="406620" cy="169560"/>
            </p14:xfrm>
          </p:contentPart>
        </mc:Choice>
        <mc:Fallback xmlns="">
          <p:pic>
            <p:nvPicPr>
              <p:cNvPr id="223" name="Ink 225"/>
            </p:nvPicPr>
            <p:blipFill>
              <a:blip r:embed="rId115"/>
            </p:blipFill>
            <p:spPr>
              <a:xfrm>
                <a:off x="3154965" y="5272700"/>
                <a:ext cx="406620" cy="169560"/>
              </a:xfrm>
              <a:prstGeom prst="rect"/>
            </p:spPr>
          </p:pic>
        </mc:Fallback>
      </mc:AlternateContent>
      <mc:AlternateContent xmlns:mc="http://schemas.openxmlformats.org/markup-compatibility/2006" xmlns:p14="http://schemas.microsoft.com/office/powerpoint/2010/main">
        <mc:Choice Requires="p14">
          <p:contentPart p14:bwMode="auto" r:id="rId116">
            <p14:nvContentPartPr>
              <p14:cNvPr id="224" name="Ink 226"/>
              <p14:cNvContentPartPr/>
              <p14:nvPr/>
            </p14:nvContentPartPr>
            <p14:xfrm>
              <a:off x="3179265" y="4884170"/>
              <a:ext cx="125550" cy="169290"/>
            </p14:xfrm>
          </p:contentPart>
        </mc:Choice>
        <mc:Fallback xmlns="">
          <p:pic>
            <p:nvPicPr>
              <p:cNvPr id="224" name="Ink 226"/>
            </p:nvPicPr>
            <p:blipFill>
              <a:blip r:embed="rId117"/>
            </p:blipFill>
            <p:spPr>
              <a:xfrm>
                <a:off x="3179265" y="4884170"/>
                <a:ext cx="125550" cy="169290"/>
              </a:xfrm>
              <a:prstGeom prst="rect"/>
            </p:spPr>
          </p:pic>
        </mc:Fallback>
      </mc:AlternateContent>
      <mc:AlternateContent xmlns:mc="http://schemas.openxmlformats.org/markup-compatibility/2006" xmlns:p14="http://schemas.microsoft.com/office/powerpoint/2010/main">
        <mc:Choice Requires="p14">
          <p:contentPart p14:bwMode="auto" r:id="rId118">
            <p14:nvContentPartPr>
              <p14:cNvPr id="225" name="Ink 227"/>
              <p14:cNvContentPartPr/>
              <p14:nvPr/>
            </p14:nvContentPartPr>
            <p14:xfrm>
              <a:off x="2665455" y="4978130"/>
              <a:ext cx="150660" cy="94230"/>
            </p14:xfrm>
          </p:contentPart>
        </mc:Choice>
        <mc:Fallback xmlns="">
          <p:pic>
            <p:nvPicPr>
              <p:cNvPr id="225" name="Ink 227"/>
            </p:nvPicPr>
            <p:blipFill>
              <a:blip r:embed="rId119"/>
            </p:blipFill>
            <p:spPr>
              <a:xfrm>
                <a:off x="2665455" y="4978130"/>
                <a:ext cx="150660" cy="94230"/>
              </a:xfrm>
              <a:prstGeom prst="rect"/>
            </p:spPr>
          </p:pic>
        </mc:Fallback>
      </mc:AlternateContent>
      <mc:AlternateContent xmlns:mc="http://schemas.openxmlformats.org/markup-compatibility/2006" xmlns:p14="http://schemas.microsoft.com/office/powerpoint/2010/main">
        <mc:Choice Requires="p14">
          <p:contentPart p14:bwMode="auto" r:id="rId120">
            <p14:nvContentPartPr>
              <p14:cNvPr id="231" name="Ink 231"/>
              <p14:cNvContentPartPr/>
              <p14:nvPr/>
            </p14:nvContentPartPr>
            <p14:xfrm>
              <a:off x="3787035" y="5028350"/>
              <a:ext cx="213300" cy="194400"/>
            </p14:xfrm>
          </p:contentPart>
        </mc:Choice>
        <mc:Fallback xmlns="">
          <p:pic>
            <p:nvPicPr>
              <p:cNvPr id="231" name="Ink 231"/>
            </p:nvPicPr>
            <p:blipFill>
              <a:blip r:embed="rId121"/>
            </p:blipFill>
            <p:spPr>
              <a:xfrm>
                <a:off x="3787035" y="5028350"/>
                <a:ext cx="213300" cy="194400"/>
              </a:xfrm>
              <a:prstGeom prst="rect"/>
            </p:spPr>
          </p:pic>
        </mc:Fallback>
      </mc:AlternateContent>
      <mc:AlternateContent xmlns:mc="http://schemas.openxmlformats.org/markup-compatibility/2006" xmlns:p14="http://schemas.microsoft.com/office/powerpoint/2010/main">
        <mc:Choice Requires="p14">
          <p:contentPart p14:bwMode="auto" r:id="rId122">
            <p14:nvContentPartPr>
              <p14:cNvPr id="233" name="Ink 232"/>
              <p14:cNvContentPartPr/>
              <p14:nvPr/>
            </p14:nvContentPartPr>
            <p14:xfrm>
              <a:off x="4363485" y="4909280"/>
              <a:ext cx="181980" cy="94230"/>
            </p14:xfrm>
          </p:contentPart>
        </mc:Choice>
        <mc:Fallback xmlns="">
          <p:pic>
            <p:nvPicPr>
              <p:cNvPr id="233" name="Ink 232"/>
            </p:nvPicPr>
            <p:blipFill>
              <a:blip r:embed="rId123"/>
            </p:blipFill>
            <p:spPr>
              <a:xfrm>
                <a:off x="4363485" y="4909280"/>
                <a:ext cx="181980" cy="94230"/>
              </a:xfrm>
              <a:prstGeom prst="rect"/>
            </p:spPr>
          </p:pic>
        </mc:Fallback>
      </mc:AlternateContent>
      <mc:AlternateContent xmlns:mc="http://schemas.openxmlformats.org/markup-compatibility/2006" xmlns:p14="http://schemas.microsoft.com/office/powerpoint/2010/main">
        <mc:Choice Requires="p14">
          <p:contentPart p14:bwMode="auto" r:id="rId124">
            <p14:nvContentPartPr>
              <p14:cNvPr id="239" name="Ink 240"/>
              <p14:cNvContentPartPr/>
              <p14:nvPr/>
            </p14:nvContentPartPr>
            <p14:xfrm>
              <a:off x="4958835" y="5015660"/>
              <a:ext cx="194400" cy="194400"/>
            </p14:xfrm>
          </p:contentPart>
        </mc:Choice>
        <mc:Fallback xmlns="">
          <p:pic>
            <p:nvPicPr>
              <p:cNvPr id="239" name="Ink 240"/>
            </p:nvPicPr>
            <p:blipFill>
              <a:blip r:embed="rId125"/>
            </p:blipFill>
            <p:spPr>
              <a:xfrm>
                <a:off x="4958835" y="5015660"/>
                <a:ext cx="194400" cy="194400"/>
              </a:xfrm>
              <a:prstGeom prst="rect"/>
            </p:spPr>
          </p:pic>
        </mc:Fallback>
      </mc:AlternateContent>
      <mc:AlternateContent xmlns:mc="http://schemas.openxmlformats.org/markup-compatibility/2006" xmlns:p14="http://schemas.microsoft.com/office/powerpoint/2010/main">
        <mc:Choice Requires="p14">
          <p:contentPart p14:bwMode="auto" r:id="rId126">
            <p14:nvContentPartPr>
              <p14:cNvPr id="240" name="Ink 241"/>
              <p14:cNvContentPartPr/>
              <p14:nvPr/>
            </p14:nvContentPartPr>
            <p14:xfrm>
              <a:off x="4257105" y="5090990"/>
              <a:ext cx="469260" cy="263520"/>
            </p14:xfrm>
          </p:contentPart>
        </mc:Choice>
        <mc:Fallback xmlns="">
          <p:pic>
            <p:nvPicPr>
              <p:cNvPr id="240" name="Ink 241"/>
            </p:nvPicPr>
            <p:blipFill>
              <a:blip r:embed="rId127"/>
            </p:blipFill>
            <p:spPr>
              <a:xfrm>
                <a:off x="4257105" y="5090990"/>
                <a:ext cx="469260" cy="263520"/>
              </a:xfrm>
              <a:prstGeom prst="rect"/>
            </p:spPr>
          </p:pic>
        </mc:Fallback>
      </mc:AlternateContent>
      <mc:AlternateContent xmlns:mc="http://schemas.openxmlformats.org/markup-compatibility/2006" xmlns:p14="http://schemas.microsoft.com/office/powerpoint/2010/main">
        <mc:Choice Requires="p14">
          <p:contentPart p14:bwMode="auto" r:id="rId128">
            <p14:nvContentPartPr>
              <p14:cNvPr id="251" name="Ink 252"/>
              <p14:cNvContentPartPr/>
              <p14:nvPr/>
            </p14:nvContentPartPr>
            <p14:xfrm>
              <a:off x="6387675" y="4802630"/>
              <a:ext cx="150660" cy="138240"/>
            </p14:xfrm>
          </p:contentPart>
        </mc:Choice>
        <mc:Fallback xmlns="">
          <p:pic>
            <p:nvPicPr>
              <p:cNvPr id="251" name="Ink 252"/>
            </p:nvPicPr>
            <p:blipFill>
              <a:blip r:embed="rId129"/>
            </p:blipFill>
            <p:spPr>
              <a:xfrm>
                <a:off x="6387675" y="4802630"/>
                <a:ext cx="150660" cy="138240"/>
              </a:xfrm>
              <a:prstGeom prst="rect"/>
            </p:spPr>
          </p:pic>
        </mc:Fallback>
      </mc:AlternateContent>
      <mc:AlternateContent xmlns:mc="http://schemas.openxmlformats.org/markup-compatibility/2006" xmlns:p14="http://schemas.microsoft.com/office/powerpoint/2010/main">
        <mc:Choice Requires="p14">
          <p:contentPart p14:bwMode="auto" r:id="rId130">
            <p14:nvContentPartPr>
              <p14:cNvPr id="252" name="Ink 253"/>
              <p14:cNvContentPartPr/>
              <p14:nvPr/>
            </p14:nvContentPartPr>
            <p14:xfrm>
              <a:off x="5360055" y="4871750"/>
              <a:ext cx="758430" cy="444960"/>
            </p14:xfrm>
          </p:contentPart>
        </mc:Choice>
        <mc:Fallback xmlns="">
          <p:pic>
            <p:nvPicPr>
              <p:cNvPr id="252" name="Ink 253"/>
            </p:nvPicPr>
            <p:blipFill>
              <a:blip r:embed="rId131"/>
            </p:blipFill>
            <p:spPr>
              <a:xfrm>
                <a:off x="5360055" y="4871750"/>
                <a:ext cx="758430" cy="444960"/>
              </a:xfrm>
              <a:prstGeom prst="rect"/>
            </p:spPr>
          </p:pic>
        </mc:Fallback>
      </mc:AlternateContent>
      <mc:AlternateContent xmlns:mc="http://schemas.openxmlformats.org/markup-compatibility/2006" xmlns:p14="http://schemas.microsoft.com/office/powerpoint/2010/main">
        <mc:Choice Requires="p14">
          <p:contentPart p14:bwMode="auto" r:id="rId132">
            <p14:nvContentPartPr>
              <p14:cNvPr id="255" name="Ink 254"/>
              <p14:cNvContentPartPr/>
              <p14:nvPr/>
            </p14:nvContentPartPr>
            <p14:xfrm>
              <a:off x="6255915" y="5034560"/>
              <a:ext cx="426330" cy="37800"/>
            </p14:xfrm>
          </p:contentPart>
        </mc:Choice>
        <mc:Fallback xmlns="">
          <p:pic>
            <p:nvPicPr>
              <p:cNvPr id="255" name="Ink 254"/>
            </p:nvPicPr>
            <p:blipFill>
              <a:blip r:embed="rId133"/>
            </p:blipFill>
            <p:spPr>
              <a:xfrm>
                <a:off x="6255915" y="5034560"/>
                <a:ext cx="426330" cy="37800"/>
              </a:xfrm>
              <a:prstGeom prst="rect"/>
            </p:spPr>
          </p:pic>
        </mc:Fallback>
      </mc:AlternateContent>
      <mc:AlternateContent xmlns:mc="http://schemas.openxmlformats.org/markup-compatibility/2006" xmlns:p14="http://schemas.microsoft.com/office/powerpoint/2010/main">
        <mc:Choice Requires="p14">
          <p:contentPart p14:bwMode="auto" r:id="rId134">
            <p14:nvContentPartPr>
              <p14:cNvPr id="258" name="Ink 258"/>
              <p14:cNvContentPartPr/>
              <p14:nvPr/>
            </p14:nvContentPartPr>
            <p14:xfrm>
              <a:off x="6368775" y="5159840"/>
              <a:ext cx="369900" cy="150660"/>
            </p14:xfrm>
          </p:contentPart>
        </mc:Choice>
        <mc:Fallback xmlns="">
          <p:pic>
            <p:nvPicPr>
              <p:cNvPr id="258" name="Ink 258"/>
            </p:nvPicPr>
            <p:blipFill>
              <a:blip r:embed="rId135"/>
            </p:blipFill>
            <p:spPr>
              <a:xfrm>
                <a:off x="6368775" y="5159840"/>
                <a:ext cx="369900" cy="150660"/>
              </a:xfrm>
              <a:prstGeom prst="rect"/>
            </p:spPr>
          </p:pic>
        </mc:Fallback>
      </mc:AlternateContent>
      <mc:AlternateContent xmlns:mc="http://schemas.openxmlformats.org/markup-compatibility/2006" xmlns:p14="http://schemas.microsoft.com/office/powerpoint/2010/main">
        <mc:Choice Requires="p14">
          <p:contentPart p14:bwMode="auto" r:id="rId136">
            <p14:nvContentPartPr>
              <p14:cNvPr id="267" name="Ink 268"/>
              <p14:cNvContentPartPr/>
              <p14:nvPr/>
            </p14:nvContentPartPr>
            <p14:xfrm>
              <a:off x="7411118" y="5111050"/>
              <a:ext cx="401490" cy="173340"/>
            </p14:xfrm>
          </p:contentPart>
        </mc:Choice>
        <mc:Fallback xmlns="">
          <p:pic>
            <p:nvPicPr>
              <p:cNvPr id="267" name="Ink 268"/>
            </p:nvPicPr>
            <p:blipFill>
              <a:blip r:embed="rId137"/>
            </p:blipFill>
            <p:spPr>
              <a:xfrm>
                <a:off x="7411118" y="5111050"/>
                <a:ext cx="401490" cy="173340"/>
              </a:xfrm>
              <a:prstGeom prst="rect"/>
            </p:spPr>
          </p:pic>
        </mc:Fallback>
      </mc:AlternateContent>
      <mc:AlternateContent xmlns:mc="http://schemas.openxmlformats.org/markup-compatibility/2006" xmlns:p14="http://schemas.microsoft.com/office/powerpoint/2010/main">
        <mc:Choice Requires="p14">
          <p:contentPart p14:bwMode="auto" r:id="rId138">
            <p14:nvContentPartPr>
              <p14:cNvPr id="268" name="Ink 269"/>
              <p14:cNvContentPartPr/>
              <p14:nvPr/>
            </p14:nvContentPartPr>
            <p14:xfrm>
              <a:off x="6949958" y="4789480"/>
              <a:ext cx="769770" cy="241380"/>
            </p14:xfrm>
          </p:contentPart>
        </mc:Choice>
        <mc:Fallback xmlns="">
          <p:pic>
            <p:nvPicPr>
              <p:cNvPr id="268" name="Ink 269"/>
            </p:nvPicPr>
            <p:blipFill>
              <a:blip r:embed="rId139"/>
            </p:blipFill>
            <p:spPr>
              <a:xfrm>
                <a:off x="6949958" y="4789480"/>
                <a:ext cx="769770" cy="241380"/>
              </a:xfrm>
              <a:prstGeom prst="rect"/>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Continued</a:t>
            </a:r>
          </a:p>
        </p:txBody>
      </p:sp>
      <p:sp>
        <p:nvSpPr>
          <p:cNvPr id="3" name="Content Placeholder 2"/>
          <p:cNvSpPr>
            <a:spLocks noGrp="1"/>
          </p:cNvSpPr>
          <p:nvPr>
            <p:ph type="body" sz="quarter" idx="13"/>
          </p:nvPr>
        </p:nvSpPr>
        <p:spPr/>
        <p:txBody>
          <a:bodyPr>
            <a:normAutofit/>
          </a:bodyPr>
          <a:lstStyle/>
          <a:p>
            <a:pPr marL="0" indent="0">
              <a:lnSpc>
                <a:spcPct val="150000"/>
              </a:lnSpc>
              <a:spcBef>
                <a:spcPts val="0"/>
              </a:spcBef>
              <a:buNone/>
            </a:pPr>
            <a:r>
              <a:rPr lang="en-IN" sz="2800" dirty="0">
                <a:latin typeface="Tw Cen MT" panose="020B0602020104020603" pitchFamily="34" charset="0"/>
              </a:rPr>
              <a:t>c) Neither 7 nor 11</a:t>
            </a:r>
          </a:p>
        </p:txBody>
      </p:sp>
      <mc:AlternateContent xmlns:mc="http://schemas.openxmlformats.org/markup-compatibility/2006" xmlns:p14="http://schemas.microsoft.com/office/powerpoint/2010/main">
        <mc:Choice Requires="p14">
          <p:contentPart p14:bwMode="auto" r:id="rId2">
            <p14:nvContentPartPr>
              <p14:cNvPr id="9" name="Ink 9"/>
              <p14:cNvContentPartPr/>
              <p14:nvPr/>
            </p14:nvContentPartPr>
            <p14:xfrm>
              <a:off x="3743295" y="2471720"/>
              <a:ext cx="463860" cy="363690"/>
            </p14:xfrm>
          </p:contentPart>
        </mc:Choice>
        <mc:Fallback xmlns="">
          <p:pic>
            <p:nvPicPr>
              <p:cNvPr id="9" name="Ink 9"/>
            </p:nvPicPr>
            <p:blipFill>
              <a:blip r:embed="rId3"/>
            </p:blipFill>
            <p:spPr>
              <a:xfrm>
                <a:off x="3743295" y="2471720"/>
                <a:ext cx="463860" cy="36369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24" name="Ink 24"/>
              <p14:cNvContentPartPr/>
              <p14:nvPr/>
            </p14:nvContentPartPr>
            <p14:xfrm>
              <a:off x="4288425" y="2559200"/>
              <a:ext cx="1340550" cy="182250"/>
            </p14:xfrm>
          </p:contentPart>
        </mc:Choice>
        <mc:Fallback xmlns="">
          <p:pic>
            <p:nvPicPr>
              <p:cNvPr id="24" name="Ink 24"/>
            </p:nvPicPr>
            <p:blipFill>
              <a:blip r:embed="rId5"/>
            </p:blipFill>
            <p:spPr>
              <a:xfrm>
                <a:off x="4288425" y="2559200"/>
                <a:ext cx="1340550" cy="18225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26" name="Ink 25"/>
              <p14:cNvContentPartPr/>
              <p14:nvPr/>
            </p14:nvContentPartPr>
            <p14:xfrm>
              <a:off x="5867385" y="2584310"/>
              <a:ext cx="200880" cy="194400"/>
            </p14:xfrm>
          </p:contentPart>
        </mc:Choice>
        <mc:Fallback xmlns="">
          <p:pic>
            <p:nvPicPr>
              <p:cNvPr id="26" name="Ink 25"/>
            </p:nvPicPr>
            <p:blipFill>
              <a:blip r:embed="rId7"/>
            </p:blipFill>
            <p:spPr>
              <a:xfrm>
                <a:off x="5867385" y="2584310"/>
                <a:ext cx="200880" cy="19440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36" name="Ink 36"/>
              <p14:cNvContentPartPr/>
              <p14:nvPr/>
            </p14:nvContentPartPr>
            <p14:xfrm>
              <a:off x="6356355" y="2390180"/>
              <a:ext cx="1334880" cy="426330"/>
            </p14:xfrm>
          </p:contentPart>
        </mc:Choice>
        <mc:Fallback xmlns="">
          <p:pic>
            <p:nvPicPr>
              <p:cNvPr id="36" name="Ink 36"/>
            </p:nvPicPr>
            <p:blipFill>
              <a:blip r:embed="rId9"/>
            </p:blipFill>
            <p:spPr>
              <a:xfrm>
                <a:off x="6356355" y="2390180"/>
                <a:ext cx="1334880" cy="42633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38" name="Ink 37"/>
              <p14:cNvContentPartPr/>
              <p14:nvPr/>
            </p14:nvContentPartPr>
            <p14:xfrm>
              <a:off x="3273225" y="3261200"/>
              <a:ext cx="100440" cy="12690"/>
            </p14:xfrm>
          </p:contentPart>
        </mc:Choice>
        <mc:Fallback xmlns="">
          <p:pic>
            <p:nvPicPr>
              <p:cNvPr id="38" name="Ink 37"/>
            </p:nvPicPr>
            <p:blipFill>
              <a:blip r:embed="rId11"/>
            </p:blipFill>
            <p:spPr>
              <a:xfrm>
                <a:off x="3273225" y="3261200"/>
                <a:ext cx="100440" cy="1269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39" name="Ink 38"/>
              <p14:cNvContentPartPr/>
              <p14:nvPr/>
            </p14:nvContentPartPr>
            <p14:xfrm>
              <a:off x="3285645" y="3361370"/>
              <a:ext cx="106920" cy="12690"/>
            </p14:xfrm>
          </p:contentPart>
        </mc:Choice>
        <mc:Fallback xmlns="">
          <p:pic>
            <p:nvPicPr>
              <p:cNvPr id="39" name="Ink 38"/>
            </p:nvPicPr>
            <p:blipFill>
              <a:blip r:embed="rId13"/>
            </p:blipFill>
            <p:spPr>
              <a:xfrm>
                <a:off x="3285645" y="3361370"/>
                <a:ext cx="106920" cy="1269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43" name="Ink 46"/>
              <p14:cNvContentPartPr/>
              <p14:nvPr/>
            </p14:nvContentPartPr>
            <p14:xfrm>
              <a:off x="3749505" y="3217190"/>
              <a:ext cx="514080" cy="194670"/>
            </p14:xfrm>
          </p:contentPart>
        </mc:Choice>
        <mc:Fallback xmlns="">
          <p:pic>
            <p:nvPicPr>
              <p:cNvPr id="43" name="Ink 46"/>
            </p:nvPicPr>
            <p:blipFill>
              <a:blip r:embed="rId15"/>
            </p:blipFill>
            <p:spPr>
              <a:xfrm>
                <a:off x="3749505" y="3217190"/>
                <a:ext cx="514080" cy="19467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48" name="Ink 47"/>
              <p14:cNvContentPartPr/>
              <p14:nvPr/>
            </p14:nvContentPartPr>
            <p14:xfrm>
              <a:off x="4551675" y="3079490"/>
              <a:ext cx="169560" cy="445230"/>
            </p14:xfrm>
          </p:contentPart>
        </mc:Choice>
        <mc:Fallback xmlns="">
          <p:pic>
            <p:nvPicPr>
              <p:cNvPr id="48" name="Ink 47"/>
            </p:nvPicPr>
            <p:blipFill>
              <a:blip r:embed="rId17"/>
            </p:blipFill>
            <p:spPr>
              <a:xfrm>
                <a:off x="4551675" y="3079490"/>
                <a:ext cx="169560" cy="44523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49" name="Ink 48"/>
              <p14:cNvContentPartPr/>
              <p14:nvPr/>
            </p14:nvContentPartPr>
            <p14:xfrm>
              <a:off x="4983945" y="3242300"/>
              <a:ext cx="12690" cy="188190"/>
            </p14:xfrm>
          </p:contentPart>
        </mc:Choice>
        <mc:Fallback xmlns="">
          <p:pic>
            <p:nvPicPr>
              <p:cNvPr id="49" name="Ink 48"/>
            </p:nvPicPr>
            <p:blipFill>
              <a:blip r:embed="rId19"/>
            </p:blipFill>
            <p:spPr>
              <a:xfrm>
                <a:off x="4983945" y="3242300"/>
                <a:ext cx="12690" cy="18819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50" name="Ink 49"/>
              <p14:cNvContentPartPr/>
              <p14:nvPr/>
            </p14:nvContentPartPr>
            <p14:xfrm>
              <a:off x="4965045" y="3223670"/>
              <a:ext cx="188190" cy="100440"/>
            </p14:xfrm>
          </p:contentPart>
        </mc:Choice>
        <mc:Fallback xmlns="">
          <p:pic>
            <p:nvPicPr>
              <p:cNvPr id="50" name="Ink 49"/>
            </p:nvPicPr>
            <p:blipFill>
              <a:blip r:embed="rId21"/>
            </p:blipFill>
            <p:spPr>
              <a:xfrm>
                <a:off x="4965045" y="3223670"/>
                <a:ext cx="188190" cy="10044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51" name="Ink 50"/>
              <p14:cNvContentPartPr/>
              <p14:nvPr/>
            </p14:nvContentPartPr>
            <p14:xfrm>
              <a:off x="5272305" y="3204770"/>
              <a:ext cx="100440" cy="232200"/>
            </p14:xfrm>
          </p:contentPart>
        </mc:Choice>
        <mc:Fallback xmlns="">
          <p:pic>
            <p:nvPicPr>
              <p:cNvPr id="51" name="Ink 50"/>
            </p:nvPicPr>
            <p:blipFill>
              <a:blip r:embed="rId23"/>
            </p:blipFill>
            <p:spPr>
              <a:xfrm>
                <a:off x="5272305" y="3204770"/>
                <a:ext cx="100440" cy="23220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70" name="Ink 77"/>
              <p14:cNvContentPartPr/>
              <p14:nvPr/>
            </p14:nvContentPartPr>
            <p14:xfrm>
              <a:off x="6544275" y="3142130"/>
              <a:ext cx="795960" cy="269730"/>
            </p14:xfrm>
          </p:contentPart>
        </mc:Choice>
        <mc:Fallback xmlns="">
          <p:pic>
            <p:nvPicPr>
              <p:cNvPr id="70" name="Ink 77"/>
            </p:nvPicPr>
            <p:blipFill>
              <a:blip r:embed="rId25"/>
            </p:blipFill>
            <p:spPr>
              <a:xfrm>
                <a:off x="6544275" y="3142130"/>
                <a:ext cx="795960" cy="26973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71" name="Ink 78"/>
              <p14:cNvContentPartPr/>
              <p14:nvPr/>
            </p14:nvContentPartPr>
            <p14:xfrm>
              <a:off x="6155745" y="3261200"/>
              <a:ext cx="156870" cy="138240"/>
            </p14:xfrm>
          </p:contentPart>
        </mc:Choice>
        <mc:Fallback xmlns="">
          <p:pic>
            <p:nvPicPr>
              <p:cNvPr id="71" name="Ink 78"/>
            </p:nvPicPr>
            <p:blipFill>
              <a:blip r:embed="rId27"/>
            </p:blipFill>
            <p:spPr>
              <a:xfrm>
                <a:off x="6155745" y="3261200"/>
                <a:ext cx="156870" cy="13824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73" name="Ink 79"/>
              <p14:cNvContentPartPr/>
              <p14:nvPr/>
            </p14:nvContentPartPr>
            <p14:xfrm>
              <a:off x="5491545" y="3210980"/>
              <a:ext cx="445230" cy="250830"/>
            </p14:xfrm>
          </p:contentPart>
        </mc:Choice>
        <mc:Fallback xmlns="">
          <p:pic>
            <p:nvPicPr>
              <p:cNvPr id="73" name="Ink 79"/>
            </p:nvPicPr>
            <p:blipFill>
              <a:blip r:embed="rId29"/>
            </p:blipFill>
            <p:spPr>
              <a:xfrm>
                <a:off x="5491545" y="3210980"/>
                <a:ext cx="445230" cy="25083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81" name="Ink 80"/>
              <p14:cNvContentPartPr/>
              <p14:nvPr/>
            </p14:nvContentPartPr>
            <p14:xfrm>
              <a:off x="7283805" y="2991740"/>
              <a:ext cx="194400" cy="545400"/>
            </p14:xfrm>
          </p:contentPart>
        </mc:Choice>
        <mc:Fallback xmlns="">
          <p:pic>
            <p:nvPicPr>
              <p:cNvPr id="81" name="Ink 80"/>
            </p:nvPicPr>
            <p:blipFill>
              <a:blip r:embed="rId31"/>
            </p:blipFill>
            <p:spPr>
              <a:xfrm>
                <a:off x="7283805" y="2991740"/>
                <a:ext cx="194400" cy="54540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82" name="Ink 81"/>
              <p14:cNvContentPartPr/>
              <p14:nvPr/>
            </p14:nvContentPartPr>
            <p14:xfrm>
              <a:off x="3273225" y="3950510"/>
              <a:ext cx="144450" cy="19170"/>
            </p14:xfrm>
          </p:contentPart>
        </mc:Choice>
        <mc:Fallback xmlns="">
          <p:pic>
            <p:nvPicPr>
              <p:cNvPr id="82" name="Ink 81"/>
            </p:nvPicPr>
            <p:blipFill>
              <a:blip r:embed="rId33"/>
            </p:blipFill>
            <p:spPr>
              <a:xfrm>
                <a:off x="3273225" y="3950510"/>
                <a:ext cx="144450" cy="1917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83" name="Ink 82"/>
              <p14:cNvContentPartPr/>
              <p14:nvPr/>
            </p14:nvContentPartPr>
            <p14:xfrm>
              <a:off x="3329655" y="4044470"/>
              <a:ext cx="131760" cy="6480"/>
            </p14:xfrm>
          </p:contentPart>
        </mc:Choice>
        <mc:Fallback xmlns="">
          <p:pic>
            <p:nvPicPr>
              <p:cNvPr id="83" name="Ink 82"/>
            </p:nvPicPr>
            <p:blipFill>
              <a:blip r:embed="rId35"/>
            </p:blipFill>
            <p:spPr>
              <a:xfrm>
                <a:off x="3329655" y="4044470"/>
                <a:ext cx="131760" cy="648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86" name="Ink 85"/>
              <p14:cNvContentPartPr/>
              <p14:nvPr/>
            </p14:nvContentPartPr>
            <p14:xfrm>
              <a:off x="4194465" y="4006940"/>
              <a:ext cx="119340" cy="19170"/>
            </p14:xfrm>
          </p:contentPart>
        </mc:Choice>
        <mc:Fallback xmlns="">
          <p:pic>
            <p:nvPicPr>
              <p:cNvPr id="86" name="Ink 85"/>
            </p:nvPicPr>
            <p:blipFill>
              <a:blip r:embed="rId37"/>
            </p:blipFill>
            <p:spPr>
              <a:xfrm>
                <a:off x="4194465" y="4006940"/>
                <a:ext cx="119340" cy="1917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87" name="Ink 87"/>
              <p14:cNvContentPartPr/>
              <p14:nvPr/>
            </p14:nvContentPartPr>
            <p14:xfrm>
              <a:off x="3774615" y="3875180"/>
              <a:ext cx="150390" cy="219780"/>
            </p14:xfrm>
          </p:contentPart>
        </mc:Choice>
        <mc:Fallback xmlns="">
          <p:pic>
            <p:nvPicPr>
              <p:cNvPr id="87" name="Ink 87"/>
            </p:nvPicPr>
            <p:blipFill>
              <a:blip r:embed="rId39"/>
            </p:blipFill>
            <p:spPr>
              <a:xfrm>
                <a:off x="3774615" y="3875180"/>
                <a:ext cx="150390" cy="219780"/>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89" name="Ink 88"/>
              <p14:cNvContentPartPr/>
              <p14:nvPr/>
            </p14:nvContentPartPr>
            <p14:xfrm>
              <a:off x="4614315" y="3718580"/>
              <a:ext cx="138240" cy="614250"/>
            </p14:xfrm>
          </p:contentPart>
        </mc:Choice>
        <mc:Fallback xmlns="">
          <p:pic>
            <p:nvPicPr>
              <p:cNvPr id="89" name="Ink 88"/>
            </p:nvPicPr>
            <p:blipFill>
              <a:blip r:embed="rId41"/>
            </p:blipFill>
            <p:spPr>
              <a:xfrm>
                <a:off x="4614315" y="3718580"/>
                <a:ext cx="138240" cy="61425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95" name="Ink 98"/>
              <p14:cNvContentPartPr/>
              <p14:nvPr/>
            </p14:nvContentPartPr>
            <p14:xfrm>
              <a:off x="4983945" y="4188650"/>
              <a:ext cx="370170" cy="150660"/>
            </p14:xfrm>
          </p:contentPart>
        </mc:Choice>
        <mc:Fallback xmlns="">
          <p:pic>
            <p:nvPicPr>
              <p:cNvPr id="95" name="Ink 98"/>
            </p:nvPicPr>
            <p:blipFill>
              <a:blip r:embed="rId43"/>
            </p:blipFill>
            <p:spPr>
              <a:xfrm>
                <a:off x="4983945" y="4188650"/>
                <a:ext cx="370170" cy="150660"/>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96" name="Ink 99"/>
              <p14:cNvContentPartPr/>
              <p14:nvPr/>
            </p14:nvContentPartPr>
            <p14:xfrm>
              <a:off x="4883775" y="3831440"/>
              <a:ext cx="426330" cy="231930"/>
            </p14:xfrm>
          </p:contentPart>
        </mc:Choice>
        <mc:Fallback xmlns="">
          <p:pic>
            <p:nvPicPr>
              <p:cNvPr id="96" name="Ink 99"/>
            </p:nvPicPr>
            <p:blipFill>
              <a:blip r:embed="rId45"/>
            </p:blipFill>
            <p:spPr>
              <a:xfrm>
                <a:off x="4883775" y="3831440"/>
                <a:ext cx="426330" cy="231930"/>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123" name="Ink 123"/>
              <p14:cNvContentPartPr/>
              <p14:nvPr/>
            </p14:nvContentPartPr>
            <p14:xfrm>
              <a:off x="5597925" y="3637040"/>
              <a:ext cx="1040580" cy="764910"/>
            </p14:xfrm>
          </p:contentPart>
        </mc:Choice>
        <mc:Fallback xmlns="">
          <p:pic>
            <p:nvPicPr>
              <p:cNvPr id="123" name="Ink 123"/>
            </p:nvPicPr>
            <p:blipFill>
              <a:blip r:embed="rId47"/>
            </p:blipFill>
            <p:spPr>
              <a:xfrm>
                <a:off x="5597925" y="3637040"/>
                <a:ext cx="1040580" cy="764910"/>
              </a:xfrm>
              <a:prstGeom prst="rect"/>
            </p:spPr>
          </p:pic>
        </mc:Fallback>
      </mc:AlternateContent>
      <mc:AlternateContent xmlns:mc="http://schemas.openxmlformats.org/markup-compatibility/2006" xmlns:p14="http://schemas.microsoft.com/office/powerpoint/2010/main">
        <mc:Choice Requires="p14">
          <p:contentPart p14:bwMode="auto" r:id="rId48">
            <p14:nvContentPartPr>
              <p14:cNvPr id="135" name="Ink 137"/>
              <p14:cNvContentPartPr/>
              <p14:nvPr/>
            </p14:nvContentPartPr>
            <p14:xfrm>
              <a:off x="5215875" y="4758890"/>
              <a:ext cx="100440" cy="81540"/>
            </p14:xfrm>
          </p:contentPart>
        </mc:Choice>
        <mc:Fallback xmlns="">
          <p:pic>
            <p:nvPicPr>
              <p:cNvPr id="135" name="Ink 137"/>
            </p:nvPicPr>
            <p:blipFill>
              <a:blip r:embed="rId49"/>
            </p:blipFill>
            <p:spPr>
              <a:xfrm>
                <a:off x="5215875" y="4758890"/>
                <a:ext cx="100440" cy="81540"/>
              </a:xfrm>
              <a:prstGeom prst="rect"/>
            </p:spPr>
          </p:pic>
        </mc:Fallback>
      </mc:AlternateContent>
      <mc:AlternateContent xmlns:mc="http://schemas.openxmlformats.org/markup-compatibility/2006" xmlns:p14="http://schemas.microsoft.com/office/powerpoint/2010/main">
        <mc:Choice Requires="p14">
          <p:contentPart p14:bwMode="auto" r:id="rId50">
            <p14:nvContentPartPr>
              <p14:cNvPr id="136" name="Ink 139"/>
              <p14:cNvContentPartPr/>
              <p14:nvPr/>
            </p14:nvContentPartPr>
            <p14:xfrm>
              <a:off x="3987645" y="4633610"/>
              <a:ext cx="890190" cy="463860"/>
            </p14:xfrm>
          </p:contentPart>
        </mc:Choice>
        <mc:Fallback xmlns="">
          <p:pic>
            <p:nvPicPr>
              <p:cNvPr id="136" name="Ink 139"/>
            </p:nvPicPr>
            <p:blipFill>
              <a:blip r:embed="rId51"/>
            </p:blipFill>
            <p:spPr>
              <a:xfrm>
                <a:off x="3987645" y="4633610"/>
                <a:ext cx="890190" cy="463860"/>
              </a:xfrm>
              <a:prstGeom prst="rect"/>
            </p:spPr>
          </p:pic>
        </mc:Fallback>
      </mc:AlternateContent>
      <mc:AlternateContent xmlns:mc="http://schemas.openxmlformats.org/markup-compatibility/2006" xmlns:p14="http://schemas.microsoft.com/office/powerpoint/2010/main">
        <mc:Choice Requires="p14">
          <p:contentPart p14:bwMode="auto" r:id="rId52">
            <p14:nvContentPartPr>
              <p14:cNvPr id="137" name="Ink 140"/>
              <p14:cNvContentPartPr/>
              <p14:nvPr/>
            </p14:nvContentPartPr>
            <p14:xfrm>
              <a:off x="3555105" y="4777790"/>
              <a:ext cx="88290" cy="112860"/>
            </p14:xfrm>
          </p:contentPart>
        </mc:Choice>
        <mc:Fallback xmlns="">
          <p:pic>
            <p:nvPicPr>
              <p:cNvPr id="137" name="Ink 140"/>
            </p:nvPicPr>
            <p:blipFill>
              <a:blip r:embed="rId53"/>
            </p:blipFill>
            <p:spPr>
              <a:xfrm>
                <a:off x="3555105" y="4777790"/>
                <a:ext cx="88290" cy="112860"/>
              </a:xfrm>
              <a:prstGeom prst="rect"/>
            </p:spPr>
          </p:pic>
        </mc:Fallback>
      </mc:AlternateContent>
      <mc:AlternateContent xmlns:mc="http://schemas.openxmlformats.org/markup-compatibility/2006" xmlns:p14="http://schemas.microsoft.com/office/powerpoint/2010/main">
        <mc:Choice Requires="p14">
          <p:contentPart p14:bwMode="auto" r:id="rId54">
            <p14:nvContentPartPr>
              <p14:cNvPr id="146" name="Ink 147"/>
              <p14:cNvContentPartPr/>
              <p14:nvPr/>
            </p14:nvContentPartPr>
            <p14:xfrm>
              <a:off x="5591715" y="4614710"/>
              <a:ext cx="470340" cy="526770"/>
            </p14:xfrm>
          </p:contentPart>
        </mc:Choice>
        <mc:Fallback xmlns="">
          <p:pic>
            <p:nvPicPr>
              <p:cNvPr id="146" name="Ink 147"/>
            </p:nvPicPr>
            <p:blipFill>
              <a:blip r:embed="rId55"/>
            </p:blipFill>
            <p:spPr>
              <a:xfrm>
                <a:off x="5591715" y="4614710"/>
                <a:ext cx="470340" cy="526770"/>
              </a:xfrm>
              <a:prstGeom prst="rect"/>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3</a:t>
            </a:r>
          </a:p>
        </p:txBody>
      </p:sp>
      <p:sp>
        <p:nvSpPr>
          <p:cNvPr id="2" name="Content Placeholder 1"/>
          <p:cNvSpPr>
            <a:spLocks noGrp="1"/>
          </p:cNvSpPr>
          <p:nvPr>
            <p:ph type="body" sz="quarter" idx="13"/>
          </p:nvPr>
        </p:nvSpPr>
        <p:spPr/>
        <p:txBody>
          <a:bodyPr>
            <a:normAutofit fontScale="92500"/>
          </a:bodyPr>
          <a:lstStyle/>
          <a:p>
            <a:pPr algn="just"/>
            <a:r>
              <a:rPr lang="en-IN" sz="2400" b="0" dirty="0"/>
              <a:t>	</a:t>
            </a:r>
            <a:r>
              <a:rPr lang="en-IN" sz="2800" b="0" dirty="0">
                <a:latin typeface="Tw Cen MT" panose="020B0602020104020603" pitchFamily="34" charset="0"/>
              </a:rPr>
              <a:t>The probability that a student passes in statistics examination is 2/3 and the probability that he /she will not pass in mathematics examination is 5/9. The  probability that he/she will pass in at least one of the examination is 4/5. Find the probability that he /she will pass in both the examinations</a:t>
            </a:r>
            <a:endParaRPr lang="en-US" sz="2800" dirty="0">
              <a:latin typeface="Tw Cen MT" panose="020B0602020104020603" pitchFamily="34"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36C9490-F279-6EF3-63D5-A49520B060C4}"/>
                  </a:ext>
                </a:extLst>
              </p14:cNvPr>
              <p14:cNvContentPartPr/>
              <p14:nvPr/>
            </p14:nvContentPartPr>
            <p14:xfrm>
              <a:off x="1885680" y="3692160"/>
              <a:ext cx="5720400" cy="1966680"/>
            </p14:xfrm>
          </p:contentPart>
        </mc:Choice>
        <mc:Fallback>
          <p:pic>
            <p:nvPicPr>
              <p:cNvPr id="4" name="Ink 3">
                <a:extLst>
                  <a:ext uri="{FF2B5EF4-FFF2-40B4-BE49-F238E27FC236}">
                    <a16:creationId xmlns:a16="http://schemas.microsoft.com/office/drawing/2014/main" id="{136C9490-F279-6EF3-63D5-A49520B060C4}"/>
                  </a:ext>
                </a:extLst>
              </p:cNvPr>
              <p:cNvPicPr/>
              <p:nvPr/>
            </p:nvPicPr>
            <p:blipFill>
              <a:blip r:embed="rId3"/>
              <a:stretch>
                <a:fillRect/>
              </a:stretch>
            </p:blipFill>
            <p:spPr>
              <a:xfrm>
                <a:off x="1876320" y="3682800"/>
                <a:ext cx="5739120" cy="198540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Solution</a:t>
            </a:r>
          </a:p>
        </p:txBody>
      </p:sp>
      <mc:AlternateContent xmlns:mc="http://schemas.openxmlformats.org/markup-compatibility/2006" xmlns:a14="http://schemas.microsoft.com/office/drawing/2010/main">
        <mc:Choice Requires="a14">
          <p:sp>
            <p:nvSpPr>
              <p:cNvPr id="2" name="Content Placeholder 1"/>
              <p:cNvSpPr>
                <a:spLocks noGrp="1"/>
              </p:cNvSpPr>
              <p:nvPr>
                <p:ph type="body" sz="quarter" idx="13"/>
              </p:nvPr>
            </p:nvSpPr>
            <p:spPr/>
            <p:txBody>
              <a:bodyPr>
                <a:noAutofit/>
              </a:bodyPr>
              <a:lstStyle/>
              <a:p>
                <a:r>
                  <a:rPr lang="en-IN" sz="2000" dirty="0">
                    <a:latin typeface="Tw Cen MT" panose="020B0602020104020603" pitchFamily="34" charset="0"/>
                    <a:cs typeface="Times New Roman" panose="02020603050405020304" pitchFamily="18" charset="0"/>
                  </a:rPr>
                  <a:t>The probability of passing in statistics P(S)=2/3</a:t>
                </a:r>
              </a:p>
              <a:p>
                <a:r>
                  <a:rPr lang="en-IN" sz="2000" dirty="0">
                    <a:latin typeface="Tw Cen MT" panose="020B0602020104020603" pitchFamily="34" charset="0"/>
                    <a:cs typeface="Times New Roman" panose="02020603050405020304" pitchFamily="18" charset="0"/>
                  </a:rPr>
                  <a:t>The probability of passing in Mathematics P(M)=1-5/9 =4/9</a:t>
                </a:r>
              </a:p>
              <a:p>
                <a:r>
                  <a:rPr lang="en-IN" sz="2000" dirty="0">
                    <a:latin typeface="Tw Cen MT" panose="020B0602020104020603" pitchFamily="34" charset="0"/>
                    <a:cs typeface="Times New Roman" panose="02020603050405020304" pitchFamily="18" charset="0"/>
                  </a:rPr>
                  <a:t>Probability of Passing at least one of these examination </a:t>
                </a:r>
              </a:p>
              <a:p>
                <a:pPr marL="0" indent="0">
                  <a:buNone/>
                </a:pPr>
                <a:r>
                  <a:rPr lang="en-IN" sz="2000" dirty="0">
                    <a:latin typeface="Tw Cen MT" panose="020B0602020104020603" pitchFamily="34" charset="0"/>
                    <a:cs typeface="Times New Roman" panose="02020603050405020304" pitchFamily="18" charset="0"/>
                  </a:rPr>
                  <a:t>       = P(S</a:t>
                </a:r>
                <a14:m>
                  <m:oMath xmlns:m="http://schemas.openxmlformats.org/officeDocument/2006/math">
                    <m:r>
                      <a:rPr lang="en-IN" sz="2000" i="1" dirty="0" smtClean="0">
                        <a:latin typeface="Cambria Math" panose="02040503050406030204" pitchFamily="18" charset="0"/>
                        <a:ea typeface="Cambria Math" panose="02040503050406030204" pitchFamily="18" charset="0"/>
                      </a:rPr>
                      <m:t>∪</m:t>
                    </m:r>
                  </m:oMath>
                </a14:m>
                <a:r>
                  <a:rPr lang="en-IN" sz="2000" dirty="0">
                    <a:latin typeface="Tw Cen MT" panose="020B0602020104020603" pitchFamily="34" charset="0"/>
                    <a:cs typeface="Times New Roman" panose="02020603050405020304" pitchFamily="18" charset="0"/>
                  </a:rPr>
                  <a:t>M) = 4/5</a:t>
                </a:r>
              </a:p>
              <a:p>
                <a:endParaRPr lang="en-IN" sz="2000" dirty="0">
                  <a:latin typeface="Tw Cen MT" panose="020B0602020104020603" pitchFamily="34" charset="0"/>
                  <a:cs typeface="Times New Roman" panose="02020603050405020304" pitchFamily="18" charset="0"/>
                </a:endParaRPr>
              </a:p>
              <a:p>
                <a:r>
                  <a:rPr lang="en-US" altLang="en-US" sz="2000" b="1" i="1" dirty="0">
                    <a:latin typeface="Tw Cen MT" panose="020B0602020104020603" pitchFamily="34" charset="0"/>
                    <a:cs typeface="Times New Roman" panose="02020603050405020304" pitchFamily="18" charset="0"/>
                  </a:rPr>
                  <a:t>P </a:t>
                </a:r>
                <a:r>
                  <a:rPr lang="en-US" altLang="en-US" sz="2000" b="1" dirty="0">
                    <a:latin typeface="Tw Cen MT" panose="020B0602020104020603" pitchFamily="34" charset="0"/>
                    <a:cs typeface="Times New Roman" panose="02020603050405020304" pitchFamily="18" charset="0"/>
                  </a:rPr>
                  <a:t>(</a:t>
                </a:r>
                <a:r>
                  <a:rPr lang="en-US" altLang="en-US" sz="2000" b="1" i="1" dirty="0">
                    <a:latin typeface="Tw Cen MT" panose="020B0602020104020603" pitchFamily="34" charset="0"/>
                    <a:cs typeface="Times New Roman" panose="02020603050405020304" pitchFamily="18" charset="0"/>
                  </a:rPr>
                  <a:t>S</a:t>
                </a:r>
                <a:r>
                  <a:rPr lang="en-US" altLang="en-US" sz="2000" b="1" dirty="0">
                    <a:latin typeface="Tw Cen MT" panose="020B0602020104020603" pitchFamily="34" charset="0"/>
                    <a:cs typeface="Times New Roman" panose="02020603050405020304" pitchFamily="18" charset="0"/>
                  </a:rPr>
                  <a:t> </a:t>
                </a:r>
                <a:r>
                  <a:rPr lang="en-US" altLang="en-US" sz="2000" dirty="0">
                    <a:latin typeface="Tw Cen MT" panose="020B0602020104020603" pitchFamily="34" charset="0"/>
                    <a:cs typeface="Times New Roman" panose="02020603050405020304" pitchFamily="18" charset="0"/>
                  </a:rPr>
                  <a:t>U</a:t>
                </a:r>
                <a:r>
                  <a:rPr lang="en-US" altLang="en-US" sz="2000" b="1" dirty="0">
                    <a:latin typeface="Tw Cen MT" panose="020B0602020104020603" pitchFamily="34" charset="0"/>
                    <a:cs typeface="Times New Roman" panose="02020603050405020304" pitchFamily="18" charset="0"/>
                  </a:rPr>
                  <a:t> M) = </a:t>
                </a:r>
                <a:r>
                  <a:rPr lang="en-US" altLang="en-US" sz="2000" b="1" i="1" dirty="0">
                    <a:latin typeface="Tw Cen MT" panose="020B0602020104020603" pitchFamily="34" charset="0"/>
                    <a:cs typeface="Times New Roman" panose="02020603050405020304" pitchFamily="18" charset="0"/>
                  </a:rPr>
                  <a:t>P </a:t>
                </a:r>
                <a:r>
                  <a:rPr lang="en-US" altLang="en-US" sz="2000" b="1" dirty="0">
                    <a:latin typeface="Tw Cen MT" panose="020B0602020104020603" pitchFamily="34" charset="0"/>
                    <a:cs typeface="Times New Roman" panose="02020603050405020304" pitchFamily="18" charset="0"/>
                  </a:rPr>
                  <a:t>(</a:t>
                </a:r>
                <a:r>
                  <a:rPr lang="en-US" altLang="en-US" sz="2000" b="1" i="1" dirty="0">
                    <a:latin typeface="Tw Cen MT" panose="020B0602020104020603" pitchFamily="34" charset="0"/>
                    <a:cs typeface="Times New Roman" panose="02020603050405020304" pitchFamily="18" charset="0"/>
                  </a:rPr>
                  <a:t>S</a:t>
                </a:r>
                <a:r>
                  <a:rPr lang="en-US" altLang="en-US" sz="2000" b="1" dirty="0">
                    <a:latin typeface="Tw Cen MT" panose="020B0602020104020603" pitchFamily="34" charset="0"/>
                    <a:cs typeface="Times New Roman" panose="02020603050405020304" pitchFamily="18" charset="0"/>
                  </a:rPr>
                  <a:t>) + </a:t>
                </a:r>
                <a:r>
                  <a:rPr lang="en-US" altLang="en-US" sz="2000" b="1" i="1" dirty="0">
                    <a:latin typeface="Tw Cen MT" panose="020B0602020104020603" pitchFamily="34" charset="0"/>
                    <a:cs typeface="Times New Roman" panose="02020603050405020304" pitchFamily="18" charset="0"/>
                  </a:rPr>
                  <a:t>P </a:t>
                </a:r>
                <a:r>
                  <a:rPr lang="en-US" altLang="en-US" sz="2000" b="1" dirty="0">
                    <a:latin typeface="Tw Cen MT" panose="020B0602020104020603" pitchFamily="34" charset="0"/>
                    <a:cs typeface="Times New Roman" panose="02020603050405020304" pitchFamily="18" charset="0"/>
                  </a:rPr>
                  <a:t>(M) – </a:t>
                </a:r>
                <a:r>
                  <a:rPr lang="en-US" altLang="en-US" sz="2000" b="1" i="1" dirty="0">
                    <a:latin typeface="Tw Cen MT" panose="020B0602020104020603" pitchFamily="34" charset="0"/>
                    <a:cs typeface="Times New Roman" panose="02020603050405020304" pitchFamily="18" charset="0"/>
                  </a:rPr>
                  <a:t>P </a:t>
                </a:r>
                <a:r>
                  <a:rPr lang="en-US" altLang="en-US" sz="2000" b="1" dirty="0">
                    <a:latin typeface="Tw Cen MT" panose="020B0602020104020603" pitchFamily="34" charset="0"/>
                    <a:cs typeface="Times New Roman" panose="02020603050405020304" pitchFamily="18" charset="0"/>
                  </a:rPr>
                  <a:t>(</a:t>
                </a:r>
                <a:r>
                  <a:rPr lang="en-US" altLang="en-US" sz="2000" b="1" i="1" dirty="0">
                    <a:latin typeface="Tw Cen MT" panose="020B0602020104020603" pitchFamily="34" charset="0"/>
                    <a:cs typeface="Times New Roman" panose="02020603050405020304" pitchFamily="18" charset="0"/>
                  </a:rPr>
                  <a:t>S </a:t>
                </a:r>
                <a:r>
                  <a:rPr lang="en-US" altLang="en-US" sz="2000" dirty="0">
                    <a:latin typeface="Tw Cen MT" panose="020B0602020104020603" pitchFamily="34" charset="0"/>
                    <a:cs typeface="Times New Roman" panose="02020603050405020304" pitchFamily="18" charset="0"/>
                  </a:rPr>
                  <a:t>∩</a:t>
                </a:r>
                <a:r>
                  <a:rPr lang="en-US" altLang="en-US" sz="2000" b="1" i="1" dirty="0">
                    <a:latin typeface="Tw Cen MT" panose="020B0602020104020603" pitchFamily="34" charset="0"/>
                    <a:cs typeface="Times New Roman" panose="02020603050405020304" pitchFamily="18" charset="0"/>
                  </a:rPr>
                  <a:t> M </a:t>
                </a:r>
                <a:r>
                  <a:rPr lang="en-US" altLang="en-US" sz="2000" b="1" dirty="0">
                    <a:latin typeface="Tw Cen MT" panose="020B0602020104020603" pitchFamily="34" charset="0"/>
                    <a:cs typeface="Times New Roman" panose="02020603050405020304" pitchFamily="18" charset="0"/>
                  </a:rPr>
                  <a:t>).</a:t>
                </a:r>
              </a:p>
              <a:p>
                <a14:m>
                  <m:oMath xmlns:m="http://schemas.openxmlformats.org/officeDocument/2006/math">
                    <m:f>
                      <m:fPr>
                        <m:ctrlPr>
                          <a:rPr lang="en-IN" sz="2000" b="0" i="1" smtClean="0">
                            <a:latin typeface="Cambria Math" panose="02040503050406030204" pitchFamily="18" charset="0"/>
                          </a:rPr>
                        </m:ctrlPr>
                      </m:fPr>
                      <m:num>
                        <m:r>
                          <a:rPr lang="en-IN" sz="2000" b="0" i="1" smtClean="0">
                            <a:latin typeface="Cambria Math" panose="02040503050406030204" pitchFamily="18" charset="0"/>
                          </a:rPr>
                          <m:t>4</m:t>
                        </m:r>
                      </m:num>
                      <m:den>
                        <m:r>
                          <a:rPr lang="en-IN" sz="2000" b="0" i="1" smtClean="0">
                            <a:latin typeface="Cambria Math" panose="02040503050406030204" pitchFamily="18" charset="0"/>
                          </a:rPr>
                          <m:t>5</m:t>
                        </m:r>
                      </m:den>
                    </m:f>
                  </m:oMath>
                </a14:m>
                <a:r>
                  <a:rPr lang="en-IN" sz="2000" dirty="0">
                    <a:latin typeface="Tw Cen MT" panose="020B0602020104020603" pitchFamily="34" charset="0"/>
                    <a:cs typeface="Times New Roman" panose="02020603050405020304" pitchFamily="18" charset="0"/>
                  </a:rPr>
                  <a:t> = </a:t>
                </a:r>
                <a14:m>
                  <m:oMath xmlns:m="http://schemas.openxmlformats.org/officeDocument/2006/math">
                    <m:f>
                      <m:fPr>
                        <m:ctrlPr>
                          <a:rPr lang="en-IN" sz="2000" b="0" i="1" smtClean="0">
                            <a:latin typeface="Cambria Math" panose="02040503050406030204" pitchFamily="18" charset="0"/>
                          </a:rPr>
                        </m:ctrlPr>
                      </m:fPr>
                      <m:num>
                        <m:r>
                          <a:rPr lang="en-IN" sz="2000" b="0" i="1" smtClean="0">
                            <a:latin typeface="Cambria Math" panose="02040503050406030204" pitchFamily="18" charset="0"/>
                          </a:rPr>
                          <m:t>2</m:t>
                        </m:r>
                      </m:num>
                      <m:den>
                        <m:r>
                          <a:rPr lang="en-IN" sz="2000" b="0" i="1" smtClean="0">
                            <a:latin typeface="Cambria Math" panose="02040503050406030204" pitchFamily="18" charset="0"/>
                          </a:rPr>
                          <m:t>3</m:t>
                        </m:r>
                      </m:den>
                    </m:f>
                  </m:oMath>
                </a14:m>
                <a:r>
                  <a:rPr lang="en-IN" sz="2000" dirty="0">
                    <a:latin typeface="Tw Cen MT" panose="020B0602020104020603" pitchFamily="34" charset="0"/>
                    <a:cs typeface="Times New Roman" panose="02020603050405020304" pitchFamily="18" charset="0"/>
                  </a:rPr>
                  <a:t>  + </a:t>
                </a:r>
                <a14:m>
                  <m:oMath xmlns:m="http://schemas.openxmlformats.org/officeDocument/2006/math">
                    <m:f>
                      <m:fPr>
                        <m:ctrlPr>
                          <a:rPr lang="en-IN" sz="2000" i="1">
                            <a:latin typeface="Cambria Math" panose="02040503050406030204" pitchFamily="18" charset="0"/>
                          </a:rPr>
                        </m:ctrlPr>
                      </m:fPr>
                      <m:num>
                        <m:r>
                          <a:rPr lang="en-IN" sz="2000" i="1">
                            <a:latin typeface="Cambria Math" panose="02040503050406030204" pitchFamily="18" charset="0"/>
                          </a:rPr>
                          <m:t>4</m:t>
                        </m:r>
                      </m:num>
                      <m:den>
                        <m:r>
                          <a:rPr lang="en-IN" sz="2000" b="0" i="1" smtClean="0">
                            <a:latin typeface="Cambria Math" panose="02040503050406030204" pitchFamily="18" charset="0"/>
                          </a:rPr>
                          <m:t>9</m:t>
                        </m:r>
                      </m:den>
                    </m:f>
                  </m:oMath>
                </a14:m>
                <a:r>
                  <a:rPr lang="en-IN" sz="2000" dirty="0">
                    <a:latin typeface="Tw Cen MT" panose="020B0602020104020603" pitchFamily="34" charset="0"/>
                    <a:cs typeface="Times New Roman" panose="02020603050405020304" pitchFamily="18" charset="0"/>
                  </a:rPr>
                  <a:t> - </a:t>
                </a:r>
                <a:r>
                  <a:rPr lang="en-US" altLang="en-US" sz="2000" i="1" dirty="0">
                    <a:latin typeface="Tw Cen MT" panose="020B0602020104020603" pitchFamily="34" charset="0"/>
                    <a:cs typeface="Times New Roman" panose="02020603050405020304" pitchFamily="18" charset="0"/>
                  </a:rPr>
                  <a:t>P </a:t>
                </a:r>
                <a:r>
                  <a:rPr lang="en-US" altLang="en-US" sz="2000" dirty="0">
                    <a:latin typeface="Tw Cen MT" panose="020B0602020104020603" pitchFamily="34" charset="0"/>
                    <a:cs typeface="Times New Roman" panose="02020603050405020304" pitchFamily="18" charset="0"/>
                  </a:rPr>
                  <a:t>(</a:t>
                </a:r>
                <a:r>
                  <a:rPr lang="en-US" altLang="en-US" sz="2000" i="1" dirty="0">
                    <a:latin typeface="Tw Cen MT" panose="020B0602020104020603" pitchFamily="34" charset="0"/>
                    <a:cs typeface="Times New Roman" panose="02020603050405020304" pitchFamily="18" charset="0"/>
                  </a:rPr>
                  <a:t>S </a:t>
                </a:r>
                <a:r>
                  <a:rPr lang="en-US" altLang="en-US" sz="2000" dirty="0">
                    <a:latin typeface="Tw Cen MT" panose="020B0602020104020603" pitchFamily="34" charset="0"/>
                    <a:cs typeface="Times New Roman" panose="02020603050405020304" pitchFamily="18" charset="0"/>
                  </a:rPr>
                  <a:t>∩</a:t>
                </a:r>
                <a:r>
                  <a:rPr lang="en-US" altLang="en-US" sz="2000" i="1" dirty="0">
                    <a:latin typeface="Tw Cen MT" panose="020B0602020104020603" pitchFamily="34" charset="0"/>
                    <a:cs typeface="Times New Roman" panose="02020603050405020304" pitchFamily="18" charset="0"/>
                  </a:rPr>
                  <a:t> M </a:t>
                </a:r>
                <a:r>
                  <a:rPr lang="en-US" altLang="en-US" sz="2000" dirty="0">
                    <a:latin typeface="Tw Cen MT" panose="020B0602020104020603" pitchFamily="34" charset="0"/>
                    <a:cs typeface="Times New Roman" panose="02020603050405020304" pitchFamily="18" charset="0"/>
                  </a:rPr>
                  <a:t>).</a:t>
                </a:r>
              </a:p>
              <a:p>
                <a:r>
                  <a:rPr lang="en-US" altLang="en-US" sz="2000" i="1" dirty="0">
                    <a:latin typeface="Tw Cen MT" panose="020B0602020104020603" pitchFamily="34" charset="0"/>
                    <a:cs typeface="Times New Roman" panose="02020603050405020304" pitchFamily="18" charset="0"/>
                  </a:rPr>
                  <a:t>P </a:t>
                </a:r>
                <a:r>
                  <a:rPr lang="en-US" altLang="en-US" sz="2000" dirty="0">
                    <a:latin typeface="Tw Cen MT" panose="020B0602020104020603" pitchFamily="34" charset="0"/>
                    <a:cs typeface="Times New Roman" panose="02020603050405020304" pitchFamily="18" charset="0"/>
                  </a:rPr>
                  <a:t>(</a:t>
                </a:r>
                <a:r>
                  <a:rPr lang="en-US" altLang="en-US" sz="2000" i="1" dirty="0">
                    <a:latin typeface="Tw Cen MT" panose="020B0602020104020603" pitchFamily="34" charset="0"/>
                    <a:cs typeface="Times New Roman" panose="02020603050405020304" pitchFamily="18" charset="0"/>
                  </a:rPr>
                  <a:t>S </a:t>
                </a:r>
                <a:r>
                  <a:rPr lang="en-US" altLang="en-US" sz="2000" dirty="0">
                    <a:latin typeface="Tw Cen MT" panose="020B0602020104020603" pitchFamily="34" charset="0"/>
                    <a:cs typeface="Times New Roman" panose="02020603050405020304" pitchFamily="18" charset="0"/>
                  </a:rPr>
                  <a:t>∩</a:t>
                </a:r>
                <a:r>
                  <a:rPr lang="en-US" altLang="en-US" sz="2000" i="1" dirty="0">
                    <a:latin typeface="Tw Cen MT" panose="020B0602020104020603" pitchFamily="34" charset="0"/>
                    <a:cs typeface="Times New Roman" panose="02020603050405020304" pitchFamily="18" charset="0"/>
                  </a:rPr>
                  <a:t> M </a:t>
                </a:r>
                <a:r>
                  <a:rPr lang="en-US" altLang="en-US" sz="2000" dirty="0">
                    <a:latin typeface="Tw Cen MT" panose="020B0602020104020603" pitchFamily="34" charset="0"/>
                    <a:cs typeface="Times New Roman" panose="02020603050405020304" pitchFamily="18" charset="0"/>
                  </a:rPr>
                  <a:t>) = </a:t>
                </a:r>
                <a14:m>
                  <m:oMath xmlns:m="http://schemas.openxmlformats.org/officeDocument/2006/math">
                    <m:f>
                      <m:fPr>
                        <m:ctrlPr>
                          <a:rPr lang="en-IN" sz="2000" b="0" i="1" smtClean="0">
                            <a:latin typeface="Cambria Math" panose="02040503050406030204" pitchFamily="18" charset="0"/>
                          </a:rPr>
                        </m:ctrlPr>
                      </m:fPr>
                      <m:num>
                        <m:r>
                          <a:rPr lang="en-IN" sz="2000" b="0" i="1" smtClean="0">
                            <a:latin typeface="Cambria Math" panose="02040503050406030204" pitchFamily="18" charset="0"/>
                          </a:rPr>
                          <m:t>2</m:t>
                        </m:r>
                      </m:num>
                      <m:den>
                        <m:r>
                          <a:rPr lang="en-IN" sz="2000" b="0" i="1" smtClean="0">
                            <a:latin typeface="Cambria Math" panose="02040503050406030204" pitchFamily="18" charset="0"/>
                          </a:rPr>
                          <m:t>3</m:t>
                        </m:r>
                      </m:den>
                    </m:f>
                  </m:oMath>
                </a14:m>
                <a:r>
                  <a:rPr lang="en-IN" sz="2000" dirty="0">
                    <a:latin typeface="Tw Cen MT" panose="020B0602020104020603" pitchFamily="34" charset="0"/>
                    <a:cs typeface="Times New Roman" panose="02020603050405020304" pitchFamily="18" charset="0"/>
                  </a:rPr>
                  <a:t>  + </a:t>
                </a:r>
                <a14:m>
                  <m:oMath xmlns:m="http://schemas.openxmlformats.org/officeDocument/2006/math">
                    <m:f>
                      <m:fPr>
                        <m:ctrlPr>
                          <a:rPr lang="en-IN" sz="2000" i="1">
                            <a:latin typeface="Cambria Math" panose="02040503050406030204" pitchFamily="18" charset="0"/>
                          </a:rPr>
                        </m:ctrlPr>
                      </m:fPr>
                      <m:num>
                        <m:r>
                          <a:rPr lang="en-IN" sz="2000" i="1">
                            <a:latin typeface="Cambria Math" panose="02040503050406030204" pitchFamily="18" charset="0"/>
                          </a:rPr>
                          <m:t>4</m:t>
                        </m:r>
                      </m:num>
                      <m:den>
                        <m:r>
                          <a:rPr lang="en-IN" sz="2000" b="0" i="1" smtClean="0">
                            <a:latin typeface="Cambria Math" panose="02040503050406030204" pitchFamily="18" charset="0"/>
                          </a:rPr>
                          <m:t>9</m:t>
                        </m:r>
                      </m:den>
                    </m:f>
                  </m:oMath>
                </a14:m>
                <a:r>
                  <a:rPr lang="en-IN" sz="2000" dirty="0">
                    <a:latin typeface="Tw Cen MT" panose="020B0602020104020603" pitchFamily="34" charset="0"/>
                    <a:cs typeface="Times New Roman" panose="02020603050405020304" pitchFamily="18" charset="0"/>
                  </a:rPr>
                  <a:t> - </a:t>
                </a:r>
                <a14:m>
                  <m:oMath xmlns:m="http://schemas.openxmlformats.org/officeDocument/2006/math">
                    <m:f>
                      <m:fPr>
                        <m:ctrlPr>
                          <a:rPr lang="en-IN" sz="2000" i="1">
                            <a:latin typeface="Cambria Math" panose="02040503050406030204" pitchFamily="18" charset="0"/>
                          </a:rPr>
                        </m:ctrlPr>
                      </m:fPr>
                      <m:num>
                        <m:r>
                          <a:rPr lang="en-IN" sz="2000" i="1">
                            <a:latin typeface="Cambria Math" panose="02040503050406030204" pitchFamily="18" charset="0"/>
                          </a:rPr>
                          <m:t>4</m:t>
                        </m:r>
                      </m:num>
                      <m:den>
                        <m:r>
                          <a:rPr lang="en-IN" sz="2000" i="1">
                            <a:latin typeface="Cambria Math" panose="02040503050406030204" pitchFamily="18" charset="0"/>
                          </a:rPr>
                          <m:t>5</m:t>
                        </m:r>
                      </m:den>
                    </m:f>
                  </m:oMath>
                </a14:m>
                <a:r>
                  <a:rPr lang="en-IN" sz="2000" dirty="0">
                    <a:latin typeface="Tw Cen MT" panose="020B0602020104020603" pitchFamily="34" charset="0"/>
                    <a:cs typeface="Times New Roman" panose="02020603050405020304" pitchFamily="18" charset="0"/>
                  </a:rPr>
                  <a:t> = </a:t>
                </a:r>
                <a14:m>
                  <m:oMath xmlns:m="http://schemas.openxmlformats.org/officeDocument/2006/math">
                    <m:f>
                      <m:fPr>
                        <m:ctrlPr>
                          <a:rPr lang="en-IN" sz="2000" b="0" i="1" smtClean="0">
                            <a:latin typeface="Cambria Math" panose="02040503050406030204" pitchFamily="18" charset="0"/>
                          </a:rPr>
                        </m:ctrlPr>
                      </m:fPr>
                      <m:num>
                        <m:r>
                          <a:rPr lang="en-IN" sz="2000" b="0" i="1" smtClean="0">
                            <a:latin typeface="Cambria Math" panose="02040503050406030204" pitchFamily="18" charset="0"/>
                          </a:rPr>
                          <m:t>1</m:t>
                        </m:r>
                        <m:r>
                          <a:rPr lang="en-IN" sz="2000" i="1">
                            <a:latin typeface="Cambria Math" panose="02040503050406030204" pitchFamily="18" charset="0"/>
                          </a:rPr>
                          <m:t>4</m:t>
                        </m:r>
                      </m:num>
                      <m:den>
                        <m:r>
                          <a:rPr lang="en-IN" sz="2000" b="0" i="1" smtClean="0">
                            <a:latin typeface="Cambria Math" panose="02040503050406030204" pitchFamily="18" charset="0"/>
                          </a:rPr>
                          <m:t>4</m:t>
                        </m:r>
                        <m:r>
                          <a:rPr lang="en-IN" sz="2000" i="1">
                            <a:latin typeface="Cambria Math" panose="02040503050406030204" pitchFamily="18" charset="0"/>
                          </a:rPr>
                          <m:t>5</m:t>
                        </m:r>
                      </m:den>
                    </m:f>
                  </m:oMath>
                </a14:m>
                <a:r>
                  <a:rPr lang="en-IN" sz="2000" dirty="0">
                    <a:latin typeface="Tw Cen MT" panose="020B0602020104020603" pitchFamily="34" charset="0"/>
                    <a:cs typeface="Times New Roman" panose="02020603050405020304" pitchFamily="18" charset="0"/>
                  </a:rPr>
                  <a:t> .</a:t>
                </a:r>
              </a:p>
              <a:p>
                <a:r>
                  <a:rPr lang="en-IN" sz="2000" dirty="0">
                    <a:latin typeface="Tw Cen MT" panose="020B0602020104020603" pitchFamily="34" charset="0"/>
                    <a:cs typeface="Times New Roman" panose="02020603050405020304" pitchFamily="18" charset="0"/>
                  </a:rPr>
                  <a:t>The probability of passing both examinations </a:t>
                </a:r>
                <a:r>
                  <a:rPr lang="en-US" altLang="en-US" sz="2000" i="1" dirty="0">
                    <a:latin typeface="Tw Cen MT" panose="020B0602020104020603" pitchFamily="34" charset="0"/>
                    <a:cs typeface="Times New Roman" panose="02020603050405020304" pitchFamily="18" charset="0"/>
                  </a:rPr>
                  <a:t>P </a:t>
                </a:r>
                <a:r>
                  <a:rPr lang="en-US" altLang="en-US" sz="2000" dirty="0">
                    <a:latin typeface="Tw Cen MT" panose="020B0602020104020603" pitchFamily="34" charset="0"/>
                    <a:cs typeface="Times New Roman" panose="02020603050405020304" pitchFamily="18" charset="0"/>
                  </a:rPr>
                  <a:t>(</a:t>
                </a:r>
                <a:r>
                  <a:rPr lang="en-US" altLang="en-US" sz="2000" i="1" dirty="0">
                    <a:latin typeface="Tw Cen MT" panose="020B0602020104020603" pitchFamily="34" charset="0"/>
                    <a:cs typeface="Times New Roman" panose="02020603050405020304" pitchFamily="18" charset="0"/>
                  </a:rPr>
                  <a:t>S </a:t>
                </a:r>
                <a:r>
                  <a:rPr lang="en-US" altLang="en-US" sz="2000" dirty="0">
                    <a:latin typeface="Tw Cen MT" panose="020B0602020104020603" pitchFamily="34" charset="0"/>
                    <a:cs typeface="Times New Roman" panose="02020603050405020304" pitchFamily="18" charset="0"/>
                  </a:rPr>
                  <a:t>∩</a:t>
                </a:r>
                <a:r>
                  <a:rPr lang="en-US" altLang="en-US" sz="2000" i="1" dirty="0">
                    <a:latin typeface="Tw Cen MT" panose="020B0602020104020603" pitchFamily="34" charset="0"/>
                    <a:cs typeface="Times New Roman" panose="02020603050405020304" pitchFamily="18" charset="0"/>
                  </a:rPr>
                  <a:t> M </a:t>
                </a:r>
                <a:r>
                  <a:rPr lang="en-US" altLang="en-US" sz="2000" dirty="0">
                    <a:latin typeface="Tw Cen MT" panose="020B0602020104020603" pitchFamily="34" charset="0"/>
                    <a:cs typeface="Times New Roman" panose="02020603050405020304" pitchFamily="18" charset="0"/>
                  </a:rPr>
                  <a:t>) =</a:t>
                </a:r>
                <a:r>
                  <a:rPr lang="en-IN" sz="2000" dirty="0">
                    <a:latin typeface="Tw Cen MT" panose="020B0602020104020603" pitchFamily="34" charset="0"/>
                    <a:cs typeface="Times New Roman" panose="02020603050405020304" pitchFamily="18" charset="0"/>
                  </a:rPr>
                  <a:t> </a:t>
                </a:r>
                <a14:m>
                  <m:oMath xmlns:m="http://schemas.openxmlformats.org/officeDocument/2006/math">
                    <m:f>
                      <m:fPr>
                        <m:ctrlPr>
                          <a:rPr lang="en-IN" sz="2000" b="0" i="1" smtClean="0">
                            <a:latin typeface="Cambria Math" panose="02040503050406030204" pitchFamily="18" charset="0"/>
                          </a:rPr>
                        </m:ctrlPr>
                      </m:fPr>
                      <m:num>
                        <m:r>
                          <a:rPr lang="en-IN" sz="2000" b="0" i="1" smtClean="0">
                            <a:latin typeface="Cambria Math" panose="02040503050406030204" pitchFamily="18" charset="0"/>
                          </a:rPr>
                          <m:t>1</m:t>
                        </m:r>
                        <m:r>
                          <a:rPr lang="en-IN" sz="2000" i="1">
                            <a:latin typeface="Cambria Math" panose="02040503050406030204" pitchFamily="18" charset="0"/>
                          </a:rPr>
                          <m:t>4</m:t>
                        </m:r>
                      </m:num>
                      <m:den>
                        <m:r>
                          <a:rPr lang="en-IN" sz="2000" b="0" i="1" smtClean="0">
                            <a:latin typeface="Cambria Math" panose="02040503050406030204" pitchFamily="18" charset="0"/>
                          </a:rPr>
                          <m:t>4</m:t>
                        </m:r>
                        <m:r>
                          <a:rPr lang="en-IN" sz="2000" i="1">
                            <a:latin typeface="Cambria Math" panose="02040503050406030204" pitchFamily="18" charset="0"/>
                          </a:rPr>
                          <m:t>5</m:t>
                        </m:r>
                      </m:den>
                    </m:f>
                  </m:oMath>
                </a14:m>
                <a:endParaRPr lang="en-US" sz="2000" dirty="0">
                  <a:latin typeface="Tw Cen MT" panose="020B0602020104020603" pitchFamily="34" charset="0"/>
                  <a:cs typeface="Times New Roman" panose="02020603050405020304" pitchFamily="18" charset="0"/>
                </a:endParaRPr>
              </a:p>
            </p:txBody>
          </p:sp>
        </mc:Choice>
        <mc:Fallback xmlns="">
          <p:sp>
            <p:nvSpPr>
              <p:cNvPr id="2" name="Content Placeholder 1"/>
              <p:cNvSpPr>
                <a:spLocks noRot="1" noChangeAspect="1" noMove="1" noResize="1" noEditPoints="1" noAdjustHandles="1" noChangeArrowheads="1" noChangeShapeType="1" noTextEdit="1"/>
              </p:cNvSpPr>
              <p:nvPr>
                <p:ph type="body" sz="quarter" idx="13"/>
              </p:nvPr>
            </p:nvSpPr>
            <p:spPr>
              <a:blipFill rotWithShape="1">
                <a:blip r:embed="rId2"/>
                <a:stretch>
                  <a:fillRect l="-1" r="1" b="-38150"/>
                </a:stretch>
              </a:blipFill>
            </p:spPr>
            <p:txBody>
              <a:bodyPr/>
              <a:lstStyle/>
              <a:p>
                <a:r>
                  <a:rPr lang="en-US"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4</a:t>
            </a:r>
          </a:p>
        </p:txBody>
      </p:sp>
      <p:sp>
        <p:nvSpPr>
          <p:cNvPr id="2" name="Content Placeholder 1"/>
          <p:cNvSpPr>
            <a:spLocks noGrp="1"/>
          </p:cNvSpPr>
          <p:nvPr>
            <p:ph type="body" sz="quarter" idx="13"/>
          </p:nvPr>
        </p:nvSpPr>
        <p:spPr/>
        <p:txBody>
          <a:bodyPr/>
          <a:lstStyle/>
          <a:p>
            <a:pPr algn="just"/>
            <a:r>
              <a:rPr lang="en-US" sz="2400" dirty="0">
                <a:effectLst/>
                <a:latin typeface="Times New Roman" panose="02020603050405020304" pitchFamily="18" charset="0"/>
                <a:ea typeface="Times New Roman" panose="02020603050405020304" pitchFamily="18" charset="0"/>
              </a:rPr>
              <a:t>	</a:t>
            </a:r>
            <a:r>
              <a:rPr lang="en-US" sz="2800" dirty="0">
                <a:effectLst/>
                <a:latin typeface="Tw Cen MT" panose="020B0602020104020603" pitchFamily="34" charset="0"/>
                <a:ea typeface="Times New Roman" panose="02020603050405020304" pitchFamily="18" charset="0"/>
              </a:rPr>
              <a:t>Suppose that 75% of all investors invest in traditional annuities and 45% of ALL</a:t>
            </a:r>
            <a:r>
              <a:rPr lang="en-US" sz="2800" dirty="0">
                <a:latin typeface="Tw Cen MT" panose="020B0602020104020603" pitchFamily="34" charset="0"/>
                <a:ea typeface="Times New Roman" panose="02020603050405020304" pitchFamily="18" charset="0"/>
              </a:rPr>
              <a:t> investors </a:t>
            </a:r>
            <a:r>
              <a:rPr lang="en-US" sz="2800" dirty="0">
                <a:effectLst/>
                <a:latin typeface="Tw Cen MT" panose="020B0602020104020603" pitchFamily="34" charset="0"/>
                <a:ea typeface="Times New Roman" panose="02020603050405020304" pitchFamily="18" charset="0"/>
              </a:rPr>
              <a:t>invest in the stock market. If 85% invest in the stock market and/or traditional annuities, what percentage invest in both?</a:t>
            </a:r>
          </a:p>
          <a:p>
            <a:pPr algn="just"/>
            <a:endParaRPr lang="en-US" sz="2800" dirty="0">
              <a:latin typeface="Tw Cen MT" panose="020B0602020104020603" pitchFamily="34"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C16D5A9-805C-1894-060D-77B9F840E432}"/>
                  </a:ext>
                </a:extLst>
              </p14:cNvPr>
              <p14:cNvContentPartPr/>
              <p14:nvPr/>
            </p14:nvContentPartPr>
            <p14:xfrm>
              <a:off x="1944000" y="3979440"/>
              <a:ext cx="3247920" cy="1515600"/>
            </p14:xfrm>
          </p:contentPart>
        </mc:Choice>
        <mc:Fallback>
          <p:pic>
            <p:nvPicPr>
              <p:cNvPr id="4" name="Ink 3">
                <a:extLst>
                  <a:ext uri="{FF2B5EF4-FFF2-40B4-BE49-F238E27FC236}">
                    <a16:creationId xmlns:a16="http://schemas.microsoft.com/office/drawing/2014/main" id="{DC16D5A9-805C-1894-060D-77B9F840E432}"/>
                  </a:ext>
                </a:extLst>
              </p:cNvPr>
              <p:cNvPicPr/>
              <p:nvPr/>
            </p:nvPicPr>
            <p:blipFill>
              <a:blip r:embed="rId3"/>
              <a:stretch>
                <a:fillRect/>
              </a:stretch>
            </p:blipFill>
            <p:spPr>
              <a:xfrm>
                <a:off x="1934640" y="3970080"/>
                <a:ext cx="3266640" cy="153432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Solution</a:t>
            </a:r>
          </a:p>
        </p:txBody>
      </p:sp>
      <p:sp>
        <p:nvSpPr>
          <p:cNvPr id="2" name="Content Placeholder 1"/>
          <p:cNvSpPr>
            <a:spLocks noGrp="1"/>
          </p:cNvSpPr>
          <p:nvPr>
            <p:ph type="body" sz="quarter" idx="13"/>
          </p:nvPr>
        </p:nvSpPr>
        <p:spPr>
          <a:xfrm>
            <a:off x="643304" y="1600202"/>
            <a:ext cx="7620000" cy="3886198"/>
          </a:xfrm>
        </p:spPr>
        <p:txBody>
          <a:bodyPr>
            <a:normAutofit fontScale="77500" lnSpcReduction="20000"/>
          </a:bodyPr>
          <a:lstStyle/>
          <a:p>
            <a:pPr marL="457200" marR="0" algn="just">
              <a:spcBef>
                <a:spcPts val="0"/>
              </a:spcBef>
              <a:spcAft>
                <a:spcPts val="0"/>
              </a:spcAft>
            </a:pPr>
            <a:r>
              <a:rPr lang="en-US" sz="3200" dirty="0">
                <a:effectLst/>
                <a:latin typeface="Tw Cen MT" panose="020B0602020104020603" pitchFamily="34" charset="0"/>
                <a:ea typeface="Times New Roman" panose="02020603050405020304" pitchFamily="18" charset="0"/>
              </a:rPr>
              <a:t>Let A be the event that a randomly selected investor invests in traditional annuities. </a:t>
            </a:r>
          </a:p>
          <a:p>
            <a:pPr marL="457200" marR="0" algn="just">
              <a:spcBef>
                <a:spcPts val="0"/>
              </a:spcBef>
              <a:spcAft>
                <a:spcPts val="0"/>
              </a:spcAft>
            </a:pPr>
            <a:endParaRPr lang="en-US" sz="3200" dirty="0">
              <a:effectLst/>
              <a:latin typeface="Tw Cen MT" panose="020B0602020104020603" pitchFamily="34" charset="0"/>
              <a:ea typeface="Times New Roman" panose="02020603050405020304" pitchFamily="18" charset="0"/>
            </a:endParaRPr>
          </a:p>
          <a:p>
            <a:pPr marL="457200" marR="0" algn="just">
              <a:spcBef>
                <a:spcPts val="0"/>
              </a:spcBef>
              <a:spcAft>
                <a:spcPts val="0"/>
              </a:spcAft>
            </a:pPr>
            <a:r>
              <a:rPr lang="en-US" sz="3200" dirty="0">
                <a:effectLst/>
                <a:latin typeface="Tw Cen MT" panose="020B0602020104020603" pitchFamily="34" charset="0"/>
                <a:ea typeface="Times New Roman" panose="02020603050405020304" pitchFamily="18" charset="0"/>
              </a:rPr>
              <a:t>Let B be the event that he or she invests in the stock market. </a:t>
            </a:r>
          </a:p>
          <a:p>
            <a:pPr marL="457200" marR="0" algn="just">
              <a:spcBef>
                <a:spcPts val="0"/>
              </a:spcBef>
              <a:spcAft>
                <a:spcPts val="0"/>
              </a:spcAft>
            </a:pPr>
            <a:endParaRPr lang="en-US" sz="3200" dirty="0">
              <a:latin typeface="Tw Cen MT" panose="020B0602020104020603" pitchFamily="34" charset="0"/>
              <a:ea typeface="Times New Roman" panose="02020603050405020304" pitchFamily="18" charset="0"/>
            </a:endParaRPr>
          </a:p>
          <a:p>
            <a:pPr marL="457200" marR="0" algn="just">
              <a:spcBef>
                <a:spcPts val="0"/>
              </a:spcBef>
              <a:spcAft>
                <a:spcPts val="0"/>
              </a:spcAft>
            </a:pPr>
            <a:r>
              <a:rPr lang="en-US" sz="3200" dirty="0">
                <a:effectLst/>
                <a:latin typeface="Tw Cen MT" panose="020B0602020104020603" pitchFamily="34" charset="0"/>
                <a:ea typeface="Times New Roman" panose="02020603050405020304" pitchFamily="18" charset="0"/>
              </a:rPr>
              <a:t>Then P (A) = 0.75, P (B) = 0.45, and P (A </a:t>
            </a:r>
            <a:r>
              <a:rPr lang="en-US" sz="3200" dirty="0">
                <a:effectLst/>
                <a:latin typeface="Tw Cen MT" panose="020B0602020104020603" pitchFamily="34" charset="0"/>
                <a:ea typeface="Times New Roman" panose="02020603050405020304" pitchFamily="18" charset="0"/>
                <a:cs typeface="Cambria Math" panose="02040503050406030204" pitchFamily="18" charset="0"/>
              </a:rPr>
              <a:t>∪</a:t>
            </a:r>
            <a:r>
              <a:rPr lang="en-US" sz="3200" dirty="0">
                <a:effectLst/>
                <a:latin typeface="Tw Cen MT" panose="020B0602020104020603" pitchFamily="34" charset="0"/>
                <a:ea typeface="Times New Roman" panose="02020603050405020304" pitchFamily="18" charset="0"/>
              </a:rPr>
              <a:t> B) = 0.85</a:t>
            </a:r>
          </a:p>
          <a:p>
            <a:pPr marL="114300" marR="0" indent="0" algn="just">
              <a:spcBef>
                <a:spcPts val="0"/>
              </a:spcBef>
              <a:spcAft>
                <a:spcPts val="0"/>
              </a:spcAft>
              <a:buNone/>
            </a:pPr>
            <a:r>
              <a:rPr lang="en-US" sz="3200" dirty="0">
                <a:effectLst/>
                <a:latin typeface="Tw Cen MT" panose="020B0602020104020603" pitchFamily="34" charset="0"/>
                <a:ea typeface="Times New Roman" panose="02020603050405020304" pitchFamily="18" charset="0"/>
              </a:rPr>
              <a:t> </a:t>
            </a:r>
          </a:p>
          <a:p>
            <a:pPr marL="457200" marR="0" algn="just">
              <a:spcBef>
                <a:spcPts val="0"/>
              </a:spcBef>
              <a:spcAft>
                <a:spcPts val="0"/>
              </a:spcAft>
            </a:pPr>
            <a:r>
              <a:rPr lang="en-US" sz="3200" dirty="0">
                <a:effectLst/>
                <a:latin typeface="Tw Cen MT" panose="020B0602020104020603" pitchFamily="34" charset="0"/>
                <a:ea typeface="Times New Roman" panose="02020603050405020304" pitchFamily="18" charset="0"/>
              </a:rPr>
              <a:t>Since, </a:t>
            </a:r>
          </a:p>
          <a:p>
            <a:pPr marL="114300" marR="0" indent="0" algn="just">
              <a:spcBef>
                <a:spcPts val="0"/>
              </a:spcBef>
              <a:spcAft>
                <a:spcPts val="0"/>
              </a:spcAft>
              <a:buNone/>
            </a:pPr>
            <a:r>
              <a:rPr lang="en-US" sz="3200" dirty="0">
                <a:effectLst/>
                <a:latin typeface="Tw Cen MT" panose="020B0602020104020603" pitchFamily="34" charset="0"/>
                <a:ea typeface="Times New Roman" panose="02020603050405020304" pitchFamily="18" charset="0"/>
              </a:rPr>
              <a:t>	P (A</a:t>
            </a:r>
            <a:r>
              <a:rPr lang="en-US" altLang="en-US" sz="3200" dirty="0">
                <a:latin typeface="Tw Cen MT" panose="020B0602020104020603" pitchFamily="34" charset="0"/>
                <a:cs typeface="Times New Roman" panose="02020603050405020304" pitchFamily="18" charset="0"/>
              </a:rPr>
              <a:t> ∩ </a:t>
            </a:r>
            <a:r>
              <a:rPr lang="en-US" sz="3200" dirty="0">
                <a:effectLst/>
                <a:latin typeface="Tw Cen MT" panose="020B0602020104020603" pitchFamily="34" charset="0"/>
                <a:ea typeface="Times New Roman" panose="02020603050405020304" pitchFamily="18" charset="0"/>
              </a:rPr>
              <a:t>B) = P (A) + P (B) − P (A </a:t>
            </a:r>
            <a:r>
              <a:rPr lang="en-US" sz="3200" dirty="0">
                <a:effectLst/>
                <a:latin typeface="Tw Cen MT" panose="020B0602020104020603" pitchFamily="34" charset="0"/>
                <a:ea typeface="Times New Roman" panose="02020603050405020304" pitchFamily="18" charset="0"/>
                <a:cs typeface="Cambria Math" panose="02040503050406030204" pitchFamily="18" charset="0"/>
              </a:rPr>
              <a:t>∪</a:t>
            </a:r>
            <a:r>
              <a:rPr lang="en-US" sz="3200" dirty="0">
                <a:effectLst/>
                <a:latin typeface="Tw Cen MT" panose="020B0602020104020603" pitchFamily="34" charset="0"/>
                <a:ea typeface="Times New Roman" panose="02020603050405020304" pitchFamily="18" charset="0"/>
              </a:rPr>
              <a:t> B)</a:t>
            </a:r>
          </a:p>
          <a:p>
            <a:pPr marL="114300" marR="0" indent="0" algn="just">
              <a:spcBef>
                <a:spcPts val="0"/>
              </a:spcBef>
              <a:spcAft>
                <a:spcPts val="0"/>
              </a:spcAft>
              <a:buNone/>
            </a:pPr>
            <a:r>
              <a:rPr lang="en-US" sz="3200" dirty="0">
                <a:effectLst/>
                <a:latin typeface="Tw Cen MT" panose="020B0602020104020603" pitchFamily="34" charset="0"/>
                <a:ea typeface="Times New Roman" panose="02020603050405020304" pitchFamily="18" charset="0"/>
              </a:rPr>
              <a:t>             = 0.75 + 0.45 − 0.85 </a:t>
            </a:r>
          </a:p>
          <a:p>
            <a:pPr marL="114300" marR="0" indent="0" algn="just">
              <a:spcBef>
                <a:spcPts val="0"/>
              </a:spcBef>
              <a:spcAft>
                <a:spcPts val="0"/>
              </a:spcAft>
              <a:buNone/>
            </a:pPr>
            <a:r>
              <a:rPr lang="en-US" sz="3200" dirty="0">
                <a:latin typeface="Tw Cen MT" panose="020B0602020104020603" pitchFamily="34" charset="0"/>
                <a:ea typeface="Times New Roman" panose="02020603050405020304" pitchFamily="18" charset="0"/>
              </a:rPr>
              <a:t>             </a:t>
            </a:r>
            <a:r>
              <a:rPr lang="en-US" sz="3200" dirty="0">
                <a:effectLst/>
                <a:latin typeface="Tw Cen MT" panose="020B0602020104020603" pitchFamily="34" charset="0"/>
                <a:ea typeface="Times New Roman" panose="02020603050405020304" pitchFamily="18" charset="0"/>
              </a:rPr>
              <a:t>= 0.35.</a:t>
            </a:r>
          </a:p>
          <a:p>
            <a:endParaRPr lang="en-US" sz="2800" dirty="0">
              <a:latin typeface="Tw Cen MT" panose="020B0602020104020603"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28600" y="1295400"/>
            <a:ext cx="8622506" cy="5262979"/>
          </a:xfrm>
          <a:prstGeom prst="rect">
            <a:avLst/>
          </a:prstGeom>
          <a:noFill/>
        </p:spPr>
        <p:txBody>
          <a:bodyPr wrap="square">
            <a:spAutoFit/>
          </a:bodyPr>
          <a:lstStyle/>
          <a:p>
            <a:pPr algn="just"/>
            <a:r>
              <a:rPr lang="en-US" sz="2400" dirty="0">
                <a:latin typeface="Tw Cen MT" panose="020B0602020104020603" pitchFamily="34" charset="0"/>
              </a:rPr>
              <a:t>Suppose the manufacturer’s specifications for the length of a certain type of computer cable are 2000 ± 10 millimeters. In this industry, it is known that small cable is just as likely to be defective (not meeting specifications) as large cable. That is, the probability of randomly producing a cable with length exceeding 2010 millimeters is equal to the probability of producing a cable with length smaller than 1990 millimeters. The probability that the production procedure meets specifications is known to be 0.99.</a:t>
            </a:r>
          </a:p>
          <a:p>
            <a:pPr algn="just"/>
            <a:r>
              <a:rPr lang="en-US" sz="2400" dirty="0">
                <a:latin typeface="Tw Cen MT" panose="020B0602020104020603" pitchFamily="34" charset="0"/>
              </a:rPr>
              <a:t> </a:t>
            </a:r>
          </a:p>
          <a:p>
            <a:pPr marL="457200" indent="-457200" algn="just">
              <a:buAutoNum type="alphaLcParenBoth"/>
            </a:pPr>
            <a:r>
              <a:rPr lang="en-US" sz="2400" dirty="0">
                <a:latin typeface="Tw Cen MT" panose="020B0602020104020603" pitchFamily="34" charset="0"/>
              </a:rPr>
              <a:t>What is the probability that a cable selected randomly is too large? </a:t>
            </a:r>
          </a:p>
          <a:p>
            <a:pPr algn="just"/>
            <a:endParaRPr lang="en-US" sz="2400" dirty="0">
              <a:latin typeface="Tw Cen MT" panose="020B0602020104020603" pitchFamily="34" charset="0"/>
            </a:endParaRPr>
          </a:p>
          <a:p>
            <a:pPr algn="just"/>
            <a:r>
              <a:rPr lang="en-US" sz="2400" dirty="0">
                <a:latin typeface="Tw Cen MT" panose="020B0602020104020603" pitchFamily="34" charset="0"/>
              </a:rPr>
              <a:t>(b) What is the probability that a randomly selected cable is larger than 1990 millimeters?</a:t>
            </a:r>
          </a:p>
        </p:txBody>
      </p:sp>
      <p:sp>
        <p:nvSpPr>
          <p:cNvPr id="3" name="Title 2"/>
          <p:cNvSpPr>
            <a:spLocks noGrp="1"/>
          </p:cNvSpPr>
          <p:nvPr>
            <p:ph type="title"/>
          </p:nvPr>
        </p:nvSpPr>
        <p:spPr/>
        <p:txBody>
          <a:bodyPr/>
          <a:lstStyle/>
          <a:p>
            <a:r>
              <a:rPr lang="en-IN" dirty="0"/>
              <a:t>Example 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1447800"/>
            <a:ext cx="9144000" cy="5202621"/>
          </a:xfrm>
          <a:prstGeom prst="rect">
            <a:avLst/>
          </a:prstGeom>
        </p:spPr>
      </p:pic>
      <p:sp>
        <p:nvSpPr>
          <p:cNvPr id="2" name="Title 1"/>
          <p:cNvSpPr>
            <a:spLocks noGrp="1"/>
          </p:cNvSpPr>
          <p:nvPr>
            <p:ph type="title"/>
          </p:nvPr>
        </p:nvSpPr>
        <p:spPr/>
        <p:txBody>
          <a:bodyPr/>
          <a:lstStyle/>
          <a:p>
            <a:r>
              <a:rPr lang="en-IN" dirty="0"/>
              <a:t>Solution</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2FD9E58-D51A-D77F-1255-AAA8A0FB06F2}"/>
                  </a:ext>
                </a:extLst>
              </p14:cNvPr>
              <p14:cNvContentPartPr/>
              <p14:nvPr/>
            </p14:nvContentPartPr>
            <p14:xfrm>
              <a:off x="3236040" y="2251440"/>
              <a:ext cx="5321520" cy="4458600"/>
            </p14:xfrm>
          </p:contentPart>
        </mc:Choice>
        <mc:Fallback>
          <p:pic>
            <p:nvPicPr>
              <p:cNvPr id="3" name="Ink 2">
                <a:extLst>
                  <a:ext uri="{FF2B5EF4-FFF2-40B4-BE49-F238E27FC236}">
                    <a16:creationId xmlns:a16="http://schemas.microsoft.com/office/drawing/2014/main" id="{72FD9E58-D51A-D77F-1255-AAA8A0FB06F2}"/>
                  </a:ext>
                </a:extLst>
              </p:cNvPr>
              <p:cNvPicPr/>
              <p:nvPr/>
            </p:nvPicPr>
            <p:blipFill>
              <a:blip r:embed="rId4"/>
              <a:stretch>
                <a:fillRect/>
              </a:stretch>
            </p:blipFill>
            <p:spPr>
              <a:xfrm>
                <a:off x="3226680" y="2242080"/>
                <a:ext cx="5340240" cy="447732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6</a:t>
            </a:r>
          </a:p>
        </p:txBody>
      </p:sp>
      <p:sp>
        <p:nvSpPr>
          <p:cNvPr id="2" name="Content Placeholder 1"/>
          <p:cNvSpPr>
            <a:spLocks noGrp="1"/>
          </p:cNvSpPr>
          <p:nvPr>
            <p:ph type="body" sz="quarter" idx="13"/>
          </p:nvPr>
        </p:nvSpPr>
        <p:spPr>
          <a:xfrm>
            <a:off x="643304" y="1600202"/>
            <a:ext cx="7620000" cy="4267198"/>
          </a:xfrm>
        </p:spPr>
        <p:txBody>
          <a:bodyPr>
            <a:normAutofit fontScale="92500" lnSpcReduction="20000"/>
          </a:bodyPr>
          <a:lstStyle/>
          <a:p>
            <a:pPr algn="just"/>
            <a:r>
              <a:rPr lang="en-US" sz="2400" dirty="0">
                <a:latin typeface="Times New Roman" panose="02020603050405020304" pitchFamily="18" charset="0"/>
                <a:cs typeface="Times New Roman" panose="02020603050405020304" pitchFamily="18" charset="0"/>
              </a:rPr>
              <a:t>Let S be a sample space and A and B are two mutually exclusive events such that AUB = S. If P(.) denotes the probability of the event, then what is the maximum value of P(A).P(B)?</a:t>
            </a:r>
          </a:p>
          <a:p>
            <a:endParaRPr lang="en-US" sz="2800" dirty="0">
              <a:solidFill>
                <a:srgbClr val="FF0000"/>
              </a:solidFill>
              <a:latin typeface="Tw Cen MT" panose="020B0602020104020603" pitchFamily="34" charset="0"/>
            </a:endParaRPr>
          </a:p>
          <a:p>
            <a:pPr marL="0" indent="0">
              <a:buNone/>
            </a:pPr>
            <a:r>
              <a:rPr lang="en-US" sz="2800" dirty="0">
                <a:solidFill>
                  <a:srgbClr val="FF0000"/>
                </a:solidFill>
                <a:latin typeface="Tw Cen MT" panose="020B0602020104020603" pitchFamily="34" charset="0"/>
              </a:rPr>
              <a:t>Solution:</a:t>
            </a:r>
          </a:p>
          <a:p>
            <a:endParaRPr lang="en-US" sz="2800" dirty="0">
              <a:solidFill>
                <a:srgbClr val="FF0000"/>
              </a:solidFill>
              <a:latin typeface="Tw Cen MT" panose="020B0602020104020603" pitchFamily="34" charset="0"/>
            </a:endParaRPr>
          </a:p>
          <a:p>
            <a:endParaRPr lang="en-US" sz="2800" dirty="0">
              <a:latin typeface="Tw Cen MT" panose="020B0602020104020603" pitchFamily="34" charset="0"/>
            </a:endParaRPr>
          </a:p>
          <a:p>
            <a:endParaRPr lang="en-US" sz="2800" dirty="0">
              <a:latin typeface="Tw Cen MT" panose="020B0602020104020603" pitchFamily="34" charset="0"/>
            </a:endParaRPr>
          </a:p>
          <a:p>
            <a:r>
              <a:rPr lang="en-US" sz="2800" dirty="0">
                <a:latin typeface="Tw Cen MT" panose="020B0602020104020603" pitchFamily="34" charset="0"/>
              </a:rPr>
              <a:t> So, P(A) = P(B) = ½ </a:t>
            </a:r>
          </a:p>
          <a:p>
            <a:r>
              <a:rPr lang="en-US" sz="2800" dirty="0">
                <a:latin typeface="Tw Cen MT" panose="020B0602020104020603" pitchFamily="34" charset="0"/>
              </a:rPr>
              <a:t> Hence  P(A).P(B) = 1/4</a:t>
            </a:r>
          </a:p>
          <a:p>
            <a:endParaRPr lang="en-IN" dirty="0"/>
          </a:p>
        </p:txBody>
      </p:sp>
      <p:pic>
        <p:nvPicPr>
          <p:cNvPr id="4" name="Picture 3"/>
          <p:cNvPicPr>
            <a:picLocks noChangeAspect="1"/>
          </p:cNvPicPr>
          <p:nvPr/>
        </p:nvPicPr>
        <p:blipFill rotWithShape="1">
          <a:blip r:embed="rId2"/>
          <a:srcRect t="15171"/>
          <a:stretch>
            <a:fillRect/>
          </a:stretch>
        </p:blipFill>
        <p:spPr>
          <a:xfrm>
            <a:off x="1131455" y="3581400"/>
            <a:ext cx="7526215" cy="914400"/>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D2F1B471-EB9B-0CDE-DF5A-56B1EBE85789}"/>
                  </a:ext>
                </a:extLst>
              </p14:cNvPr>
              <p14:cNvContentPartPr/>
              <p14:nvPr/>
            </p14:nvContentPartPr>
            <p14:xfrm>
              <a:off x="936360" y="2034360"/>
              <a:ext cx="7755480" cy="2812320"/>
            </p14:xfrm>
          </p:contentPart>
        </mc:Choice>
        <mc:Fallback>
          <p:pic>
            <p:nvPicPr>
              <p:cNvPr id="5" name="Ink 4">
                <a:extLst>
                  <a:ext uri="{FF2B5EF4-FFF2-40B4-BE49-F238E27FC236}">
                    <a16:creationId xmlns:a16="http://schemas.microsoft.com/office/drawing/2014/main" id="{D2F1B471-EB9B-0CDE-DF5A-56B1EBE85789}"/>
                  </a:ext>
                </a:extLst>
              </p:cNvPr>
              <p:cNvPicPr/>
              <p:nvPr/>
            </p:nvPicPr>
            <p:blipFill>
              <a:blip r:embed="rId4"/>
              <a:stretch>
                <a:fillRect/>
              </a:stretch>
            </p:blipFill>
            <p:spPr>
              <a:xfrm>
                <a:off x="927000" y="2025000"/>
                <a:ext cx="7774200" cy="283104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Example 7</a:t>
            </a:r>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3"/>
              </p:nvPr>
            </p:nvSpPr>
            <p:spPr>
              <a:xfrm>
                <a:off x="457200" y="924933"/>
                <a:ext cx="7620000" cy="2728913"/>
              </a:xfrm>
            </p:spPr>
            <p:txBody>
              <a:bodyPr>
                <a:noAutofit/>
              </a:bodyPr>
              <a:lstStyle/>
              <a:p>
                <a:pPr marL="0" indent="0"/>
                <a:r>
                  <a:rPr lang="en-US" sz="2400" dirty="0">
                    <a:latin typeface="Tw Cen MT" panose="020B0602020104020603" pitchFamily="34" charset="0"/>
                  </a:rPr>
                  <a:t>Throw a die twice. Let A = {max is 2} and B = {min is 2}. Are A and B independent</a:t>
                </a:r>
                <a:r>
                  <a:rPr lang="en-US" sz="2400" dirty="0">
                    <a:latin typeface="Times New Roman" panose="02020603050405020304" pitchFamily="18" charset="0"/>
                    <a:cs typeface="Times New Roman" panose="02020603050405020304" pitchFamily="18" charset="0"/>
                  </a:rPr>
                  <a:t>?</a:t>
                </a:r>
              </a:p>
              <a:p>
                <a:pPr marL="0" indent="0">
                  <a:buNone/>
                </a:pPr>
                <a:r>
                  <a:rPr lang="en-US" sz="2400" dirty="0">
                    <a:solidFill>
                      <a:srgbClr val="FF0000"/>
                    </a:solidFill>
                    <a:latin typeface="Tw Cen MT" panose="020B0602020104020603" pitchFamily="34" charset="0"/>
                  </a:rPr>
                  <a:t>Solution: </a:t>
                </a:r>
                <a:r>
                  <a:rPr lang="en-US" sz="2400" dirty="0">
                    <a:solidFill>
                      <a:srgbClr val="000000"/>
                    </a:solidFill>
                    <a:latin typeface="Tw Cen MT" panose="020B0602020104020603" pitchFamily="34" charset="0"/>
                  </a:rPr>
                  <a:t>First list out A and B:</a:t>
                </a:r>
              </a:p>
              <a:p>
                <a:pPr marL="0" indent="0"/>
                <a:r>
                  <a:rPr lang="pt-BR" sz="2400" dirty="0">
                    <a:solidFill>
                      <a:srgbClr val="000000"/>
                    </a:solidFill>
                    <a:latin typeface="Tw Cen MT" panose="020B0602020104020603" pitchFamily="34" charset="0"/>
                  </a:rPr>
                  <a:t>  A = {(1, 2), (2, 1), (2, 2)},</a:t>
                </a:r>
              </a:p>
              <a:p>
                <a:pPr marL="0" indent="0"/>
                <a:r>
                  <a:rPr lang="en-US" sz="2400" dirty="0">
                    <a:solidFill>
                      <a:srgbClr val="000000"/>
                    </a:solidFill>
                    <a:latin typeface="Tw Cen MT" panose="020B0602020104020603" pitchFamily="34" charset="0"/>
                  </a:rPr>
                  <a:t>  </a:t>
                </a:r>
                <a:r>
                  <a:rPr lang="pl-PL" sz="2400" dirty="0">
                    <a:solidFill>
                      <a:srgbClr val="000000"/>
                    </a:solidFill>
                    <a:latin typeface="Tw Cen MT" panose="020B0602020104020603" pitchFamily="34" charset="0"/>
                  </a:rPr>
                  <a:t>B = {(2, 2), (2, 3), (2, 4), (2, 5), (2, 6), (3, 2), (4, 2), (5, 2), </a:t>
                </a:r>
                <a:r>
                  <a:rPr lang="en-IN" sz="2400" dirty="0">
                    <a:solidFill>
                      <a:srgbClr val="000000"/>
                    </a:solidFill>
                    <a:latin typeface="Tw Cen MT" panose="020B0602020104020603" pitchFamily="34" charset="0"/>
                  </a:rPr>
                  <a:t>   </a:t>
                </a:r>
              </a:p>
              <a:p>
                <a:pPr marL="0" indent="0">
                  <a:buNone/>
                </a:pPr>
                <a:r>
                  <a:rPr lang="en-IN" sz="2400" dirty="0">
                    <a:solidFill>
                      <a:srgbClr val="000000"/>
                    </a:solidFill>
                    <a:latin typeface="Tw Cen MT" panose="020B0602020104020603" pitchFamily="34" charset="0"/>
                  </a:rPr>
                  <a:t>        </a:t>
                </a:r>
                <a:r>
                  <a:rPr lang="pl-PL" sz="2400" dirty="0">
                    <a:solidFill>
                      <a:srgbClr val="000000"/>
                    </a:solidFill>
                    <a:latin typeface="Tw Cen MT" panose="020B0602020104020603" pitchFamily="34" charset="0"/>
                  </a:rPr>
                  <a:t>(6, 2)}.</a:t>
                </a:r>
                <a:r>
                  <a:rPr lang="en-US" sz="2400" dirty="0">
                    <a:solidFill>
                      <a:srgbClr val="000000"/>
                    </a:solidFill>
                    <a:latin typeface="Tw Cen MT" panose="020B0602020104020603" pitchFamily="34" charset="0"/>
                  </a:rPr>
                  <a:t> </a:t>
                </a:r>
              </a:p>
              <a:p>
                <a:pPr marL="0" indent="0"/>
                <a:r>
                  <a:rPr lang="en-US" sz="2400" dirty="0">
                    <a:solidFill>
                      <a:srgbClr val="000000"/>
                    </a:solidFill>
                    <a:latin typeface="Tw Cen MT" panose="020B0602020104020603" pitchFamily="34" charset="0"/>
                  </a:rPr>
                  <a:t>Therefore, the probabilities are</a:t>
                </a:r>
              </a:p>
              <a:p>
                <a:pPr marL="0" indent="0">
                  <a:buNone/>
                </a:pPr>
                <a:r>
                  <a:rPr lang="en-US" sz="2400" dirty="0">
                    <a:solidFill>
                      <a:srgbClr val="000000"/>
                    </a:solidFill>
                    <a:latin typeface="Tw Cen MT" panose="020B0602020104020603" pitchFamily="34" charset="0"/>
                  </a:rPr>
                  <a:t>     P[A] = </a:t>
                </a:r>
                <a14:m>
                  <m:oMath xmlns:m="http://schemas.openxmlformats.org/officeDocument/2006/math">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3</m:t>
                        </m:r>
                      </m:num>
                      <m:den>
                        <m:r>
                          <a:rPr lang="en-US" sz="2400" i="1">
                            <a:solidFill>
                              <a:srgbClr val="000000"/>
                            </a:solidFill>
                            <a:latin typeface="Cambria Math" panose="02040503050406030204" pitchFamily="18" charset="0"/>
                          </a:rPr>
                          <m:t>36</m:t>
                        </m:r>
                      </m:den>
                    </m:f>
                  </m:oMath>
                </a14:m>
                <a:r>
                  <a:rPr lang="en-US" sz="2400" dirty="0">
                    <a:solidFill>
                      <a:srgbClr val="000000"/>
                    </a:solidFill>
                    <a:latin typeface="Tw Cen MT" panose="020B0602020104020603" pitchFamily="34" charset="0"/>
                  </a:rPr>
                  <a:t>, P[B] = </a:t>
                </a:r>
                <a14:m>
                  <m:oMath xmlns:m="http://schemas.openxmlformats.org/officeDocument/2006/math">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9</m:t>
                        </m:r>
                      </m:num>
                      <m:den>
                        <m:r>
                          <a:rPr lang="en-US" sz="2400" i="1">
                            <a:solidFill>
                              <a:srgbClr val="000000"/>
                            </a:solidFill>
                            <a:latin typeface="Cambria Math" panose="02040503050406030204" pitchFamily="18" charset="0"/>
                          </a:rPr>
                          <m:t>36</m:t>
                        </m:r>
                      </m:den>
                    </m:f>
                  </m:oMath>
                </a14:m>
                <a:r>
                  <a:rPr lang="en-US" sz="2400" dirty="0">
                    <a:solidFill>
                      <a:srgbClr val="000000"/>
                    </a:solidFill>
                    <a:latin typeface="Tw Cen MT" panose="020B0602020104020603" pitchFamily="34" charset="0"/>
                  </a:rPr>
                  <a:t>,   and P[A ∩ B] = P[(2, 2)] = </a:t>
                </a:r>
                <a14:m>
                  <m:oMath xmlns:m="http://schemas.openxmlformats.org/officeDocument/2006/math">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36</m:t>
                        </m:r>
                      </m:den>
                    </m:f>
                  </m:oMath>
                </a14:m>
                <a:endParaRPr lang="en-IN" sz="2400" dirty="0">
                  <a:solidFill>
                    <a:srgbClr val="000000"/>
                  </a:solidFill>
                  <a:latin typeface="Tw Cen MT" panose="020B0602020104020603" pitchFamily="34" charset="0"/>
                </a:endParaRPr>
              </a:p>
              <a:p>
                <a:pPr marL="0" indent="0">
                  <a:buNone/>
                </a:pPr>
                <a:endParaRPr lang="en-US" sz="2400" dirty="0">
                  <a:solidFill>
                    <a:srgbClr val="000000"/>
                  </a:solidFill>
                  <a:latin typeface="Tw Cen MT" panose="020B0602020104020603" pitchFamily="34" charset="0"/>
                </a:endParaRPr>
              </a:p>
              <a:p>
                <a:pPr marL="0" indent="0"/>
                <a:r>
                  <a:rPr lang="en-US" sz="2400" dirty="0">
                    <a:solidFill>
                      <a:srgbClr val="000000"/>
                    </a:solidFill>
                    <a:latin typeface="Tw Cen MT" panose="020B0602020104020603" pitchFamily="34" charset="0"/>
                  </a:rPr>
                  <a:t>Clearly, P[A ∩ B]   ≠  P[A]P[B] and so A and B are dependent.</a:t>
                </a:r>
              </a:p>
            </p:txBody>
          </p:sp>
        </mc:Choice>
        <mc:Fallback xmlns="">
          <p:sp>
            <p:nvSpPr>
              <p:cNvPr id="3" name="Content Placeholder 2"/>
              <p:cNvSpPr>
                <a:spLocks noRot="1" noChangeAspect="1" noMove="1" noResize="1" noEditPoints="1" noAdjustHandles="1" noChangeArrowheads="1" noChangeShapeType="1" noTextEdit="1"/>
              </p:cNvSpPr>
              <p:nvPr>
                <p:ph type="body" sz="quarter" idx="13"/>
              </p:nvPr>
            </p:nvSpPr>
            <p:spPr>
              <a:xfrm>
                <a:off x="457200" y="924933"/>
                <a:ext cx="7620000" cy="2728913"/>
              </a:xfrm>
              <a:blipFill rotWithShape="1">
                <a:blip r:embed="rId2"/>
                <a:stretch>
                  <a:fillRect t="-14" b="-77811"/>
                </a:stretch>
              </a:blipFill>
            </p:spPr>
            <p:txBody>
              <a:bodyPr/>
              <a:lstStyle/>
              <a:p>
                <a:r>
                  <a:rPr lang="en-US" alt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524AB39-BA5A-299C-BE22-EACB9EFD61B4}"/>
                  </a:ext>
                </a:extLst>
              </p14:cNvPr>
              <p14:cNvContentPartPr/>
              <p14:nvPr/>
            </p14:nvContentPartPr>
            <p14:xfrm>
              <a:off x="1174680" y="2106000"/>
              <a:ext cx="6472800" cy="4177440"/>
            </p14:xfrm>
          </p:contentPart>
        </mc:Choice>
        <mc:Fallback>
          <p:pic>
            <p:nvPicPr>
              <p:cNvPr id="2" name="Ink 1">
                <a:extLst>
                  <a:ext uri="{FF2B5EF4-FFF2-40B4-BE49-F238E27FC236}">
                    <a16:creationId xmlns:a16="http://schemas.microsoft.com/office/drawing/2014/main" id="{C524AB39-BA5A-299C-BE22-EACB9EFD61B4}"/>
                  </a:ext>
                </a:extLst>
              </p:cNvPr>
              <p:cNvPicPr/>
              <p:nvPr/>
            </p:nvPicPr>
            <p:blipFill>
              <a:blip r:embed="rId4"/>
              <a:stretch>
                <a:fillRect/>
              </a:stretch>
            </p:blipFill>
            <p:spPr>
              <a:xfrm>
                <a:off x="1165320" y="2096640"/>
                <a:ext cx="6491520" cy="419616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Example 8</a:t>
            </a:r>
          </a:p>
        </p:txBody>
      </p:sp>
      <p:sp>
        <p:nvSpPr>
          <p:cNvPr id="3" name="Content Placeholder 2"/>
          <p:cNvSpPr>
            <a:spLocks noGrp="1"/>
          </p:cNvSpPr>
          <p:nvPr>
            <p:ph type="body" sz="quarter" idx="13"/>
          </p:nvPr>
        </p:nvSpPr>
        <p:spPr>
          <a:xfrm>
            <a:off x="228600" y="1143000"/>
            <a:ext cx="8534400" cy="5486400"/>
          </a:xfrm>
        </p:spPr>
        <p:txBody>
          <a:bodyPr>
            <a:noAutofit/>
          </a:bodyPr>
          <a:lstStyle/>
          <a:p>
            <a:pPr marL="0" indent="0" algn="just">
              <a:lnSpc>
                <a:spcPct val="150000"/>
              </a:lnSpc>
            </a:pPr>
            <a:r>
              <a:rPr lang="en-US" sz="2000" dirty="0">
                <a:latin typeface="Times New Roman" panose="02020603050405020304" pitchFamily="18" charset="0"/>
                <a:cs typeface="Times New Roman" panose="02020603050405020304" pitchFamily="18" charset="0"/>
              </a:rPr>
              <a:t>The computers of six faculty members in a certain department are to be replaced. Two of the faculty members have selected laptop machines and the other four have chosen desktop machines. Suppose that only two of the setups can be done on a particular day, and the two computers to be set up are randomly selected from the six (implying 15 equally likely outcomes; if the computers are numbered 1, 2, . . . , 6, then one outcome consists of computers 1 and 2, another consists of computers 1 and 3, and so on).</a:t>
            </a:r>
          </a:p>
          <a:p>
            <a:pPr marL="0" indent="0" algn="just">
              <a:buNone/>
            </a:pPr>
            <a:r>
              <a:rPr lang="en-US" sz="1800" dirty="0">
                <a:latin typeface="Times New Roman" panose="02020603050405020304" pitchFamily="18" charset="0"/>
                <a:cs typeface="Times New Roman" panose="02020603050405020304" pitchFamily="18" charset="0"/>
              </a:rPr>
              <a:t>(</a:t>
            </a:r>
            <a:r>
              <a:rPr lang="en-US" sz="1800" i="1" dirty="0">
                <a:latin typeface="Times New Roman" panose="02020603050405020304" pitchFamily="18" charset="0"/>
                <a:cs typeface="Times New Roman" panose="02020603050405020304" pitchFamily="18" charset="0"/>
              </a:rPr>
              <a:t>implying 15 equally likely outcomes; if the computers are numbered 1, 2, . . . , 6, then one outcome consists of computers 1 and 2, another consists of computers 1 and 3, and so on). </a:t>
            </a:r>
          </a:p>
          <a:p>
            <a:pPr marL="0" indent="0" algn="just">
              <a:buNone/>
            </a:pPr>
            <a:r>
              <a:rPr lang="en-US" sz="1800" i="1" dirty="0">
                <a:latin typeface="Times New Roman" panose="02020603050405020304" pitchFamily="18" charset="0"/>
                <a:cs typeface="Times New Roman" panose="02020603050405020304" pitchFamily="18" charset="0"/>
              </a:rPr>
              <a:t>[(</a:t>
            </a:r>
            <a:r>
              <a:rPr lang="en-US" sz="1800" i="1" dirty="0">
                <a:solidFill>
                  <a:srgbClr val="FF0000"/>
                </a:solidFill>
                <a:latin typeface="Times New Roman" panose="02020603050405020304" pitchFamily="18" charset="0"/>
                <a:cs typeface="Times New Roman" panose="02020603050405020304" pitchFamily="18" charset="0"/>
              </a:rPr>
              <a:t>1,2</a:t>
            </a:r>
            <a:r>
              <a:rPr lang="en-US" sz="1800" i="1" dirty="0">
                <a:latin typeface="Times New Roman" panose="02020603050405020304" pitchFamily="18" charset="0"/>
                <a:cs typeface="Times New Roman" panose="02020603050405020304" pitchFamily="18" charset="0"/>
              </a:rPr>
              <a:t>),(</a:t>
            </a:r>
            <a:r>
              <a:rPr lang="en-US" sz="1800" i="1" dirty="0">
                <a:solidFill>
                  <a:srgbClr val="FF0000"/>
                </a:solidFill>
                <a:latin typeface="Times New Roman" panose="02020603050405020304" pitchFamily="18" charset="0"/>
                <a:cs typeface="Times New Roman" panose="02020603050405020304" pitchFamily="18" charset="0"/>
              </a:rPr>
              <a:t>1</a:t>
            </a:r>
            <a:r>
              <a:rPr lang="en-US" sz="1800" i="1" dirty="0">
                <a:latin typeface="Times New Roman" panose="02020603050405020304" pitchFamily="18" charset="0"/>
                <a:cs typeface="Times New Roman" panose="02020603050405020304" pitchFamily="18" charset="0"/>
              </a:rPr>
              <a:t>,3), (</a:t>
            </a:r>
            <a:r>
              <a:rPr lang="en-US" sz="1800" i="1" dirty="0">
                <a:solidFill>
                  <a:srgbClr val="FF0000"/>
                </a:solidFill>
                <a:latin typeface="Times New Roman" panose="02020603050405020304" pitchFamily="18" charset="0"/>
                <a:cs typeface="Times New Roman" panose="02020603050405020304" pitchFamily="18" charset="0"/>
              </a:rPr>
              <a:t>1</a:t>
            </a:r>
            <a:r>
              <a:rPr lang="en-US" sz="1800" i="1" dirty="0">
                <a:latin typeface="Times New Roman" panose="02020603050405020304" pitchFamily="18" charset="0"/>
                <a:cs typeface="Times New Roman" panose="02020603050405020304" pitchFamily="18" charset="0"/>
              </a:rPr>
              <a:t>,4), (</a:t>
            </a:r>
            <a:r>
              <a:rPr lang="en-US" sz="1800" i="1" dirty="0">
                <a:solidFill>
                  <a:srgbClr val="FF0000"/>
                </a:solidFill>
                <a:latin typeface="Times New Roman" panose="02020603050405020304" pitchFamily="18" charset="0"/>
                <a:cs typeface="Times New Roman" panose="02020603050405020304" pitchFamily="18" charset="0"/>
              </a:rPr>
              <a:t>1</a:t>
            </a:r>
            <a:r>
              <a:rPr lang="en-US" sz="1800" i="1" dirty="0">
                <a:latin typeface="Times New Roman" panose="02020603050405020304" pitchFamily="18" charset="0"/>
                <a:cs typeface="Times New Roman" panose="02020603050405020304" pitchFamily="18" charset="0"/>
              </a:rPr>
              <a:t>,5), (</a:t>
            </a:r>
            <a:r>
              <a:rPr lang="en-US" sz="1800" i="1" dirty="0">
                <a:solidFill>
                  <a:srgbClr val="FF0000"/>
                </a:solidFill>
                <a:latin typeface="Times New Roman" panose="02020603050405020304" pitchFamily="18" charset="0"/>
                <a:cs typeface="Times New Roman" panose="02020603050405020304" pitchFamily="18" charset="0"/>
              </a:rPr>
              <a:t>1</a:t>
            </a:r>
            <a:r>
              <a:rPr lang="en-US" sz="1800" i="1" dirty="0">
                <a:latin typeface="Times New Roman" panose="02020603050405020304" pitchFamily="18" charset="0"/>
                <a:cs typeface="Times New Roman" panose="02020603050405020304" pitchFamily="18" charset="0"/>
              </a:rPr>
              <a:t>,6),(</a:t>
            </a:r>
            <a:r>
              <a:rPr lang="en-US" sz="1800" i="1" dirty="0">
                <a:solidFill>
                  <a:srgbClr val="FF0000"/>
                </a:solidFill>
                <a:latin typeface="Times New Roman" panose="02020603050405020304" pitchFamily="18" charset="0"/>
                <a:cs typeface="Times New Roman" panose="02020603050405020304" pitchFamily="18" charset="0"/>
              </a:rPr>
              <a:t>2</a:t>
            </a:r>
            <a:r>
              <a:rPr lang="en-US" sz="1800" i="1" dirty="0">
                <a:latin typeface="Times New Roman" panose="02020603050405020304" pitchFamily="18" charset="0"/>
                <a:cs typeface="Times New Roman" panose="02020603050405020304" pitchFamily="18" charset="0"/>
              </a:rPr>
              <a:t>,3), (</a:t>
            </a:r>
            <a:r>
              <a:rPr lang="en-US" sz="1800" i="1" dirty="0">
                <a:solidFill>
                  <a:srgbClr val="FF0000"/>
                </a:solidFill>
                <a:latin typeface="Times New Roman" panose="02020603050405020304" pitchFamily="18" charset="0"/>
                <a:cs typeface="Times New Roman" panose="02020603050405020304" pitchFamily="18" charset="0"/>
              </a:rPr>
              <a:t>2</a:t>
            </a:r>
            <a:r>
              <a:rPr lang="en-US" sz="1800" i="1" dirty="0">
                <a:latin typeface="Times New Roman" panose="02020603050405020304" pitchFamily="18" charset="0"/>
                <a:cs typeface="Times New Roman" panose="02020603050405020304" pitchFamily="18" charset="0"/>
              </a:rPr>
              <a:t>,4), (</a:t>
            </a:r>
            <a:r>
              <a:rPr lang="en-US" sz="1800" i="1" dirty="0">
                <a:solidFill>
                  <a:srgbClr val="FF0000"/>
                </a:solidFill>
                <a:latin typeface="Times New Roman" panose="02020603050405020304" pitchFamily="18" charset="0"/>
                <a:cs typeface="Times New Roman" panose="02020603050405020304" pitchFamily="18" charset="0"/>
              </a:rPr>
              <a:t>2</a:t>
            </a:r>
            <a:r>
              <a:rPr lang="en-US" sz="1800" i="1" dirty="0">
                <a:latin typeface="Times New Roman" panose="02020603050405020304" pitchFamily="18" charset="0"/>
                <a:cs typeface="Times New Roman" panose="02020603050405020304" pitchFamily="18" charset="0"/>
              </a:rPr>
              <a:t>,5), (</a:t>
            </a:r>
            <a:r>
              <a:rPr lang="en-US" sz="1800" i="1" dirty="0">
                <a:solidFill>
                  <a:srgbClr val="FF0000"/>
                </a:solidFill>
                <a:latin typeface="Times New Roman" panose="02020603050405020304" pitchFamily="18" charset="0"/>
                <a:cs typeface="Times New Roman" panose="02020603050405020304" pitchFamily="18" charset="0"/>
              </a:rPr>
              <a:t>2</a:t>
            </a:r>
            <a:r>
              <a:rPr lang="en-US" sz="1800" i="1" dirty="0">
                <a:latin typeface="Times New Roman" panose="02020603050405020304" pitchFamily="18" charset="0"/>
                <a:cs typeface="Times New Roman" panose="02020603050405020304" pitchFamily="18" charset="0"/>
              </a:rPr>
              <a:t>,6),(3,4), (3,5), (3,6), (4,5), (4,6), (5,6)]</a:t>
            </a:r>
            <a:endParaRPr lang="en-US" sz="1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E7DF909-225D-4EC1-087A-D094E99DE5EC}"/>
                  </a:ext>
                </a:extLst>
              </p14:cNvPr>
              <p14:cNvContentPartPr/>
              <p14:nvPr/>
            </p14:nvContentPartPr>
            <p14:xfrm>
              <a:off x="198360" y="1659600"/>
              <a:ext cx="8598240" cy="896400"/>
            </p14:xfrm>
          </p:contentPart>
        </mc:Choice>
        <mc:Fallback>
          <p:pic>
            <p:nvPicPr>
              <p:cNvPr id="2" name="Ink 1">
                <a:extLst>
                  <a:ext uri="{FF2B5EF4-FFF2-40B4-BE49-F238E27FC236}">
                    <a16:creationId xmlns:a16="http://schemas.microsoft.com/office/drawing/2014/main" id="{BE7DF909-225D-4EC1-087A-D094E99DE5EC}"/>
                  </a:ext>
                </a:extLst>
              </p:cNvPr>
              <p:cNvPicPr/>
              <p:nvPr/>
            </p:nvPicPr>
            <p:blipFill>
              <a:blip r:embed="rId3"/>
              <a:stretch>
                <a:fillRect/>
              </a:stretch>
            </p:blipFill>
            <p:spPr>
              <a:xfrm>
                <a:off x="189000" y="1650240"/>
                <a:ext cx="8616960" cy="91512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8</a:t>
            </a:r>
          </a:p>
        </p:txBody>
      </p:sp>
      <p:sp>
        <p:nvSpPr>
          <p:cNvPr id="2" name="Content Placeholder 1"/>
          <p:cNvSpPr>
            <a:spLocks noGrp="1"/>
          </p:cNvSpPr>
          <p:nvPr>
            <p:ph type="body" sz="quarter" idx="13"/>
          </p:nvPr>
        </p:nvSpPr>
        <p:spPr/>
        <p:txBody>
          <a:bodyPr>
            <a:normAutofit fontScale="92500" lnSpcReduction="10000"/>
          </a:bodyPr>
          <a:lstStyle/>
          <a:p>
            <a:pPr marL="457200" indent="-457200">
              <a:buFont typeface="+mj-lt"/>
              <a:buAutoNum type="alphaLcParenR"/>
            </a:pPr>
            <a:r>
              <a:rPr lang="en-US" sz="2400" dirty="0">
                <a:latin typeface="Tw Cen MT" panose="020B0602020104020603" pitchFamily="34" charset="0"/>
              </a:rPr>
              <a:t>What is the probability that both selected setups are for laptop computers?</a:t>
            </a:r>
          </a:p>
          <a:p>
            <a:pPr marL="457200" indent="-457200">
              <a:buFont typeface="+mj-lt"/>
              <a:buAutoNum type="alphaLcParenR"/>
            </a:pPr>
            <a:r>
              <a:rPr lang="en-US" sz="2400" dirty="0">
                <a:latin typeface="Tw Cen MT" panose="020B0602020104020603" pitchFamily="34" charset="0"/>
              </a:rPr>
              <a:t>What is the probability that both selected setups are desktop machines?</a:t>
            </a:r>
          </a:p>
          <a:p>
            <a:pPr marL="457200" indent="-457200">
              <a:buFont typeface="+mj-lt"/>
              <a:buAutoNum type="alphaLcParenR"/>
            </a:pPr>
            <a:r>
              <a:rPr lang="en-US" sz="2400" dirty="0">
                <a:latin typeface="Tw Cen MT" panose="020B0602020104020603" pitchFamily="34" charset="0"/>
              </a:rPr>
              <a:t>What is the probability that at least one selected setup is for a desktop computer?</a:t>
            </a:r>
          </a:p>
          <a:p>
            <a:pPr marL="457200" indent="-457200">
              <a:buFont typeface="+mj-lt"/>
              <a:buAutoNum type="alphaLcParenR"/>
            </a:pPr>
            <a:r>
              <a:rPr lang="en-US" sz="2400" dirty="0">
                <a:latin typeface="Tw Cen MT" panose="020B0602020104020603" pitchFamily="34" charset="0"/>
              </a:rPr>
              <a:t>What is the probability that at least one computer of each type is chosen for setup?</a:t>
            </a:r>
          </a:p>
          <a:p>
            <a:pPr marL="0" indent="0">
              <a:buNone/>
            </a:pPr>
            <a:endParaRPr lang="en-IN" dirty="0"/>
          </a:p>
        </p:txBody>
      </p:sp>
      <p:sp>
        <p:nvSpPr>
          <p:cNvPr id="4" name="Rectangle 3"/>
          <p:cNvSpPr/>
          <p:nvPr/>
        </p:nvSpPr>
        <p:spPr>
          <a:xfrm>
            <a:off x="1828800" y="924933"/>
            <a:ext cx="6616890" cy="415498"/>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1,2</a:t>
            </a:r>
            <a:r>
              <a:rPr lang="en-US" sz="1400" dirty="0">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,3),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,4),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,5),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,6),(</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,3),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,4),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,5),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,6),(3,4), (3,5), (3,6), (4,5), (4,6), (5,6)]</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6C2D143F-55E8-6F34-9EA9-DB646693E68E}"/>
                  </a:ext>
                </a:extLst>
              </p14:cNvPr>
              <p14:cNvContentPartPr/>
              <p14:nvPr/>
            </p14:nvContentPartPr>
            <p14:xfrm>
              <a:off x="320760" y="3896640"/>
              <a:ext cx="7536600" cy="2205000"/>
            </p14:xfrm>
          </p:contentPart>
        </mc:Choice>
        <mc:Fallback>
          <p:pic>
            <p:nvPicPr>
              <p:cNvPr id="5" name="Ink 4">
                <a:extLst>
                  <a:ext uri="{FF2B5EF4-FFF2-40B4-BE49-F238E27FC236}">
                    <a16:creationId xmlns:a16="http://schemas.microsoft.com/office/drawing/2014/main" id="{6C2D143F-55E8-6F34-9EA9-DB646693E68E}"/>
                  </a:ext>
                </a:extLst>
              </p:cNvPr>
              <p:cNvPicPr/>
              <p:nvPr/>
            </p:nvPicPr>
            <p:blipFill>
              <a:blip r:embed="rId3"/>
              <a:stretch>
                <a:fillRect/>
              </a:stretch>
            </p:blipFill>
            <p:spPr>
              <a:xfrm>
                <a:off x="311400" y="3887280"/>
                <a:ext cx="7555320" cy="2223720"/>
              </a:xfrm>
              <a:prstGeom prst="rect">
                <a:avLst/>
              </a:prstGeom>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Solution</a:t>
            </a:r>
          </a:p>
        </p:txBody>
      </p:sp>
      <p:sp>
        <p:nvSpPr>
          <p:cNvPr id="3" name="Content Placeholder 2"/>
          <p:cNvSpPr>
            <a:spLocks noGrp="1"/>
          </p:cNvSpPr>
          <p:nvPr>
            <p:ph type="body" sz="quarter" idx="13"/>
          </p:nvPr>
        </p:nvSpPr>
        <p:spPr>
          <a:xfrm>
            <a:off x="643304" y="1600202"/>
            <a:ext cx="7620000" cy="4038598"/>
          </a:xfrm>
        </p:spPr>
        <p:txBody>
          <a:bodyPr>
            <a:noAutofit/>
          </a:bodyPr>
          <a:lstStyle/>
          <a:p>
            <a:pPr marL="0" indent="0" algn="just"/>
            <a:r>
              <a:rPr lang="en-US" sz="2000" dirty="0">
                <a:latin typeface="Times New Roman" panose="02020603050405020304" pitchFamily="18" charset="0"/>
                <a:cs typeface="Times New Roman" panose="02020603050405020304" pitchFamily="18" charset="0"/>
              </a:rPr>
              <a:t>In the exercise, it is described that the computers are numbered from one to six, and that the first two (computer 1 and computer 2) are the laptops. All possible outcomes are</a:t>
            </a:r>
          </a:p>
          <a:p>
            <a:pPr marL="0" indent="0">
              <a:buNone/>
            </a:pPr>
            <a:r>
              <a:rPr lang="en-US" sz="2000" dirty="0">
                <a:latin typeface="Times New Roman" panose="02020603050405020304" pitchFamily="18" charset="0"/>
                <a:cs typeface="Times New Roman" panose="02020603050405020304" pitchFamily="18" charset="0"/>
              </a:rPr>
              <a:t> {1,2},{1,3},{1,4},{1,5},{1,6},{2,3},{2,4},{2,5},{2,6},{3,4},{3,5},</a:t>
            </a:r>
          </a:p>
          <a:p>
            <a:pPr marL="0" indent="0">
              <a:buNone/>
            </a:pPr>
            <a:r>
              <a:rPr lang="en-US" sz="2000" dirty="0">
                <a:latin typeface="Times New Roman" panose="02020603050405020304" pitchFamily="18" charset="0"/>
                <a:cs typeface="Times New Roman" panose="02020603050405020304" pitchFamily="18" charset="0"/>
              </a:rPr>
              <a:t>{3,6},{4,5},{4,6},{5,6}​​</a:t>
            </a:r>
          </a:p>
          <a:p>
            <a:pPr marL="0" indent="0">
              <a:buNone/>
            </a:pPr>
            <a:r>
              <a:rPr lang="en-US" sz="2000" dirty="0">
                <a:latin typeface="Times New Roman" panose="02020603050405020304" pitchFamily="18" charset="0"/>
                <a:cs typeface="Times New Roman" panose="02020603050405020304" pitchFamily="18" charset="0"/>
              </a:rPr>
              <a:t>because we select only two computers out of six, randomly. </a:t>
            </a:r>
          </a:p>
          <a:p>
            <a:pPr marL="0" indent="0">
              <a:buNone/>
            </a:pPr>
            <a:endParaRPr lang="en-US" sz="2000" dirty="0">
              <a:latin typeface="Times New Roman" panose="02020603050405020304" pitchFamily="18" charset="0"/>
              <a:cs typeface="Times New Roman" panose="02020603050405020304" pitchFamily="18" charset="0"/>
            </a:endParaRPr>
          </a:p>
          <a:p>
            <a:pPr marL="0" indent="0"/>
            <a:r>
              <a:rPr lang="en-US" sz="2000" dirty="0">
                <a:latin typeface="Times New Roman" panose="02020603050405020304" pitchFamily="18" charset="0"/>
                <a:cs typeface="Times New Roman" panose="02020603050405020304" pitchFamily="18" charset="0"/>
              </a:rPr>
              <a:t>All the outcomes have the same probability which is 1/15.  </a:t>
            </a:r>
          </a:p>
          <a:p>
            <a:pPr marL="0" indent="0">
              <a:buNone/>
            </a:pPr>
            <a:r>
              <a:rPr lang="en-US" sz="2000" dirty="0">
                <a:latin typeface="Times New Roman" panose="02020603050405020304" pitchFamily="18" charset="0"/>
                <a:cs typeface="Times New Roman" panose="02020603050405020304" pitchFamily="18" charset="0"/>
              </a:rPr>
              <a:t>And  we have 15 outcomes</a:t>
            </a:r>
          </a:p>
          <a:p>
            <a:pPr marL="0" indent="0"/>
            <a:endParaRPr lang="en-US" sz="2000" dirty="0">
              <a:latin typeface="Tw Cen MT" panose="020B0602020104020603" pitchFamily="34" charset="0"/>
            </a:endParaRPr>
          </a:p>
          <a:p>
            <a:pPr marL="0" indent="0"/>
            <a:r>
              <a:rPr lang="en-US" sz="2000" dirty="0">
                <a:latin typeface="Tw Cen MT" panose="020B0602020104020603" pitchFamily="34" charset="0"/>
              </a:rPr>
              <a:t> </a:t>
            </a:r>
            <a:r>
              <a:rPr lang="en-US" sz="2000" dirty="0">
                <a:solidFill>
                  <a:srgbClr val="282E3E"/>
                </a:solidFill>
                <a:latin typeface="Tw Cen MT" panose="020B0602020104020603" pitchFamily="34" charset="0"/>
              </a:rPr>
              <a:t> </a:t>
            </a:r>
            <a:endParaRPr lang="en-US" sz="2000" dirty="0">
              <a:latin typeface="Tw Cen MT" panose="020B0602020104020603" pitchFamily="34" charset="0"/>
            </a:endParaRPr>
          </a:p>
        </p:txBody>
      </p:sp>
      <p:sp>
        <p:nvSpPr>
          <p:cNvPr id="4" name="Rectangle 3"/>
          <p:cNvSpPr/>
          <p:nvPr/>
        </p:nvSpPr>
        <p:spPr>
          <a:xfrm>
            <a:off x="1828800" y="924933"/>
            <a:ext cx="6616890" cy="415498"/>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1,2</a:t>
            </a:r>
            <a:r>
              <a:rPr lang="en-US" sz="1400" dirty="0">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,3),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,4),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,5),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,6),(</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,3),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,4),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,5),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,6),(3,4), (3,5), (3,6), (4,5), (4,6), (5,6)]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Contd..</a:t>
            </a:r>
          </a:p>
        </p:txBody>
      </p:sp>
      <mc:AlternateContent xmlns:mc="http://schemas.openxmlformats.org/markup-compatibility/2006" xmlns:a14="http://schemas.microsoft.com/office/drawing/2010/main">
        <mc:Choice Requires="a14">
          <p:sp>
            <p:nvSpPr>
              <p:cNvPr id="2" name="Content Placeholder 1"/>
              <p:cNvSpPr>
                <a:spLocks noGrp="1"/>
              </p:cNvSpPr>
              <p:nvPr>
                <p:ph type="body" sz="quarter" idx="13"/>
              </p:nvPr>
            </p:nvSpPr>
            <p:spPr>
              <a:xfrm>
                <a:off x="643304" y="1600202"/>
                <a:ext cx="7620000" cy="4038598"/>
              </a:xfrm>
            </p:spPr>
            <p:txBody>
              <a:bodyPr>
                <a:normAutofit lnSpcReduction="10000"/>
              </a:bodyPr>
              <a:lstStyle/>
              <a:p>
                <a:pPr marL="457200" indent="-457200">
                  <a:buFont typeface="+mj-lt"/>
                  <a:buAutoNum type="alphaLcParenR"/>
                </a:pPr>
                <a:r>
                  <a:rPr lang="en-US" sz="2400" dirty="0">
                    <a:latin typeface="Tw Cen MT" panose="020B0602020104020603" pitchFamily="34" charset="0"/>
                  </a:rPr>
                  <a:t>Probability that both selected setups are for laptop computers is the probability that we select computer 1 and computer 2 is </a:t>
                </a:r>
                <a14:m>
                  <m:oMath xmlns:m="http://schemas.openxmlformats.org/officeDocument/2006/math">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15</m:t>
                        </m:r>
                      </m:den>
                    </m:f>
                  </m:oMath>
                </a14:m>
                <a:r>
                  <a:rPr lang="en-US" sz="2400" dirty="0">
                    <a:solidFill>
                      <a:srgbClr val="000000"/>
                    </a:solidFill>
                    <a:latin typeface="Tw Cen MT" panose="020B0602020104020603" pitchFamily="34" charset="0"/>
                  </a:rPr>
                  <a:t>.</a:t>
                </a:r>
              </a:p>
              <a:p>
                <a:pPr marL="457200" indent="-457200">
                  <a:buFont typeface="+mj-lt"/>
                  <a:buAutoNum type="alphaLcParenR"/>
                </a:pPr>
                <a:endParaRPr lang="en-US" sz="2400" dirty="0">
                  <a:solidFill>
                    <a:srgbClr val="000000"/>
                  </a:solidFill>
                  <a:latin typeface="Tw Cen MT" panose="020B0602020104020603" pitchFamily="34" charset="0"/>
                </a:endParaRPr>
              </a:p>
              <a:p>
                <a:pPr marL="457200" indent="-457200">
                  <a:buFont typeface="+mj-lt"/>
                  <a:buAutoNum type="alphaLcParenR"/>
                </a:pPr>
                <a:r>
                  <a:rPr lang="en-US" sz="2400" dirty="0">
                    <a:solidFill>
                      <a:srgbClr val="282E3E"/>
                    </a:solidFill>
                    <a:latin typeface="Tw Cen MT" panose="020B0602020104020603" pitchFamily="34" charset="0"/>
                  </a:rPr>
                  <a:t>Probability that both selected setups are desktop machines can be calculated in two ways: adding the probabilities of outcomes where we do not have numbers 1 or 2 or subtracting from 1 the probabilities of outcomes that do have numbers 1 or 2. </a:t>
                </a:r>
                <a:r>
                  <a:rPr lang="en-US" sz="2400" i="1" dirty="0">
                    <a:solidFill>
                      <a:srgbClr val="4257B2"/>
                    </a:solidFill>
                    <a:latin typeface="Tw Cen MT" panose="020B0602020104020603" pitchFamily="34" charset="0"/>
                  </a:rPr>
                  <a:t>      </a:t>
                </a:r>
                <a:r>
                  <a:rPr lang="en-US" sz="2400" i="1" dirty="0">
                    <a:latin typeface="Tw Cen MT" panose="020B0602020104020603" pitchFamily="34" charset="0"/>
                  </a:rPr>
                  <a:t>P</a:t>
                </a:r>
                <a:r>
                  <a:rPr lang="en-US" sz="2400" dirty="0">
                    <a:latin typeface="Tw Cen MT" panose="020B0602020104020603" pitchFamily="34" charset="0"/>
                  </a:rPr>
                  <a:t>[{{3,4},{3,5},{3,6},{4,5},{4,6},{5,6}}]= </a:t>
                </a:r>
                <a14:m>
                  <m:oMath xmlns:m="http://schemas.openxmlformats.org/officeDocument/2006/math">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6</m:t>
                        </m:r>
                      </m:num>
                      <m:den>
                        <m:r>
                          <a:rPr lang="en-US" sz="2400" i="1">
                            <a:solidFill>
                              <a:srgbClr val="000000"/>
                            </a:solidFill>
                            <a:latin typeface="Cambria Math" panose="02040503050406030204" pitchFamily="18" charset="0"/>
                          </a:rPr>
                          <m:t>15</m:t>
                        </m:r>
                      </m:den>
                    </m:f>
                  </m:oMath>
                </a14:m>
                <a:endParaRPr lang="en-US" sz="2400" dirty="0">
                  <a:solidFill>
                    <a:srgbClr val="000000"/>
                  </a:solidFill>
                  <a:latin typeface="Tw Cen MT" panose="020B0602020104020603" pitchFamily="34" charset="0"/>
                </a:endParaRPr>
              </a:p>
              <a:p>
                <a:endParaRPr lang="en-IN" dirty="0"/>
              </a:p>
            </p:txBody>
          </p:sp>
        </mc:Choice>
        <mc:Fallback xmlns="">
          <p:sp>
            <p:nvSpPr>
              <p:cNvPr id="2" name="Content Placeholder 1"/>
              <p:cNvSpPr>
                <a:spLocks noRot="1" noChangeAspect="1" noMove="1" noResize="1" noEditPoints="1" noAdjustHandles="1" noChangeArrowheads="1" noChangeShapeType="1" noTextEdit="1"/>
              </p:cNvSpPr>
              <p:nvPr>
                <p:ph type="body" sz="quarter" idx="13"/>
              </p:nvPr>
            </p:nvSpPr>
            <p:spPr>
              <a:xfrm>
                <a:off x="643304" y="1600202"/>
                <a:ext cx="7620000" cy="4038598"/>
              </a:xfrm>
              <a:blipFill rotWithShape="1">
                <a:blip r:embed="rId2"/>
                <a:stretch>
                  <a:fillRect l="-1" r="1"/>
                </a:stretch>
              </a:blipFill>
            </p:spPr>
            <p:txBody>
              <a:bodyPr/>
              <a:lstStyle/>
              <a:p>
                <a:r>
                  <a:rPr lang="en-US" altLang="en-US">
                    <a:noFill/>
                  </a:rPr>
                  <a:t> </a:t>
                </a:r>
              </a:p>
            </p:txBody>
          </p:sp>
        </mc:Fallback>
      </mc:AlternateContent>
      <p:sp>
        <p:nvSpPr>
          <p:cNvPr id="4" name="Rectangle 3"/>
          <p:cNvSpPr/>
          <p:nvPr/>
        </p:nvSpPr>
        <p:spPr>
          <a:xfrm>
            <a:off x="1828800" y="924933"/>
            <a:ext cx="6616890" cy="415498"/>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1,2</a:t>
            </a:r>
            <a:r>
              <a:rPr lang="en-US" sz="1400" dirty="0">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,3),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,4),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,5),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,6),(</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,3),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,4),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,5),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,6),(3,4), (3,5), (3,6), (4,5), (4,6), (5,6)]</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p:txBody>
          <a:bodyPr/>
          <a:lstStyle/>
          <a:p>
            <a:r>
              <a:rPr lang="en-IN" dirty="0"/>
              <a:t>Contd..</a:t>
            </a:r>
          </a:p>
        </p:txBody>
      </p:sp>
      <mc:AlternateContent xmlns:mc="http://schemas.openxmlformats.org/markup-compatibility/2006" xmlns:a14="http://schemas.microsoft.com/office/drawing/2010/main">
        <mc:Choice Requires="a14">
          <p:sp>
            <p:nvSpPr>
              <p:cNvPr id="2" name="Content Placeholder 1"/>
              <p:cNvSpPr>
                <a:spLocks noGrp="1"/>
              </p:cNvSpPr>
              <p:nvPr>
                <p:ph type="body" sz="quarter" idx="13"/>
              </p:nvPr>
            </p:nvSpPr>
            <p:spPr>
              <a:xfrm>
                <a:off x="643304" y="1600202"/>
                <a:ext cx="7620000" cy="4038598"/>
              </a:xfrm>
            </p:spPr>
            <p:txBody>
              <a:bodyPr>
                <a:normAutofit/>
              </a:bodyPr>
              <a:lstStyle/>
              <a:p>
                <a:pPr marL="457200" indent="-457200">
                  <a:buFont typeface="+mj-lt"/>
                  <a:buAutoNum type="alphaLcParenR" startAt="3"/>
                </a:pPr>
                <a:r>
                  <a:rPr lang="en-US" sz="2000" dirty="0">
                    <a:solidFill>
                      <a:srgbClr val="282E3E"/>
                    </a:solidFill>
                    <a:latin typeface="Tw Cen MT" panose="020B0602020104020603" pitchFamily="34" charset="0"/>
                  </a:rPr>
                  <a:t>Probability that at least one selected setup is for a desktop computer is complement of event that the both selected computers are Laptops .                         1−</a:t>
                </a:r>
                <a:r>
                  <a:rPr lang="en-US" sz="2000" i="1" dirty="0">
                    <a:solidFill>
                      <a:srgbClr val="282E3E"/>
                    </a:solidFill>
                    <a:latin typeface="Tw Cen MT" panose="020B0602020104020603" pitchFamily="34" charset="0"/>
                  </a:rPr>
                  <a:t>P</a:t>
                </a:r>
                <a:r>
                  <a:rPr lang="en-US" sz="2000" dirty="0">
                    <a:solidFill>
                      <a:srgbClr val="282E3E"/>
                    </a:solidFill>
                    <a:latin typeface="Tw Cen MT" panose="020B0602020104020603" pitchFamily="34" charset="0"/>
                  </a:rPr>
                  <a:t>({both are laptops})   = </a:t>
                </a:r>
                <a14:m>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14</m:t>
                        </m:r>
                      </m:num>
                      <m:den>
                        <m:r>
                          <a:rPr lang="en-US" sz="2000" i="1">
                            <a:solidFill>
                              <a:srgbClr val="000000"/>
                            </a:solidFill>
                            <a:latin typeface="Cambria Math" panose="02040503050406030204" pitchFamily="18" charset="0"/>
                          </a:rPr>
                          <m:t>15</m:t>
                        </m:r>
                      </m:den>
                    </m:f>
                  </m:oMath>
                </a14:m>
                <a:endParaRPr lang="en-US" sz="2000" dirty="0">
                  <a:solidFill>
                    <a:srgbClr val="000000"/>
                  </a:solidFill>
                  <a:latin typeface="Tw Cen MT" panose="020B0602020104020603" pitchFamily="34" charset="0"/>
                </a:endParaRPr>
              </a:p>
              <a:p>
                <a:pPr marL="457200" indent="-457200">
                  <a:buFont typeface="+mj-lt"/>
                  <a:buAutoNum type="alphaLcParenR" startAt="3"/>
                </a:pPr>
                <a:endParaRPr lang="en-US" sz="2000" dirty="0">
                  <a:solidFill>
                    <a:srgbClr val="000000"/>
                  </a:solidFill>
                  <a:latin typeface="Tw Cen MT" panose="020B0602020104020603" pitchFamily="34" charset="0"/>
                </a:endParaRPr>
              </a:p>
              <a:p>
                <a:pPr marL="457200" indent="-457200" algn="just" defTabSz="685800">
                  <a:lnSpc>
                    <a:spcPct val="90000"/>
                  </a:lnSpc>
                  <a:spcBef>
                    <a:spcPts val="750"/>
                  </a:spcBef>
                  <a:buClrTx/>
                  <a:buFont typeface="+mj-lt"/>
                  <a:buAutoNum type="alphaLcParenR" startAt="3"/>
                  <a:defRPr/>
                </a:pPr>
                <a:r>
                  <a:rPr lang="en-US" sz="2000" dirty="0">
                    <a:solidFill>
                      <a:srgbClr val="282E3E"/>
                    </a:solidFill>
                    <a:latin typeface="Tw Cen MT" panose="020B0602020104020603" pitchFamily="34" charset="0"/>
                  </a:rPr>
                  <a:t>Probability that at least one computer of each type is chosen for setup is harder to calculate than the probability of the complement of the event (usually when there is at  least in a sentence you would like to find the complement). The complement is that both computers are same type (desktop or laptop)</a:t>
                </a:r>
              </a:p>
              <a:p>
                <a:pPr marL="0" indent="0">
                  <a:buNone/>
                  <a:defRPr/>
                </a:pPr>
                <a:r>
                  <a:rPr lang="en-US" sz="2000" dirty="0">
                    <a:solidFill>
                      <a:srgbClr val="282E3E"/>
                    </a:solidFill>
                    <a:latin typeface="Tw Cen MT" panose="020B0602020104020603" pitchFamily="34" charset="0"/>
                  </a:rPr>
                  <a:t>                                    1-</a:t>
                </a:r>
                <a:r>
                  <a:rPr lang="en-US" sz="2000" dirty="0">
                    <a:solidFill>
                      <a:srgbClr val="000000"/>
                    </a:solidFill>
                    <a:latin typeface="Tw Cen MT" panose="020B0602020104020603" pitchFamily="34" charset="0"/>
                  </a:rPr>
                  <a:t> </a:t>
                </a:r>
                <a14:m>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15</m:t>
                        </m:r>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6</m:t>
                        </m:r>
                      </m:num>
                      <m:den>
                        <m:r>
                          <a:rPr lang="en-US" sz="2000" i="1">
                            <a:solidFill>
                              <a:srgbClr val="000000"/>
                            </a:solidFill>
                            <a:latin typeface="Cambria Math" panose="02040503050406030204" pitchFamily="18" charset="0"/>
                          </a:rPr>
                          <m:t>15</m:t>
                        </m:r>
                      </m:den>
                    </m:f>
                  </m:oMath>
                </a14:m>
                <a:r>
                  <a:rPr lang="en-US" sz="2000" dirty="0">
                    <a:solidFill>
                      <a:srgbClr val="282E3E"/>
                    </a:solidFill>
                    <a:latin typeface="Tw Cen MT" panose="020B0602020104020603" pitchFamily="34" charset="0"/>
                  </a:rPr>
                  <a:t> = </a:t>
                </a:r>
                <a14:m>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8</m:t>
                        </m:r>
                      </m:num>
                      <m:den>
                        <m:r>
                          <a:rPr lang="en-US" sz="2000" i="1">
                            <a:solidFill>
                              <a:srgbClr val="000000"/>
                            </a:solidFill>
                            <a:latin typeface="Cambria Math" panose="02040503050406030204" pitchFamily="18" charset="0"/>
                          </a:rPr>
                          <m:t>15</m:t>
                        </m:r>
                      </m:den>
                    </m:f>
                  </m:oMath>
                </a14:m>
                <a:endParaRPr lang="en-US" sz="2000" dirty="0">
                  <a:solidFill>
                    <a:srgbClr val="282E3E"/>
                  </a:solidFill>
                  <a:latin typeface="Tw Cen MT" panose="020B0602020104020603" pitchFamily="34" charset="0"/>
                </a:endParaRPr>
              </a:p>
              <a:p>
                <a:pPr marL="0" indent="0" defTabSz="685800">
                  <a:lnSpc>
                    <a:spcPct val="90000"/>
                  </a:lnSpc>
                  <a:spcBef>
                    <a:spcPts val="750"/>
                  </a:spcBef>
                  <a:buClrTx/>
                  <a:defRPr/>
                </a:pPr>
                <a:endParaRPr lang="en-US" sz="1800" dirty="0">
                  <a:solidFill>
                    <a:srgbClr val="282E3E"/>
                  </a:solidFill>
                  <a:latin typeface="hurme_no2-webfont"/>
                </a:endParaRPr>
              </a:p>
              <a:p>
                <a:endParaRPr lang="en-US" sz="1800" dirty="0"/>
              </a:p>
              <a:p>
                <a:endParaRPr lang="en-IN" dirty="0"/>
              </a:p>
            </p:txBody>
          </p:sp>
        </mc:Choice>
        <mc:Fallback xmlns="">
          <p:sp>
            <p:nvSpPr>
              <p:cNvPr id="2" name="Content Placeholder 1"/>
              <p:cNvSpPr>
                <a:spLocks noRot="1" noChangeAspect="1" noMove="1" noResize="1" noEditPoints="1" noAdjustHandles="1" noChangeArrowheads="1" noChangeShapeType="1" noTextEdit="1"/>
              </p:cNvSpPr>
              <p:nvPr>
                <p:ph type="body" sz="quarter" idx="13"/>
              </p:nvPr>
            </p:nvSpPr>
            <p:spPr>
              <a:xfrm>
                <a:off x="643304" y="1600202"/>
                <a:ext cx="7620000" cy="4038598"/>
              </a:xfrm>
              <a:blipFill rotWithShape="1">
                <a:blip r:embed="rId2"/>
                <a:stretch>
                  <a:fillRect l="-1" r="1" b="-8192"/>
                </a:stretch>
              </a:blipFill>
            </p:spPr>
            <p:txBody>
              <a:bodyPr/>
              <a:lstStyle/>
              <a:p>
                <a:r>
                  <a:rPr lang="en-US" altLang="en-US">
                    <a:noFill/>
                  </a:rPr>
                  <a:t> </a:t>
                </a:r>
              </a:p>
            </p:txBody>
          </p:sp>
        </mc:Fallback>
      </mc:AlternateContent>
      <p:sp>
        <p:nvSpPr>
          <p:cNvPr id="5" name="Rectangle 4"/>
          <p:cNvSpPr/>
          <p:nvPr/>
        </p:nvSpPr>
        <p:spPr>
          <a:xfrm>
            <a:off x="1828800" y="924933"/>
            <a:ext cx="6616890" cy="415498"/>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1,2</a:t>
            </a:r>
            <a:r>
              <a:rPr lang="en-US" sz="1400" dirty="0">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,3),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,4),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,5), (</a:t>
            </a:r>
            <a:r>
              <a:rPr lang="en-US" sz="1400" dirty="0">
                <a:solidFill>
                  <a:srgbClr val="FF0000"/>
                </a:solidFill>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,6),(</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,3),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,4),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,5), (</a:t>
            </a:r>
            <a:r>
              <a:rPr lang="en-US" sz="1400" dirty="0">
                <a:solidFill>
                  <a:srgbClr val="FF0000"/>
                </a:solidFill>
                <a:latin typeface="Times New Roman" panose="02020603050405020304" pitchFamily="18" charset="0"/>
                <a:cs typeface="Times New Roman" panose="02020603050405020304" pitchFamily="18" charset="0"/>
              </a:rPr>
              <a:t>2</a:t>
            </a:r>
            <a:r>
              <a:rPr lang="en-US" sz="1400" dirty="0">
                <a:latin typeface="Times New Roman" panose="02020603050405020304" pitchFamily="18" charset="0"/>
                <a:cs typeface="Times New Roman" panose="02020603050405020304" pitchFamily="18" charset="0"/>
              </a:rPr>
              <a:t>,6),(3,4), (3,5), (3,6), (4,5), (4,6), (5,6)]</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Example 9</a:t>
            </a:r>
          </a:p>
        </p:txBody>
      </p:sp>
      <p:sp>
        <p:nvSpPr>
          <p:cNvPr id="5" name="TextBox 4"/>
          <p:cNvSpPr txBox="1"/>
          <p:nvPr/>
        </p:nvSpPr>
        <p:spPr>
          <a:xfrm>
            <a:off x="381000" y="1143000"/>
            <a:ext cx="8610600" cy="1200329"/>
          </a:xfrm>
          <a:prstGeom prst="rect">
            <a:avLst/>
          </a:prstGeom>
          <a:noFill/>
        </p:spPr>
        <p:txBody>
          <a:bodyPr wrap="square" rtlCol="0">
            <a:spAutoFit/>
          </a:bodyPr>
          <a:lstStyle/>
          <a:p>
            <a:r>
              <a:rPr lang="en-IN" sz="2400" dirty="0">
                <a:latin typeface="Tw Cen MT" panose="020B0602020104020603" pitchFamily="34" charset="0"/>
              </a:rPr>
              <a:t>A committee of 5 is chosen from a group of 8 men and 4 women. What is the probability that the group contains a majority of women</a:t>
            </a:r>
            <a:r>
              <a:rPr lang="en-IN" sz="2400" dirty="0">
                <a:latin typeface="Times New Roman" panose="02020603050405020304" pitchFamily="18" charset="0"/>
                <a:cs typeface="Times New Roman" panose="02020603050405020304" pitchFamily="18" charset="0"/>
              </a:rPr>
              <a:t>?</a:t>
            </a:r>
          </a:p>
          <a:p>
            <a:r>
              <a:rPr lang="en-IN" sz="2400" dirty="0"/>
              <a:t>  </a:t>
            </a:r>
          </a:p>
        </p:txBody>
      </p:sp>
      <mc:AlternateContent xmlns:mc="http://schemas.openxmlformats.org/markup-compatibility/2006" xmlns:a14="http://schemas.microsoft.com/office/drawing/2010/main">
        <mc:Choice Requires="a14">
          <p:sp>
            <p:nvSpPr>
              <p:cNvPr id="6" name="TextBox 5"/>
              <p:cNvSpPr txBox="1"/>
              <p:nvPr/>
            </p:nvSpPr>
            <p:spPr>
              <a:xfrm>
                <a:off x="346364" y="2176322"/>
                <a:ext cx="8416636" cy="4521109"/>
              </a:xfrm>
              <a:prstGeom prst="rect">
                <a:avLst/>
              </a:prstGeom>
              <a:noFill/>
            </p:spPr>
            <p:txBody>
              <a:bodyPr wrap="square" rtlCol="0">
                <a:spAutoFit/>
              </a:bodyPr>
              <a:lstStyle/>
              <a:p>
                <a:r>
                  <a:rPr lang="en-IN" sz="2400" dirty="0">
                    <a:solidFill>
                      <a:srgbClr val="FF0000"/>
                    </a:solidFill>
                    <a:latin typeface="Tw Cen MT" panose="020B0602020104020603" pitchFamily="34" charset="0"/>
                  </a:rPr>
                  <a:t>Solution:</a:t>
                </a:r>
              </a:p>
              <a:p>
                <a:r>
                  <a:rPr lang="en-IN" sz="2400" dirty="0">
                    <a:latin typeface="Tw Cen MT" panose="020B0602020104020603" pitchFamily="34" charset="0"/>
                  </a:rPr>
                  <a:t>There are totally 12 people. Among them we have to choose 5 such that majority would be women. Hence the possible selection of men and women will be either:</a:t>
                </a:r>
              </a:p>
              <a:p>
                <a:r>
                  <a:rPr lang="en-IN" sz="2400" dirty="0">
                    <a:solidFill>
                      <a:srgbClr val="660066"/>
                    </a:solidFill>
                    <a:latin typeface="Tw Cen MT" panose="020B0602020104020603" pitchFamily="34" charset="0"/>
                  </a:rPr>
                  <a:t>1 men and 4 women </a:t>
                </a:r>
                <a:r>
                  <a:rPr lang="en-IN" sz="2400" dirty="0">
                    <a:latin typeface="Tw Cen MT" panose="020B0602020104020603" pitchFamily="34" charset="0"/>
                  </a:rPr>
                  <a:t>or </a:t>
                </a:r>
                <a:r>
                  <a:rPr lang="en-IN" sz="2400" dirty="0">
                    <a:solidFill>
                      <a:srgbClr val="7030A0"/>
                    </a:solidFill>
                    <a:latin typeface="Tw Cen MT" panose="020B0602020104020603" pitchFamily="34" charset="0"/>
                  </a:rPr>
                  <a:t>2 men and 3 women.</a:t>
                </a:r>
              </a:p>
              <a:p>
                <a:pPr/>
                <a14:m>
                  <m:oMathPara xmlns:m="http://schemas.openxmlformats.org/officeDocument/2006/math">
                    <m:oMath>
                      <m:r>
                        <a:rPr lang="en-IN" sz="2400" i="1">
                          <a:solidFill>
                            <a:srgbClr val="7030A0"/>
                          </a:solidFill>
                          <a:latin typeface="Cambria Math" panose="02040503050406030204" pitchFamily="18" charset="0"/>
                        </a:rPr>
                        <m:t>𝑃</m:t>
                      </m:r>
                      <m:d>
                        <m:dPr>
                          <m:ctrlPr>
                            <a:rPr lang="en-IN" sz="2400" i="1">
                              <a:solidFill>
                                <a:srgbClr val="7030A0"/>
                              </a:solidFill>
                              <a:latin typeface="Cambria Math" panose="02040503050406030204" pitchFamily="18" charset="0"/>
                            </a:rPr>
                          </m:ctrlPr>
                        </m:dPr>
                        <m:e>
                          <m:r>
                            <a:rPr lang="en-IN" sz="2400" i="1">
                              <a:solidFill>
                                <a:srgbClr val="7030A0"/>
                              </a:solidFill>
                              <a:latin typeface="Cambria Math" panose="02040503050406030204" pitchFamily="18" charset="0"/>
                            </a:rPr>
                            <m:t>1</m:t>
                          </m:r>
                          <m:r>
                            <a:rPr lang="en-IN" sz="2400" i="1">
                              <a:solidFill>
                                <a:srgbClr val="7030A0"/>
                              </a:solidFill>
                              <a:latin typeface="Cambria Math" panose="02040503050406030204" pitchFamily="18" charset="0"/>
                            </a:rPr>
                            <m:t>𝑀</m:t>
                          </m:r>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𝑎𝑛𝑑</m:t>
                          </m:r>
                          <m:r>
                            <a:rPr lang="en-IN" sz="2400" i="1">
                              <a:solidFill>
                                <a:srgbClr val="7030A0"/>
                              </a:solidFill>
                              <a:latin typeface="Cambria Math" panose="02040503050406030204" pitchFamily="18" charset="0"/>
                            </a:rPr>
                            <m:t> 4 </m:t>
                          </m:r>
                          <m:r>
                            <a:rPr lang="en-IN" sz="2400" i="1">
                              <a:solidFill>
                                <a:srgbClr val="7030A0"/>
                              </a:solidFill>
                              <a:latin typeface="Cambria Math" panose="02040503050406030204" pitchFamily="18" charset="0"/>
                            </a:rPr>
                            <m:t>𝑊</m:t>
                          </m:r>
                        </m:e>
                      </m:d>
                      <m:r>
                        <a:rPr lang="en-IN" sz="2400" i="1">
                          <a:solidFill>
                            <a:srgbClr val="7030A0"/>
                          </a:solidFill>
                          <a:latin typeface="Cambria Math" panose="02040503050406030204" pitchFamily="18" charset="0"/>
                        </a:rPr>
                        <m:t>=</m:t>
                      </m:r>
                      <m:f>
                        <m:fPr>
                          <m:ctrlPr>
                            <a:rPr lang="en-IN" sz="2400" i="1">
                              <a:solidFill>
                                <a:srgbClr val="7030A0"/>
                              </a:solidFill>
                              <a:latin typeface="Cambria Math" panose="02040503050406030204" pitchFamily="18" charset="0"/>
                            </a:rPr>
                          </m:ctrlPr>
                        </m:fPr>
                        <m:num>
                          <m:sSubSup>
                            <m:sSubSupPr>
                              <m:ctrlPr>
                                <a:rPr lang="en-IN" sz="2400" i="1">
                                  <a:solidFill>
                                    <a:srgbClr val="7030A0"/>
                                  </a:solidFill>
                                  <a:latin typeface="Cambria Math" panose="02040503050406030204" pitchFamily="18" charset="0"/>
                                </a:rPr>
                              </m:ctrlPr>
                            </m:sSubSupPr>
                            <m:e>
                              <m:r>
                                <a:rPr lang="en-IN" sz="2400" i="1">
                                  <a:solidFill>
                                    <a:srgbClr val="7030A0"/>
                                  </a:solidFill>
                                  <a:latin typeface="Cambria Math" panose="02040503050406030204" pitchFamily="18" charset="0"/>
                                </a:rPr>
                                <m:t>𝐶</m:t>
                              </m:r>
                            </m:e>
                            <m:sub>
                              <m:r>
                                <a:rPr lang="en-IN" sz="2400" i="1">
                                  <a:solidFill>
                                    <a:srgbClr val="7030A0"/>
                                  </a:solidFill>
                                  <a:latin typeface="Cambria Math" panose="02040503050406030204" pitchFamily="18" charset="0"/>
                                </a:rPr>
                                <m:t>1</m:t>
                              </m:r>
                            </m:sub>
                            <m:sup>
                              <m:r>
                                <a:rPr lang="en-IN" sz="2400" i="1">
                                  <a:solidFill>
                                    <a:srgbClr val="7030A0"/>
                                  </a:solidFill>
                                  <a:latin typeface="Cambria Math" panose="02040503050406030204" pitchFamily="18" charset="0"/>
                                </a:rPr>
                                <m:t>8</m:t>
                              </m:r>
                            </m:sup>
                          </m:sSubSup>
                          <m:r>
                            <a:rPr lang="en-IN" sz="2400" i="1">
                              <a:solidFill>
                                <a:srgbClr val="7030A0"/>
                              </a:solidFill>
                              <a:latin typeface="Cambria Math" panose="02040503050406030204" pitchFamily="18" charset="0"/>
                              <a:ea typeface="Cambria Math" panose="02040503050406030204" pitchFamily="18" charset="0"/>
                            </a:rPr>
                            <m:t>×</m:t>
                          </m:r>
                          <m:sSubSup>
                            <m:sSubSupPr>
                              <m:ctrlPr>
                                <a:rPr lang="en-IN" sz="2400" i="1">
                                  <a:solidFill>
                                    <a:srgbClr val="7030A0"/>
                                  </a:solidFill>
                                  <a:latin typeface="Cambria Math" panose="02040503050406030204" pitchFamily="18" charset="0"/>
                                  <a:ea typeface="Cambria Math" panose="02040503050406030204" pitchFamily="18" charset="0"/>
                                </a:rPr>
                              </m:ctrlPr>
                            </m:sSubSupPr>
                            <m:e>
                              <m:r>
                                <a:rPr lang="en-IN" sz="2400" i="1">
                                  <a:solidFill>
                                    <a:srgbClr val="7030A0"/>
                                  </a:solidFill>
                                  <a:latin typeface="Cambria Math" panose="02040503050406030204" pitchFamily="18" charset="0"/>
                                  <a:ea typeface="Cambria Math" panose="02040503050406030204" pitchFamily="18" charset="0"/>
                                </a:rPr>
                                <m:t>𝐶</m:t>
                              </m:r>
                            </m:e>
                            <m:sub>
                              <m:r>
                                <a:rPr lang="en-IN" sz="2400" i="1">
                                  <a:solidFill>
                                    <a:srgbClr val="7030A0"/>
                                  </a:solidFill>
                                  <a:latin typeface="Cambria Math" panose="02040503050406030204" pitchFamily="18" charset="0"/>
                                  <a:ea typeface="Cambria Math" panose="02040503050406030204" pitchFamily="18" charset="0"/>
                                </a:rPr>
                                <m:t>4</m:t>
                              </m:r>
                            </m:sub>
                            <m:sup>
                              <m:r>
                                <a:rPr lang="en-IN" sz="2400" i="1">
                                  <a:solidFill>
                                    <a:srgbClr val="7030A0"/>
                                  </a:solidFill>
                                  <a:latin typeface="Cambria Math" panose="02040503050406030204" pitchFamily="18" charset="0"/>
                                  <a:ea typeface="Cambria Math" panose="02040503050406030204" pitchFamily="18" charset="0"/>
                                </a:rPr>
                                <m:t>4</m:t>
                              </m:r>
                            </m:sup>
                          </m:sSubSup>
                        </m:num>
                        <m:den>
                          <m:sSubSup>
                            <m:sSubSupPr>
                              <m:ctrlPr>
                                <a:rPr lang="en-IN" sz="2400" i="1">
                                  <a:solidFill>
                                    <a:srgbClr val="7030A0"/>
                                  </a:solidFill>
                                  <a:latin typeface="Cambria Math" panose="02040503050406030204" pitchFamily="18" charset="0"/>
                                </a:rPr>
                              </m:ctrlPr>
                            </m:sSubSupPr>
                            <m:e>
                              <m:r>
                                <a:rPr lang="en-IN" sz="2400" i="1">
                                  <a:solidFill>
                                    <a:srgbClr val="7030A0"/>
                                  </a:solidFill>
                                  <a:latin typeface="Cambria Math" panose="02040503050406030204" pitchFamily="18" charset="0"/>
                                </a:rPr>
                                <m:t>𝐶</m:t>
                              </m:r>
                            </m:e>
                            <m:sub>
                              <m:r>
                                <a:rPr lang="en-IN" sz="2400" i="1">
                                  <a:solidFill>
                                    <a:srgbClr val="7030A0"/>
                                  </a:solidFill>
                                  <a:latin typeface="Cambria Math" panose="02040503050406030204" pitchFamily="18" charset="0"/>
                                </a:rPr>
                                <m:t>5</m:t>
                              </m:r>
                            </m:sub>
                            <m:sup>
                              <m:r>
                                <a:rPr lang="en-IN" sz="2400" i="1">
                                  <a:solidFill>
                                    <a:srgbClr val="7030A0"/>
                                  </a:solidFill>
                                  <a:latin typeface="Cambria Math" panose="02040503050406030204" pitchFamily="18" charset="0"/>
                                </a:rPr>
                                <m:t>12</m:t>
                              </m:r>
                            </m:sup>
                          </m:sSubSup>
                        </m:den>
                      </m:f>
                      <m:r>
                        <a:rPr lang="en-IN" sz="2400" i="1">
                          <a:solidFill>
                            <a:srgbClr val="7030A0"/>
                          </a:solidFill>
                          <a:latin typeface="Cambria Math" panose="02040503050406030204" pitchFamily="18" charset="0"/>
                        </a:rPr>
                        <m:t>=</m:t>
                      </m:r>
                      <m:f>
                        <m:fPr>
                          <m:ctrlPr>
                            <a:rPr lang="en-IN" sz="2400" i="1">
                              <a:solidFill>
                                <a:srgbClr val="7030A0"/>
                              </a:solidFill>
                              <a:latin typeface="Cambria Math" panose="02040503050406030204" pitchFamily="18" charset="0"/>
                            </a:rPr>
                          </m:ctrlPr>
                        </m:fPr>
                        <m:num>
                          <m:r>
                            <a:rPr lang="en-IN" sz="2400" i="1">
                              <a:solidFill>
                                <a:srgbClr val="7030A0"/>
                              </a:solidFill>
                              <a:latin typeface="Cambria Math" panose="02040503050406030204" pitchFamily="18" charset="0"/>
                            </a:rPr>
                            <m:t>8</m:t>
                          </m:r>
                        </m:num>
                        <m:den>
                          <m:r>
                            <a:rPr lang="en-IN" sz="2400" i="1">
                              <a:solidFill>
                                <a:srgbClr val="7030A0"/>
                              </a:solidFill>
                              <a:latin typeface="Cambria Math" panose="02040503050406030204" pitchFamily="18" charset="0"/>
                            </a:rPr>
                            <m:t>792</m:t>
                          </m:r>
                        </m:den>
                      </m:f>
                    </m:oMath>
                  </m:oMathPara>
                </a14:m>
                <a:endParaRPr lang="en-IN" sz="2400" dirty="0">
                  <a:solidFill>
                    <a:srgbClr val="7030A0"/>
                  </a:solidFill>
                  <a:latin typeface="Tw Cen MT" panose="020B0602020104020603" pitchFamily="34" charset="0"/>
                </a:endParaRPr>
              </a:p>
              <a:p>
                <a:pPr/>
                <a14:m>
                  <m:oMathPara xmlns:m="http://schemas.openxmlformats.org/officeDocument/2006/math">
                    <m:oMath>
                      <m:r>
                        <a:rPr lang="en-IN" sz="2400" i="1">
                          <a:solidFill>
                            <a:srgbClr val="7030A0"/>
                          </a:solidFill>
                          <a:latin typeface="Cambria Math" panose="02040503050406030204" pitchFamily="18" charset="0"/>
                        </a:rPr>
                        <m:t>𝑃</m:t>
                      </m:r>
                      <m:d>
                        <m:dPr>
                          <m:ctrlPr>
                            <a:rPr lang="en-IN" sz="2400" i="1">
                              <a:solidFill>
                                <a:srgbClr val="7030A0"/>
                              </a:solidFill>
                              <a:latin typeface="Cambria Math" panose="02040503050406030204" pitchFamily="18" charset="0"/>
                            </a:rPr>
                          </m:ctrlPr>
                        </m:dPr>
                        <m:e>
                          <m:r>
                            <a:rPr lang="en-IN" sz="2400" i="1">
                              <a:solidFill>
                                <a:srgbClr val="7030A0"/>
                              </a:solidFill>
                              <a:latin typeface="Cambria Math" panose="02040503050406030204" pitchFamily="18" charset="0"/>
                            </a:rPr>
                            <m:t>2</m:t>
                          </m:r>
                          <m:r>
                            <a:rPr lang="en-IN" sz="2400" i="1">
                              <a:solidFill>
                                <a:srgbClr val="7030A0"/>
                              </a:solidFill>
                              <a:latin typeface="Cambria Math" panose="02040503050406030204" pitchFamily="18" charset="0"/>
                            </a:rPr>
                            <m:t>𝑀</m:t>
                          </m:r>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𝑎𝑛𝑑</m:t>
                          </m:r>
                          <m:r>
                            <a:rPr lang="en-IN" sz="2400" i="1">
                              <a:solidFill>
                                <a:srgbClr val="7030A0"/>
                              </a:solidFill>
                              <a:latin typeface="Cambria Math" panose="02040503050406030204" pitchFamily="18" charset="0"/>
                            </a:rPr>
                            <m:t> 3 </m:t>
                          </m:r>
                          <m:r>
                            <a:rPr lang="en-IN" sz="2400" i="1">
                              <a:solidFill>
                                <a:srgbClr val="7030A0"/>
                              </a:solidFill>
                              <a:latin typeface="Cambria Math" panose="02040503050406030204" pitchFamily="18" charset="0"/>
                            </a:rPr>
                            <m:t>𝑊</m:t>
                          </m:r>
                        </m:e>
                      </m:d>
                      <m:r>
                        <a:rPr lang="en-IN" sz="2400" i="1">
                          <a:solidFill>
                            <a:srgbClr val="7030A0"/>
                          </a:solidFill>
                          <a:latin typeface="Cambria Math" panose="02040503050406030204" pitchFamily="18" charset="0"/>
                        </a:rPr>
                        <m:t>=</m:t>
                      </m:r>
                      <m:f>
                        <m:fPr>
                          <m:ctrlPr>
                            <a:rPr lang="en-IN" sz="2400" i="1">
                              <a:solidFill>
                                <a:srgbClr val="7030A0"/>
                              </a:solidFill>
                              <a:latin typeface="Cambria Math" panose="02040503050406030204" pitchFamily="18" charset="0"/>
                            </a:rPr>
                          </m:ctrlPr>
                        </m:fPr>
                        <m:num>
                          <m:sSubSup>
                            <m:sSubSupPr>
                              <m:ctrlPr>
                                <a:rPr lang="en-IN" sz="2400" i="1">
                                  <a:solidFill>
                                    <a:srgbClr val="7030A0"/>
                                  </a:solidFill>
                                  <a:latin typeface="Cambria Math" panose="02040503050406030204" pitchFamily="18" charset="0"/>
                                </a:rPr>
                              </m:ctrlPr>
                            </m:sSubSupPr>
                            <m:e>
                              <m:r>
                                <a:rPr lang="en-IN" sz="2400" i="1">
                                  <a:solidFill>
                                    <a:srgbClr val="7030A0"/>
                                  </a:solidFill>
                                  <a:latin typeface="Cambria Math" panose="02040503050406030204" pitchFamily="18" charset="0"/>
                                </a:rPr>
                                <m:t>𝐶</m:t>
                              </m:r>
                            </m:e>
                            <m:sub>
                              <m:r>
                                <a:rPr lang="en-IN" sz="2400" i="1">
                                  <a:solidFill>
                                    <a:srgbClr val="7030A0"/>
                                  </a:solidFill>
                                  <a:latin typeface="Cambria Math" panose="02040503050406030204" pitchFamily="18" charset="0"/>
                                </a:rPr>
                                <m:t>2</m:t>
                              </m:r>
                            </m:sub>
                            <m:sup>
                              <m:r>
                                <a:rPr lang="en-IN" sz="2400" i="1">
                                  <a:solidFill>
                                    <a:srgbClr val="7030A0"/>
                                  </a:solidFill>
                                  <a:latin typeface="Cambria Math" panose="02040503050406030204" pitchFamily="18" charset="0"/>
                                </a:rPr>
                                <m:t>8</m:t>
                              </m:r>
                            </m:sup>
                          </m:sSubSup>
                          <m:r>
                            <a:rPr lang="en-IN" sz="2400" i="1">
                              <a:solidFill>
                                <a:srgbClr val="7030A0"/>
                              </a:solidFill>
                              <a:latin typeface="Cambria Math" panose="02040503050406030204" pitchFamily="18" charset="0"/>
                              <a:ea typeface="Cambria Math" panose="02040503050406030204" pitchFamily="18" charset="0"/>
                            </a:rPr>
                            <m:t>×</m:t>
                          </m:r>
                          <m:sSubSup>
                            <m:sSubSupPr>
                              <m:ctrlPr>
                                <a:rPr lang="en-IN" sz="2400" i="1">
                                  <a:solidFill>
                                    <a:srgbClr val="7030A0"/>
                                  </a:solidFill>
                                  <a:latin typeface="Cambria Math" panose="02040503050406030204" pitchFamily="18" charset="0"/>
                                  <a:ea typeface="Cambria Math" panose="02040503050406030204" pitchFamily="18" charset="0"/>
                                </a:rPr>
                              </m:ctrlPr>
                            </m:sSubSupPr>
                            <m:e>
                              <m:r>
                                <a:rPr lang="en-IN" sz="2400" i="1">
                                  <a:solidFill>
                                    <a:srgbClr val="7030A0"/>
                                  </a:solidFill>
                                  <a:latin typeface="Cambria Math" panose="02040503050406030204" pitchFamily="18" charset="0"/>
                                  <a:ea typeface="Cambria Math" panose="02040503050406030204" pitchFamily="18" charset="0"/>
                                </a:rPr>
                                <m:t>𝐶</m:t>
                              </m:r>
                            </m:e>
                            <m:sub>
                              <m:r>
                                <a:rPr lang="en-IN" sz="2400" i="1">
                                  <a:solidFill>
                                    <a:srgbClr val="7030A0"/>
                                  </a:solidFill>
                                  <a:latin typeface="Cambria Math" panose="02040503050406030204" pitchFamily="18" charset="0"/>
                                  <a:ea typeface="Cambria Math" panose="02040503050406030204" pitchFamily="18" charset="0"/>
                                </a:rPr>
                                <m:t>3</m:t>
                              </m:r>
                            </m:sub>
                            <m:sup>
                              <m:r>
                                <a:rPr lang="en-IN" sz="2400" i="1">
                                  <a:solidFill>
                                    <a:srgbClr val="7030A0"/>
                                  </a:solidFill>
                                  <a:latin typeface="Cambria Math" panose="02040503050406030204" pitchFamily="18" charset="0"/>
                                  <a:ea typeface="Cambria Math" panose="02040503050406030204" pitchFamily="18" charset="0"/>
                                </a:rPr>
                                <m:t>4</m:t>
                              </m:r>
                            </m:sup>
                          </m:sSubSup>
                        </m:num>
                        <m:den>
                          <m:sSubSup>
                            <m:sSubSupPr>
                              <m:ctrlPr>
                                <a:rPr lang="en-IN" sz="2400" i="1">
                                  <a:solidFill>
                                    <a:srgbClr val="7030A0"/>
                                  </a:solidFill>
                                  <a:latin typeface="Cambria Math" panose="02040503050406030204" pitchFamily="18" charset="0"/>
                                </a:rPr>
                              </m:ctrlPr>
                            </m:sSubSupPr>
                            <m:e>
                              <m:r>
                                <a:rPr lang="en-IN" sz="2400" i="1">
                                  <a:solidFill>
                                    <a:srgbClr val="7030A0"/>
                                  </a:solidFill>
                                  <a:latin typeface="Cambria Math" panose="02040503050406030204" pitchFamily="18" charset="0"/>
                                </a:rPr>
                                <m:t>𝐶</m:t>
                              </m:r>
                            </m:e>
                            <m:sub>
                              <m:r>
                                <a:rPr lang="en-IN" sz="2400" i="1">
                                  <a:solidFill>
                                    <a:srgbClr val="7030A0"/>
                                  </a:solidFill>
                                  <a:latin typeface="Cambria Math" panose="02040503050406030204" pitchFamily="18" charset="0"/>
                                </a:rPr>
                                <m:t>5</m:t>
                              </m:r>
                            </m:sub>
                            <m:sup>
                              <m:r>
                                <a:rPr lang="en-IN" sz="2400" i="1">
                                  <a:solidFill>
                                    <a:srgbClr val="7030A0"/>
                                  </a:solidFill>
                                  <a:latin typeface="Cambria Math" panose="02040503050406030204" pitchFamily="18" charset="0"/>
                                </a:rPr>
                                <m:t>12</m:t>
                              </m:r>
                            </m:sup>
                          </m:sSubSup>
                        </m:den>
                      </m:f>
                      <m:r>
                        <a:rPr lang="en-IN" sz="2400" i="1">
                          <a:solidFill>
                            <a:srgbClr val="7030A0"/>
                          </a:solidFill>
                          <a:latin typeface="Cambria Math" panose="02040503050406030204" pitchFamily="18" charset="0"/>
                        </a:rPr>
                        <m:t>=</m:t>
                      </m:r>
                      <m:f>
                        <m:fPr>
                          <m:ctrlPr>
                            <a:rPr lang="en-IN" sz="2400" i="1">
                              <a:solidFill>
                                <a:srgbClr val="7030A0"/>
                              </a:solidFill>
                              <a:latin typeface="Cambria Math" panose="02040503050406030204" pitchFamily="18" charset="0"/>
                            </a:rPr>
                          </m:ctrlPr>
                        </m:fPr>
                        <m:num>
                          <m:r>
                            <a:rPr lang="en-IN" sz="2400" i="1">
                              <a:solidFill>
                                <a:srgbClr val="7030A0"/>
                              </a:solidFill>
                              <a:latin typeface="Cambria Math" panose="02040503050406030204" pitchFamily="18" charset="0"/>
                            </a:rPr>
                            <m:t>112</m:t>
                          </m:r>
                        </m:num>
                        <m:den>
                          <m:r>
                            <a:rPr lang="en-IN" sz="2400" i="1">
                              <a:solidFill>
                                <a:srgbClr val="7030A0"/>
                              </a:solidFill>
                              <a:latin typeface="Cambria Math" panose="02040503050406030204" pitchFamily="18" charset="0"/>
                            </a:rPr>
                            <m:t>792</m:t>
                          </m:r>
                        </m:den>
                      </m:f>
                    </m:oMath>
                  </m:oMathPara>
                </a14:m>
                <a:endParaRPr lang="en-IN" sz="2400" dirty="0">
                  <a:solidFill>
                    <a:srgbClr val="7030A0"/>
                  </a:solidFill>
                  <a:latin typeface="Tw Cen MT" panose="020B0602020104020603" pitchFamily="34" charset="0"/>
                </a:endParaRPr>
              </a:p>
              <a:p>
                <a:r>
                  <a:rPr lang="en-IN" sz="2400" dirty="0">
                    <a:latin typeface="Tw Cen MT" panose="020B0602020104020603" pitchFamily="34" charset="0"/>
                  </a:rPr>
                  <a:t>Therefore the probability of selecting 5 people is </a:t>
                </a:r>
                <a14:m>
                  <m:oMath xmlns:m="http://schemas.openxmlformats.org/officeDocument/2006/math">
                    <m:f>
                      <m:fPr>
                        <m:ctrlPr>
                          <a:rPr lang="en-IN" sz="2400" i="1">
                            <a:latin typeface="Cambria Math" panose="02040503050406030204" pitchFamily="18" charset="0"/>
                          </a:rPr>
                        </m:ctrlPr>
                      </m:fPr>
                      <m:num>
                        <m:r>
                          <a:rPr lang="en-IN" sz="2400" i="1">
                            <a:latin typeface="Cambria Math" panose="02040503050406030204" pitchFamily="18" charset="0"/>
                          </a:rPr>
                          <m:t>8</m:t>
                        </m:r>
                      </m:num>
                      <m:den>
                        <m:r>
                          <a:rPr lang="en-IN" sz="2400" i="1">
                            <a:latin typeface="Cambria Math" panose="02040503050406030204" pitchFamily="18" charset="0"/>
                          </a:rPr>
                          <m:t>792</m:t>
                        </m:r>
                      </m:den>
                    </m:f>
                    <m:r>
                      <a:rPr lang="en-IN" sz="2400" i="1">
                        <a:latin typeface="Cambria Math" panose="02040503050406030204" pitchFamily="18" charset="0"/>
                      </a:rPr>
                      <m:t>+</m:t>
                    </m:r>
                    <m:f>
                      <m:fPr>
                        <m:ctrlPr>
                          <a:rPr lang="en-IN" sz="2400" i="1">
                            <a:latin typeface="Cambria Math" panose="02040503050406030204" pitchFamily="18" charset="0"/>
                          </a:rPr>
                        </m:ctrlPr>
                      </m:fPr>
                      <m:num>
                        <m:r>
                          <a:rPr lang="en-IN" sz="2400" i="1">
                            <a:latin typeface="Cambria Math" panose="02040503050406030204" pitchFamily="18" charset="0"/>
                          </a:rPr>
                          <m:t>112</m:t>
                        </m:r>
                      </m:num>
                      <m:den>
                        <m:r>
                          <a:rPr lang="en-IN" sz="2400" i="1">
                            <a:latin typeface="Cambria Math" panose="02040503050406030204" pitchFamily="18" charset="0"/>
                          </a:rPr>
                          <m:t>792</m:t>
                        </m:r>
                      </m:den>
                    </m:f>
                    <m:r>
                      <a:rPr lang="en-IN" sz="2400" i="1">
                        <a:latin typeface="Cambria Math" panose="02040503050406030204" pitchFamily="18" charset="0"/>
                      </a:rPr>
                      <m:t>=</m:t>
                    </m:r>
                    <m:f>
                      <m:fPr>
                        <m:ctrlPr>
                          <a:rPr lang="en-IN" sz="2400" i="1">
                            <a:latin typeface="Cambria Math" panose="02040503050406030204" pitchFamily="18" charset="0"/>
                          </a:rPr>
                        </m:ctrlPr>
                      </m:fPr>
                      <m:num>
                        <m:r>
                          <a:rPr lang="en-IN" sz="2400" i="1">
                            <a:latin typeface="Cambria Math" panose="02040503050406030204" pitchFamily="18" charset="0"/>
                          </a:rPr>
                          <m:t>5</m:t>
                        </m:r>
                      </m:num>
                      <m:den>
                        <m:r>
                          <a:rPr lang="en-IN" sz="2400" i="1">
                            <a:latin typeface="Cambria Math" panose="02040503050406030204" pitchFamily="18" charset="0"/>
                          </a:rPr>
                          <m:t>33</m:t>
                        </m:r>
                      </m:den>
                    </m:f>
                  </m:oMath>
                </a14:m>
                <a:endParaRPr lang="en-IN" sz="2400" dirty="0">
                  <a:latin typeface="Tw Cen MT" panose="020B0602020104020603" pitchFamily="34" charset="0"/>
                </a:endParaRPr>
              </a:p>
              <a:p>
                <a:endParaRPr lang="en-IN" sz="2400" dirty="0">
                  <a:solidFill>
                    <a:srgbClr val="7030A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46364" y="2176322"/>
                <a:ext cx="8416636" cy="4521109"/>
              </a:xfrm>
              <a:prstGeom prst="rect">
                <a:avLst/>
              </a:prstGeom>
              <a:blipFill rotWithShape="1">
                <a:blip r:embed="rId2"/>
                <a:stretch>
                  <a:fillRect l="-3" t="-4" b="2"/>
                </a:stretch>
              </a:blipFill>
            </p:spPr>
            <p:txBody>
              <a:bodyPr/>
              <a:lstStyle/>
              <a:p>
                <a:r>
                  <a:rPr lang="en-US" alt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78DAD07-02A2-D1B1-5638-30CF3406DCDD}"/>
                  </a:ext>
                </a:extLst>
              </p14:cNvPr>
              <p14:cNvContentPartPr/>
              <p14:nvPr/>
            </p14:nvContentPartPr>
            <p14:xfrm>
              <a:off x="2794680" y="1195200"/>
              <a:ext cx="6116040" cy="4531320"/>
            </p14:xfrm>
          </p:contentPart>
        </mc:Choice>
        <mc:Fallback>
          <p:pic>
            <p:nvPicPr>
              <p:cNvPr id="2" name="Ink 1">
                <a:extLst>
                  <a:ext uri="{FF2B5EF4-FFF2-40B4-BE49-F238E27FC236}">
                    <a16:creationId xmlns:a16="http://schemas.microsoft.com/office/drawing/2014/main" id="{378DAD07-02A2-D1B1-5638-30CF3406DCDD}"/>
                  </a:ext>
                </a:extLst>
              </p:cNvPr>
              <p:cNvPicPr/>
              <p:nvPr/>
            </p:nvPicPr>
            <p:blipFill>
              <a:blip r:embed="rId4"/>
              <a:stretch>
                <a:fillRect/>
              </a:stretch>
            </p:blipFill>
            <p:spPr>
              <a:xfrm>
                <a:off x="2785320" y="1185840"/>
                <a:ext cx="6134760" cy="455004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32051-515D-993E-3C22-095D0AA5714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0262673C-4FBB-E7A5-162A-E6B294BEBAE2}"/>
              </a:ext>
            </a:extLst>
          </p:cNvPr>
          <p:cNvSpPr>
            <a:spLocks noGrp="1"/>
          </p:cNvSpPr>
          <p:nvPr>
            <p:ph type="body" sz="quarter" idx="13"/>
          </p:nvPr>
        </p:nvSpPr>
        <p:spPr/>
        <p:txBody>
          <a:bodyPr/>
          <a:lstStyle/>
          <a:p>
            <a:endParaRPr lang="en-IN"/>
          </a:p>
        </p:txBody>
      </p:sp>
      <p:sp>
        <p:nvSpPr>
          <p:cNvPr id="4" name="Text Placeholder 3">
            <a:extLst>
              <a:ext uri="{FF2B5EF4-FFF2-40B4-BE49-F238E27FC236}">
                <a16:creationId xmlns:a16="http://schemas.microsoft.com/office/drawing/2014/main" id="{457B155B-627E-58B8-6548-1A193BFA7642}"/>
              </a:ext>
            </a:extLst>
          </p:cNvPr>
          <p:cNvSpPr>
            <a:spLocks noGrp="1"/>
          </p:cNvSpPr>
          <p:nvPr>
            <p:ph type="body" sz="quarter" idx="14"/>
          </p:nvPr>
        </p:nvSpPr>
        <p:spPr/>
        <p:txBody>
          <a:bodyPr/>
          <a:lstStyle/>
          <a:p>
            <a:endParaRPr lang="en-IN"/>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6C3D729F-052D-DFF0-172E-50ECBE2347D4}"/>
                  </a:ext>
                </a:extLst>
              </p14:cNvPr>
              <p14:cNvContentPartPr/>
              <p14:nvPr/>
            </p14:nvContentPartPr>
            <p14:xfrm>
              <a:off x="755280" y="1262520"/>
              <a:ext cx="7319520" cy="3180960"/>
            </p14:xfrm>
          </p:contentPart>
        </mc:Choice>
        <mc:Fallback>
          <p:pic>
            <p:nvPicPr>
              <p:cNvPr id="5" name="Ink 4">
                <a:extLst>
                  <a:ext uri="{FF2B5EF4-FFF2-40B4-BE49-F238E27FC236}">
                    <a16:creationId xmlns:a16="http://schemas.microsoft.com/office/drawing/2014/main" id="{6C3D729F-052D-DFF0-172E-50ECBE2347D4}"/>
                  </a:ext>
                </a:extLst>
              </p:cNvPr>
              <p:cNvPicPr/>
              <p:nvPr/>
            </p:nvPicPr>
            <p:blipFill>
              <a:blip r:embed="rId3"/>
              <a:stretch>
                <a:fillRect/>
              </a:stretch>
            </p:blipFill>
            <p:spPr>
              <a:xfrm>
                <a:off x="745920" y="1253160"/>
                <a:ext cx="7338240" cy="3199680"/>
              </a:xfrm>
              <a:prstGeom prst="rect">
                <a:avLst/>
              </a:prstGeom>
            </p:spPr>
          </p:pic>
        </mc:Fallback>
      </mc:AlternateContent>
    </p:spTree>
    <p:extLst>
      <p:ext uri="{BB962C8B-B14F-4D97-AF65-F5344CB8AC3E}">
        <p14:creationId xmlns:p14="http://schemas.microsoft.com/office/powerpoint/2010/main" val="15900677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Practice problems</a:t>
            </a:r>
            <a:r>
              <a:rPr lang="en-IN" b="1" dirty="0">
                <a:latin typeface="Tw Cen MT" panose="020B0602020104020603" pitchFamily="34" charset="0"/>
                <a:cs typeface="Times New Roman" panose="02020603050405020304" pitchFamily="18" charset="0"/>
              </a:rPr>
              <a:t> </a:t>
            </a:r>
          </a:p>
        </p:txBody>
      </p:sp>
      <p:sp>
        <p:nvSpPr>
          <p:cNvPr id="2" name="Content Placeholder 1"/>
          <p:cNvSpPr>
            <a:spLocks noGrp="1"/>
          </p:cNvSpPr>
          <p:nvPr>
            <p:ph type="body" sz="quarter" idx="13"/>
          </p:nvPr>
        </p:nvSpPr>
        <p:spPr/>
        <p:txBody>
          <a:bodyPr>
            <a:noAutofit/>
          </a:bodyPr>
          <a:lstStyle/>
          <a:p>
            <a:pPr marL="0" indent="0" algn="just">
              <a:buNone/>
            </a:pPr>
            <a:r>
              <a:rPr lang="en-IN" sz="2000" b="1" dirty="0">
                <a:latin typeface="+mn-lt"/>
              </a:rPr>
              <a:t>Q1: </a:t>
            </a:r>
            <a:r>
              <a:rPr lang="en-IN" sz="2000" dirty="0">
                <a:latin typeface="Tw Cen MT" panose="020B0602020104020603" pitchFamily="34" charset="0"/>
              </a:rPr>
              <a:t>A Survey conducted by a bank revealed that 40% of the accounts are savings accounts and 35% of the accounts are current accounts and the balance are loan accounts.</a:t>
            </a:r>
          </a:p>
          <a:p>
            <a:pPr algn="just"/>
            <a:endParaRPr lang="en-IN" sz="2000" dirty="0">
              <a:latin typeface="Tw Cen MT" panose="020B0602020104020603" pitchFamily="34" charset="0"/>
            </a:endParaRPr>
          </a:p>
          <a:p>
            <a:pPr algn="just">
              <a:buFont typeface="Wingdings" panose="05000000000000000000" pitchFamily="2" charset="2"/>
              <a:buChar char="Ø"/>
            </a:pPr>
            <a:r>
              <a:rPr lang="en-IN" sz="2000" dirty="0">
                <a:latin typeface="Tw Cen MT" panose="020B0602020104020603" pitchFamily="34" charset="0"/>
              </a:rPr>
              <a:t>What is the probability that an account taken at random is a loan account ?  </a:t>
            </a:r>
            <a:r>
              <a:rPr lang="en-IN" sz="2000" dirty="0">
                <a:solidFill>
                  <a:srgbClr val="FF0000"/>
                </a:solidFill>
                <a:latin typeface="Tw Cen MT" panose="020B0602020104020603" pitchFamily="34" charset="0"/>
              </a:rPr>
              <a:t>Ans: 0.25</a:t>
            </a:r>
          </a:p>
          <a:p>
            <a:pPr algn="just">
              <a:buFont typeface="Wingdings" panose="05000000000000000000" pitchFamily="2" charset="2"/>
              <a:buChar char="Ø"/>
            </a:pPr>
            <a:r>
              <a:rPr lang="en-IN" sz="2000" dirty="0">
                <a:latin typeface="Tw Cen MT" panose="020B0602020104020603" pitchFamily="34" charset="0"/>
              </a:rPr>
              <a:t>What is the probability that an account taken at random is </a:t>
            </a:r>
            <a:r>
              <a:rPr lang="en-IN" sz="2000" b="1" dirty="0">
                <a:latin typeface="Tw Cen MT" panose="020B0602020104020603" pitchFamily="34" charset="0"/>
              </a:rPr>
              <a:t>NOT</a:t>
            </a:r>
            <a:r>
              <a:rPr lang="en-IN" sz="2000" dirty="0">
                <a:latin typeface="Tw Cen MT" panose="020B0602020104020603" pitchFamily="34" charset="0"/>
              </a:rPr>
              <a:t> savings account ? </a:t>
            </a:r>
            <a:r>
              <a:rPr lang="en-IN" sz="2000" dirty="0">
                <a:solidFill>
                  <a:srgbClr val="FF0000"/>
                </a:solidFill>
                <a:latin typeface="Tw Cen MT" panose="020B0602020104020603" pitchFamily="34" charset="0"/>
              </a:rPr>
              <a:t>Ans: 0.60</a:t>
            </a:r>
            <a:endParaRPr lang="en-IN" sz="2000" dirty="0">
              <a:latin typeface="Tw Cen MT" panose="020B0602020104020603" pitchFamily="34" charset="0"/>
            </a:endParaRPr>
          </a:p>
          <a:p>
            <a:pPr algn="just">
              <a:buFont typeface="Wingdings" panose="05000000000000000000" pitchFamily="2" charset="2"/>
              <a:buChar char="Ø"/>
            </a:pPr>
            <a:r>
              <a:rPr lang="en-IN" sz="2000" dirty="0">
                <a:latin typeface="Tw Cen MT" panose="020B0602020104020603" pitchFamily="34" charset="0"/>
              </a:rPr>
              <a:t>What is the probability that an account taken at random is </a:t>
            </a:r>
            <a:r>
              <a:rPr lang="en-IN" sz="2000" b="1" dirty="0">
                <a:latin typeface="Tw Cen MT" panose="020B0602020104020603" pitchFamily="34" charset="0"/>
              </a:rPr>
              <a:t>NOT</a:t>
            </a:r>
            <a:r>
              <a:rPr lang="en-IN" sz="2000" dirty="0">
                <a:latin typeface="Tw Cen MT" panose="020B0602020104020603" pitchFamily="34" charset="0"/>
              </a:rPr>
              <a:t> a current account ? </a:t>
            </a:r>
            <a:r>
              <a:rPr lang="en-IN" sz="2000" dirty="0">
                <a:solidFill>
                  <a:srgbClr val="FF0000"/>
                </a:solidFill>
                <a:latin typeface="Tw Cen MT" panose="020B0602020104020603" pitchFamily="34" charset="0"/>
              </a:rPr>
              <a:t>Ans: 0.65</a:t>
            </a:r>
            <a:endParaRPr lang="en-IN" sz="2000" dirty="0">
              <a:latin typeface="Tw Cen MT" panose="020B0602020104020603" pitchFamily="34" charset="0"/>
            </a:endParaRPr>
          </a:p>
          <a:p>
            <a:pPr algn="just">
              <a:buFont typeface="Wingdings" panose="05000000000000000000" pitchFamily="2" charset="2"/>
              <a:buChar char="Ø"/>
            </a:pPr>
            <a:r>
              <a:rPr lang="en-IN" sz="2000" dirty="0">
                <a:latin typeface="Tw Cen MT" panose="020B0602020104020603" pitchFamily="34" charset="0"/>
              </a:rPr>
              <a:t>What is the probability that an account taken at random is a current account or a loan account? </a:t>
            </a:r>
            <a:r>
              <a:rPr lang="en-IN" sz="2000" dirty="0">
                <a:solidFill>
                  <a:srgbClr val="FF0000"/>
                </a:solidFill>
                <a:latin typeface="Tw Cen MT" panose="020B0602020104020603" pitchFamily="34" charset="0"/>
              </a:rPr>
              <a:t>Ans: 0.60</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3ADD704-17F1-AFBD-663D-F87FE49B415B}"/>
                  </a:ext>
                </a:extLst>
              </p14:cNvPr>
              <p14:cNvContentPartPr/>
              <p14:nvPr/>
            </p14:nvContentPartPr>
            <p14:xfrm>
              <a:off x="2459160" y="1438200"/>
              <a:ext cx="5848200" cy="3518640"/>
            </p14:xfrm>
          </p:contentPart>
        </mc:Choice>
        <mc:Fallback>
          <p:pic>
            <p:nvPicPr>
              <p:cNvPr id="4" name="Ink 3">
                <a:extLst>
                  <a:ext uri="{FF2B5EF4-FFF2-40B4-BE49-F238E27FC236}">
                    <a16:creationId xmlns:a16="http://schemas.microsoft.com/office/drawing/2014/main" id="{13ADD704-17F1-AFBD-663D-F87FE49B415B}"/>
                  </a:ext>
                </a:extLst>
              </p:cNvPr>
              <p:cNvPicPr/>
              <p:nvPr/>
            </p:nvPicPr>
            <p:blipFill>
              <a:blip r:embed="rId3"/>
              <a:stretch>
                <a:fillRect/>
              </a:stretch>
            </p:blipFill>
            <p:spPr>
              <a:xfrm>
                <a:off x="2449800" y="1428840"/>
                <a:ext cx="5866920" cy="3537360"/>
              </a:xfrm>
              <a:prstGeom prst="rect">
                <a:avLst/>
              </a:prstGeom>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            </a:t>
            </a:r>
            <a:r>
              <a:rPr lang="en-US" dirty="0">
                <a:latin typeface="Times New Roman" panose="02020603050405020304" pitchFamily="18" charset="0"/>
                <a:cs typeface="Times New Roman" panose="02020603050405020304" pitchFamily="18" charset="0"/>
              </a:rPr>
              <a:t>Practice Problems</a:t>
            </a:r>
            <a:endParaRPr lang="x-none" b="1"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type="body" sz="quarter" idx="13"/>
          </p:nvPr>
        </p:nvSpPr>
        <p:spPr>
          <a:xfrm>
            <a:off x="533400" y="1066800"/>
            <a:ext cx="7620000" cy="2728913"/>
          </a:xfrm>
        </p:spPr>
        <p:txBody>
          <a:bodyPr>
            <a:noAutofit/>
          </a:bodyPr>
          <a:lstStyle/>
          <a:p>
            <a:pPr marL="0" indent="0" algn="just">
              <a:spcBef>
                <a:spcPts val="0"/>
              </a:spcBef>
              <a:buNone/>
            </a:pPr>
            <a:r>
              <a:rPr lang="en-US" sz="1800" b="1" dirty="0">
                <a:latin typeface="Times New Roman" panose="02020603050405020304" pitchFamily="18" charset="0"/>
                <a:cs typeface="Times New Roman" panose="02020603050405020304" pitchFamily="18" charset="0"/>
              </a:rPr>
              <a:t>Q2</a:t>
            </a:r>
            <a:r>
              <a:rPr lang="en-US" sz="1800" dirty="0">
                <a:latin typeface="Times New Roman" panose="02020603050405020304" pitchFamily="18" charset="0"/>
                <a:cs typeface="Times New Roman" panose="02020603050405020304" pitchFamily="18" charset="0"/>
              </a:rPr>
              <a:t>. </a:t>
            </a:r>
            <a:r>
              <a:rPr lang="en-US" sz="1800" dirty="0">
                <a:latin typeface="Tw Cen MT" panose="020B0602020104020603" pitchFamily="34" charset="0"/>
                <a:cs typeface="Times New Roman" panose="02020603050405020304" pitchFamily="18" charset="0"/>
              </a:rPr>
              <a:t>A speaks truth  in 80% cases and B speaks in 60% cases. What percentage of cases are they likely to contradict each other in  stating the same fact.</a:t>
            </a:r>
            <a:endParaRPr lang="en-IN" sz="1800" dirty="0">
              <a:latin typeface="Tw Cen MT" panose="020B0602020104020603" pitchFamily="34" charset="0"/>
              <a:cs typeface="Times New Roman" panose="02020603050405020304" pitchFamily="18" charset="0"/>
            </a:endParaRPr>
          </a:p>
          <a:p>
            <a:r>
              <a:rPr lang="en-US" sz="1800" dirty="0">
                <a:solidFill>
                  <a:srgbClr val="FF0000"/>
                </a:solidFill>
                <a:latin typeface="Tw Cen MT" panose="020B0602020104020603" pitchFamily="34" charset="0"/>
              </a:rPr>
              <a:t>Hint / Ans: </a:t>
            </a:r>
            <a:r>
              <a:rPr lang="en-US" sz="1800" b="0" i="1" dirty="0">
                <a:solidFill>
                  <a:srgbClr val="FF0000"/>
                </a:solidFill>
                <a:effectLst/>
                <a:latin typeface="KaTeX_Math"/>
              </a:rPr>
              <a:t>P</a:t>
            </a:r>
            <a:r>
              <a:rPr lang="en-US" sz="1800" dirty="0">
                <a:solidFill>
                  <a:srgbClr val="FF0000"/>
                </a:solidFill>
                <a:latin typeface="Tw Cen MT" panose="020B0602020104020603" pitchFamily="34" charset="0"/>
              </a:rPr>
              <a:t>(Contradiction)=P(A truth and B false)+P(A false and B truth)=0.32+0.12=0.44</a:t>
            </a:r>
          </a:p>
          <a:p>
            <a:pPr marL="0" indent="0" algn="just">
              <a:buNone/>
            </a:pPr>
            <a:r>
              <a:rPr lang="en-US" sz="1800" b="1" dirty="0">
                <a:latin typeface="Tw Cen MT" panose="020B0602020104020603" pitchFamily="34" charset="0"/>
              </a:rPr>
              <a:t>Q3</a:t>
            </a:r>
            <a:r>
              <a:rPr lang="en-US" sz="1800" dirty="0">
                <a:latin typeface="Tw Cen MT" panose="020B0602020104020603" pitchFamily="34" charset="0"/>
              </a:rPr>
              <a:t>. In a certain residential suburb, 60% of all households get Internet service from the local cable company, 80% get television service from that company, and 50% get both services from that company. If a household is randomly selected, </a:t>
            </a:r>
          </a:p>
          <a:p>
            <a:pPr marL="400050" indent="-400050" algn="just">
              <a:buFont typeface="+mj-lt"/>
              <a:buAutoNum type="romanLcPeriod"/>
            </a:pPr>
            <a:r>
              <a:rPr lang="en-US" sz="1800" dirty="0">
                <a:latin typeface="Tw Cen MT" panose="020B0602020104020603" pitchFamily="34" charset="0"/>
              </a:rPr>
              <a:t>What is the probability that it gets at least one of these two services from the company?</a:t>
            </a:r>
          </a:p>
          <a:p>
            <a:pPr marL="0" indent="0" algn="just">
              <a:buNone/>
            </a:pPr>
            <a:r>
              <a:rPr lang="en-US" sz="1800" b="0" i="1" dirty="0">
                <a:solidFill>
                  <a:srgbClr val="FF0000"/>
                </a:solidFill>
                <a:effectLst/>
                <a:latin typeface="KaTeX_Math"/>
              </a:rPr>
              <a:t>Ans: P</a:t>
            </a:r>
            <a:r>
              <a:rPr lang="en-US" sz="1800" b="0" i="0" dirty="0">
                <a:solidFill>
                  <a:srgbClr val="FF0000"/>
                </a:solidFill>
                <a:effectLst/>
                <a:latin typeface="KaTeX_Main"/>
              </a:rPr>
              <a:t>(Internet or Television)=0.90</a:t>
            </a:r>
            <a:endParaRPr lang="en-US" sz="1800" dirty="0">
              <a:solidFill>
                <a:srgbClr val="FF0000"/>
              </a:solidFill>
              <a:latin typeface="Tw Cen MT" panose="020B0602020104020603" pitchFamily="34" charset="0"/>
            </a:endParaRPr>
          </a:p>
          <a:p>
            <a:pPr marL="400050" indent="-400050" algn="just">
              <a:buFont typeface="+mj-lt"/>
              <a:buAutoNum type="romanLcPeriod" startAt="2"/>
            </a:pPr>
            <a:r>
              <a:rPr lang="en-US" sz="1800" dirty="0">
                <a:latin typeface="Tw Cen MT" panose="020B0602020104020603" pitchFamily="34" charset="0"/>
              </a:rPr>
              <a:t>What is the probability that it gets exactly one of these services from the company?</a:t>
            </a:r>
          </a:p>
          <a:p>
            <a:pPr marL="0" indent="0">
              <a:buNone/>
            </a:pPr>
            <a:r>
              <a:rPr lang="en-US" sz="1800" dirty="0">
                <a:solidFill>
                  <a:srgbClr val="FF0000"/>
                </a:solidFill>
              </a:rPr>
              <a:t>Ans: </a:t>
            </a:r>
            <a:r>
              <a:rPr lang="en-US" sz="1800" b="0" i="1" dirty="0">
                <a:solidFill>
                  <a:srgbClr val="FF0000"/>
                </a:solidFill>
                <a:effectLst/>
                <a:latin typeface="KaTeX_Math"/>
              </a:rPr>
              <a:t>P</a:t>
            </a:r>
            <a:r>
              <a:rPr lang="en-US" sz="1800" b="0" i="0" dirty="0">
                <a:solidFill>
                  <a:srgbClr val="FF0000"/>
                </a:solidFill>
                <a:effectLst/>
                <a:latin typeface="KaTeX_Main"/>
              </a:rPr>
              <a:t>(Exactly one service)=</a:t>
            </a:r>
            <a:r>
              <a:rPr lang="en-US" sz="1800" b="0" i="1" dirty="0">
                <a:solidFill>
                  <a:srgbClr val="FF0000"/>
                </a:solidFill>
                <a:effectLst/>
                <a:latin typeface="KaTeX_Math"/>
              </a:rPr>
              <a:t>P</a:t>
            </a:r>
            <a:r>
              <a:rPr lang="en-US" sz="1800" b="0" i="0" dirty="0">
                <a:solidFill>
                  <a:srgbClr val="FF0000"/>
                </a:solidFill>
                <a:effectLst/>
                <a:latin typeface="KaTeX_Main"/>
              </a:rPr>
              <a:t>(Internet but not Television)+</a:t>
            </a:r>
            <a:r>
              <a:rPr lang="en-US" sz="1800" b="0" i="1" dirty="0">
                <a:solidFill>
                  <a:srgbClr val="FF0000"/>
                </a:solidFill>
                <a:effectLst/>
                <a:latin typeface="KaTeX_Math"/>
              </a:rPr>
              <a:t>P</a:t>
            </a:r>
            <a:r>
              <a:rPr lang="en-US" sz="1800" b="0" i="0" dirty="0">
                <a:solidFill>
                  <a:srgbClr val="FF0000"/>
                </a:solidFill>
                <a:effectLst/>
                <a:latin typeface="KaTeX_Main"/>
              </a:rPr>
              <a:t>(Television but not Internet)=0.10+0.30=0.40</a:t>
            </a:r>
            <a:endParaRPr lang="x-none" sz="1800" dirty="0">
              <a:solidFill>
                <a:srgbClr val="FF0000"/>
              </a:solidFill>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A8D7A17-AAC6-47F6-E787-B9C947E3F7A9}"/>
                  </a:ext>
                </a:extLst>
              </p14:cNvPr>
              <p14:cNvContentPartPr/>
              <p14:nvPr/>
            </p14:nvContentPartPr>
            <p14:xfrm>
              <a:off x="1397880" y="1250640"/>
              <a:ext cx="7597080" cy="5297040"/>
            </p14:xfrm>
          </p:contentPart>
        </mc:Choice>
        <mc:Fallback>
          <p:pic>
            <p:nvPicPr>
              <p:cNvPr id="4" name="Ink 3">
                <a:extLst>
                  <a:ext uri="{FF2B5EF4-FFF2-40B4-BE49-F238E27FC236}">
                    <a16:creationId xmlns:a16="http://schemas.microsoft.com/office/drawing/2014/main" id="{7A8D7A17-AAC6-47F6-E787-B9C947E3F7A9}"/>
                  </a:ext>
                </a:extLst>
              </p:cNvPr>
              <p:cNvPicPr/>
              <p:nvPr/>
            </p:nvPicPr>
            <p:blipFill>
              <a:blip r:embed="rId3"/>
              <a:stretch>
                <a:fillRect/>
              </a:stretch>
            </p:blipFill>
            <p:spPr>
              <a:xfrm>
                <a:off x="1388520" y="1241280"/>
                <a:ext cx="7615800" cy="5315760"/>
              </a:xfrm>
              <a:prstGeom prst="rect">
                <a:avLst/>
              </a:prstGeom>
            </p:spPr>
          </p:pic>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p:txBody>
          <a:bodyPr/>
          <a:lstStyle/>
          <a:p>
            <a:r>
              <a:rPr lang="en-IN" b="1" dirty="0">
                <a:latin typeface="Tw Cen MT" panose="020B0602020104020603" pitchFamily="34" charset="0"/>
                <a:cs typeface="Times New Roman" panose="02020603050405020304" pitchFamily="18" charset="0"/>
              </a:rPr>
              <a:t>Practice problems </a:t>
            </a:r>
          </a:p>
        </p:txBody>
      </p:sp>
      <p:sp>
        <p:nvSpPr>
          <p:cNvPr id="2" name="Content Placeholder 1"/>
          <p:cNvSpPr>
            <a:spLocks noGrp="1"/>
          </p:cNvSpPr>
          <p:nvPr>
            <p:ph type="body" sz="quarter" idx="13"/>
          </p:nvPr>
        </p:nvSpPr>
        <p:spPr>
          <a:xfrm>
            <a:off x="643304" y="1600202"/>
            <a:ext cx="7620000" cy="4190998"/>
          </a:xfrm>
        </p:spPr>
        <p:txBody>
          <a:bodyPr>
            <a:noAutofit/>
          </a:bodyPr>
          <a:lstStyle/>
          <a:p>
            <a:pPr marL="0" indent="0" algn="just">
              <a:buNone/>
            </a:pPr>
            <a:r>
              <a:rPr lang="en-IN" sz="2000" b="1" dirty="0">
                <a:latin typeface="+mn-lt"/>
              </a:rPr>
              <a:t>Q4: </a:t>
            </a:r>
            <a:r>
              <a:rPr lang="en-IN" sz="2000" dirty="0">
                <a:latin typeface="Tw Cen MT" panose="020B0602020104020603" pitchFamily="34" charset="0"/>
              </a:rPr>
              <a:t>The next generation of miniaturised wireless capsules with active locomotion will require two miniature electric motors to manoeuvre each capsule. Suppose 10 motors have been  fabricated but that, in spite of test performed on the  individual motors 2  will not operate satisfactorily when placed into capsule, to fabricate a new capsule,2 motors will be randomly selected(that is, each pair of motors has the same chance of being selected ) find the probability that </a:t>
            </a:r>
          </a:p>
          <a:p>
            <a:pPr marL="457200" indent="-457200" algn="just">
              <a:buAutoNum type="alphaLcParenR"/>
            </a:pPr>
            <a:r>
              <a:rPr lang="en-IN" sz="2000" dirty="0">
                <a:latin typeface="Tw Cen MT" panose="020B0602020104020603" pitchFamily="34" charset="0"/>
              </a:rPr>
              <a:t>Both motors will operate satisfactorily in the capsule. </a:t>
            </a:r>
          </a:p>
          <a:p>
            <a:pPr marL="457200" indent="-457200" algn="just">
              <a:buAutoNum type="alphaLcParenR"/>
            </a:pPr>
            <a:r>
              <a:rPr lang="en-IN" sz="2000" dirty="0">
                <a:latin typeface="Tw Cen MT" panose="020B0602020104020603" pitchFamily="34" charset="0"/>
              </a:rPr>
              <a:t>One motor will operate satisfactorily and other will not.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Practice problems  </a:t>
            </a:r>
          </a:p>
        </p:txBody>
      </p:sp>
      <p:sp>
        <p:nvSpPr>
          <p:cNvPr id="2" name="Content Placeholder 1"/>
          <p:cNvSpPr>
            <a:spLocks noGrp="1"/>
          </p:cNvSpPr>
          <p:nvPr>
            <p:ph type="body" sz="quarter" idx="13"/>
          </p:nvPr>
        </p:nvSpPr>
        <p:spPr>
          <a:xfrm>
            <a:off x="643304" y="1600202"/>
            <a:ext cx="7620000" cy="3733798"/>
          </a:xfrm>
        </p:spPr>
        <p:txBody>
          <a:bodyPr>
            <a:normAutofit/>
          </a:bodyPr>
          <a:lstStyle/>
          <a:p>
            <a:pPr marL="0" indent="0" algn="just">
              <a:buNone/>
            </a:pPr>
            <a:r>
              <a:rPr lang="en-US" sz="2000" b="1" dirty="0">
                <a:latin typeface="+mn-lt"/>
              </a:rPr>
              <a:t>Q5</a:t>
            </a:r>
            <a:r>
              <a:rPr lang="en-US" sz="2000" b="1" dirty="0">
                <a:latin typeface="Tw Cen MT" panose="020B0602020104020603" pitchFamily="34" charset="0"/>
              </a:rPr>
              <a:t>. </a:t>
            </a:r>
            <a:r>
              <a:rPr lang="en-US" sz="2000" dirty="0">
                <a:latin typeface="Tw Cen MT" panose="020B0602020104020603" pitchFamily="34" charset="0"/>
              </a:rPr>
              <a:t>Suppose that 55% of all adults regularly consume coffee, 45% regularly consume carbonated soda, and 70% regularly consume at least one of these two products.</a:t>
            </a:r>
          </a:p>
          <a:p>
            <a:pPr marL="0" indent="0" algn="just">
              <a:buNone/>
            </a:pPr>
            <a:r>
              <a:rPr lang="en-US" sz="2000" b="1" dirty="0">
                <a:latin typeface="Tw Cen MT" panose="020B0602020104020603" pitchFamily="34" charset="0"/>
              </a:rPr>
              <a:t>       </a:t>
            </a:r>
            <a:r>
              <a:rPr lang="en-US" sz="2000" b="1" dirty="0" err="1">
                <a:latin typeface="Tw Cen MT" panose="020B0602020104020603" pitchFamily="34" charset="0"/>
              </a:rPr>
              <a:t>i</a:t>
            </a:r>
            <a:r>
              <a:rPr lang="en-US" sz="2000" b="1" dirty="0">
                <a:latin typeface="Tw Cen MT" panose="020B0602020104020603" pitchFamily="34" charset="0"/>
              </a:rPr>
              <a:t>)  </a:t>
            </a:r>
            <a:r>
              <a:rPr lang="en-US" sz="2000" dirty="0">
                <a:latin typeface="Tw Cen MT" panose="020B0602020104020603" pitchFamily="34" charset="0"/>
              </a:rPr>
              <a:t>What is the probability that a randomly selected adult regularly  	consumes both coffee and soda?</a:t>
            </a:r>
          </a:p>
          <a:p>
            <a:pPr marL="0" indent="0" algn="just">
              <a:buNone/>
            </a:pPr>
            <a:r>
              <a:rPr lang="en-US" sz="2000" b="1" dirty="0">
                <a:latin typeface="Tw Cen MT" panose="020B0602020104020603" pitchFamily="34" charset="0"/>
              </a:rPr>
              <a:t>       ii)  </a:t>
            </a:r>
            <a:r>
              <a:rPr lang="en-US" sz="2000" dirty="0">
                <a:latin typeface="Tw Cen MT" panose="020B0602020104020603" pitchFamily="34" charset="0"/>
              </a:rPr>
              <a:t>What is the probability that a randomly selected adult doesn’t    	regularly consume at least one of these two  products?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b="1" dirty="0"/>
              <a:t> </a:t>
            </a:r>
            <a:endParaRPr lang="en-IN" dirty="0"/>
          </a:p>
        </p:txBody>
      </p:sp>
      <p:sp>
        <p:nvSpPr>
          <p:cNvPr id="2" name="Content Placeholder 1"/>
          <p:cNvSpPr>
            <a:spLocks noGrp="1"/>
          </p:cNvSpPr>
          <p:nvPr>
            <p:ph type="body" sz="quarter" idx="13"/>
          </p:nvPr>
        </p:nvSpPr>
        <p:spPr>
          <a:xfrm>
            <a:off x="643304" y="1600202"/>
            <a:ext cx="7620000" cy="2895598"/>
          </a:xfrm>
        </p:spPr>
        <p:txBody>
          <a:bodyPr>
            <a:normAutofit/>
          </a:bodyPr>
          <a:lstStyle/>
          <a:p>
            <a:pPr marL="0" indent="0" algn="just" defTabSz="914400">
              <a:buNone/>
              <a:defRPr/>
            </a:pPr>
            <a:r>
              <a:rPr lang="en-US" sz="2400" b="1" dirty="0">
                <a:solidFill>
                  <a:prstClr val="black"/>
                </a:solidFill>
                <a:latin typeface="+mn-lt"/>
                <a:cs typeface="Times New Roman" panose="02020603050405020304" pitchFamily="18" charset="0"/>
              </a:rPr>
              <a:t>Q6</a:t>
            </a:r>
            <a:r>
              <a:rPr lang="en-US" sz="2400" b="1" dirty="0">
                <a:solidFill>
                  <a:prstClr val="black"/>
                </a:solidFill>
                <a:latin typeface="Tw Cen MT" panose="020B0602020104020603" pitchFamily="34" charset="0"/>
                <a:cs typeface="Times New Roman" panose="02020603050405020304" pitchFamily="18" charset="0"/>
              </a:rPr>
              <a:t>. </a:t>
            </a:r>
            <a:r>
              <a:rPr lang="en-US" sz="2400" dirty="0">
                <a:solidFill>
                  <a:prstClr val="black"/>
                </a:solidFill>
                <a:latin typeface="Tw Cen MT" panose="020B0602020104020603" pitchFamily="34" charset="0"/>
                <a:cs typeface="Times New Roman" panose="02020603050405020304" pitchFamily="18" charset="0"/>
              </a:rPr>
              <a:t>Suppose a student is selected at random from 80 students where 30 are taking mathematics, 20 are taking chemistry and 10 are taking both. Find the probability ‘p’ that the student is taking Mathematics or chemistry?.</a:t>
            </a:r>
          </a:p>
          <a:p>
            <a:pPr marL="0" indent="0" algn="just" defTabSz="914400">
              <a:defRPr/>
            </a:pPr>
            <a:endParaRPr lang="en-US" sz="2400" dirty="0">
              <a:solidFill>
                <a:prstClr val="black"/>
              </a:solidFill>
              <a:latin typeface="Tw Cen MT" panose="020B0602020104020603" pitchFamily="34" charset="0"/>
              <a:cs typeface="Times New Roman" panose="02020603050405020304" pitchFamily="18" charset="0"/>
            </a:endParaRPr>
          </a:p>
          <a:p>
            <a:pPr algn="just" defTabSz="914400">
              <a:buFont typeface="Wingdings" panose="05000000000000000000" pitchFamily="2" charset="2"/>
              <a:buNone/>
              <a:defRPr/>
            </a:pPr>
            <a:r>
              <a:rPr lang="en-US" sz="2400" b="1" dirty="0">
                <a:solidFill>
                  <a:prstClr val="black"/>
                </a:solidFill>
                <a:latin typeface="+mn-lt"/>
                <a:cs typeface="Times New Roman" panose="02020603050405020304" pitchFamily="18" charset="0"/>
              </a:rPr>
              <a:t>Q7.</a:t>
            </a:r>
            <a:r>
              <a:rPr lang="en-US" sz="2400" b="1" dirty="0">
                <a:solidFill>
                  <a:prstClr val="black"/>
                </a:solidFill>
                <a:latin typeface="Tw Cen MT" panose="020B0602020104020603" pitchFamily="34" charset="0"/>
                <a:cs typeface="Times New Roman" panose="02020603050405020304" pitchFamily="18" charset="0"/>
              </a:rPr>
              <a:t>   </a:t>
            </a:r>
            <a:r>
              <a:rPr lang="en-US" sz="2400" dirty="0">
                <a:solidFill>
                  <a:prstClr val="black"/>
                </a:solidFill>
                <a:latin typeface="Tw Cen MT" panose="020B0602020104020603" pitchFamily="34" charset="0"/>
                <a:cs typeface="Times New Roman" panose="02020603050405020304" pitchFamily="18" charset="0"/>
              </a:rPr>
              <a:t>If A and B are events with P(A U B) = 7/8, </a:t>
            </a:r>
          </a:p>
          <a:p>
            <a:pPr algn="just" defTabSz="914400">
              <a:buFont typeface="Wingdings" panose="05000000000000000000" pitchFamily="2" charset="2"/>
              <a:buNone/>
              <a:defRPr/>
            </a:pPr>
            <a:r>
              <a:rPr lang="en-US" sz="2400" dirty="0">
                <a:solidFill>
                  <a:prstClr val="black"/>
                </a:solidFill>
                <a:latin typeface="Tw Cen MT" panose="020B0602020104020603" pitchFamily="34" charset="0"/>
                <a:cs typeface="Times New Roman" panose="02020603050405020304" pitchFamily="18" charset="0"/>
              </a:rPr>
              <a:t>P(A ∩ B) = ¼ and P(A') = 5/8, find P(A), P(B) and P(A ∩ B'</a:t>
            </a:r>
            <a:r>
              <a:rPr lang="en-US" sz="2400" b="1" dirty="0">
                <a:solidFill>
                  <a:prstClr val="black"/>
                </a:solidFill>
                <a:latin typeface="Tw Cen MT" panose="020B0602020104020603" pitchFamily="34" charset="0"/>
                <a:cs typeface="Times New Roman" panose="02020603050405020304" pitchFamily="18" charset="0"/>
              </a:rPr>
              <a:t>).     </a:t>
            </a:r>
          </a:p>
          <a:p>
            <a:endParaRPr lang="en-IN" dirty="0"/>
          </a:p>
        </p:txBody>
      </p:sp>
      <p:sp>
        <p:nvSpPr>
          <p:cNvPr id="5" name="Title 2"/>
          <p:cNvSpPr>
            <a:spLocks noGrp="1"/>
          </p:cNvSpPr>
          <p:nvPr>
            <p:ph type="title" idx="4294967295"/>
          </p:nvPr>
        </p:nvSpPr>
        <p:spPr>
          <a:xfrm>
            <a:off x="914400" y="-80496"/>
            <a:ext cx="5562600" cy="1143000"/>
          </a:xfrm>
        </p:spPr>
        <p:txBody>
          <a:bodyPr>
            <a:normAutofit/>
          </a:bodyPr>
          <a:lstStyle/>
          <a:p>
            <a:r>
              <a:rPr lang="en-IN" sz="2400" b="1" dirty="0">
                <a:solidFill>
                  <a:schemeClr val="bg1"/>
                </a:solidFill>
                <a:latin typeface="Tw Cen MT" panose="020B0602020104020603" pitchFamily="34" charset="0"/>
                <a:cs typeface="Times New Roman" panose="02020603050405020304" pitchFamily="18" charset="0"/>
              </a:rPr>
              <a:t>Practice</a:t>
            </a:r>
            <a:r>
              <a:rPr lang="en-IN" sz="2400" b="1" dirty="0">
                <a:latin typeface="Tw Cen MT" panose="020B0602020104020603" pitchFamily="34" charset="0"/>
                <a:cs typeface="Times New Roman" panose="02020603050405020304" pitchFamily="18" charset="0"/>
              </a:rPr>
              <a:t> </a:t>
            </a:r>
            <a:r>
              <a:rPr lang="en-IN" sz="2400" b="1" dirty="0">
                <a:solidFill>
                  <a:schemeClr val="bg1"/>
                </a:solidFill>
                <a:latin typeface="Tw Cen MT" panose="020B0602020104020603" pitchFamily="34" charset="0"/>
                <a:cs typeface="Times New Roman" panose="02020603050405020304" pitchFamily="18" charset="0"/>
              </a:rPr>
              <a:t>problems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p:txBody>
          <a:bodyPr>
            <a:normAutofit/>
          </a:bodyPr>
          <a:lstStyle/>
          <a:p>
            <a:r>
              <a:rPr lang="en-IN" b="1" dirty="0">
                <a:latin typeface="Tw Cen MT" panose="020B0602020104020603" pitchFamily="34" charset="0"/>
                <a:cs typeface="Times New Roman" panose="02020603050405020304" pitchFamily="18" charset="0"/>
              </a:rPr>
              <a:t>Practice problems </a:t>
            </a:r>
          </a:p>
        </p:txBody>
      </p:sp>
      <mc:AlternateContent xmlns:mc="http://schemas.openxmlformats.org/markup-compatibility/2006" xmlns:a14="http://schemas.microsoft.com/office/drawing/2010/main">
        <mc:Choice Requires="a14">
          <p:sp>
            <p:nvSpPr>
              <p:cNvPr id="5" name="Content Placeholder 4"/>
              <p:cNvSpPr>
                <a:spLocks noGrp="1"/>
              </p:cNvSpPr>
              <p:nvPr>
                <p:ph type="body" sz="quarter" idx="13"/>
              </p:nvPr>
            </p:nvSpPr>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Q8.</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In a Sample space, events A and B are such that P(A)=P(B), </a:t>
                </a:r>
                <a14:m>
                  <m:oMath xmlns:m="http://schemas.openxmlformats.org/officeDocument/2006/math">
                    <m:r>
                      <a:rPr lang="en-IN" sz="2000" i="1">
                        <a:latin typeface="Cambria Math" panose="02040503050406030204" pitchFamily="18" charset="0"/>
                      </a:rPr>
                      <m:t>𝑃</m:t>
                    </m:r>
                    <m:d>
                      <m:dPr>
                        <m:ctrlPr>
                          <a:rPr lang="en-IN" sz="2000" i="1">
                            <a:latin typeface="Cambria Math" panose="02040503050406030204" pitchFamily="18" charset="0"/>
                          </a:rPr>
                        </m:ctrlPr>
                      </m:dPr>
                      <m:e>
                        <m:acc>
                          <m:accPr>
                            <m:chr m:val="̅"/>
                            <m:ctrlPr>
                              <a:rPr lang="en-IN" sz="2000" i="1">
                                <a:latin typeface="Cambria Math" panose="02040503050406030204" pitchFamily="18" charset="0"/>
                              </a:rPr>
                            </m:ctrlPr>
                          </m:accPr>
                          <m:e>
                            <m:r>
                              <a:rPr lang="en-IN" sz="2000" i="1">
                                <a:latin typeface="Cambria Math" panose="02040503050406030204" pitchFamily="18" charset="0"/>
                              </a:rPr>
                              <m:t>𝐴</m:t>
                            </m:r>
                          </m:e>
                        </m:acc>
                        <m:r>
                          <a:rPr lang="en-IN" sz="2000" i="1">
                            <a:latin typeface="Cambria Math" panose="02040503050406030204" pitchFamily="18" charset="0"/>
                            <a:ea typeface="Cambria Math" panose="02040503050406030204" pitchFamily="18" charset="0"/>
                          </a:rPr>
                          <m:t>∩</m:t>
                        </m:r>
                        <m:acc>
                          <m:accPr>
                            <m:chr m:val="̅"/>
                            <m:ctrlPr>
                              <a:rPr lang="en-IN" sz="2000" i="1">
                                <a:latin typeface="Cambria Math" panose="02040503050406030204" pitchFamily="18" charset="0"/>
                                <a:ea typeface="Cambria Math" panose="02040503050406030204" pitchFamily="18" charset="0"/>
                              </a:rPr>
                            </m:ctrlPr>
                          </m:accPr>
                          <m:e>
                            <m:r>
                              <a:rPr lang="en-IN" sz="2000" i="1">
                                <a:latin typeface="Cambria Math" panose="02040503050406030204" pitchFamily="18" charset="0"/>
                                <a:ea typeface="Cambria Math" panose="02040503050406030204" pitchFamily="18" charset="0"/>
                              </a:rPr>
                              <m:t>𝐵</m:t>
                            </m:r>
                          </m:e>
                        </m:acc>
                      </m:e>
                    </m:d>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𝐴</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𝐵</m:t>
                        </m:r>
                      </m:e>
                    </m:d>
                    <m:r>
                      <a:rPr lang="en-IN" sz="2000" i="1">
                        <a:latin typeface="Cambria Math" panose="02040503050406030204" pitchFamily="18" charset="0"/>
                        <a:ea typeface="Cambria Math" panose="02040503050406030204" pitchFamily="18" charset="0"/>
                      </a:rPr>
                      <m:t>=</m:t>
                    </m:r>
                    <m:f>
                      <m:fPr>
                        <m:ctrlPr>
                          <a:rPr lang="en-IN" sz="2000" i="1">
                            <a:latin typeface="Cambria Math" panose="02040503050406030204" pitchFamily="18" charset="0"/>
                            <a:ea typeface="Cambria Math" panose="02040503050406030204" pitchFamily="18" charset="0"/>
                          </a:rPr>
                        </m:ctrlPr>
                      </m:fPr>
                      <m:num>
                        <m:r>
                          <a:rPr lang="en-IN" sz="2000" i="1">
                            <a:latin typeface="Cambria Math" panose="02040503050406030204" pitchFamily="18" charset="0"/>
                            <a:ea typeface="Cambria Math" panose="02040503050406030204" pitchFamily="18" charset="0"/>
                          </a:rPr>
                          <m:t>1</m:t>
                        </m:r>
                      </m:num>
                      <m:den>
                        <m:r>
                          <a:rPr lang="en-IN" sz="2000" i="1">
                            <a:latin typeface="Cambria Math" panose="02040503050406030204" pitchFamily="18" charset="0"/>
                            <a:ea typeface="Cambria Math" panose="02040503050406030204" pitchFamily="18" charset="0"/>
                          </a:rPr>
                          <m:t>6</m:t>
                        </m:r>
                      </m:den>
                    </m:f>
                    <m:r>
                      <a:rPr lang="en-IN" sz="2000" i="1">
                        <a:latin typeface="Cambria Math" panose="02040503050406030204" pitchFamily="18" charset="0"/>
                        <a:ea typeface="Cambria Math" panose="02040503050406030204" pitchFamily="18" charset="0"/>
                      </a:rPr>
                      <m:t>.</m:t>
                    </m:r>
                  </m:oMath>
                </a14:m>
                <a:r>
                  <a:rPr lang="en-IN" sz="2000" i="1"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IN" sz="2000" b="0" i="1" smtClean="0">
                        <a:latin typeface="Cambria Math" panose="02040503050406030204" pitchFamily="18" charset="0"/>
                        <a:ea typeface="Cambria Math" panose="02040503050406030204" pitchFamily="18" charset="0"/>
                      </a:rPr>
                      <m:t>𝐹</m:t>
                    </m:r>
                    <m:r>
                      <a:rPr lang="en-IN" sz="2000" i="1">
                        <a:latin typeface="Cambria Math" panose="02040503050406030204" pitchFamily="18" charset="0"/>
                        <a:ea typeface="Cambria Math" panose="02040503050406030204" pitchFamily="18" charset="0"/>
                      </a:rPr>
                      <m:t>𝑖𝑛𝑑</m:t>
                    </m:r>
                    <m:r>
                      <a:rPr lang="en-IN" sz="2000" i="1">
                        <a:latin typeface="Cambria Math" panose="02040503050406030204" pitchFamily="18" charset="0"/>
                        <a:ea typeface="Cambria Math" panose="02040503050406030204" pitchFamily="18" charset="0"/>
                      </a:rPr>
                      <m:t> </m:t>
                    </m:r>
                  </m:oMath>
                </a14:m>
                <a:endParaRPr lang="en-IN" sz="2000" i="1"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left"/>
                    </m:oMathParaPr>
                    <m:oMath>
                      <m:r>
                        <a:rPr lang="en-IN" sz="2000" i="1">
                          <a:latin typeface="Cambria Math" panose="02040503050406030204" pitchFamily="18" charset="0"/>
                          <a:ea typeface="Cambria Math" panose="02040503050406030204" pitchFamily="18" charset="0"/>
                        </a:rPr>
                        <m:t>𝑎</m:t>
                      </m:r>
                      <m:r>
                        <a:rPr lang="en-IN" sz="2000" i="1">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𝐴</m:t>
                          </m:r>
                        </m:e>
                      </m:d>
                      <m:r>
                        <a:rPr lang="en-IN" sz="2000" i="1">
                          <a:latin typeface="Cambria Math" panose="02040503050406030204" pitchFamily="18" charset="0"/>
                          <a:ea typeface="Cambria Math" panose="02040503050406030204" pitchFamily="18" charset="0"/>
                        </a:rPr>
                        <m:t>,</m:t>
                      </m:r>
                    </m:oMath>
                  </m:oMathPara>
                </a14:m>
                <a:endParaRPr lang="en-IN" sz="2000" i="1"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left"/>
                    </m:oMathParaPr>
                    <m:oMath>
                      <m:r>
                        <a:rPr lang="en-IN" sz="2000" i="1">
                          <a:latin typeface="Cambria Math" panose="02040503050406030204" pitchFamily="18" charset="0"/>
                          <a:ea typeface="Cambria Math" panose="02040503050406030204" pitchFamily="18" charset="0"/>
                        </a:rPr>
                        <m:t>𝑏</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rPr>
                        <m:t>𝑃</m:t>
                      </m:r>
                      <m:d>
                        <m:dPr>
                          <m:ctrlPr>
                            <a:rPr lang="en-IN" sz="2000" i="1">
                              <a:latin typeface="Cambria Math" panose="02040503050406030204" pitchFamily="18" charset="0"/>
                            </a:rPr>
                          </m:ctrlPr>
                        </m:dPr>
                        <m:e>
                          <m:acc>
                            <m:accPr>
                              <m:chr m:val="̅"/>
                              <m:ctrlPr>
                                <a:rPr lang="en-IN" sz="2000" i="1">
                                  <a:latin typeface="Cambria Math" panose="02040503050406030204" pitchFamily="18" charset="0"/>
                                </a:rPr>
                              </m:ctrlPr>
                            </m:accPr>
                            <m:e>
                              <m:r>
                                <a:rPr lang="en-IN" sz="2000" i="1">
                                  <a:latin typeface="Cambria Math" panose="02040503050406030204" pitchFamily="18" charset="0"/>
                                </a:rPr>
                                <m:t>𝐴</m:t>
                              </m:r>
                            </m:e>
                          </m:acc>
                          <m:r>
                            <a:rPr lang="en-IN" sz="2000" i="1">
                              <a:latin typeface="Cambria Math" panose="02040503050406030204" pitchFamily="18" charset="0"/>
                              <a:ea typeface="Cambria Math" panose="02040503050406030204" pitchFamily="18" charset="0"/>
                            </a:rPr>
                            <m:t>∪</m:t>
                          </m:r>
                          <m:acc>
                            <m:accPr>
                              <m:chr m:val="̅"/>
                              <m:ctrlPr>
                                <a:rPr lang="en-IN" sz="2000" i="1">
                                  <a:latin typeface="Cambria Math" panose="02040503050406030204" pitchFamily="18" charset="0"/>
                                  <a:ea typeface="Cambria Math" panose="02040503050406030204" pitchFamily="18" charset="0"/>
                                </a:rPr>
                              </m:ctrlPr>
                            </m:accPr>
                            <m:e>
                              <m:r>
                                <a:rPr lang="en-IN" sz="2000" i="1">
                                  <a:latin typeface="Cambria Math" panose="02040503050406030204" pitchFamily="18" charset="0"/>
                                  <a:ea typeface="Cambria Math" panose="02040503050406030204" pitchFamily="18" charset="0"/>
                                </a:rPr>
                                <m:t>𝐵</m:t>
                              </m:r>
                            </m:e>
                          </m:acc>
                        </m:e>
                      </m:d>
                      <m:r>
                        <a:rPr lang="en-IN" sz="2000" i="1">
                          <a:latin typeface="Cambria Math" panose="02040503050406030204" pitchFamily="18" charset="0"/>
                          <a:ea typeface="Cambria Math" panose="02040503050406030204" pitchFamily="18" charset="0"/>
                        </a:rPr>
                        <m:t> </m:t>
                      </m:r>
                      <m:r>
                        <a:rPr lang="en-IN" sz="2000" b="0" i="1" smtClean="0">
                          <a:latin typeface="Cambria Math" panose="02040503050406030204" pitchFamily="18" charset="0"/>
                          <a:ea typeface="Cambria Math" panose="02040503050406030204" pitchFamily="18" charset="0"/>
                        </a:rPr>
                        <m:t> </m:t>
                      </m:r>
                    </m:oMath>
                  </m:oMathPara>
                </a14:m>
                <a:endParaRPr lang="en-IN" sz="2000" b="0" i="1"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14:m>
                  <m:oMath xmlns:m="http://schemas.openxmlformats.org/officeDocument/2006/math">
                    <m:r>
                      <a:rPr lang="en-IN" sz="2000" i="1">
                        <a:latin typeface="Cambria Math" panose="02040503050406030204" pitchFamily="18" charset="0"/>
                        <a:ea typeface="Cambria Math" panose="02040503050406030204" pitchFamily="18" charset="0"/>
                      </a:rPr>
                      <m:t>𝑐</m:t>
                    </m:r>
                    <m:r>
                      <a:rPr lang="en-IN" sz="2000" i="1">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𝑃</m:t>
                    </m:r>
                    <m:r>
                      <a:rPr lang="en-IN" sz="2000" i="1">
                        <a:latin typeface="Cambria Math" panose="02040503050406030204" pitchFamily="18" charset="0"/>
                        <a:ea typeface="Cambria Math" panose="02040503050406030204" pitchFamily="18" charset="0"/>
                      </a:rPr>
                      <m:t>(</m:t>
                    </m:r>
                    <m:r>
                      <m:rPr>
                        <m:sty m:val="p"/>
                      </m:rPr>
                      <a:rPr lang="en-IN" sz="2000" i="0">
                        <a:latin typeface="Cambria Math" panose="02040503050406030204" pitchFamily="18" charset="0"/>
                        <a:ea typeface="Cambria Math" panose="02040503050406030204" pitchFamily="18" charset="0"/>
                      </a:rPr>
                      <m:t>exactly</m:t>
                    </m:r>
                    <m:r>
                      <a:rPr lang="en-IN" sz="2000" i="0">
                        <a:latin typeface="Cambria Math" panose="02040503050406030204" pitchFamily="18" charset="0"/>
                        <a:ea typeface="Cambria Math" panose="02040503050406030204" pitchFamily="18" charset="0"/>
                      </a:rPr>
                      <m:t> </m:t>
                    </m:r>
                    <m:r>
                      <m:rPr>
                        <m:sty m:val="p"/>
                      </m:rPr>
                      <a:rPr lang="en-IN" sz="2000" i="0">
                        <a:latin typeface="Cambria Math" panose="02040503050406030204" pitchFamily="18" charset="0"/>
                        <a:ea typeface="Cambria Math" panose="02040503050406030204" pitchFamily="18" charset="0"/>
                      </a:rPr>
                      <m:t>one</m:t>
                    </m:r>
                    <m:r>
                      <a:rPr lang="en-IN" sz="2000" i="0">
                        <a:latin typeface="Cambria Math" panose="02040503050406030204" pitchFamily="18" charset="0"/>
                        <a:ea typeface="Cambria Math" panose="02040503050406030204" pitchFamily="18" charset="0"/>
                      </a:rPr>
                      <m:t> </m:t>
                    </m:r>
                    <m:r>
                      <m:rPr>
                        <m:sty m:val="p"/>
                      </m:rPr>
                      <a:rPr lang="en-IN" sz="2000" i="0">
                        <a:latin typeface="Cambria Math" panose="02040503050406030204" pitchFamily="18" charset="0"/>
                        <a:ea typeface="Cambria Math" panose="02040503050406030204" pitchFamily="18" charset="0"/>
                      </a:rPr>
                      <m:t>of</m:t>
                    </m:r>
                    <m:r>
                      <a:rPr lang="en-IN" sz="2000" i="0">
                        <a:latin typeface="Cambria Math" panose="02040503050406030204" pitchFamily="18" charset="0"/>
                        <a:ea typeface="Cambria Math" panose="02040503050406030204" pitchFamily="18" charset="0"/>
                      </a:rPr>
                      <m:t> </m:t>
                    </m:r>
                    <m:r>
                      <m:rPr>
                        <m:sty m:val="p"/>
                      </m:rPr>
                      <a:rPr lang="en-IN" sz="2000" i="0">
                        <a:latin typeface="Cambria Math" panose="02040503050406030204" pitchFamily="18" charset="0"/>
                        <a:ea typeface="Cambria Math" panose="02040503050406030204" pitchFamily="18" charset="0"/>
                      </a:rPr>
                      <m:t>the</m:t>
                    </m:r>
                    <m:r>
                      <a:rPr lang="en-IN" sz="2000" i="0">
                        <a:latin typeface="Cambria Math" panose="02040503050406030204" pitchFamily="18" charset="0"/>
                        <a:ea typeface="Cambria Math" panose="02040503050406030204" pitchFamily="18" charset="0"/>
                      </a:rPr>
                      <m:t> </m:t>
                    </m:r>
                    <m:r>
                      <m:rPr>
                        <m:sty m:val="p"/>
                      </m:rPr>
                      <a:rPr lang="en-IN" sz="2000" i="0">
                        <a:latin typeface="Cambria Math" panose="02040503050406030204" pitchFamily="18" charset="0"/>
                        <a:ea typeface="Cambria Math" panose="02040503050406030204" pitchFamily="18" charset="0"/>
                      </a:rPr>
                      <m:t>events</m:t>
                    </m:r>
                    <m:r>
                      <a:rPr lang="en-IN" sz="2000" i="0">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𝐴</m:t>
                    </m:r>
                    <m:r>
                      <a:rPr lang="en-IN" sz="2000" i="1">
                        <a:latin typeface="Cambria Math" panose="02040503050406030204" pitchFamily="18" charset="0"/>
                        <a:ea typeface="Cambria Math" panose="02040503050406030204" pitchFamily="18" charset="0"/>
                      </a:rPr>
                      <m:t> </m:t>
                    </m:r>
                    <m:r>
                      <m:rPr>
                        <m:sty m:val="p"/>
                      </m:rPr>
                      <a:rPr lang="en-IN" sz="2000" i="0">
                        <a:latin typeface="Cambria Math" panose="02040503050406030204" pitchFamily="18" charset="0"/>
                        <a:ea typeface="Cambria Math" panose="02040503050406030204" pitchFamily="18" charset="0"/>
                      </a:rPr>
                      <m:t>or</m:t>
                    </m:r>
                    <m:r>
                      <a:rPr lang="en-IN" sz="2000" i="1">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𝐵</m:t>
                    </m:r>
                    <m:r>
                      <a:rPr lang="en-IN" sz="2000" i="1">
                        <a:latin typeface="Cambria Math" panose="02040503050406030204" pitchFamily="18" charset="0"/>
                        <a:ea typeface="Cambria Math" panose="02040503050406030204" pitchFamily="18" charset="0"/>
                      </a:rPr>
                      <m:t>)</m:t>
                    </m:r>
                  </m:oMath>
                </a14:m>
                <a:r>
                  <a:rPr lang="en-IN" sz="2000" dirty="0">
                    <a:latin typeface="Times New Roman" panose="02020603050405020304" pitchFamily="18" charset="0"/>
                    <a:ea typeface="Cambria Math" panose="02040503050406030204" pitchFamily="18" charset="0"/>
                    <a:cs typeface="Times New Roman" panose="02020603050405020304" pitchFamily="18" charset="0"/>
                  </a:rPr>
                  <a:t> </a:t>
                </a:r>
              </a:p>
              <a:p>
                <a:endParaRPr lang="en-IN" sz="20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Q9. </a:t>
                </a:r>
                <a:r>
                  <a:rPr lang="en-US" sz="2000" dirty="0">
                    <a:latin typeface="Times New Roman" panose="02020603050405020304" pitchFamily="18" charset="0"/>
                    <a:cs typeface="Times New Roman" panose="02020603050405020304" pitchFamily="18" charset="0"/>
                  </a:rPr>
                  <a:t>An insurance company offers four different deductible levels—none, low, medium, and high—for its homeowner’s policyholders and three different levels—low, medium, and high—for its automobile policyholders. The accompanying table gives proportions for the various categories of policyholders who have both types of insurance. </a:t>
                </a:r>
                <a:endParaRPr lang="en-IN" sz="2000" dirty="0">
                  <a:latin typeface="Times New Roman" panose="02020603050405020304" pitchFamily="18" charset="0"/>
                  <a:cs typeface="Times New Roman" panose="02020603050405020304" pitchFamily="18" charset="0"/>
                </a:endParaRPr>
              </a:p>
            </p:txBody>
          </p:sp>
        </mc:Choice>
        <mc:Fallback xmlns="">
          <p:sp>
            <p:nvSpPr>
              <p:cNvPr id="5" name="Content Placeholder 4"/>
              <p:cNvSpPr>
                <a:spLocks noRot="1" noChangeAspect="1" noMove="1" noResize="1" noEditPoints="1" noAdjustHandles="1" noChangeArrowheads="1" noChangeShapeType="1" noTextEdit="1"/>
              </p:cNvSpPr>
              <p:nvPr>
                <p:ph type="body" sz="quarter" idx="13"/>
              </p:nvPr>
            </p:nvSpPr>
            <p:spPr>
              <a:blipFill rotWithShape="1">
                <a:blip r:embed="rId2"/>
                <a:stretch>
                  <a:fillRect l="-1" r="1" b="-35707"/>
                </a:stretch>
              </a:blipFill>
            </p:spPr>
            <p:txBody>
              <a:bodyPr/>
              <a:lstStyle/>
              <a:p>
                <a:r>
                  <a:rPr lang="en-US"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p:txBody>
          <a:bodyPr>
            <a:normAutofit/>
          </a:bodyPr>
          <a:lstStyle/>
          <a:p>
            <a:r>
              <a:rPr lang="en-IN" b="1" dirty="0">
                <a:latin typeface="Tw Cen MT" panose="020B0602020104020603" pitchFamily="34" charset="0"/>
                <a:cs typeface="Times New Roman" panose="02020603050405020304" pitchFamily="18" charset="0"/>
              </a:rPr>
              <a:t>Practice problems </a:t>
            </a:r>
          </a:p>
        </p:txBody>
      </p:sp>
      <p:sp>
        <p:nvSpPr>
          <p:cNvPr id="3" name="Content Placeholder 2"/>
          <p:cNvSpPr>
            <a:spLocks noGrp="1"/>
          </p:cNvSpPr>
          <p:nvPr>
            <p:ph type="body" sz="quarter" idx="13"/>
          </p:nvPr>
        </p:nvSpPr>
        <p:spPr/>
        <p:txBody>
          <a:bodyPr>
            <a:noAutofit/>
          </a:bodyPr>
          <a:lstStyle/>
          <a:p>
            <a:pPr marL="0" indent="0" algn="just">
              <a:buNone/>
            </a:pPr>
            <a:r>
              <a:rPr lang="en-US" sz="2000" dirty="0">
                <a:latin typeface="Tw Cen MT" panose="020B0602020104020603" pitchFamily="34" charset="0"/>
              </a:rPr>
              <a:t>For example, the proportion of individuals with both low homeowner’s deductible and low auto deductible is .06 (6% of all such individuals.       </a:t>
            </a:r>
          </a:p>
          <a:p>
            <a:pPr marL="0" indent="0"/>
            <a:endParaRPr lang="en-US" sz="1800" dirty="0">
              <a:latin typeface="Tw Cen MT" panose="020B0602020104020603" pitchFamily="34" charset="0"/>
            </a:endParaRPr>
          </a:p>
          <a:p>
            <a:pPr marL="0" indent="0">
              <a:buNone/>
            </a:pPr>
            <a:endParaRPr lang="en-US" sz="1800" dirty="0">
              <a:latin typeface="Tw Cen MT" panose="020B0602020104020603" pitchFamily="34" charset="0"/>
            </a:endParaRPr>
          </a:p>
        </p:txBody>
      </p:sp>
      <p:graphicFrame>
        <p:nvGraphicFramePr>
          <p:cNvPr id="4" name="Table 3"/>
          <p:cNvGraphicFramePr>
            <a:graphicFrameLocks noGrp="1"/>
          </p:cNvGraphicFramePr>
          <p:nvPr/>
        </p:nvGraphicFramePr>
        <p:xfrm>
          <a:off x="609600" y="3408479"/>
          <a:ext cx="7620000" cy="1981200"/>
        </p:xfrm>
        <a:graphic>
          <a:graphicData uri="http://schemas.openxmlformats.org/drawingml/2006/table">
            <a:tbl>
              <a:tblPr firstRow="1" bandRow="1">
                <a:tableStyleId>{5C22544A-7EE6-4342-B048-85BDC9FD1C3A}</a:tableStyleId>
              </a:tblPr>
              <a:tblGrid>
                <a:gridCol w="1428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495300">
                <a:tc>
                  <a:txBody>
                    <a:bodyPr/>
                    <a:lstStyle/>
                    <a:p>
                      <a:r>
                        <a:rPr lang="en-US" sz="1400" dirty="0"/>
                        <a:t>Auto</a:t>
                      </a:r>
                    </a:p>
                  </a:txBody>
                  <a:tcPr marL="68580" marR="68580" marT="34290" marB="34290"/>
                </a:tc>
                <a:tc>
                  <a:txBody>
                    <a:bodyPr/>
                    <a:lstStyle/>
                    <a:p>
                      <a:r>
                        <a:rPr lang="en-US" sz="1400" dirty="0"/>
                        <a:t> N</a:t>
                      </a:r>
                    </a:p>
                  </a:txBody>
                  <a:tcPr marL="68580" marR="68580" marT="34290" marB="34290"/>
                </a:tc>
                <a:tc>
                  <a:txBody>
                    <a:bodyPr/>
                    <a:lstStyle/>
                    <a:p>
                      <a:r>
                        <a:rPr lang="en-US" sz="1400" dirty="0"/>
                        <a:t>L</a:t>
                      </a:r>
                    </a:p>
                  </a:txBody>
                  <a:tcPr marL="68580" marR="68580" marT="34290" marB="34290"/>
                </a:tc>
                <a:tc>
                  <a:txBody>
                    <a:bodyPr/>
                    <a:lstStyle/>
                    <a:p>
                      <a:r>
                        <a:rPr lang="en-US" sz="1400" dirty="0"/>
                        <a:t>M</a:t>
                      </a:r>
                    </a:p>
                  </a:txBody>
                  <a:tcPr marL="68580" marR="68580" marT="34290" marB="34290"/>
                </a:tc>
                <a:tc>
                  <a:txBody>
                    <a:bodyPr/>
                    <a:lstStyle/>
                    <a:p>
                      <a:r>
                        <a:rPr lang="en-US" sz="1400" dirty="0"/>
                        <a:t>H</a:t>
                      </a:r>
                    </a:p>
                  </a:txBody>
                  <a:tcPr marL="68580" marR="68580" marT="34290" marB="34290"/>
                </a:tc>
                <a:extLst>
                  <a:ext uri="{0D108BD9-81ED-4DB2-BD59-A6C34878D82A}">
                    <a16:rowId xmlns:a16="http://schemas.microsoft.com/office/drawing/2014/main" val="10000"/>
                  </a:ext>
                </a:extLst>
              </a:tr>
              <a:tr h="495300">
                <a:tc>
                  <a:txBody>
                    <a:bodyPr/>
                    <a:lstStyle/>
                    <a:p>
                      <a:r>
                        <a:rPr lang="en-US" sz="1400" dirty="0"/>
                        <a:t>L</a:t>
                      </a:r>
                    </a:p>
                  </a:txBody>
                  <a:tcPr marL="68580" marR="68580" marT="34290" marB="34290"/>
                </a:tc>
                <a:tc>
                  <a:txBody>
                    <a:bodyPr/>
                    <a:lstStyle/>
                    <a:p>
                      <a:r>
                        <a:rPr lang="en-US" sz="1400" dirty="0"/>
                        <a:t>0.04</a:t>
                      </a:r>
                    </a:p>
                  </a:txBody>
                  <a:tcPr marL="68580" marR="68580" marT="34290" marB="34290"/>
                </a:tc>
                <a:tc>
                  <a:txBody>
                    <a:bodyPr/>
                    <a:lstStyle/>
                    <a:p>
                      <a:r>
                        <a:rPr lang="en-US" sz="1400" dirty="0"/>
                        <a:t>0.06</a:t>
                      </a:r>
                    </a:p>
                  </a:txBody>
                  <a:tcPr marL="68580" marR="68580" marT="34290" marB="34290"/>
                </a:tc>
                <a:tc>
                  <a:txBody>
                    <a:bodyPr/>
                    <a:lstStyle/>
                    <a:p>
                      <a:r>
                        <a:rPr lang="en-US" sz="1400" dirty="0"/>
                        <a:t>0.05</a:t>
                      </a:r>
                    </a:p>
                  </a:txBody>
                  <a:tcPr marL="68580" marR="68580" marT="34290" marB="34290"/>
                </a:tc>
                <a:tc>
                  <a:txBody>
                    <a:bodyPr/>
                    <a:lstStyle/>
                    <a:p>
                      <a:r>
                        <a:rPr lang="en-US" sz="1400" dirty="0"/>
                        <a:t>0.03</a:t>
                      </a:r>
                    </a:p>
                  </a:txBody>
                  <a:tcPr marL="68580" marR="68580" marT="34290" marB="34290"/>
                </a:tc>
                <a:extLst>
                  <a:ext uri="{0D108BD9-81ED-4DB2-BD59-A6C34878D82A}">
                    <a16:rowId xmlns:a16="http://schemas.microsoft.com/office/drawing/2014/main" val="10001"/>
                  </a:ext>
                </a:extLst>
              </a:tr>
              <a:tr h="495300">
                <a:tc>
                  <a:txBody>
                    <a:bodyPr/>
                    <a:lstStyle/>
                    <a:p>
                      <a:r>
                        <a:rPr lang="en-US" sz="1400" dirty="0"/>
                        <a:t>M</a:t>
                      </a:r>
                    </a:p>
                  </a:txBody>
                  <a:tcPr marL="68580" marR="68580" marT="34290" marB="34290"/>
                </a:tc>
                <a:tc>
                  <a:txBody>
                    <a:bodyPr/>
                    <a:lstStyle/>
                    <a:p>
                      <a:r>
                        <a:rPr lang="en-US" sz="1400" dirty="0"/>
                        <a:t>0.07</a:t>
                      </a:r>
                    </a:p>
                  </a:txBody>
                  <a:tcPr marL="68580" marR="68580" marT="34290" marB="34290"/>
                </a:tc>
                <a:tc>
                  <a:txBody>
                    <a:bodyPr/>
                    <a:lstStyle/>
                    <a:p>
                      <a:r>
                        <a:rPr lang="en-US" sz="1400" dirty="0"/>
                        <a:t>0.10</a:t>
                      </a:r>
                    </a:p>
                  </a:txBody>
                  <a:tcPr marL="68580" marR="68580" marT="34290" marB="34290"/>
                </a:tc>
                <a:tc>
                  <a:txBody>
                    <a:bodyPr/>
                    <a:lstStyle/>
                    <a:p>
                      <a:r>
                        <a:rPr lang="en-US" sz="1400" dirty="0"/>
                        <a:t>0.20</a:t>
                      </a:r>
                    </a:p>
                  </a:txBody>
                  <a:tcPr marL="68580" marR="68580" marT="34290" marB="34290"/>
                </a:tc>
                <a:tc>
                  <a:txBody>
                    <a:bodyPr/>
                    <a:lstStyle/>
                    <a:p>
                      <a:r>
                        <a:rPr lang="en-US" sz="1400" dirty="0"/>
                        <a:t>0.10</a:t>
                      </a:r>
                    </a:p>
                  </a:txBody>
                  <a:tcPr marL="68580" marR="68580" marT="34290" marB="34290"/>
                </a:tc>
                <a:extLst>
                  <a:ext uri="{0D108BD9-81ED-4DB2-BD59-A6C34878D82A}">
                    <a16:rowId xmlns:a16="http://schemas.microsoft.com/office/drawing/2014/main" val="10002"/>
                  </a:ext>
                </a:extLst>
              </a:tr>
              <a:tr h="495300">
                <a:tc>
                  <a:txBody>
                    <a:bodyPr/>
                    <a:lstStyle/>
                    <a:p>
                      <a:r>
                        <a:rPr lang="en-US" sz="1400" dirty="0"/>
                        <a:t>H</a:t>
                      </a:r>
                    </a:p>
                  </a:txBody>
                  <a:tcPr marL="68580" marR="68580" marT="34290" marB="34290"/>
                </a:tc>
                <a:tc>
                  <a:txBody>
                    <a:bodyPr/>
                    <a:lstStyle/>
                    <a:p>
                      <a:r>
                        <a:rPr lang="en-US" sz="1400" dirty="0"/>
                        <a:t>0.02</a:t>
                      </a:r>
                    </a:p>
                  </a:txBody>
                  <a:tcPr marL="68580" marR="68580" marT="34290" marB="34290"/>
                </a:tc>
                <a:tc>
                  <a:txBody>
                    <a:bodyPr/>
                    <a:lstStyle/>
                    <a:p>
                      <a:r>
                        <a:rPr lang="en-US" sz="1400" dirty="0"/>
                        <a:t>0.03</a:t>
                      </a:r>
                    </a:p>
                  </a:txBody>
                  <a:tcPr marL="68580" marR="68580" marT="34290" marB="34290"/>
                </a:tc>
                <a:tc>
                  <a:txBody>
                    <a:bodyPr/>
                    <a:lstStyle/>
                    <a:p>
                      <a:r>
                        <a:rPr lang="en-US" sz="1400" dirty="0"/>
                        <a:t>0.15</a:t>
                      </a:r>
                    </a:p>
                  </a:txBody>
                  <a:tcPr marL="68580" marR="68580" marT="34290" marB="34290"/>
                </a:tc>
                <a:tc>
                  <a:txBody>
                    <a:bodyPr/>
                    <a:lstStyle/>
                    <a:p>
                      <a:r>
                        <a:rPr lang="en-US" sz="1400" dirty="0"/>
                        <a:t>0.1</a:t>
                      </a:r>
                    </a:p>
                  </a:txBody>
                  <a:tcPr marL="68580" marR="68580" marT="34290" marB="34290"/>
                </a:tc>
                <a:extLst>
                  <a:ext uri="{0D108BD9-81ED-4DB2-BD59-A6C34878D82A}">
                    <a16:rowId xmlns:a16="http://schemas.microsoft.com/office/drawing/2014/main" val="10003"/>
                  </a:ext>
                </a:extLst>
              </a:tr>
            </a:tbl>
          </a:graphicData>
        </a:graphic>
      </p:graphicFrame>
      <p:sp>
        <p:nvSpPr>
          <p:cNvPr id="2" name="Rectangle 1"/>
          <p:cNvSpPr/>
          <p:nvPr/>
        </p:nvSpPr>
        <p:spPr>
          <a:xfrm>
            <a:off x="3158809" y="2752057"/>
            <a:ext cx="3105513" cy="523220"/>
          </a:xfrm>
          <a:prstGeom prst="rect">
            <a:avLst/>
          </a:prstGeom>
        </p:spPr>
        <p:txBody>
          <a:bodyPr wrap="square">
            <a:spAutoFit/>
          </a:bodyPr>
          <a:lstStyle/>
          <a:p>
            <a:pPr algn="just"/>
            <a:r>
              <a:rPr lang="en-US" sz="2800" b="1" dirty="0">
                <a:latin typeface="Tw Cen MT" panose="020B0602020104020603" pitchFamily="34" charset="0"/>
              </a:rPr>
              <a:t>Homeowner’s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3"/>
          </p:nvPr>
        </p:nvSpPr>
        <p:spPr>
          <a:xfrm>
            <a:off x="643304" y="1600202"/>
            <a:ext cx="7620000" cy="4648198"/>
          </a:xfrm>
        </p:spPr>
        <p:txBody>
          <a:bodyPr>
            <a:normAutofit/>
          </a:bodyPr>
          <a:lstStyle/>
          <a:p>
            <a:pPr marL="0" indent="0">
              <a:buNone/>
            </a:pPr>
            <a:r>
              <a:rPr lang="en-US" sz="2000" dirty="0">
                <a:latin typeface="Tw Cen MT" panose="020B0602020104020603" pitchFamily="34" charset="0"/>
              </a:rPr>
              <a:t>Suppose an individual having both types of policies is randomly selected.</a:t>
            </a:r>
          </a:p>
          <a:p>
            <a:pPr marL="0" indent="0">
              <a:buNone/>
            </a:pPr>
            <a:r>
              <a:rPr lang="en-US" sz="2000" b="1" dirty="0">
                <a:latin typeface="Tw Cen MT" panose="020B0602020104020603" pitchFamily="34" charset="0"/>
              </a:rPr>
              <a:t>a. </a:t>
            </a:r>
            <a:r>
              <a:rPr lang="en-US" sz="2000" dirty="0">
                <a:latin typeface="Tw Cen MT" panose="020B0602020104020603" pitchFamily="34" charset="0"/>
              </a:rPr>
              <a:t>What is the probability that the individual has a medium auto deductible and a high homeowner’s deductible</a:t>
            </a: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w Cen MT" panose="020B0602020104020603" pitchFamily="34" charset="0"/>
              </a:rPr>
              <a:t>b. </a:t>
            </a:r>
            <a:r>
              <a:rPr lang="en-US" sz="2000" dirty="0">
                <a:latin typeface="Tw Cen MT" panose="020B0602020104020603" pitchFamily="34" charset="0"/>
              </a:rPr>
              <a:t>What is the probability that the individual has a low auto deductible? A low homeowner’s deductible</a:t>
            </a: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w Cen MT" panose="020B0602020104020603" pitchFamily="34" charset="0"/>
              </a:rPr>
              <a:t>c. </a:t>
            </a:r>
            <a:r>
              <a:rPr lang="en-US" sz="2000" dirty="0">
                <a:latin typeface="Tw Cen MT" panose="020B0602020104020603" pitchFamily="34" charset="0"/>
              </a:rPr>
              <a:t>What is the probability that the individual is in the same category for both auto and homeowner’s deductibles</a:t>
            </a: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w Cen MT" panose="020B0602020104020603" pitchFamily="34" charset="0"/>
              </a:rPr>
              <a:t>d. </a:t>
            </a:r>
            <a:r>
              <a:rPr lang="en-US" sz="2000" dirty="0">
                <a:latin typeface="Tw Cen MT" panose="020B0602020104020603" pitchFamily="34" charset="0"/>
              </a:rPr>
              <a:t>Based on your answer in part (c), what is the probability that the two categories are different</a:t>
            </a: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w Cen MT" panose="020B0602020104020603" pitchFamily="34" charset="0"/>
              </a:rPr>
              <a:t>e. </a:t>
            </a:r>
            <a:r>
              <a:rPr lang="en-US" sz="2000" dirty="0">
                <a:latin typeface="Tw Cen MT" panose="020B0602020104020603" pitchFamily="34" charset="0"/>
              </a:rPr>
              <a:t>What is the probability that the individual has at least one low-deductible level</a:t>
            </a:r>
            <a:r>
              <a:rPr lang="en-US" sz="2000" dirty="0">
                <a:latin typeface="Times New Roman" panose="02020603050405020304" pitchFamily="18" charset="0"/>
                <a:cs typeface="Times New Roman" panose="02020603050405020304" pitchFamily="18" charset="0"/>
              </a:rPr>
              <a:t> ?</a:t>
            </a:r>
            <a:endParaRPr lang="en-US" sz="2000" dirty="0">
              <a:latin typeface="Tw Cen MT" panose="020B0602020104020603" pitchFamily="34" charset="0"/>
            </a:endParaRPr>
          </a:p>
          <a:p>
            <a:pPr marL="0" indent="0">
              <a:buNone/>
            </a:pPr>
            <a:r>
              <a:rPr lang="en-US" sz="2000" b="1" dirty="0">
                <a:latin typeface="Tw Cen MT" panose="020B0602020104020603" pitchFamily="34" charset="0"/>
              </a:rPr>
              <a:t>f. </a:t>
            </a:r>
            <a:r>
              <a:rPr lang="en-US" sz="2000" dirty="0">
                <a:latin typeface="Tw Cen MT" panose="020B0602020104020603" pitchFamily="34" charset="0"/>
              </a:rPr>
              <a:t>Using the answer in part (e), what is the probability that neither deductible level is low</a:t>
            </a:r>
            <a:r>
              <a:rPr lang="en-US" sz="2000" dirty="0">
                <a:latin typeface="Times New Roman" panose="02020603050405020304" pitchFamily="18" charset="0"/>
                <a:cs typeface="Times New Roman" panose="02020603050405020304" pitchFamily="18" charset="0"/>
              </a:rPr>
              <a:t> ?</a:t>
            </a:r>
            <a:endParaRPr lang="en-US" sz="2000" dirty="0">
              <a:latin typeface="Tw Cen MT" panose="020B0602020104020603" pitchFamily="34" charset="0"/>
            </a:endParaRPr>
          </a:p>
          <a:p>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b="1" dirty="0"/>
              <a:t>Glossary</a:t>
            </a:r>
            <a:endParaRPr lang="en-IN" b="1" dirty="0"/>
          </a:p>
        </p:txBody>
      </p:sp>
      <p:sp>
        <p:nvSpPr>
          <p:cNvPr id="2" name="Content Placeholder 1"/>
          <p:cNvSpPr>
            <a:spLocks noGrp="1"/>
          </p:cNvSpPr>
          <p:nvPr>
            <p:ph type="body" sz="quarter" idx="13"/>
          </p:nvPr>
        </p:nvSpPr>
        <p:spPr>
          <a:xfrm>
            <a:off x="643304" y="1600202"/>
            <a:ext cx="7620000" cy="4876798"/>
          </a:xfrm>
        </p:spPr>
        <p:txBody>
          <a:bodyPr>
            <a:normAutofit/>
          </a:bodyPr>
          <a:lstStyle/>
          <a:p>
            <a:pPr>
              <a:buFont typeface="Wingdings" panose="05000000000000000000" pitchFamily="2" charset="2"/>
              <a:buChar char="Ø"/>
            </a:pPr>
            <a:r>
              <a:rPr lang="en-US" sz="2000" b="1" dirty="0">
                <a:latin typeface="+mn-lt"/>
              </a:rPr>
              <a:t>Random experiment- </a:t>
            </a:r>
            <a:r>
              <a:rPr lang="en-US" sz="2000" dirty="0">
                <a:latin typeface="+mn-lt"/>
              </a:rPr>
              <a:t>an experiment whose outcome is uncertain before performing it.</a:t>
            </a:r>
            <a:endParaRPr lang="en-US" sz="2000" b="1" dirty="0">
              <a:latin typeface="+mn-lt"/>
            </a:endParaRPr>
          </a:p>
          <a:p>
            <a:pPr>
              <a:buFont typeface="Wingdings" panose="05000000000000000000" pitchFamily="2" charset="2"/>
              <a:buChar char="Ø"/>
            </a:pPr>
            <a:r>
              <a:rPr lang="en-US" sz="2000" b="1" dirty="0">
                <a:latin typeface="+mn-lt"/>
              </a:rPr>
              <a:t>Sample space</a:t>
            </a:r>
            <a:r>
              <a:rPr lang="en-US" sz="2000" dirty="0">
                <a:latin typeface="+mn-lt"/>
              </a:rPr>
              <a:t>-set of all possible outcomes of an experiment.</a:t>
            </a:r>
          </a:p>
          <a:p>
            <a:pPr>
              <a:buFont typeface="Wingdings" panose="05000000000000000000" pitchFamily="2" charset="2"/>
              <a:buChar char="Ø"/>
            </a:pPr>
            <a:r>
              <a:rPr lang="en-US" sz="2000" b="1" dirty="0">
                <a:latin typeface="+mn-lt"/>
              </a:rPr>
              <a:t>Event</a:t>
            </a:r>
            <a:r>
              <a:rPr lang="en-US" sz="2000" dirty="0">
                <a:latin typeface="+mn-lt"/>
              </a:rPr>
              <a:t>- outcome of an experiment.</a:t>
            </a:r>
          </a:p>
          <a:p>
            <a:pPr>
              <a:buFont typeface="Wingdings" panose="05000000000000000000" pitchFamily="2" charset="2"/>
              <a:buChar char="Ø"/>
            </a:pPr>
            <a:r>
              <a:rPr lang="en-US" sz="2000" b="1" dirty="0">
                <a:latin typeface="+mn-lt"/>
              </a:rPr>
              <a:t>Equally Likely Outcomes – </a:t>
            </a:r>
            <a:r>
              <a:rPr lang="en-US" sz="2000" dirty="0">
                <a:latin typeface="+mn-lt"/>
              </a:rPr>
              <a:t>Outcomes which are having same probability</a:t>
            </a:r>
          </a:p>
          <a:p>
            <a:pPr>
              <a:buFont typeface="Wingdings" panose="05000000000000000000" pitchFamily="2" charset="2"/>
              <a:buChar char="Ø"/>
            </a:pPr>
            <a:r>
              <a:rPr lang="en-US" sz="2000" b="1" dirty="0">
                <a:latin typeface="+mn-lt"/>
              </a:rPr>
              <a:t>Mutually exclusive events</a:t>
            </a:r>
            <a:r>
              <a:rPr lang="en-US" sz="2000" dirty="0">
                <a:latin typeface="+mn-lt"/>
              </a:rPr>
              <a:t>-</a:t>
            </a:r>
            <a:r>
              <a:rPr lang="en-US" sz="2000" b="0" i="0" dirty="0">
                <a:effectLst/>
                <a:highlight>
                  <a:srgbClr val="FFFFFF"/>
                </a:highlight>
                <a:latin typeface="+mn-lt"/>
              </a:rPr>
              <a:t>events that do not occur at the same time.</a:t>
            </a:r>
            <a:endParaRPr lang="en-US" sz="2000" dirty="0">
              <a:latin typeface="+mn-lt"/>
            </a:endParaRPr>
          </a:p>
          <a:p>
            <a:pPr>
              <a:buFont typeface="Wingdings" panose="05000000000000000000" pitchFamily="2" charset="2"/>
              <a:buChar char="Ø"/>
            </a:pPr>
            <a:r>
              <a:rPr lang="en-US" sz="2000" b="1" dirty="0">
                <a:latin typeface="+mn-lt"/>
              </a:rPr>
              <a:t>Independent events</a:t>
            </a:r>
            <a:r>
              <a:rPr lang="en-US" sz="2000" dirty="0">
                <a:latin typeface="+mn-lt"/>
              </a:rPr>
              <a:t>- </a:t>
            </a:r>
            <a:r>
              <a:rPr lang="en-US" sz="2000" b="0" i="0" dirty="0">
                <a:effectLst/>
                <a:highlight>
                  <a:srgbClr val="FFFFFF"/>
                </a:highlight>
                <a:latin typeface="+mn-lt"/>
              </a:rPr>
              <a:t>the events which occur freely of each other.</a:t>
            </a:r>
          </a:p>
          <a:p>
            <a:pPr>
              <a:buFont typeface="Wingdings" panose="05000000000000000000" pitchFamily="2" charset="2"/>
              <a:buChar char="Ø"/>
            </a:pPr>
            <a:r>
              <a:rPr lang="en-US" sz="2000" b="1" dirty="0">
                <a:highlight>
                  <a:srgbClr val="FFFFFF"/>
                </a:highlight>
                <a:latin typeface="+mn-lt"/>
              </a:rPr>
              <a:t>Operations on events</a:t>
            </a:r>
            <a:r>
              <a:rPr lang="en-US" sz="2000" b="1" i="0" dirty="0">
                <a:effectLst/>
                <a:highlight>
                  <a:srgbClr val="FFFFFF"/>
                </a:highlight>
                <a:latin typeface="+mn-lt"/>
              </a:rPr>
              <a:t> </a:t>
            </a:r>
            <a:endParaRPr lang="en-US" sz="2000" b="1" dirty="0">
              <a:latin typeface="+mn-lt"/>
            </a:endParaRPr>
          </a:p>
          <a:p>
            <a:pPr lvl="1">
              <a:buFont typeface="Wingdings" panose="05000000000000000000" pitchFamily="2" charset="2"/>
              <a:buChar char="§"/>
            </a:pPr>
            <a:r>
              <a:rPr lang="en-US" sz="2000" dirty="0">
                <a:latin typeface="+mn-lt"/>
              </a:rPr>
              <a:t>Union of events and its probability</a:t>
            </a:r>
            <a:endParaRPr lang="en-US" sz="2000" i="0" dirty="0">
              <a:effectLst/>
              <a:highlight>
                <a:srgbClr val="FFFFFF"/>
              </a:highlight>
              <a:latin typeface="+mn-lt"/>
            </a:endParaRPr>
          </a:p>
          <a:p>
            <a:pPr lvl="1">
              <a:buFont typeface="Wingdings" panose="05000000000000000000" pitchFamily="2" charset="2"/>
              <a:buChar char="§"/>
            </a:pPr>
            <a:r>
              <a:rPr lang="en-US" sz="2000" dirty="0">
                <a:highlight>
                  <a:srgbClr val="FFFFFF"/>
                </a:highlight>
                <a:latin typeface="+mn-lt"/>
              </a:rPr>
              <a:t>Intersection of events and its probability </a:t>
            </a:r>
          </a:p>
          <a:p>
            <a:pPr lvl="1">
              <a:buFont typeface="Wingdings" panose="05000000000000000000" pitchFamily="2" charset="2"/>
              <a:buChar char="§"/>
            </a:pPr>
            <a:r>
              <a:rPr lang="en-US" sz="2000" i="0" dirty="0">
                <a:effectLst/>
                <a:highlight>
                  <a:srgbClr val="FFFFFF"/>
                </a:highlight>
                <a:latin typeface="+mn-lt"/>
              </a:rPr>
              <a:t>Complement of an event and its probability</a:t>
            </a:r>
          </a:p>
          <a:p>
            <a:pPr algn="just">
              <a:buFont typeface="Wingdings" panose="05000000000000000000" pitchFamily="2" charset="2"/>
              <a:buChar char="Ø"/>
            </a:pPr>
            <a:endParaRPr lang="en-US" dirty="0">
              <a:latin typeface="+mn-lt"/>
            </a:endParaRPr>
          </a:p>
          <a:p>
            <a:pPr algn="just"/>
            <a:endParaRPr lang="en-US" dirty="0"/>
          </a:p>
          <a:p>
            <a:pPr algn="just"/>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6" name="TextBox 5"/>
          <p:cNvSpPr txBox="1"/>
          <p:nvPr/>
        </p:nvSpPr>
        <p:spPr>
          <a:xfrm>
            <a:off x="3505200" y="3505200"/>
            <a:ext cx="1797736" cy="523220"/>
          </a:xfrm>
          <a:prstGeom prst="rect">
            <a:avLst/>
          </a:prstGeom>
          <a:noFill/>
        </p:spPr>
        <p:txBody>
          <a:bodyPr wrap="none" rtlCol="0">
            <a:spAutoFit/>
          </a:bodyPr>
          <a:lstStyle/>
          <a:p>
            <a:r>
              <a:rPr lang="en-US" sz="2800" dirty="0"/>
              <a:t>Thank You!</a:t>
            </a:r>
            <a:endParaRPr lang="en-IN"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28" ma:contentTypeDescription="Create a new document." ma:contentTypeScope="" ma:versionID="8e86f45206d69f05d65aef40a1733e8e">
  <xsd:schema xmlns:xsd="http://www.w3.org/2001/XMLSchema" xmlns:xs="http://www.w3.org/2001/XMLSchema" xmlns:p="http://schemas.microsoft.com/office/2006/metadata/properties" xmlns:ns2="2723f1bc-7802-4c44-b827-a549654b530e" targetNamespace="http://schemas.microsoft.com/office/2006/metadata/properties" ma:root="true" ma:fieldsID="7466106287e23552aae4aa153fe08158" ns2:_="">
    <xsd:import namespace="2723f1bc-7802-4c44-b827-a549654b530e"/>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2723f1bc-7802-4c44-b827-a549654b530e" xsi:nil="true"/>
    <FolderType xmlns="2723f1bc-7802-4c44-b827-a549654b530e" xsi:nil="true"/>
    <LMS_Mappings xmlns="2723f1bc-7802-4c44-b827-a549654b530e" xsi:nil="true"/>
    <DefaultSectionNames xmlns="2723f1bc-7802-4c44-b827-a549654b530e" xsi:nil="true"/>
    <AppVersion xmlns="2723f1bc-7802-4c44-b827-a549654b530e" xsi:nil="true"/>
    <TeamsChannelId xmlns="2723f1bc-7802-4c44-b827-a549654b530e" xsi:nil="true"/>
    <IsNotebookLocked xmlns="2723f1bc-7802-4c44-b827-a549654b530e" xsi:nil="true"/>
    <CultureName xmlns="2723f1bc-7802-4c44-b827-a549654b530e" xsi:nil="true"/>
    <Students xmlns="2723f1bc-7802-4c44-b827-a549654b530e">
      <UserInfo>
        <DisplayName/>
        <AccountId xsi:nil="true"/>
        <AccountType/>
      </UserInfo>
    </Students>
    <Templates xmlns="2723f1bc-7802-4c44-b827-a549654b530e" xsi:nil="true"/>
    <Self_Registration_Enabled xmlns="2723f1bc-7802-4c44-b827-a549654b530e" xsi:nil="true"/>
    <Invited_Students xmlns="2723f1bc-7802-4c44-b827-a549654b530e" xsi:nil="true"/>
    <Teachers xmlns="2723f1bc-7802-4c44-b827-a549654b530e">
      <UserInfo>
        <DisplayName/>
        <AccountId xsi:nil="true"/>
        <AccountType/>
      </UserInfo>
    </Teachers>
    <Student_Groups xmlns="2723f1bc-7802-4c44-b827-a549654b530e">
      <UserInfo>
        <DisplayName/>
        <AccountId xsi:nil="true"/>
        <AccountType/>
      </UserInfo>
    </Student_Groups>
    <Teams_Channel_Section_Location xmlns="2723f1bc-7802-4c44-b827-a549654b530e" xsi:nil="true"/>
    <Owner xmlns="2723f1bc-7802-4c44-b827-a549654b530e">
      <UserInfo>
        <DisplayName/>
        <AccountId xsi:nil="true"/>
        <AccountType/>
      </UserInfo>
    </Owner>
    <Distribution_Groups xmlns="2723f1bc-7802-4c44-b827-a549654b530e" xsi:nil="true"/>
    <Math_Settings xmlns="2723f1bc-7802-4c44-b827-a549654b530e" xsi:nil="true"/>
    <Has_Teacher_Only_SectionGroup xmlns="2723f1bc-7802-4c44-b827-a549654b530e" xsi:nil="true"/>
    <Is_Collaboration_Space_Locked xmlns="2723f1bc-7802-4c44-b827-a549654b530e" xsi:nil="true"/>
    <Invited_Teachers xmlns="2723f1bc-7802-4c44-b827-a549654b530e" xsi:nil="true"/>
  </documentManagement>
</p:properties>
</file>

<file path=customXml/itemProps1.xml><?xml version="1.0" encoding="utf-8"?>
<ds:datastoreItem xmlns:ds="http://schemas.openxmlformats.org/officeDocument/2006/customXml" ds:itemID="{33E3CF65-D18A-4735-B129-DA36A622B86D}"/>
</file>

<file path=customXml/itemProps2.xml><?xml version="1.0" encoding="utf-8"?>
<ds:datastoreItem xmlns:ds="http://schemas.openxmlformats.org/officeDocument/2006/customXml" ds:itemID="{30AFCF06-60EC-4CBA-9BB0-A50AD81F4A65}"/>
</file>

<file path=customXml/itemProps3.xml><?xml version="1.0" encoding="utf-8"?>
<ds:datastoreItem xmlns:ds="http://schemas.openxmlformats.org/officeDocument/2006/customXml" ds:itemID="{304F5D26-DC05-41F1-9C4F-920358C65E13}"/>
</file>

<file path=docProps/app.xml><?xml version="1.0" encoding="utf-8"?>
<Properties xmlns="http://schemas.openxmlformats.org/officeDocument/2006/extended-properties" xmlns:vt="http://schemas.openxmlformats.org/officeDocument/2006/docPropsVTypes">
  <TotalTime>167</TotalTime>
  <Words>3502</Words>
  <Application>Microsoft Office PowerPoint</Application>
  <PresentationFormat>On-screen Show (4:3)</PresentationFormat>
  <Paragraphs>300</Paragraphs>
  <Slides>51</Slides>
  <Notes>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51</vt:i4>
      </vt:variant>
    </vt:vector>
  </HeadingPairs>
  <TitlesOfParts>
    <vt:vector size="64" baseType="lpstr">
      <vt:lpstr>Arial</vt:lpstr>
      <vt:lpstr>Calibri</vt:lpstr>
      <vt:lpstr>Cambria Math</vt:lpstr>
      <vt:lpstr>Helvetica</vt:lpstr>
      <vt:lpstr>Helvetica Neue</vt:lpstr>
      <vt:lpstr>hurme_no2-webfont</vt:lpstr>
      <vt:lpstr>KaTeX_Main</vt:lpstr>
      <vt:lpstr>KaTeX_Math</vt:lpstr>
      <vt:lpstr>Monotype Sorts</vt:lpstr>
      <vt:lpstr>Times New Roman</vt:lpstr>
      <vt:lpstr>Tw Cen MT</vt:lpstr>
      <vt:lpstr>Wingdings</vt:lpstr>
      <vt:lpstr>Office Theme</vt:lpstr>
      <vt:lpstr>Introduction  to Statistical Methods </vt:lpstr>
      <vt:lpstr>PowerPoint Presentation</vt:lpstr>
      <vt:lpstr> Module 1: (Basic Probability &amp; Statistics) </vt:lpstr>
      <vt:lpstr> Agenda </vt:lpstr>
      <vt:lpstr>PowerPoint Presentation</vt:lpstr>
      <vt:lpstr>Random Experiment</vt:lpstr>
      <vt:lpstr>Random Experiment   </vt:lpstr>
      <vt:lpstr>Sample Space</vt:lpstr>
      <vt:lpstr>Event</vt:lpstr>
      <vt:lpstr>Complement of an Event</vt:lpstr>
      <vt:lpstr>Union of Two Events</vt:lpstr>
      <vt:lpstr>Intersection of Two Events</vt:lpstr>
      <vt:lpstr>Mutually Exclusive Events</vt:lpstr>
      <vt:lpstr>Definition of Probability </vt:lpstr>
      <vt:lpstr>Empirical approach</vt:lpstr>
      <vt:lpstr>  Axiomatic approach</vt:lpstr>
      <vt:lpstr>Probability as a Numerical Measure of the Likelihood of Occurrence</vt:lpstr>
      <vt:lpstr>The Addition Rule</vt:lpstr>
      <vt:lpstr>Probability and Venn Diagram</vt:lpstr>
      <vt:lpstr>Independent &amp; Dependent</vt:lpstr>
      <vt:lpstr>Comparison between Mutually Exclusive events and Independent Events </vt:lpstr>
      <vt:lpstr>Example 1</vt:lpstr>
      <vt:lpstr>Example 2</vt:lpstr>
      <vt:lpstr>Solution</vt:lpstr>
      <vt:lpstr>Continued..</vt:lpstr>
      <vt:lpstr>Continued</vt:lpstr>
      <vt:lpstr>Example 3</vt:lpstr>
      <vt:lpstr>Solution</vt:lpstr>
      <vt:lpstr>Example 4</vt:lpstr>
      <vt:lpstr>Solution</vt:lpstr>
      <vt:lpstr>Example 5</vt:lpstr>
      <vt:lpstr>Solution</vt:lpstr>
      <vt:lpstr>Example 6</vt:lpstr>
      <vt:lpstr>Example 7</vt:lpstr>
      <vt:lpstr>Example 8</vt:lpstr>
      <vt:lpstr>Example 8</vt:lpstr>
      <vt:lpstr>Solution</vt:lpstr>
      <vt:lpstr>Contd..</vt:lpstr>
      <vt:lpstr>Contd..</vt:lpstr>
      <vt:lpstr>Example 9</vt:lpstr>
      <vt:lpstr>PowerPoint Presentation</vt:lpstr>
      <vt:lpstr>Practice problems </vt:lpstr>
      <vt:lpstr>            Practice Problems</vt:lpstr>
      <vt:lpstr>Practice problems </vt:lpstr>
      <vt:lpstr>Practice problems  </vt:lpstr>
      <vt:lpstr> </vt:lpstr>
      <vt:lpstr>Practice problems </vt:lpstr>
      <vt:lpstr>Practice problems </vt:lpstr>
      <vt:lpstr>PowerPoint Presentation</vt:lpstr>
      <vt:lpstr>Glossary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 Lectures</dc:title>
  <dc:subject>Multimedia Computing</dc:subject>
  <dc:creator>BITS</dc:creator>
  <cp:keywords>Abhishek Thakur</cp:keywords>
  <dc:description>For Online / Offline series</dc:description>
  <cp:lastModifiedBy>krishna kumari</cp:lastModifiedBy>
  <cp:revision>61</cp:revision>
  <dcterms:created xsi:type="dcterms:W3CDTF">2014-08-22T12:03:00Z</dcterms:created>
  <dcterms:modified xsi:type="dcterms:W3CDTF">2026-08-09T12:00:42Z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5B74BC07412C48819690A5D4CB611107_12</vt:lpwstr>
  </property>
  <property fmtid="{D5CDD505-2E9C-101B-9397-08002B2CF9AE}" pid="3" name="KSOProductBuildVer">
    <vt:lpwstr>1033-12.2.0.20795</vt:lpwstr>
  </property>
  <property fmtid="{D5CDD505-2E9C-101B-9397-08002B2CF9AE}" pid="4" name="ContentTypeId">
    <vt:lpwstr>0x0101008507BA72441AEE45A3CAE1ADD5070980</vt:lpwstr>
  </property>
</Properties>
</file>