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80ABCA-4C31-4130-BE0C-65B23B5C37CF}" v="4" dt="2026-08-16T12:11:19.61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customXml" Target="../customXml/item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83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8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kumari" userId="e8c293e7a058df72" providerId="LiveId" clId="{C23EA179-D794-4125-99B8-B0414D97DF8E}"/>
    <pc:docChg chg="modSld">
      <pc:chgData name="krishna kumari" userId="e8c293e7a058df72" providerId="LiveId" clId="{C23EA179-D794-4125-99B8-B0414D97DF8E}" dt="2026-08-16T12:11:19.615" v="3"/>
      <pc:docMkLst>
        <pc:docMk/>
      </pc:docMkLst>
      <pc:sldChg chg="addSp">
        <pc:chgData name="krishna kumari" userId="e8c293e7a058df72" providerId="LiveId" clId="{C23EA179-D794-4125-99B8-B0414D97DF8E}" dt="2026-08-16T11:48:07.283" v="0"/>
        <pc:sldMkLst>
          <pc:docMk/>
          <pc:sldMk cId="0" sldId="260"/>
        </pc:sldMkLst>
        <pc:inkChg chg="add">
          <ac:chgData name="krishna kumari" userId="e8c293e7a058df72" providerId="LiveId" clId="{C23EA179-D794-4125-99B8-B0414D97DF8E}" dt="2026-08-16T11:48:07.283" v="0"/>
          <ac:inkMkLst>
            <pc:docMk/>
            <pc:sldMk cId="0" sldId="260"/>
            <ac:inkMk id="18" creationId="{22C0AFE8-9FBA-CC1D-2424-EB77157854BE}"/>
          </ac:inkMkLst>
        </pc:inkChg>
      </pc:sldChg>
      <pc:sldChg chg="addSp">
        <pc:chgData name="krishna kumari" userId="e8c293e7a058df72" providerId="LiveId" clId="{C23EA179-D794-4125-99B8-B0414D97DF8E}" dt="2026-08-16T11:48:07.283" v="0"/>
        <pc:sldMkLst>
          <pc:docMk/>
          <pc:sldMk cId="0" sldId="262"/>
        </pc:sldMkLst>
        <pc:inkChg chg="add">
          <ac:chgData name="krishna kumari" userId="e8c293e7a058df72" providerId="LiveId" clId="{C23EA179-D794-4125-99B8-B0414D97DF8E}" dt="2026-08-16T11:48:07.283" v="0"/>
          <ac:inkMkLst>
            <pc:docMk/>
            <pc:sldMk cId="0" sldId="262"/>
            <ac:inkMk id="42" creationId="{D8AE7880-AC2A-C83F-7F4E-0AA597B28FAB}"/>
          </ac:inkMkLst>
        </pc:inkChg>
      </pc:sldChg>
      <pc:sldChg chg="addSp">
        <pc:chgData name="krishna kumari" userId="e8c293e7a058df72" providerId="LiveId" clId="{C23EA179-D794-4125-99B8-B0414D97DF8E}" dt="2026-08-16T11:48:07.283" v="0"/>
        <pc:sldMkLst>
          <pc:docMk/>
          <pc:sldMk cId="0" sldId="263"/>
        </pc:sldMkLst>
        <pc:inkChg chg="add">
          <ac:chgData name="krishna kumari" userId="e8c293e7a058df72" providerId="LiveId" clId="{C23EA179-D794-4125-99B8-B0414D97DF8E}" dt="2026-08-16T11:48:07.283" v="0"/>
          <ac:inkMkLst>
            <pc:docMk/>
            <pc:sldMk cId="0" sldId="263"/>
            <ac:inkMk id="4" creationId="{C5E81594-F29F-E93A-1EAF-C13CFEF702FF}"/>
          </ac:inkMkLst>
        </pc:inkChg>
      </pc:sldChg>
      <pc:sldChg chg="addSp">
        <pc:chgData name="krishna kumari" userId="e8c293e7a058df72" providerId="LiveId" clId="{C23EA179-D794-4125-99B8-B0414D97DF8E}" dt="2026-08-16T11:53:35.668" v="1"/>
        <pc:sldMkLst>
          <pc:docMk/>
          <pc:sldMk cId="0" sldId="264"/>
        </pc:sldMkLst>
        <pc:inkChg chg="add">
          <ac:chgData name="krishna kumari" userId="e8c293e7a058df72" providerId="LiveId" clId="{C23EA179-D794-4125-99B8-B0414D97DF8E}" dt="2026-08-16T11:48:07.283" v="0"/>
          <ac:inkMkLst>
            <pc:docMk/>
            <pc:sldMk cId="0" sldId="264"/>
            <ac:inkMk id="4" creationId="{679044B5-AA81-5BAF-E9DE-FC8B6C997774}"/>
          </ac:inkMkLst>
        </pc:inkChg>
        <pc:inkChg chg="add">
          <ac:chgData name="krishna kumari" userId="e8c293e7a058df72" providerId="LiveId" clId="{C23EA179-D794-4125-99B8-B0414D97DF8E}" dt="2026-08-16T11:53:35.668" v="1"/>
          <ac:inkMkLst>
            <pc:docMk/>
            <pc:sldMk cId="0" sldId="264"/>
            <ac:inkMk id="5" creationId="{498C6C65-C588-BA11-D994-EC6F65F716DB}"/>
          </ac:inkMkLst>
        </pc:inkChg>
      </pc:sldChg>
      <pc:sldChg chg="addSp">
        <pc:chgData name="krishna kumari" userId="e8c293e7a058df72" providerId="LiveId" clId="{C23EA179-D794-4125-99B8-B0414D97DF8E}" dt="2026-08-16T11:53:35.668" v="1"/>
        <pc:sldMkLst>
          <pc:docMk/>
          <pc:sldMk cId="0" sldId="265"/>
        </pc:sldMkLst>
        <pc:inkChg chg="add">
          <ac:chgData name="krishna kumari" userId="e8c293e7a058df72" providerId="LiveId" clId="{C23EA179-D794-4125-99B8-B0414D97DF8E}" dt="2026-08-16T11:53:35.668" v="1"/>
          <ac:inkMkLst>
            <pc:docMk/>
            <pc:sldMk cId="0" sldId="265"/>
            <ac:inkMk id="4" creationId="{688C4FC2-CFB3-BEA5-5E81-1261236BAB51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66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66"/>
            <ac:inkMk id="4" creationId="{2D58E277-9E0A-F8B4-070C-E5189C78A4D9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67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67"/>
            <ac:inkMk id="8" creationId="{C9F15C93-923A-F55C-C845-304710281C7B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68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68"/>
            <ac:inkMk id="4" creationId="{CF6C67F4-775B-6395-DB28-CA5750618B3A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69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69"/>
            <ac:inkMk id="4" creationId="{91E47EC8-2949-5EF5-AA35-454B08339310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70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70"/>
            <ac:inkMk id="13" creationId="{D7EF0EC8-185D-8137-3EA4-767D661976AE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71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71"/>
            <ac:inkMk id="4" creationId="{E0E6456E-0085-B0DB-E14F-657988B3BC3F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72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72"/>
            <ac:inkMk id="14" creationId="{6AD9CCBB-9261-D876-2726-38002124E321}"/>
          </ac:inkMkLst>
        </pc:inkChg>
      </pc:sldChg>
      <pc:sldChg chg="addSp">
        <pc:chgData name="krishna kumari" userId="e8c293e7a058df72" providerId="LiveId" clId="{C23EA179-D794-4125-99B8-B0414D97DF8E}" dt="2026-08-16T12:09:24.925" v="2"/>
        <pc:sldMkLst>
          <pc:docMk/>
          <pc:sldMk cId="0" sldId="273"/>
        </pc:sldMkLst>
        <pc:inkChg chg="add">
          <ac:chgData name="krishna kumari" userId="e8c293e7a058df72" providerId="LiveId" clId="{C23EA179-D794-4125-99B8-B0414D97DF8E}" dt="2026-08-16T12:09:24.925" v="2"/>
          <ac:inkMkLst>
            <pc:docMk/>
            <pc:sldMk cId="0" sldId="273"/>
            <ac:inkMk id="4" creationId="{8AC9455C-0BD8-AFE0-5689-02617EC35F73}"/>
          </ac:inkMkLst>
        </pc:inkChg>
      </pc:sldChg>
      <pc:sldChg chg="addSp">
        <pc:chgData name="krishna kumari" userId="e8c293e7a058df72" providerId="LiveId" clId="{C23EA179-D794-4125-99B8-B0414D97DF8E}" dt="2026-08-16T12:11:19.615" v="3"/>
        <pc:sldMkLst>
          <pc:docMk/>
          <pc:sldMk cId="0" sldId="274"/>
        </pc:sldMkLst>
        <pc:inkChg chg="add">
          <ac:chgData name="krishna kumari" userId="e8c293e7a058df72" providerId="LiveId" clId="{C23EA179-D794-4125-99B8-B0414D97DF8E}" dt="2026-08-16T12:11:19.615" v="3"/>
          <ac:inkMkLst>
            <pc:docMk/>
            <pc:sldMk cId="0" sldId="274"/>
            <ac:inkMk id="4" creationId="{12F12AA1-7C13-0141-7149-255D1B9C04E7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40:50.6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14423 4284 176 0,'-6'-7'213'0,"6"7"-57"0,-7-6-26 0,7 6-18 0,-11-7-9 16,11 7-9-16,-13-4-9 0,13 4-6 0,-13-3-7 15,4-1-9-15,9 4-7 0,-14-4-8 0,5 1 3 16,-1 1-10-16,10 2 11 0,-13-6-1 0,4 4-1 16,9 2 6-16,-14-4 7 0,14 4 11 0,-11-4 0 15,11 4-6-15,-10-3-6 0,10 3-9 0,-7-4-1 0,7 4-13 16,0 0-7-16,0 0-17 0,3-5 20 0,-3 5 8 16,15-5-7-16,-2 3 10 0,3-1-17 15,4 0 8-15,0 1-12 0,8 2 22 0,2-1-24 16,1 1 16-16,9 0-18 0,2 1 13 0,8-1-3 15,4 2 11-15,2 1-21 0,3 0 27 0,0-3-17 0,3 2 10 16,2-2 26-16,13 0-2 0,2-2-10 16,3 0 17-16,6-2-9 0,2-3 3 0,2 1-1 15,2 0 11-15,-1 0-4 0,6-2-15 0,-2 1-2 16,4-2-21-16,0 1 11 0,2 1-19 0,0-2-4 16,-1 3-7-16,0-2 4 0,-1 1-7 0,-1 0 1 15,-1 1-8-15,2 2 0 0,-5 0-1 0,0 2 4 16,-4 0-5-16,0 0 6 0,-4-1-3 0,-6 3 1 15,1 0-6-15,0 3 5 0,-3-3-8 0,1 0 9 0,-4 2-2 16,1-1 10-16,-13 0-7 0,0-1 5 0,-1 0-4 16,-2-1 13-16,-4 0-3 0,1-1 10 0,-3-1-13 15,-1 2 5-15,-5-1-14 0,1-1 9 0,0 1-10 16,-3 0 4-16,-1-3-8 0,-7 3 9 0,-1-1-8 16,2-3 7-16,4 3-11 0,-2-2 8 0,3-1-5 15,-1 1 6-15,2 2-8 0,-1-4 8 0,2 3-8 16,-2-1 7-16,-7 3-8 0,1-2 5 0,-2 0-5 15,-2 2 7-15,-5 0-10 0,-3 0-17 0,-3 1-37 16,-3-1-67-16,-4 2-53 0,-3 0 7 0,-15 0-13 16,19 0-52-16,-19 0-49 0,0 0-91 0,4 7-395 15,-4-7-287-15</inkml:trace>
  <inkml:trace contextRef="#ctx0" brushRef="#br0" timeOffset="7781.16">27235 5650 193 0,'0'0'174'0,"10"-2"-49"0,-10 2-32 16,14-1-34-16,-14 1-41 0,18-2-67 0,-18 2-146 16,18-1 58-16</inkml:trace>
  <inkml:trace contextRef="#ctx0" brushRef="#br0" timeOffset="9514.16">20214 6189 78 0,'-3'-11'435'0,"2"1"-124"0,-2 2-68 16,2 2-49-16,1 6-49 0,-4-7-26 0,4 7-28 16,0 0-8-16,-4 8 29 0,0 3-9 0,3 4 7 15,-1 2-3-15,0 7-14 0,2 2-8 0,0 3-18 16,2 4-10-16,0 1-8 0,3 0-5 0,-1 6-8 15,5 1-11-15,-4-9 20 0,4 2-31 0,-2-2 17 16,2 1-19-16,-2-2 17 0,3 1-2 0,-1-4-26 16,0-2 18-16,1-1-23 0,-2-4 19 15,-1-2-55-15,-1-2-45 0,0-2-53 0,-2-2-51 16,-1-2-76-16</inkml:trace>
  <inkml:trace contextRef="#ctx0" brushRef="#br0" timeOffset="9965.09">20070 6386 20 0,'2'-27'542'0,"0"-1"-160"16,2 2-78-16,0 3-60 0,3 1-61 0,-2 0-20 15,3 3-45-15,1 0-17 0,3 1-31 0,2 2 7 16,0 0-23-16,1 1-10 0,1 3-9 0,2 0-4 16,-3 4 6-16,2 0-20 0,-3 4 5 0,2-1-18 15,-3 5 16-15,1 0-21 0,-2 2 12 0,0 2-10 16,0 1 15-16,-2 4-17 0,-2 1 1 0,-2 3-1 15,-3 1 0-15,-3 2 2 0,-3 3 1 0,-3 1-2 16,-4 1-2-16,-1-2 2 0,-3 3-1 0,1-5 0 16,1-2 8-16,-2 0-7 0,2-4 34 15,2-1 12-15,0 0 4 0,1-3 3 0,2 1-12 0,-2-2-8 16,6-2-3-16,3-4-4 0,-7 6-6 16,7-6-3-16,0 0-2 0,18 0-4 0,-6-2-3 0,4 1 3 15,5 1-8-15,-1 0-2 0,7 1 4 0,0 2-6 16,1 5 3-16,0 0-1 0,0 4 1 0,0 3-1 15,-3 2 0-15,-4 1-1 0,0 2 4 0,-2 2 2 16,-5 2-4-16,1 1-2 0,-4 0 16 0,-6-1-17 16,-2-1 33-16,-3 2-30 0,-5-1 26 0,0-2-26 15,-6 3 24-15,-5-2-13 0,2-3 50 0,-6-2-5 16,-1-2 24-16,0-5-10 0,-1-2 9 0,-2-2-21 16,2-2-2-16,0-4-13 0,-1-1-3 0,3-1-7 15,-1-2-10-15,0-1-4 0,5-4-8 0,0 1 1 16,4-3-21-16,3-2-52 0,4-3-91 0,5 0-39 15,4 0-80-15,6-5-95 0,4-1-478 0,3 2-384 16</inkml:trace>
  <inkml:trace contextRef="#ctx0" brushRef="#br0" timeOffset="10130.44">20841 6759 1358 0,'0'0'809'0,"8"-5"-193"0,-8 5-124 0,0 0-161 0,6-6-166 0,-6 6-167 16,0 0-149-16,0 0-83 0,7-4-98 0,-7 4-107 15,6 5-386-15,-6-5-362 0</inkml:trace>
  <inkml:trace contextRef="#ctx0" brushRef="#br0" timeOffset="19446.34">13499 7474 87 0,'0'-8'296'0,"0"1"-83"0,-1 0-30 0,1-1-43 0,-1 0-10 0,1 0-32 0,0-1-8 0,0 1-33 16,0 0-1-16,1-3-17 0,-2 2 0 0,2 0-13 15,0-2 1-15,-1 1-11 0,0 0 5 0,0 1-10 16,0-1 5-16,0-1-10 0,0 0 13 0,0 0-11 16,0 0 16-16,0-2 1 0,0 3 7 0,0-3-12 15,0 0 7-15,0-1-10 0,0 0 26 0,0-3-17 16,-1 0 17-16,0 0-1 0,-1-1-7 0,1-2 5 15,-3 1-4-15,2-2-11 0,-4 0 27 0,1-3 2 16,-5 1-12-16,1-2 2 0,-1 1-8 0,-3 1-5 16,-1-2 6-16,0 2-13 0,-1-2 4 0,-2 3-6 15,2 0-1-15,-2 0 0 0,-1-1-21 0,-1 4 15 16,0-4-11-16,1 3 16 0,0-2-17 0,0 1 13 16,-2 2-11-16,1 2 28 0,-1-1-16 0,0-1 0 0,0 3-12 15,-1-1 17-15,-2 1-19 0,0 1 15 16,1 2-15-16,-2-1 8 0,-1 1-14 0,-2 1 16 15,-1 1-6-15,-2 3 1 0,-3-2-1 0,2 2-3 0,-2 2 1 16,-3 1-17-16,-2 0 13 0,-2 2-12 16,-2 0 11-16,-6 2-7 0,-1 0 18 0,-5 2-22 15,2 0 19-15,-2 2-7 0,-2 0 1 0,-1 2 4 0,0 0 0 16,0 1-1-16,1 1 1 0,-1-1-3 16,1 3-13-16,-1 0 1 0,-9 3 2 0,1-1 10 0,2 3 12 15,2-3-16-15,-1 4 8 0,0 0-5 16,2 1 2-16,0 0-4 0,3 1 0 0,-1 1-3 0,10-1 22 15,-7 2-19-15,1 0 15 0,-1 3-19 0,1-1 16 16,3 2-16-16,0 2 16 0,0 1-19 0,1 2 23 16,-1 1-23-16,0 2 4 0,4 1-10 0,-3 3 14 15,4 2-1-15,-1 0-5 0,-1 4 7 0,2-3 0 16,5 3 1-16,2 0-1 0,-1 0-6 0,3 0 31 16,5 0-29-16,7-7 27 0,-1 4 4 0,4-1 2 15,3 4-26-15,1 1 25 0,3 2-26 0,3 0 23 16,-2 5-21-16,7-2-3 0,-1 3 7 0,4 0 2 15,-1 0 4-15,5 0 17 0,0 0-26 0,4 0 25 16,-2 0-24-16,3-2 26 0,2 4-6 0,-2-1-7 16,4 1-29-16,2 8 29 0,2-1-31 0,1-1 26 15,-1-1-23-15,6 0 22 0,-1-4-22 0,4 0 25 16,1-3-25-16,2-2 31 0,3 1-6 0,3-6 17 16,1-1-21-16,1-2 17 0,2 2 5 0,1-3-1 15,1-2-13-15,1 1 7 0,3-3-17 0,-2-2 19 16,4 0-6-16,1 0 22 0,2-3-11 0,6-1 25 15,1-2-4-15,5 0-10 0,2-2-15 0,5-2 7 16,0 2-9-16,4-4-1 0,2 1-6 0,1-3-1 16,-1 0 0-16,-1-2-6 0,-1 0 5 0,1-2 7 0,2-3-2 15,-2-2 0-15,4 0 11 0,-1-4 16 16,0-3 9-16,-9 0-12 0,1-3-1 0,9-3-6 0,-1-1-5 16,4-3-5-16,-2-3 24 0,4-3-13 15,3 1-1-15,0-2-12 0,2-4-2 0,-1-1-10 0,0-1 1 16,0-3-5-16,-1-2-5 0,-4 2 2 0,1-2-8 15,-1-3 4-15,0 1-2 0,-1-2 1 16,1-1 0-16,-3-2-4 0,1-2-1 0,-3-1-3 0,-2-2 5 16,-2-2-10-16,-2-1 9 0,-5-3-3 0,0-4 3 15,-4 0-4-15,0-3 4 0,-4-3-2 16,-1 1-1-16,-3-2 3 0,-1 0 15 0,-3-2 0 0,-4 0-1 16,-3-2-7-16,-3-1 7 0,-4-2-6 0,-4-2-2 15,-6-2-3-15,-3 0 0 0,-7-2-5 0,-3 0 2 16,-6 13 4-16,-3-4-3 0,-2 2 0 0,-7-9 0 15,-1 1-4-15,-3 1-3 0,-5 1 2 0,1 4-1 16,-2-1 2-16,-2 3-5 0,0 0 2 0,-2 2 2 16,-1 2-7-16,0 4 7 0,-2-2-4 0,5 11 3 15,-2 1-1-15,1 2 11 0,-3 2-12 0,2 1 2 16,0 4 1-16,-2-1-1 0,2 3-1 0,3 6-3 16,0 0-20-16,3 4-39 0,1 3-71 0,-2 1-34 15,-1 3-51-15,-4 4-35 0,-3 3-39 0,-3 3-46 16,-8 3-86-16,-7 3-466 0,-3 4-453 0</inkml:trace>
  <inkml:trace contextRef="#ctx0" brushRef="#br0" timeOffset="21648.13">11877 8349 134 0,'7'-6'141'0,"-1"3"-236"0,-6 3 34 16</inkml:trace>
  <inkml:trace contextRef="#ctx0" brushRef="#br0" timeOffset="43550.01">31045 10246 257 0,'0'-14'232'0,"0"4"-55"0,-3-2-12 0,3 2-28 0,-2-2-12 15,-2 3-26-15,0-2-5 0,-4 0-22 0,3-1-5 16,-4 1-4-16,0 3-10 0,-3-1-12 0,-3-1 4 16,0 4-4-16,-4-1 2 0,-3 0 0 0,-1 4-13 15,-2 1 16-15,-1 2-1 0,-3 2 11 0,-6 2-22 16,1 3-1-16,-3 5-7 0,-2 2-6 0,3 3-6 15,3 0 0-15,1 2-1 0,3 1-5 0,7-2 5 16,3 1 12-16,6-4-7 0,4 2 11 0,2-1 8 16,5-1-2-16,6-1 3 0,3 2 19 0,4-2 16 15,7 2-27-15,4 0 1 0,7-4-20 0,6 3-13 16,4-3-1-16,2-1 4 0,3-1-8 0,0-2-3 16,0 0 3-16,-1-3-2 0,-6 1-2 0,-2 0-1 15,-3-1-2-15,-5 1-2 0,-3-1 5 0,-4 1-2 16,1 0-6-16,-5 3 18 0,-5-2-13 0,-2 2 11 15,-6 0-12-15,-1 3 14 0,-5-3 3 0,-3 4 4 16,-7 3-5-16,-8 2 15 0,-1-4 6 0,-5 1-8 16,-8 1 7-16,-1-1-5 0,-1-1-4 0,-1-3-7 15,-3 1-3-15,0-2-6 0,-1-1 1 0,-1-1-4 16,0 0-1-16,-1-2-1 0,0 1-3 0,1 1 0 16,6-4-33-16,1 3-113 0,1 0-111 0,2 0-178 15,1 0-256-15,2-1-195 0</inkml:trace>
  <inkml:trace contextRef="#ctx0" brushRef="#br0" timeOffset="50566">13489 12156 257 0,'-14'-1'249'0,"0"-1"-54"0,3 1-26 0,0-1 7 15,11 2-5-15,-14-4-23 0,14 4-17 0,-14-2-16 16,14 2-19-16,-12-3-3 0,12 3-17 0,0 0-4 16,-10-2-17-16,10 2 4 0,0 0-19 0,9-2 8 15,1 1-4-15,8-2 17 0,8-2-17 0,10-1 11 16,16-2-27-16,18-3 0 0,7-1-2 0,11-1 1 15,4-3-4-15,24-3 7 0,6-2 1 0,2 2-2 16,2-2-2-16,1 1-3 0,-6-2-7 0,-3 1-3 16,-6 1 0-16,-21 4 2 0,-7-1-10 0,-2 2 0 15,-9 3 4-15,-3-1-1 0,-20 3-4 0,-5 3-4 16,-12 1-1-16,-6 1-4 0,-9 3 5 0,-5 0-5 0,-13 2 2 16,0 0 2-16,-2 7-12 0,-13 0-7 15,-9 1 0-15,-13 4 0 0,-7 0 3 0,-6 3-9 16,-12 0 16-16,-5 1 2 0,-2-1 2 0,-1 0-2 15,-3-2 2-15,3 2 0 0,-3-1-1 0,0-1 7 16,-1 0-3-16,-4 0-3 0,3-1 8 0,-6 1-4 16,1 1 16-16,0-3-16 0,3 2 4 0,1-1-8 0,2-2 15 15,6-1-15-15,11 1 12 0,4-2-13 0,2-1 15 16,8 2-17-16,7-5-4 0,9 1 11 0,1 0 12 16,9-4-14-16,5 3 16 0,12-4-17 0,0 0 19 15,0 0-20-15,28-1 21 0,11-3-15 0,17-2 12 16,21-4-13-16,8 1 12 0,7-3-20 0,5 1 21 15,26-3-19-15,0-1 3 0,-2 0-1 0,-1 1 4 16,-24 3-1-16,-4-2-4 0,-2 2 10 0,-5 2 4 16,-7-2-2-16,-5 2 0 0,-18 2-1 0,-3 1-2 15,-6 0-2-15,-13 2 0 0,-4 1 0 0,-6 1-5 16,-4 0 6-16,-9 2-1 0,-10 0-1 0,10 2-1 16,-10-2-2-16,-14 6-20 0,-1-2-33 0,-15 5-56 15,-10 2-67-15,-8 0-71 0,-13 2-397 0,-7 0-156 16</inkml:trace>
  <inkml:trace contextRef="#ctx0" brushRef="#br0" timeOffset="56063.16">13756 11465 268 0,'0'0'223'0,"0"0"-60"0,0 0-20 0,0 0-22 0,0 0 0 16,0 0-13-16,0 0-3 0,9-1-17 16,-9 1-3-16,0 0-17 0,0 0-13 0,0 0-8 0,0 0-8 15,0 0-10-15,0 0-4 0,0 0-6 0,0 0 0 16,5-5-6-16,-5 5 0 0,0 0-8 0,0 0-4 16,0 0-40-16,9-1-29 0,-9 1-44 15,0 0-35-15,9-3-99 0,-9 3-116 0,0 0 179 0</inkml:trace>
  <inkml:trace contextRef="#ctx0" brushRef="#br0" timeOffset="56277.53">13798 11619 375 0,'0'0'318'0,"-9"5"-79"0,9-5-49 0,-5 4-38 0,5-4-39 16,0 0-21-16,-9 5-16 0,9-5-15 0,0 0-14 15,0 0-42-15,-6 4-42 0,6-4-59 0,0 0-121 16,0 0-201-16,0 0 119 0</inkml:trace>
  <inkml:trace contextRef="#ctx0" brushRef="#br0" timeOffset="57993.44">15329 10799 45 0,'0'0'296'0,"3"-12"-93"0,-3 12 0 0,1-12-31 0,0 5-22 15,-1 1-11-15,2-3-20 0,-2 2-13 0,2-3-21 16,-2 2-8-16,3-3-14 0,-1 1-3 0,0-2-11 16,-1 3-4-16,0-3-11 0,-1 0-4 0,0 1 3 15,-1-2-10-15,-2 1 2 0,-1-1-4 0,-1-1-5 0,-1 1 1 16,-3 1-7-16,-3-3 2 0,1 0 3 16,-6 2 0-16,2 1 11 0,-4-3 2 0,-3 2 4 15,-2 1 4-15,-2 1 1 0,-2 0-1 0,1 3-10 0,-2-2 5 16,-2 3-4-16,-1 3 1 0,-1-2 4 15,4 4 1-15,-1 2 2 0,-2 1-2 0,-1 2-2 16,-2 2 3-16,2 4-4 0,-5 2-1 0,1 5 29 0,1 1-32 16,2 4 24-16,-1 2-18 0,2 8 25 0,-4 6 15 15,1 4-21-15,4 5 12 0,3 1-29 0,2 4 4 16,4-1-6-16,2 2 5 0,9-5 10 16,2-1 1-16,2 2 2 0,4-2 2 0,1 1-17 0,5 0 26 15,3 0 0-15,3 0-10 0,4 0-12 0,6 4 12 16,5-1 27-16,5-1-16 0,7-5-9 0,3 1-12 15,7-4-9-15,3-3-1 0,6-5-8 0,4-2-1 16,-1-5-2-16,3-6 2 0,-10-7-2 0,1-4 6 16,3-6 23-16,-3-6-5 0,3-6-7 0,6-7-6 15,-3-4-3-15,-1-7-9 0,-1-7 2 0,-5 1-11 16,-3-6 7-16,-2-1-7 0,-3-5 1 0,-7-3-7 16,-3-4 6-16,-5-1-6 0,-7-4-2 0,-3-2 1 15,-11 9-7-15,-3-3 5 0,-7-1-5 0,-8-7 0 16,-7 4 7-16,-8 4-7 0,-6-1 1 0,-5 6-7 15,-6 4 0-15,-2 3-13 0,-5 6-19 0,-4 5-42 16,0 7-58-16,-6 5-69 0,5 11-13 0,-2 3-81 0,-4 8-78 16,-9 8-543-16,1 7-500 0</inkml:trace>
  <inkml:trace contextRef="#ctx0" brushRef="#br0" timeOffset="69081.7">6617 14593 150 0,'-14'-7'370'0,"1"0"-71"0,2-2-36 16,-2 1-12-16,0-1-30 0,2 1-27 0,-1-1-4 0,3 1-6 15,-2-1 0-15,3 4-18 0,2 0-32 0,-1-2-24 16,2 4-20-16,5 3-20 0,-6-5-11 0,6 5 15 15,0 0 2-15,6 13 16 0,-1-4-9 16,3 8-3-16,2 2 0 0,3 6-17 0,1 7-7 0,2 5-9 16,0-1-6-16,2 2-8 0,-3 0-6 0,0 1-7 15,1 1-3-15,-1-1-2 0,-2 1-4 0,2-2-2 16,-3 1 1-16,-2-3-2 0,3 0 2 0,-7-4-3 16,3-2-2-16,-4-1-2 0,1-4-5 0,-2-2-26 15,2-2-55-15,-4-3-52 0,1-1-30 0,-1-4-31 16,0 0-74-16,-2-6-81 0,0-7-93 0,-3 11-229 15,3-11-181-15</inkml:trace>
  <inkml:trace contextRef="#ctx0" brushRef="#br0" timeOffset="69327.25">6574 14581 146 0,'5'-30'490'0,"-2"0"-123"0,3 6-73 15,-1 1-36-15,1 2-62 0,-2 2-13 0,4 5-49 16,-2-1 3-16,2 3-26 0,-2 2 1 0,4 1-17 15,-1 3 18-15,2 2-18 0,0 1-24 0,-11 3-18 16,20 1-7-16,-8 3-7 0,-2 2-4 0,2 6-8 16,-4-1-1-16,-1 3 21 0,-2 1-29 0,-1 4-2 15,-4 0-5-15,0 2-2 0,-4 3 0 0,-2-1-1 16,-7 2 0-16,0 3-1 0,-5 0-10 0,-1 0 10 16,-4-3-10-16,4-4 10 0,-2-2-12 0,1-1 9 15,5-4-5-15,-1-3 5 0,5 0-20 0,1-5-50 16,2-4-94-16,8-2-84 0,0 0-92 0,-4-4-411 15,8-3-254-15</inkml:trace>
  <inkml:trace contextRef="#ctx0" brushRef="#br0" timeOffset="69610.3">7398 14196 424 0,'1'-7'517'0,"-3"1"-109"15,2 6-58-15,-11-2-44 0,0 4 12 16,-1 4-43-16,-2 2 10 0,-6 7-4 0,-2 3-27 0,-3 7 13 16,0 7-50-16,-2 3-21 0,-1 11-24 0,3 6-22 15,2 3-28-15,5 3-13 0,3 2-23 0,6 2-12 16,2-8-23-16,7 1-3 0,3-1-15 0,4 11-8 16,5-7-4-16,7 0-1 0,4-2-4 0,4-6-1 15,4-3-5-15,3-6-2 0,3-4-1 0,-1-9-3 16,5-6-5-16,4-4-59 0,-2-5-91 0,7-6-76 15,0-5-67-15,0-4-31 0,-1-4-22 0,0-1-59 16,-2-5-79-16,-3-4-388 0,-3-1-426 0</inkml:trace>
  <inkml:trace contextRef="#ctx0" brushRef="#br0" timeOffset="69993.77">7996 14168 549 0,'-1'-7'431'0,"-3"1"-61"16,1-1-71-16,0 2-23 0,-4-1-49 0,1 1-23 0,-3 0-46 15,-3 2-16-15,1 2 22 0,-6 1-2 0,-1 1-28 16,-1 4-21-16,-3 3-15 0,1 0-11 0,-4 8 20 16,1 0-1-16,-1 7-2 0,-1 2-16 0,4 1-12 15,6-3-13-15,0 2-5 0,4 1-11 0,3-1-4 16,2-1 24-16,3-1-12 0,4-2-1 0,4 0 18 16,0-1-9-16,5-1-17 0,4-1-8 0,-1-3-8 15,5-2-5-15,4-2 0 0,2-3-10 0,1-2 0 16,4-2-1-16,0-3-3 0,-1-2-3 0,9-4-2 15,-4 0-11-15,-2-3-41 0,-5 1-91 0,-1-2-67 16,-2 1-63-16,-6-3-37 0,-2 2-20 0,-3 1-25 16,-6-1-26-16,-4-1-56 0,-1 4-269 0,-4-4-207 15</inkml:trace>
  <inkml:trace contextRef="#ctx0" brushRef="#br0" timeOffset="70178.83">7712 14459 287 0,'-9'3'311'0,"9"-3"-52"0,-10 4 10 0,10-4-24 15,0 0 1-15,0 0-25 0,0 0-26 16,13-2-31-16,0-1-21 0,-1 0-28 0,6-3-21 16,3-3-12-16,3 3-16 0,4-5-17 0,2 0-9 0,0-1-10 15,6-2-5-15,-7 2 0 0,2-1-6 16,-3-2-8-16,-2 5-40 0,-6-2-55 0,1 3-67 0,-5-1-64 16,-3 3-88-16,-1-1-40 0,-2 2-210 0,-4-1-64 15</inkml:trace>
  <inkml:trace contextRef="#ctx0" brushRef="#br0" timeOffset="70344.16">8148 14258 150 0,'0'0'397'0,"0"0"-127"0,0 0-28 0,0 0-4 16,0 0 25-16,0 0-12 0,9 4-12 0,-9-4-5 15,9 11 27-15,-4-5-3 0,3 4-32 0,-2-3-18 16,2 5-31-16,1-2-27 0,0 2-16 0,0 1-16 16,1 3-26-16,0-1-21 0,2 0-9 0,-2 1-13 15,1 1-8-15,1 0-16 0,-2-1-2 0,3-2-85 16,-4-2-134-16,0 1-62 0,1-2-129 0,-2-1-113 15,-2-3-373-15,0 0-429 0</inkml:trace>
  <inkml:trace contextRef="#ctx0" brushRef="#br0" timeOffset="70627.03">8314 14298 85 0,'0'0'724'0,"-2"-8"-163"16,2 8-77-16,-6-6-35 0,6 6-65 0,-1-7-39 15,1 7-38-15,-6-5-39 0,6 5-40 0,0 0-42 16,0-8-38-16,0 8-29 0,0-9-23 0,0 9-24 0,6-9-15 16,-5 2-9-16,2 1-9 0,1-2-10 15,-2-1-5-15,1 3-5 0,0-4-3 0,-1 3-3 16,0-3-2-16,-2 4-3 0,0-2 0 0,-2 0-2 16,0 2-6-16,-2-3 3 0,0 3 4 0,-3 2-7 0,0-2 3 15,-2 3-3-15,9 3 1 0,-16-3-5 16,16 3 6-16,-20 3-7 0,11 0 8 0,-1 3-7 15,1-2 5-15,3 2-3 0,-1 3 3 0,0-2-11 16,4 1-15-16,1 0-40 0,2 1-73 0,1-2-79 0,5 1-86 16,-1 0-78-16,4-2-96 0,1 0-501 0,3 0-567 15</inkml:trace>
  <inkml:trace contextRef="#ctx0" brushRef="#br0" timeOffset="71094.28">8654 14149 9 0,'0'0'739'0,"0"0"-199"0,-5 6-127 0,5-6-76 0,0 0-60 16,0 0-68-16,-5 6-43 0,5-6-21 0,0 0 43 15,0 0-6-15,-1 7-32 0,1-7-22 0,2 6 1 16,-2-6-30-16,3 6-13 0,-3-6-20 0,2 7-3 16,-2-7-8-16,4 4 44 0,-4-4 11 0,0 0 25 15,1 6-2-15,-1-6 4 0,0 0-24 0,0 0-19 16,0 0-19-16,0 0-14 0,-10-6-14 0,5 2-7 0,-2-3-8 15,-1-1-6-15,-1-3-3 0,0-1-2 0,0 2 1 16,3-5-6-16,-2 3-1 0,-1-1-1 16,4 1 2-16,-2 0-4 0,4 3-4 0,0-1 6 0,-1 1-9 15,2 1 0-15,0 2-3 0,2 6 0 0,-1-11-2 16,1 11 2-16,4-4-3 0,-4 4 2 0,0 0-4 16,0 0 2-16,10 2-2 0,-10-2 0 0,8 7-20 15,-8-7-47-15,6 10-34 0,-6-10-49 0,9 9-37 16,-9-9-43-16,5 6-36 0,-5-6-9 0,7 7-1 15,-7-7-16-15,4 7-26 0,-4-7-68 0,0 0-446 16,0 0-375-16</inkml:trace>
  <inkml:trace contextRef="#ctx0" brushRef="#br0" timeOffset="71526.17">8401 13875 9 0,'-4'-11'505'0,"-2"2"-78"0,3 2-36 0,1-1-36 0,-2 1-57 0,3 0 23 0,-2 2-21 16,1-1-4-16,-1 0-26 0,3 6-50 16,-4-8-38-16,4 8-40 0,-4-7-24 0,4 7-28 15,0 0 75-15,-10 8-7 0,6 1 6 0,3 3-21 0,0 6-12 16,2 6-7-16,3 8-18 0,5 8 8 0,1 3-19 15,4 4-20-15,8 5-13 0,2 1-24 0,4-2 8 16,0 0-24-16,4-1-3 0,1-1 13 16,2-3-25-16,1-3 9 0,-3-1-88 0,-2-9-103 0,-3-3-82 15,-3-3-84-15,0-4-48 0,-6-4-71 0,-3-6-58 16,-3-3-490-16,1-4-612 0</inkml:trace>
  <inkml:trace contextRef="#ctx0" brushRef="#br0" timeOffset="71911.57">9022 14009 625 0,'4'-6'496'0,"-4"6"-45"0,0 0 1 0,15 3-17 16,-10 2-31-16,2 3-27 0,-2 1-51 0,0 3-17 16,3 1-49-16,-3 2-43 0,0 1-50 0,0-1-28 15,0 2-20-15,-1-1-21 0,0-1-17 0,1 0-21 16,-4 0-8-16,2-3-12 0,-3-1-8 0,0 0-4 15,-2-1-4-15,1-1-4 0,-6-3 1 0,-1-1-5 16,-1 0-5-16,0-4-4 0,-5-2 2 0,1-4-4 16,-2-1-1-16,-2-5 3 0,-4-5-6 0,0-5-1 15,-2-8 1-15,0-5-2 0,3-1 1 0,3-5-9 16,2-3 11-16,3-1-3 0,7-2 6 0,0 3-8 16,9 9 7-16,1-2 1 0,5-1 5 0,3 4-9 15,6 3 2-15,4 4-2 0,0 8 1 0,0 3 27 16,4 5-4-16,-3 4 27 0,-1 5-19 0,4 2 45 15,-1 6-41-15,3 2-6 0,0 2-2 0,5 7 10 0,-5 3-9 16,2-1-2-16,-2 5-11 0,-3 1 37 0,-2-1-52 16,-2 1 37-16,-7 1-45 0,0-2 26 0,-2-2-79 15,-4 0-58-15,-1-2-74 0,-5-1-93 16,-1-2-76-16,-2 2-35 0,-3-4-46 0,-3 0-55 0,1-1-44 16,-4-3-391-16,-3 2-504 0</inkml:trace>
  <inkml:trace contextRef="#ctx0" brushRef="#br0" timeOffset="72094.02">9031 14080 372 0,'-9'-3'519'0,"9"3"-90"16,-10-6-52-16,10 6-36 0,-9-5-26 0,9 5-28 15,-1-8-11-15,1 8-18 0,4-11-34 0,2 3-32 16,0 0-32-16,5-2-30 0,0 0-24 0,3-5-21 16,4 3-18-16,1-4-14 0,4-1-13 0,1-1 1 15,6-3-15-15,-1-1-3 0,1 1-30 0,-3-1-96 16,-4 4-99-16,-3-2-37 0,0 2-77 0,-6 2-65 0,-2 2-105 15,1-1-331-15,-7 0-352 0</inkml:trace>
  <inkml:trace contextRef="#ctx0" brushRef="#br0" timeOffset="72327.06">9155 13347 89 0,'0'-11'609'16,"0"2"-146"-16,4 0-69 0,1 5-28 0,3-1-36 0,2 4-8 15,5 1 6-15,3 0-33 0,9 6 7 0,8 2-31 16,9 6-12-16,1 2-33 0,11 8-38 16,-1 2-40-16,-2 2-30 0,-2 4-30 0,-3 2-12 15,-7 0-22-15,-2 5-7 0,-5 0-11 0,-8-6 0 0,-2 6-14 16,-4 1 2-16,-6-1-15 0,-2 3 1 0,-2-3-68 16,-5-4-63-16,-4-2-41 0,-2 0-45 15,-3-2-39-15,-1-4-47 0,-5 1-35 0,4-8-54 16,-2-1-91-16,0-5-420 0,2-3-453 0</inkml:trace>
  <inkml:trace contextRef="#ctx0" brushRef="#br0" timeOffset="72560.39">10280 13398 281 0,'0'0'711'0,"-10"5"-119"0,10-5-67 0,0 0-51 15,0 0-58-15,-9 1-50 0,9-1-62 0,0 0-55 16,-4-4-46-16,4 4-41 0,4-9-32 0,2 3-32 16,4-3-18-16,3-1-15 0,5-1-15 0,4-4-11 0,2 0-18 15,8-4-48-15,-1 2-45 0,-1-2-52 16,-3 3-55-16,-1 3-50 0,-4-1-47 0,-3 5-18 16,-3 2-33-16,-6 2-2 0,-1 2 2 0,-9 3-11 15,9 3-37-15,-9-3-210 0,-5 16-98 0</inkml:trace>
  <inkml:trace contextRef="#ctx0" brushRef="#br0" timeOffset="72693.98">10299 13530 323 0,'-13'14'463'16,"4"-4"-55"-16,2-2-21 0,2-1-57 0,5-7-17 15,0 0-53-15,3 7-20 0,7-10-41 0,5 0-35 16,5-5-31-16,3 0-29 0,5-3-17 0,8-5-16 16,0-1-17-16,2 0-9 0,-1-2-11 0,3 1-52 0,-5 1-118 15,-1-1-122-15,-8 4-208 0,-5 0-396 0,-2 4-412 16</inkml:trace>
  <inkml:trace contextRef="#ctx0" brushRef="#br0" timeOffset="73213.92">8330 15927 39 0,'-5'-15'556'0,"1"1"-117"16,0 0-59-16,1 3-58 0,-1 0-23 16,2 1-59-16,-1 1-56 0,3 2-46 0,-2 1-19 15,2 6-23-15,2-9 80 0,-2 9-29 0,12-3-28 0,-12 3-19 16,20 4-17-16,-4 0-15 0,0 1-13 0,2 4-7 16,4 0-11-16,-1 1-5 0,4 4-11 0,-2-1-1 15,-1 1-6-15,-1 0-3 0,-3 1-8 0,-1-1-44 16,-2 1-86-16,-2 0-53 0,-4-3-55 0,-4 2-58 15,-1-1-43-15,-5-2-78 0,-2-3-256 0,-3 0-179 16</inkml:trace>
  <inkml:trace contextRef="#ctx0" brushRef="#br0" timeOffset="73443.32">8261 15684 359 0,'1'-29'366'0,"3"-2"-80"15,3 0-1-15,4 3-39 0,0 0-21 0,7 3-18 16,-1 3-35-16,2 0 5 0,1 6-56 0,-3 3-23 15,2 3-8-15,0 2-10 0,-4 3-11 0,2 2-14 16,-2 2 2-16,1 2 0 0,-2 4-15 0,-3 0 3 16,1 4-4-16,-3 0 1 0,-3 4-12 0,-5 1 0 0,-2 2-8 15,-1 2 1-15,-5 4-12 0,-3 3 1 16,-5-1-5-16,0 1 5 0,-1-1-12 0,1-3 10 16,1-4-13-16,2-1 5 0,1-2-4 0,2-3-14 15,2-2-65-15,2-3-65 0,5-6-90 0,0 0-78 0,0 0-130 16,0 0-197-16,16-8-154 0</inkml:trace>
  <inkml:trace contextRef="#ctx0" brushRef="#br0" timeOffset="73677.44">9087 15174 131 0,'9'-12'597'0,"-1"5"-163"0,-6 0-94 15,-2 7-31-15,0 0-22 0,0 0 15 0,0 0-21 16,-12 10-8-16,3 2 21 0,-3 5-27 0,-3 5-38 15,2 5-22-15,-3 7 0 0,3 4-30 0,1 4-47 16,6 1-23-16,2 1-21 0,4-4-17 0,4 5-18 16,5-1-1-16,4-1-20 0,2 0 6 0,8-4-17 15,0-3-4-15,5-2-3 0,3-4-2 0,2-3 1 16,4-3-25-16,3-7-106 0,0-3-100 0,4-6-66 16,2-2-70-16,-6-6-48 0,6-6-61 0,2-2-67 0,-3-4-278 15,0-6-343-15</inkml:trace>
  <inkml:trace contextRef="#ctx0" brushRef="#br0" timeOffset="73976.97">10028 14954 211 0,'-9'-21'583'0,"-1"1"-90"0,0 3-78 0,-2-2-15 15,1 3-50-15,-1 0-37 0,-1 0-34 0,0 2-25 16,0 3-14-16,1 0-18 0,-2 4-37 15,1 2-20-15,0 4-29 0,-2 2-13 0,2 5-12 0,-6 6-2 16,-1 5-11-16,2 3-21 0,1 5-11 0,0 4 7 16,5 0-9-16,3 3-11 0,1 0-12 0,4-1-5 15,4 2-16-15,0-1 7 0,5-1-7 16,3-1 0-16,4-2-6 0,4-2-4 0,2-2-1 0,3-4-1 16,3-3 0-16,1-2-4 0,2-5 2 0,4-3-11 15,-4-3-14-15,2-4-61 0,-2-2-42 0,6-3-68 16,-1-2-50-16,-5-2-67 0,1-1-36 0,-7 0-43 15,-2-2-52-15,-5-1-36 0,-3-2-359 0,-2 0-372 16</inkml:trace>
  <inkml:trace contextRef="#ctx0" brushRef="#br0" timeOffset="74262.17">9865 15147 175 0,'-12'5'378'15,"3"-1"-72"-15,0-2 20 0,9-2-15 0,0 0-18 16,0 0-28-16,0 0-46 0,10-2-51 0,-1-3-26 15,4-1-32-15,6-2-23 0,3-2-23 0,1-4-7 16,4 0-8-16,6-5-12 0,-1 0-4 0,1-2-12 16,-2 2 2-16,-3-1-16 0,-5 3 7 0,-1-1-19 15,-2 1-8-15,-6 4-5 0,-1 1-4 0,0 0 3 0,-4 2 4 16,-3 1-1-16,0 2 0 0,-2 1 9 16,0-1-1-16,-4 7 2 0,5-5-4 0,-5 5 7 0,0 0-3 15,0 0 10-15,7 4 1 0,-7-4 18 16,6 14 24-16,0-7 25 0,2 6 19 0,0-1-17 0,2 1-13 15,4 3-5-15,0-1 1 0,3 2-8 16,1 0-11-16,1 1-5 0,0 1-4 0,-1-3-6 16,-3-3-3-16,1 2-5 0,-1-2-11 0,-5-4-92 0,3 2-70 15,-3-3-76-15,-2-2-110 0,-2-1-536 0,-6-5-437 16</inkml:trace>
  <inkml:trace contextRef="#ctx0" brushRef="#br0" timeOffset="74527.88">10350 14791 443 0,'0'0'533'0,"-4"-8"-108"0,4 8-53 15,-2-8-29-15,2 8-19 0,-4-7-17 0,4 7-2 16,-3-6-20-16,3 6-48 0,0 0-46 0,-2-6-36 16,2 6-30-16,0 0-27 0,-4-6-20 0,4 6-14 15,0 0-13-15,0 0-9 0,-4-7-10 0,4 7 2 16,0 0-11-16,-5-4-8 0,5 4-2 0,0 0-4 15,-10-5 0-15,10 5-2 0,-13-1-1 0,13 1-1 16,-12 0-2-16,12 0-2 0,-12 0 0 0,12 0-2 16,-14 4 0-16,7-2-28 0,1 2-77 0,-1 0-60 15,1 3-55-15,5-2-46 0,0 2-60 0,1 1-85 16,3-1-529-16,5 1-523 0</inkml:trace>
  <inkml:trace contextRef="#ctx0" brushRef="#br0" timeOffset="74893.98">10847 14699 674 0,'0'0'528'0,"8"6"-107"0,-8-6-35 16,4 11-16-16,-2-5-74 0,-2 2-13 0,0-1-30 16,0-1-36-16,1 3-39 0,-1-9-34 0,2 12-19 15,-2-4-17-15,0-8-19 0,1 11-11 0,-1-11-17 0,0 8-6 16,0-8-6-16,0 9 35 0,0-9-16 0,0 0-14 15,0 0-8-15,0 0-11 0,-14-4-8 16,9-3-2-16,-3-3-9 0,-3-5-1 0,-2-2-2 0,-1-7-4 16,1 0-6-16,-2-3 9 0,0-5-6 0,-1-4 6 15,2-3-4-15,1 1-2 0,3-5-3 0,1 2 0 16,4-1-1-16,2 5 1 0,6 1 2 0,1 2-4 16,5 2 1-16,1 5 1 0,4 2 0 0,5 4-1 15,2 4-2-15,-1 7 0 0,2 4 4 0,1 6 17 16,2 3 41-16,6 6 0 0,-3 3-7 0,7 7-15 15,-3 3 14-15,-2 3 5 0,-3 1-23 0,0 3 6 16,-1 0-20-16,-3 3-2 0,-2-1 4 0,0 0-28 16,-3 1-52-16,-4-7-68 0,0-1-76 0,-4-3-101 15,-1-2-64-15,-1-2-67 0,-2-5-71 0,-3 1-526 16,-1-5-638-16</inkml:trace>
  <inkml:trace contextRef="#ctx0" brushRef="#br0" timeOffset="75243.97">11378 14294 320 0,'11'-1'516'0,"-11"1"-24"0,19 2-49 0,-7 1-23 0,-3 2-54 15,1 1-18-15,0 1-9 0,2 1-26 16,-3-1-50-16,1 2-53 0,-4-3-40 0,3 0-33 0,-4 1-34 16,3-1-15-16,-3-2-17 0,0 3-5 0,-5-7-2 15,4 6-16-15,-4-6-3 0,0 0-11 0,0 0-5 16,-9-3-9-16,1-2-2 0,0-3-3 15,-3-2-4-15,0-3 0 0,-2-3-4 0,-1-6-2 0,-3-3 1 16,2-6-2-16,-3-2 3 0,5 0-5 0,-2-4 1 16,6 2 0-16,1 4-7 0,6 0 9 15,-2 4-11-15,8 1 11 0,-1 3-8 0,5 3 2 16,3 2 4-16,1 2-3 0,6 6 6 0,0 3-7 0,0 2 4 16,2 7-3-16,5 1 2 0,-2 6 0 0,1 2 12 15,2 3 24-15,-1 4-4 0,2 4-6 0,-3 1-6 16,-5 0 0-16,4 4-10 0,-1 1-3 0,-4-4-51 15,-1-1-44-15,-3 1-90 0,1 0-92 0,-6-5-76 16,0 0-56-16,-2 0-34 0,-4-4-57 0,-2-1-434 16,-2-1-495-16</inkml:trace>
  <inkml:trace contextRef="#ctx0" brushRef="#br0" timeOffset="75410.06">11568 14341 315 0,'0'0'388'0,"-6"-4"-55"0,6 4-52 0,0 0-7 0,0-9-25 15,0 9-16-15,7-7-28 0,-3 0-32 0,1 1-37 16,3-3-15-16,0 0-20 0,2-1-22 0,0 0-21 16,4-5-3-16,-1 1-15 0,1 1-7 0,3-4-6 15,-2-1-3-15,3 0-20 0,0 1-65 0,-6-1-74 16,0 1-89-16,1 1-115 0,-6-1-414 0,-1 2-263 16</inkml:trace>
  <inkml:trace contextRef="#ctx0" brushRef="#br0" timeOffset="75594.92">11585 13747 478 0,'0'-8'459'16,"2"2"-80"-16,-2 6-28 0,12-6-31 0,-12 6 4 0,20 0-46 15,-3 3 11-15,1 3-24 0,6 1-12 0,4 3-8 16,5 5-33-16,2 2-47 0,-1 2-31 0,2 0-26 16,-3 3-18-16,-2 3-23 0,-2 2-17 0,-3 0-9 15,-2 3-10-15,-3 3-7 0,-7 0-15 0,-4-1-69 16,-5 2-105-16,-5 1-95 0,-6 8-44 0,-7-1-60 15,-5 1-60-15,-6 9-106 0,-7-3-251 0,-2 2-302 16</inkml:trace>
  <inkml:trace contextRef="#ctx0" brushRef="#br0" timeOffset="75877.11">9080 16637 780 0,'-21'12'674'0,"6"-3"-162"0,4-4-101 16,11-5-100-16,0 0-61 0,0 0-52 0,13-13-37 15,12-6-31-15,9-7-25 0,17-12 0 0,11-7 35 16,22-15-9-16,11-4 16 0,8-4 13 0,11-4-12 16,9-5-29-16,36-23-13 0,9-2-30 15,-1-3-6-15,3 2-20 0,-1-2-7 0,1 3-2 0,-4 4-2 0,-36 23-11 16,-3-1-1-16,-4 4-6 0,-8 3-3 15,-7 4-4-15,-9 3 1 0,-7 6-4 0,-11 6-5 16,-19 11 3-16,-10 5-9 0,-6 6-76 0,-13 6-133 0,-12 6-116 16,-6 4-61-16,-6 3-47 0,-9 9-66 0,-1-6-479 15,1 6-571-15</inkml:trace>
  <inkml:trace contextRef="#ctx0" brushRef="#br0" timeOffset="76377">10769 15995 74 0,'-1'-15'470'16,"-4"3"-77"-16,4 2-34 0,-2-2-32 0,2 2 2 15,-2 1-33-15,2 0-57 0,0 2-67 0,-1 1-25 16,2 6-28-16,6-7 24 0,-6 7 18 0,13 1-17 0,-2 4-1 16,4 3-6-16,3 4-24 0,4 5-15 0,6 5-18 15,-1 5-18-15,2 1-5 0,-2 2-22 16,1 2 2-16,0 0-20 0,-4 1 7 0,1 1-8 0,-6-2-1 15,1-1-9-15,-2 0-20 0,-5-8-67 0,-4-1-72 16,0-3-47-16,-3-2-23 0,-3-3-32 0,-3-3-35 16,0-3-41-16,-3-2-53 0,3-6-341 0,-11 1-231 15</inkml:trace>
  <inkml:trace contextRef="#ctx0" brushRef="#br0" timeOffset="76576.3">10893 15987 201 0,'-11'-41'447'0,"2"1"-83"16,5 7-63-16,3 3-13 0,1 3-50 0,3 2-14 15,3 2-49-15,3 3-5 0,1 2-18 0,1 3 6 16,3 5-28-16,-1 3-22 0,0 4-12 0,2 1-14 16,-2 5-7-16,1 2-14 0,0 3-9 0,-1 1-11 15,-3 3-5-15,0 3-6 0,-1 2-5 0,-5 0-5 16,-1 1-4-16,-5 1 1 0,-2 5-9 0,-3-2 1 16,-3 8 0-16,-2-3-3 0,-4 4-9 0,3-5-22 15,-2-3-45-15,2 1-52 0,0-10-17 0,4 1-37 16,3-5-45-16,-1-1-93 0,7-9-126 0,-4 4-200 15,4-4-148-15</inkml:trace>
  <inkml:trace contextRef="#ctx0" brushRef="#br0" timeOffset="76793.17">11457 15468 659 0,'8'-6'504'15,"-8"6"-66"-15,0 0 0 0,5 4-29 0,-8 4-17 0,-3 5-21 16,-5 5-30-16,-3 6-15 0,-2 5-61 0,-2 2-38 15,1 4-28-15,1 0-31 0,3-1-47 0,4-1-24 16,3-1-19-16,3 1-18 0,7 2-6 16,1-3-12-16,9 3-5 0,0-3-10 0,9-2-7 0,3-5-2 15,3-1-3-15,3-5-2 0,1-5-10 0,-1-3-80 16,1-5-103-16,-3-4-134 0,-1 1-82 0,2-4-130 16,-3-1-128-16,-3-4-338 0,0-1-590 15</inkml:trace>
  <inkml:trace contextRef="#ctx0" brushRef="#br0" timeOffset="77243.14">11805 15611 23 0,'-2'-7'687'0,"2"7"-181"0,0 0-71 0,9 8-5 16,-4-2-60-16,5 3-45 0,2 2-42 0,5 3-42 16,2 3-10-16,1 0-43 0,1 1-15 0,0 1-43 15,1-1-17-15,-1 0-24 0,-1 0-10 0,-2-1-25 16,-3-1-6-16,-2-3-15 0,1 0 0 0,-4-1-11 15,-3-2-2-15,-2-1-4 0,-3-2-2 0,-2-7-6 16,-2 12 0-16,2-12-2 0,-13 6 3 0,13-6-5 0,-24-5 6 16,8-1-12-16,-3-7 5 0,-5-3-1 15,-3-7-3-15,-1-4 0 0,1-4 6 0,0-4-9 16,0-10 7-16,7 4-6 0,5-1 1 0,2 2 2 16,5-1-7-16,6 7 9 0,2 0-2 0,2 4 4 15,5 0 1-15,4 3-2 0,1 2 2 0,3 2-5 16,3 3 2-16,2 3 0 0,-4 3-1 0,3 3 0 15,-1 1 0-15,0 5-1 0,-3-1 0 0,2 2 0 16,-3 3 0-16,0 1 0 0,-3 0 0 0,2 1 0 0,-3 3 0 16,-1-1-5-16,-1 2 7 0,-3 0-1 0,-1 2 1 15,-2 0-2-15,0-1 0 0,-2 2 2 0,-2-1-1 16,2 2-2-16,-2-3 1 0,-1 1-2 0,2-2-1 16,1-5 0-16,-3 11-13 0,3-11-47 0,-6 9-75 15,6-9-58-15,-4 7-36 0,4-7-1 0,-2 6 3 16,2-6 11-16,-4 5 14 0,4-5 18 0,0 0 4 15,-4 5 28-15,4-5 10 0,0 0 24 0,0 0 5 16,-4 4 19-16,4-4-16 0,0 0-10 0,0 0-27 16,0 0-35-16,0 0-285 0,-5 3 47 0</inkml:trace>
  <inkml:trace contextRef="#ctx0" brushRef="#br0" timeOffset="77510.07">11904 15356 178 0,'-5'-4'479'0,"1"-1"-88"0,2-1-52 0,-1 2-77 0,3 4-35 0,-4-12-49 16,4 12 11-16,3-13-27 0,-2 7-2 0,4-2-25 16,-1 0 15-16,4 0-11 0,1-1 3 0,2 1-3 15,2 1-4-15,1-2-8 0,2 4-17 0,3-1 8 16,1 3 29-16,2 1-15 0,-2 1-10 0,7 1-17 16,1 1-9-16,0 3-21 0,0 0-7 0,3 4-15 15,-2 3 1-15,-1 2-8 0,-1 1-10 0,-2 1-5 16,0 1-7-16,-2 3-4 0,-4 2-5 0,2 0-3 15,-3-2-3-15,-4 3 3 0,1 1-8 0,-6-4-4 16,0 2-53-16,-2-2-73 0,-3-3-86 0,-1 2-93 16,-2 0-41-16,-2-4-92 0,-3 4-97 0,0-4-347 15,-5-2-441-15</inkml:trace>
  <inkml:trace contextRef="#ctx0" brushRef="#br0" timeOffset="77678.25">12013 15691 53 0,'-5'-6'630'0,"2"0"-161"0,2-4-61 16,1 2-58-16,2-3-27 0,3-1-48 0,6-3-28 16,3-2-10-16,5-5-20 0,8-2-30 0,4-2-24 15,2 0-27-15,4 1-24 0,-3 0-20 0,2 1-24 16,0 1-3-16,-3 2-27 0,-1 2-18 0,-8 3-103 16,-1 2-116-16,-5 0-81 0,-1 2-143 0,-7 2-548 15,-1 0-562-15</inkml:trace>
  <inkml:trace contextRef="#ctx0" brushRef="#br0" timeOffset="77810.05">12369 15012 160 0,'4'-4'302'0,"-4"4"-99"0,7-7-117 15,-7 7-116-15,6-4-199 0,-6 4 74 0</inkml:trace>
  <inkml:trace contextRef="#ctx0" brushRef="#br0" timeOffset="78093.25">12415 14986 551 0,'8'-18'744'0,"2"-1"-113"0,0 1-63 0,2 0-85 16,2 2-64-16,0 0-57 0,8 0-53 0,1 3-39 16,5 4-14-16,1 1-51 0,1 6-20 0,3 2-49 15,9 5-12-15,5 6-21 0,-4 5-21 0,0 5-24 16,6 6-12-16,-6 6-8 0,-2 1-23 0,-12 0 8 16,-4 2-40-16,-6 5-39 0,-6 1-68 0,-6 2-80 15,-7 3-32-15,-4-1-19 0,-6 2-5 0,-3-4-12 16,-4 1-16-16,-3-4 22 0,-1-3-3 0,-2-3 5 15,-3-5-8-15,4-4-20 0,2-5-47 16,1-7-357-16,2-4-201 0</inkml:trace>
  <inkml:trace contextRef="#ctx0" brushRef="#br0" timeOffset="78194.77">12863 15455 454 0,'5'-7'430'0,"-5"7"-96"15,4-5-78-15,-4 5-84 0,-6 6-154 0,-1 1-296 16,-6 5-160-16,-10 3 91 0</inkml:trace>
  <inkml:trace contextRef="#ctx0" brushRef="#br0" timeOffset="80343.3">13129 15437 250 0,'0'0'256'0,"0"0"-124"0,2-7-89 0,-2 7-102 0,0 0-138 0,0 0 58 0</inkml:trace>
  <inkml:trace contextRef="#ctx0" brushRef="#br0" timeOffset="80910.44">14928 15484 153 0,'-3'-13'383'0,"2"-2"-64"0,-3 2-14 0,3 0-20 0,0 1-24 0,1 1 6 16,-3 0-25-16,3 0 17 0,0 1-40 0,0 1-16 16,0 3-40-16,-1-2-23 0,1 8-26 0,1-9 70 15,-1 9 9-15,0 0-11 0,9 3-24 0,-4 3-21 16,4 4 1-16,3 7-26 0,2-2-20 0,1 9-10 15,3-1-19-15,2 7-9 0,1-1-14 0,0 1-3 16,1 1-13-16,-3 1 1 0,2-1-12 16,-1-1 7-16,-2 0-14 0,0 0-5 0,-4-5-3 0,0 0-27 15,-1-2-45-15,-4-2-50 0,2-2-46 0,-3-1-63 16,0-4-51-16,-1 0-31 0,0-3-24 0,-5-2-59 16,1 0-79-16,-3-9-293 0,-1 7-288 0</inkml:trace>
  <inkml:trace contextRef="#ctx0" brushRef="#br0" timeOffset="81129.53">14977 15458 382 0,'0'-26'438'0,"1"-1"-88"15,6 2-76-15,1-3-42 0,4 3-28 0,3 0 1 16,0 2-23-16,4 3-21 0,3 1 3 0,-1 1-6 16,2 4 4-16,-2 2-13 0,-1 3-23 0,1 5-20 0,-2 1-15 15,-5 3-13-15,4 3-13 0,-2 1 4 16,-1 5-15-16,-5 0-7 0,1 4-9 0,-3 2-8 15,-4 1-7-15,-3 3-7 0,-2 0 2 0,-1 2-5 16,-6 2-3-16,-2 4-2 0,-2-3 1 0,-2 1-29 16,0-3-38-16,-1 1-73 0,2-4-80 0,-1-3-89 0,1-1-129 15,2-5-426-15,-1-1-402 0</inkml:trace>
  <inkml:trace contextRef="#ctx0" brushRef="#br0" timeOffset="81376.34">14211 16105 165 0,'-27'11'717'0,"-2"-1"-183"0,3-2-127 0,4 0-79 15,6-2-58-15,-1-3-51 0,6 1-51 0,11-4-30 16,-14 1-28-16,14-1-18 0,5-7-18 0,6 1-17 15,6-4-8-15,7-3-8 0,8-5-9 0,5 0-23 16,-1-1-38-16,3 0-45 0,0 0-43 0,-5 1-68 16,-4 5-33-16,-5 0-66 0,-3 4-63 0,-4-2-335 15,-3 6-191-15</inkml:trace>
  <inkml:trace contextRef="#ctx0" brushRef="#br0" timeOffset="81544.35">14157 16206 331 0,'-15'16'425'0,"1"-4"-84"0,1-3-31 0,5 2 2 16,3-5 15-16,1 0-11 0,4-6-41 16,4 7-30-16,-4-7-47 0,16 1-27 0,-2-2-29 15,7-5-36-15,4-2-9 0,4-4-25 0,11-4-12 0,-1-2-7 16,2 1-15-16,0-2-36 0,-4 4-90 16,0-2-103-16,-7 5-121 0,-5 0-136 0,-7 2-427 0,0-1-431 15</inkml:trace>
  <inkml:trace contextRef="#ctx0" brushRef="#br0" timeOffset="82460.34">16222 14764 308 0,'-5'-14'514'0,"-3"3"-71"15,-3-1-100-15,0 3-24 0,-6 3-47 16,3 1 3-16,-5 5-41 0,-2 2-3 0,0 5-14 15,-5 4-8-15,1 5 0 0,-5 9-29 0,3 4 3 0,1 3-33 16,0 3-29-16,5 3-21 0,1 4-27 0,6 0-11 16,3 5-13-16,4-1-6 0,7 2-9 0,5-1-7 15,5 1-5-15,6-4 1 0,7 4-11 0,5-3 7 16,1-13-8-16,3 0-3 0,4-7 4 0,1-2-7 16,4-7 1-16,5-6-26 0,-1-5-20 0,-3-5-82 15,7-6-55-15,-2-6-72 0,0-4-27 0,4-9-41 16,-2 0-41-16,-11 0-96 0,-5-3-398 0,-5 0-396 15</inkml:trace>
  <inkml:trace contextRef="#ctx0" brushRef="#br0" timeOffset="82812.03">16932 14705 489 0,'2'-14'522'0,"-2"2"-114"16,0 1-33-16,-2 1-82 0,-1-2-25 0,-1 0-65 16,-2 3-4-16,0-2-26 0,-1 1-5 0,-2-1-26 0,-3 5-12 15,1-1-27-15,-4 3-7 0,2 2 6 16,-6 4 0-16,1 3-10 0,-2 3-4 0,-3 5 16 0,1 3-17 15,0 5 10-15,-1 5-1 0,4 2-20 16,0 3-15-16,5 3-12 0,4-3-10 0,3-1-8 0,3 3-2 16,4-5-8-16,4 3 1 0,3-2-4 15,4-3-7-15,2-1-1 0,5-2 0 0,0-4-4 0,3-3 1 16,4-3-7-16,-4-4 8 0,5-5-9 0,1-2 6 16,2-2-10-16,-1-3-44 0,4-5-135 0,-2 0-105 15,-5-3-64-15,1 0-94 0,-8-2-91 0,-3 1-365 16,-6 0-467-16</inkml:trace>
  <inkml:trace contextRef="#ctx0" brushRef="#br0" timeOffset="83126">16716 14974 440 0,'-10'5'351'0,"3"0"-84"0,7-5-31 16,-7 6-20-16,7-6 29 0,0 0-5 0,0 0-13 15,7 3-26-15,-7-3-29 0,18-4-25 0,-4 0-24 16,5-2-24-16,3-3-23 0,4-2-9 0,9-5-10 15,-3 0-15-15,3-3-7 0,-1 0-6 0,1-2-5 16,-3 4-5-16,-5 1-5 0,-2 0 5 0,-7 6-9 16,1-2-23-16,-5 2-30 0,-1 0-10 0,-4 2 5 15,-1 1 3-15,-1 1 18 0,-4 0-4 0,-3 6 11 16,1-9 4-16,-1 9 4 0,-2-5 4 0,2 5 2 16,0 0 6-16,0 0 30 0,0 0-2 0,-12 3 9 0,12-3 10 15,0 10 16-15,0-10-6 0,3 15-6 16,1-7 9-16,2 3-2 0,0 0-11 0,2 2-7 15,2-2-8-15,4 4-4 0,-2-1-7 0,0 0-5 0,1-2 2 16,1 3-9-16,-3-3-5 0,-1-1-42 0,0 0-103 16,-1-2-74-16,-3 0-96 0,2-2-89 0,-4 0-414 15,0-2-346-15</inkml:trace>
  <inkml:trace contextRef="#ctx0" brushRef="#br0" timeOffset="83296.48">17131 14696 616 0,'-5'-10'562'0,"1"3"-112"16,0-3-19-16,2 6-62 0,-1-2-66 0,1-1-59 15,2 7-54-15,-5-8-41 0,5 8-27 0,-4-8-51 16,4 8-69-16,0-6-74 0,0 6-56 0,7-5-103 16,-7 5-90-16,0 0-141 0,11-3-268 0,-11 3-234 15</inkml:trace>
  <inkml:trace contextRef="#ctx0" brushRef="#br0" timeOffset="83675.99">17573 14612 557 0,'0'0'808'0,"13"-3"-199"0,-13 3-126 0,9-1-94 16,-9 1-64-16,0 0-60 0,13 0-16 0,-13 0-43 15,9 4-36-15,-9-4-39 0,9 7-19 0,-9-7-31 0,9 8-12 16,-4-4-13-16,-5-4-10 0,6 9-12 0,-6-9-4 16,8 6 0-16,-8-6 3 0,5 4 10 15,-5-4 10-15,0 0-12 0,0 0-12 0,0 0-1 16,0 0-12-16,-6-10 4 0,-1 0-6 0,1-1-2 0,-1 0-3 16,-3-7-1-16,1 0 2 0,0-2-8 0,-1-2 8 15,2-5-4-15,3-1 3 0,0 3-8 0,3-3 2 16,2 2 0-16,2-1-2 0,1 4 2 15,2-1-2-15,1 3 1 0,2 2 1 0,3 2-1 0,0 5-2 16,1 2 1-16,0 3 0 0,-1 4 1 16,3 2 0-16,1 2 6 0,1 3 1 0,2 6-1 0,1 0 1 15,4 5-10-15,-1 3 8 0,0 1-11 0,-2 2 8 16,4 2-22-16,-2 2-61 0,0-4-78 0,-4 1-73 16,-2-2-91-16,1 0-60 0,-4-4-89 0,-2-2-112 15,-1-3-305-15,-2-1-445 0</inkml:trace>
  <inkml:trace contextRef="#ctx0" brushRef="#br0" timeOffset="84026.58">18122 14296 223 0,'0'0'457'0,"0"0"-72"0,16 3-35 16,-16-3-32-16,12 9-39 0,-5-5-22 0,0 2-14 15,-1 1-23-15,-2-2-40 0,1 1-30 0,-1-1-27 16,1 1-10-16,-5-6-15 0,4 9-9 0,-4-9-24 15,-3 9-3-15,3-9-15 0,-11 3-11 0,11-3-4 16,-17 0-5-16,6-3-2 0,-1-4-4 0,-1-2-2 16,-2 0 0-16,2-4 7 0,-2-3 1 0,1-2 0 0,-1-3-1 15,2-3 2-15,-1 0 20 0,4-3 0 16,-1-1-10-16,4-1 0 0,4 4 4 0,-1 0-2 16,4 4-7-16,2 1-1 0,0 1-6 0,2 3-1 0,3 0-10 15,3 5 0-15,1 0-7 0,3 5 6 0,0 2 8 16,3 4 8-16,1 3 16 0,5 2-6 0,2 6-7 15,1 2-5-15,1 3-6 0,3 4-3 0,-2 2-6 16,-2-1-2-16,0 3-2 0,-5-5-3 0,-2 1-2 16,-2 1-12-16,-2-5-61 0,-4 1-68 0,-4 0-62 15,-2-3-69-15,-2-2-27 0,-3 2-67 0,-3-4-45 16,0 1-48-16,-5-1-331 0,-2-1-304 16</inkml:trace>
  <inkml:trace contextRef="#ctx0" brushRef="#br0" timeOffset="84193.22">18184 14296 246 0,'0'0'467'0,"5"-7"-106"16,-5 7-46-16,7-11-37 0,-2 6-47 0,1 0-5 16,1-2-13-16,0 1-15 0,2-1-27 0,2-1-26 15,0 1-31-15,0-4-16 0,2 3-15 0,3-4-22 16,-1 1-9-16,2-3-5 0,-2 1-14 0,0 1-8 16,3-1-3-16,-4 0-5 0,-1-1-66 0,2 1-69 15,-6 0-53-15,-1 1-63 0,-2-1-60 0,-2-1-58 16,-1-2-341-16,-5 3-198 0</inkml:trace>
  <inkml:trace contextRef="#ctx0" brushRef="#br0" timeOffset="84376.28">18251 13765 399 0,'0'-9'367'0,"2"2"-66"0,5 4-22 16,3 0 6-16,3 3-44 0,3 3 18 0,7 1-27 16,4 7 18-16,1 2-39 0,5 6 11 0,1 3-19 0,0 3 3 15,-2 3-18-15,0 1-34 0,0 1-24 0,-4 3-28 16,0 1-20-16,-5 2-17 0,-3 0-15 15,-4 2-8-15,-4 1-11 0,-6 1-13 0,-1-7-37 16,-6 5-53-16,-6 5-44 0,-2 1-63 0,-3 1-21 0,-9 6-50 16,-4 1-32-16,-3-2-41 0,-6 0-37 0,-3 0-437 15,-4-3-321-15</inkml:trace>
  <inkml:trace contextRef="#ctx0" brushRef="#br0" timeOffset="84676.55">15695 16418 734 0,'-18'8'591'0,"4"-4"-132"0,2 0-92 16,12-4-82-16,-9-1-50 0,9 1-39 0,11-15-34 16,10-2-10-16,11-10-27 0,17-7-5 0,6-7 3 15,24-9-13-15,9-3 8 0,11-6 28 0,10-3 1 16,8-2-17-16,7-7-11 0,7-4-18 0,38-19-8 15,2 0 1-15,2 1-15 0,-3 2-10 0,-1-1 4 16,0 2-10-16,0-2-8 0,-33 19-7 0,-2-2-5 16,-4-1-15-16,-2 3 8 0,-5 3-18 0,-4 5 1 15,-11 5-2-15,-7 10-5 0,-11 3 5 0,-24 12-24 16,-10 8-35-16,-13 5-136 0,-9 4-125 0,-11 6-67 16,-10 4-115-16,-13 8-102 0,0 0-416 0,-14-5-605 15</inkml:trace>
  <inkml:trace contextRef="#ctx0" brushRef="#br0" timeOffset="86078.79">17297 16240 100 0,'7'-17'449'0,"-2"2"-76"0,0 1-58 0,-1-1-30 0,-3-2-25 15,-1 3 4-15,0 0-15 0,0-2-20 0,-4 2-30 16,-1-2-21-16,-3 3-26 0,-3 0-23 0,1 3-17 16,-6 1-10-16,-4 2-16 0,-2 2 16 0,-2 5-4 15,-2 3-5-15,-9 5 1 0,-4 6 6 0,0 7-17 16,-9 7-10-16,4 4-25 0,1 6 2 0,1 3-16 16,3 1-7-16,4-1-3 0,3 4-5 0,9-8-6 15,5 2-1-15,5-3-2 0,6-5 5 0,4-2-8 16,6-3-5-16,3 3 6 0,7-4-4 0,6-3 3 15,5 2-3-15,3-7 5 0,1-4-6 0,4-2 6 16,3-4-9-16,1-4 6 0,-2-1-5 0,-2-4 3 16,3 0 2-16,-1-3 0 0,-7 0-3 0,-3-1 0 0,-1 0-1 15,-5 2 29-15,-3-1 16 0,-3 1-6 16,-4 0-10-16,-8 4-8 0,0 0-4 0,0 0 11 16,-4 9-14-16,-10 3 4 0,-7 5-16 0,-4 8 16 0,-2 3-11 15,0 2 0-15,-1 2 1 0,1 0-4 0,4 4-3 16,0-3 0-16,5 2 1 0,4-2-3 0,5-3-1 15,3-7-2-15,3 0 4 0,6-4 0 0,3-1 9 16,6-1 22-16,7-6-3 0,5-3 0 0,4-4-5 16,5-5-7-16,14-4-2 0,2-5-3 0,9-8-3 0,1-6 0 15,1-5 0-15,0-3-10 0,-4-6 16 16,4-3-10-16,-5-4 9 0,1-1-12 0,-2 1 5 16,-8 0-9-16,-4 5 10 0,-6 3-13 0,-9 8 13 15,-5 2-15-15,-5 5-26 0,-4 5-98 0,-3 1-79 16,-2 4-98-16,-4 1-73 0,-2 3-70 0,0 2-66 15,-2 6-432-15,0 0-530 0</inkml:trace>
  <inkml:trace contextRef="#ctx0" brushRef="#br0" timeOffset="86478.19">18058 15996 174 0,'2'-6'829'0,"-2"6"-155"0,5-10-144 16,-5 10-132-16,4-6-61 0,-4 6-65 0,0 0-15 16,13 2-30-16,-5 1-38 0,2 3-36 0,3 2-31 15,3 3-21-15,1 0-22 0,3 5-11 0,2 2-22 16,-1 0-2-16,4 5-13 0,-1 0-3 0,1 3-17 15,-7-6-77-15,1 2-140 0,-3-1-96 0,1-2-74 16,-5-3-58-16,-2 1-64 0,-4-5-350 0,-2-1-391 0</inkml:trace>
  <inkml:trace contextRef="#ctx0" brushRef="#br0" timeOffset="86692.41">18161 16037 390 0,'-2'-25'432'0,"2"0"-77"16,0 1-18-16,3 3-53 0,4 0-15 0,2 0-22 15,5 0-30-15,1 0-16 0,3 3-23 0,-1 5-39 16,2 2-26-16,1 1-24 0,-4 6-15 0,0 1-18 0,0 2-11 16,-1 3-8-16,-1 2-8 0,0 2-7 0,-4 2-1 15,1 3-3-15,-5 0-6 0,0 3-4 0,-3-3-2 16,-3 4 1-16,-3 1-5 0,-4 4-10 0,-2-1-42 16,-3 2-50-16,-3 2-36 0,-2-4-57 0,1 0-22 15,1-5-49-15,2 1-47 0,2-6-90 0,2-3-198 16,-1-1-111-16</inkml:trace>
  <inkml:trace contextRef="#ctx0" brushRef="#br0" timeOffset="86944.15">18814 15497 190 0,'11'-14'688'0,"-4"2"-148"15,-2 3-106-15,-5 2-27 0,0 7-32 0,-5-9-29 16,5 9-25-16,-14 0-30 0,3 5-15 0,-7 3-23 15,-1 5-41-15,-3 2-46 0,-4 10 1 0,-1 3-46 16,3 0-12-16,4 6-28 0,1 1-5 0,2 0-29 16,7 2 8-16,5-3-29 0,5 0-1 0,3-1-8 15,8 5-10-15,5-5 10 0,6 0-4 0,2-4-3 16,7-4 1-16,5-3-3 0,-2-6-7 0,5-2-29 16,-5-5-108-16,3-7-111 0,-5 0-67 0,6-5-30 0,-2-3-41 15,6-4-29-15,-2-5-26 0,0-4-46 16,-6-3-305-16,-1-2-313 0</inkml:trace>
  <inkml:trace contextRef="#ctx0" brushRef="#br0" timeOffset="87293.8">19296 15356 316 0,'0'0'282'15,"0"0"-42"-15,-4-6-41 0,4 6-5 0,0 0-32 16,0 0-16-16,-1-7-15 0,1 7-10 0,0 0 0 16,0 0 3-16,0 0 6 0,-4-6 0 0,4 6-1 15,0 0-1-15,0 0 22 0,0 0 8 0,0 0-9 16,-18 4 10-16,8-2 21 0,0 4 19 0,-2 0-24 16,-3 1-10-16,-2 4 0 0,-2 0-26 0,0 3-20 15,2-2-30-15,1 2-14 0,0 1 4 0,1 2-4 16,4 1-19-16,0 1-2 0,3 0-19 0,1 1 3 15,4-3-13-15,3 2 5 0,3-1-8 0,2-2 8 16,5 1-10-16,3-2 2 0,1 0-12 0,4-2 7 16,4-2-11-16,-2-3 6 0,5-1-13 0,0-2 14 0,1 0-9 15,-1-5 1-15,3 0-10 0,-3-5-52 16,0 0-102-16,1 0-99 0,-3-2-72 0,-4-3-86 16,1 0-49-16,-2-2-98 0,-5 1-311 0,-4 1-425 15</inkml:trace>
  <inkml:trace contextRef="#ctx0" brushRef="#br0" timeOffset="87559.44">19159 15683 458 0,'0'0'379'0,"-9"-2"-27"15,9 2-21-15,0 0-47 0,-10-2-12 16,10 2-50-16,0 0-33 0,-5-7-40 0,5 7-28 0,0-7-28 16,5 2-9-16,4-1-16 0,3-4-1 0,4 0-4 15,2 0 0-15,5-5-13 0,1 1-3 0,3-2-15 16,-1 1 4-16,-2 0-12 0,-1 1 2 0,0 0-11 16,-5 3-51-16,1 0-79 0,-2-1-56 0,-4 6-61 15,-3-1-101-15,1-1-470 0,-6 4-331 0</inkml:trace>
  <inkml:trace contextRef="#ctx0" brushRef="#br0" timeOffset="87792.9">19531 15509 496 0,'3'-7'619'0,"-3"7"-140"0,5-8-72 15,-5 8-60-15,6-4-40 0,-6 4-5 0,11-4-11 16,-11 4-21-16,11 1-44 0,-2 3-43 0,-1-1-42 16,1 5-17-16,2 0-37 0,-1 1-11 0,1 2-24 15,-1 2-6-15,1-1-61 0,-2 3-152 0,1-1-109 16,-3 0-104-16,-1-1-82 0,-2 0-103 0,-1-3-253 16,-1 2-351-16</inkml:trace>
  <inkml:trace contextRef="#ctx0" brushRef="#br0" timeOffset="87942.57">19549 15416 324 0,'-6'-17'587'0,"-2"3"-96"15,3 0-82-15,0 1-13 0,0-1-73 0,0 3-34 16,1 1-54-16,-1-1-46 0,2 4-40 16,-2 0-30-16,4 0-29 0,-2 2-80 0,3 5-104 0,0-10-46 15,0 10-107-15,0-8-89 0,0 8-113 0,4-6-297 16,-4 6-252-16</inkml:trace>
  <inkml:trace contextRef="#ctx0" brushRef="#br0" timeOffset="88143.42">19535 15072 326 0,'13'-11'432'16,"2"2"-9"-16,4-2-46 0,2 3-4 0,3 2 8 16,6 1-31-16,3 3 4 0,-1 2-21 0,7 1-26 15,-2 3-47-15,4 4-34 0,-1 3-42 0,-2 3-25 16,-1 2-30-16,-5 1-27 0,-1 4-22 0,-4 2-24 15,-2 1 7-15,-5 4-24 0,-3-3-4 0,-5 1-6 16,-1 4-9-16,-7-2-6 0,-1 0-25 0,-3 0-56 16,-3-1-33-16,-1 2-71 0,-6 0-59 0,1-4-66 15,-2 0-60-15,-3-2-63 0,2-4-87 0,-3-5-404 16,1 0-475-16</inkml:trace>
  <inkml:trace contextRef="#ctx0" brushRef="#br0" timeOffset="88575.97">20246 14780 283 0,'11'-8'731'0,"-2"0"-164"0,0 3-97 0,1 4 7 0,3 1-34 16,2 4-60-16,2 0-36 0,3 7-56 15,5 2-35-15,-1 4-50 0,4 3-35 0,0 1-44 0,-1 3-27 16,1 1-21-16,-2 0-13 0,-2 0-13 15,-5-4-9-15,0 0-9 0,-2-2-10 0,-3-4-5 0,-2-1-3 16,-1-2-2-16,-3-2-1 0,-2-1 0 0,-1-3-3 16,-5-6 4-16,0 9-7 0,0-9-1 0,0 0 0 15,-18-3-3-15,6-3 0 0,-4-5 0 0,-3 0 5 16,-3-8-7-16,-3-6-1 0,-3-3 0 0,-2-5 10 16,-3-6-12-16,0-3-12 0,2-1 16 0,3-1-8 15,6 6-4-15,3 1 8 0,9-1 1 0,2 8 10 16,4 3-13-16,4 1 14 0,3 2-15 0,3 1 8 15,5 3-11-15,1 3 11 0,4 1-10 0,0 5 11 16,5 1-15-16,-1 6 15 0,1-1-8 0,-1 5 6 16,-1 2-13-16,0 1 15 0,1 3-12 0,-3 4 3 15,0-1 12-15,-3 4-12 0,-5-1 9 0,0-1-12 16,-3 4 12-16,-4-2-12 0,-4 2 13 0,-1-1-9 16,-4 3-16-16,-2-1-63 0,-2 2-66 0,-3-4-62 15,0 2-56-15,-3-4-44 0,2 2-24 0,-2-4-48 16,3-2-41-16,-1-4-70 0,2 2-335 0,0-3-364 15</inkml:trace>
  <inkml:trace contextRef="#ctx0" brushRef="#br0" timeOffset="88859.19">20814 14233 476 0,'13'-14'730'0,"-3"4"-125"0,-1 0-93 15,-4 2-108-15,3 0-64 0,-4 2-49 0,-4 6 13 16,9-5-11-16,-9 5-35 0,-3 6-25 16,-3 5-28-16,0 0-9 0,-3 10-54 0,-2 6 25 0,-4 8-67 15,1 4-3-15,1 5-15 0,4 5 19 0,0 0-55 16,4 3 19-16,4 0-10 0,5-1-15 0,2-2-6 16,7-2-7-16,2-1-1 0,6-5-5 0,2-3 0 15,4-5-7-15,3-4-41 0,2-4 38 0,3-5-77 16,1-6-38-16,-5-5-94 0,4-3-87 15,-4-3-70-15,2-5-52 0,1-3-62 0,-2-4-58 0,0 0-93 16,1-9-272-16,-2-2-453 0</inkml:trace>
  <inkml:trace contextRef="#ctx0" brushRef="#br0" timeOffset="89192.19">21326 14474 270 0,'-8'4'487'16,"0"4"-72"-16,2 3-52 0,-1 1-55 0,1 1-14 15,4 1-57-15,0-1-1 0,2 2-34 0,0-3-3 16,0 1-15-16,2 0-36 0,-2-3-28 0,1 0-29 16,0-1-11-16,0 0-6 0,1-2 53 0,-2-7 13 15,1 10-21-15,-1-10-32 0,0 0-13 0,0 0-15 16,-3-7-11-16,2 0-17 0,-1-3-1 0,-1-1-9 16,-1-3 2-16,0-1-8 0,-2-6 4 0,-3 0-10 15,5-3-1-15,-5-6 2 0,3 2-5 0,-1-2 0 16,-1-2-1-16,0 1 0 0,3 1-2 0,-2 0 0 15,3 7 6-15,-1 1 14 0,3 4 3 0,-1 1-6 16,1 5-6-16,2 2 0 0,2 2-4 0,-2 8-2 16,10-6 11-16,-10 6 31 0,18 5-10 0,-2 1-9 15,0 4-1-15,2 2-8 0,3 3-6 0,0 1 2 16,2-1-7-16,-2 1-1 0,-1 1-4 0,1-2-4 0,-6-1 4 16,4 0-6-16,-2-3-1 0,-3 1-63 0,-4-4-80 15,3 2-98-15,-3-3-97 0,-3 0-114 0,-2-2-166 16,-5-5-333-16,3 8-537 0</inkml:trace>
  <inkml:trace contextRef="#ctx0" brushRef="#br0" timeOffset="89659.36">21383 14347 507 0,'-2'-14'436'0,"0"3"-36"0,2 3-40 16,0 0-32-16,-1-1-55 0,0 3-63 0,1 6-46 0,-2-12-13 15,2 12 20-15,0 0 32 0,2-6-13 0,-2 6-28 16,6 4-15-16,-1 2-5 0,3 0-26 0,0 3-22 16,3 1-16-16,3 3-17 0,0-1-12 15,0 2-11-15,3-2-8 0,-2 0-99 0,1 2-127 0,-1-3-94 16,-5 0-151-16,0 0-592 0,-1-3-647 0</inkml:trace>
  <inkml:trace contextRef="#ctx0" brushRef="#br0" timeOffset="90010.13">21240 14500 312 0,'-13'-1'509'0,"13"1"-124"0,0 0-36 0,-4-5-61 16,4 5-17-16,7-8-69 0,0 2-31 0,4-2-52 16,0 0-28-16,4-3-17 0,2-1-17 0,6-3-11 15,1-1-22-15,-1-1 5 0,4-4-7 0,0-2-29 0,0-1-33 16,-3-3-14-16,0 0-18 0,-1-3 11 15,-3-1-1-15,-1-2 26 0,-4-1 0 0,-2-1 12 16,-4 4 8-16,-3-2 2 0,-3 1 6 0,-3 3 25 16,-3-2 1-16,-2 1 46 0,-3 4-19 0,-2-1 50 15,1 2-16-15,-1 7 40 0,-1 0 0 0,-1 1 9 16,4 6-21-16,-3-1-7 0,1 5-28 0,1 2 23 0,0 1 5 16,9 4 0-16,-17 6 45 0,13 2-5 15,-1 7 21-15,5 3-7 0,5 6 0 0,6 14-12 16,4 0-26-16,4 2 11 0,8 10-2 0,2-2-24 0,1 0-34 15,2 0 7-15,-2-1-34 0,2-3 12 16,-1 0-33-16,-2-3-1 0,-4-4-5 0,-1-4-31 0,-2-1-69 16,-3-3-134-16,-3-5-120 0,-3-2-68 0,-1-3-91 15,-2-3-85-15,-4-2-433 0,-2-3-627 0</inkml:trace>
  <inkml:trace contextRef="#ctx0" brushRef="#br0" timeOffset="90379.99">21975 14126 462 0,'1'-7'594'15,"-1"7"-120"-15,1-12-34 0,-1 12-38 0,3-9-54 16,-3 9-27-16,2-9-34 0,-2 9-37 0,8-7-40 16,-3 2-38-16,0 0-34 0,4-1-29 0,-4 4-19 0,2-3-20 15,-2 1-15-15,0-2-12 0,1 1-8 16,-1-2-7-16,1 0-6 0,-3-2-4 0,1 0-8 15,-2-2 1-15,-2 1-2 0,0-1 0 0,-2 1-5 16,0-1 3-16,-1 1-5 0,-1 0 8 0,-2 1-3 0,-2 1 7 16,1 2 4-16,-2 2 35 0,-4 1-11 15,0 5 21-15,-5 2 12 0,0 3 5 0,-1 5-22 16,-3 6 46-16,-2 7-26 0,1 3 0 0,3 3-32 16,3-1 11-16,2 3-24 0,6-3 14 0,4 0-29 0,2-3 31 15,6-1-38-15,2 3-1 0,5-2-2 0,5-2 2 16,2-4-5-16,7-2 4 0,2-5-4 15,3 0-3-15,4-6 4 0,3-1-3 0,0-4-5 16,-4-3-30-16,6-3-70 0,-3-2-88 0,-1-2-78 0,-3-5-32 16,-2 1-34-16,-3-3-35 0,-4-1-44 15,-6-1-69-15,-3 0-496 0,-5 2-570 0</inkml:trace>
  <inkml:trace contextRef="#ctx0" brushRef="#br0" timeOffset="90660.11">22059 14246 207 0,'-6'6'528'0,"6"-6"-59"0,-7 3-30 0,7-3-17 16,0 0-18-16,9-1-46 0,-1-1-31 0,5-3-30 16,1-2-40-16,4 0-43 0,1-4-36 0,5 0-36 15,2-1-22-15,1-3-31 0,1 1-16 0,0-1-11 16,-1-1-12-16,-3 0-7 0,0 1-8 0,-1-2-9 16,-4 6-2-16,-3-3 21 0,-1 3-5 0,-3 2-7 15,-2 0-6-15,0 0-1 0,-4 2-8 0,-1 1-1 16,1 3-8-16,-6 3-2 0,4-6 1 0,-4 6-2 15,0 0-2-15,0 0 4 0,0 0 1 0,2 9 6 16,1-3-1-16,2 3 0 0,-3 0-3 0,3 1-3 16,2 2 3-16,-1-1-5 0,-1 2-20 0,3-1-9 15,-2-1-34-15,-1 1-65 0,1-3-84 0,-4 1-87 16,4-4-47-16,-2 1-54 0,-4-7-98 0,5 10-495 0,-5-10-584 16</inkml:trace>
  <inkml:trace contextRef="#ctx0" brushRef="#br0" timeOffset="90926.32">22324 13936 9 0,'-9'-9'730'0,"1"1"-161"0,4 3-108 15,-1-3-50-15,4 2-57 0,1 6-21 0,1-11-4 16,4 3-39-16,2 2-34 0,4-1-47 0,1 0-31 16,0-1-39-16,0 1-21 0,-2 2-29 0,2-1-7 15,-3 1 9-15,-2 1 9 0,0 0-7 16,0 2 5-16,-7 2-4 0,11-9-11 0,-11 9-23 0,5-8-9 15,-5 8-11-15,-3-9-9 0,-1 6-4 0,4 3-7 16,-16-5-4-16,4 4-5 0,1 1 0 16,-5 1-4-16,1 2 0 0,0 2-4 0,-1 0-3 0,4 1 0 15,1 0 0-15,1 1 17 0,1 1-21 0,5-1 13 16,-1 1-55-16,5-1-63 0,3-1-100 0,2 2-105 16,0-2-57-16,5-2-64 0,-1 1-47 0,0-2-75 15,2-2-354-15,-11-1-476 0</inkml:trace>
  <inkml:trace contextRef="#ctx0" brushRef="#br0" timeOffset="91113.63">22514 13646 485 0,'12'-16'540'0,"2"2"-71"0,1 4-20 15,4 1-10-15,3 2-41 0,2 6 10 0,3 1-33 16,5 8-36-16,9 3-26 0,-2 5-67 0,1 7-47 16,7 7-28-16,-6 5-25 0,-1 3-13 0,-4 5-46 15,-6 3 1-15,-7-1-38 0,-3-2 9 0,-9 1-34 16,-1 0 21-16,-3 3-30 0,-7-1 13 0,-7 1-55 15,-3-3-74-15,-8 8-104 0,-9-1-75 0,-10-3-83 16,-5 1-22-16,-8-3-55 0,-5 0-38 0,-9-1-93 16,-17 5-272-16,-6-3-384 0</inkml:trace>
  <inkml:trace contextRef="#ctx0" brushRef="#br0" timeOffset="92009.38">11640 16543 431 0,'-16'5'477'0,"3"1"-84"0,-1 1-40 0,-1 0-40 15,2-1-33-15,-2 1-30 0,2-1-44 0,3 0-35 16,1-1-21-16,0-2-21 0,4 1 3 0,5-4 24 15,0 0-17-15,0 0-7 0,0 0-2 0,22-9-15 16,3-6 6-16,11-5-18 0,14-10-24 0,6-3 6 16,5-7-17-16,17-10 0 0,4-3 1 0,1 0-5 15,0 2-6-15,-2-2-11 0,-16 10-8 0,-2 3-6 16,-6 2-8-16,-6 7-3 0,-12 3-5 0,-6 8-2 16,-9 2-14-16,-5 6-16 0,-5 5-53 0,-6 1-52 15,-8 6-39-15,0 0-62 0,-3 6-56 0,-12 6-14 16,-8 7 3-16,-9 7-1 0,-12 10 53 0,-4 3 25 15,-6 7 38-15,0 1 32 0,-4 2 25 0,-7 11 24 16,6-8 32-16,-10 6 43 0,12-7 21 0,-2-2 16 16,1-2 51-16,4-1 10 0,5-3 11 0,5-4-21 0,12-9 8 15,5-1-28-15,10-7-3 0,5-4 27 16,8-5 23-16,4-4 8 0,4-2-12 0,6-4-8 0,7-3-16 16,5-5 2-16,10-3 25 0,11-9-3 0,11-8 12 15,2-5 20-15,7-6-3 0,2-5 10 0,10-12 14 16,-2-2 11-16,0-2-16 0,-16 10-20 0,-3 0-10 15,0 1-10-15,-5 1-19 0,-2 6-12 0,-3 3-22 16,-3 2-1-16,-9 9-11 0,-2 3-10 0,-5 6-22 16,-2 1-127-16,-5 7-115 0,-3 1-103 0,-2 3-98 15,-1 4-100-15,-12 0-498 0,16 4-649 0</inkml:trace>
  <inkml:trace contextRef="#ctx0" brushRef="#br0" timeOffset="92592.4">13318 14984 220 0,'7'6'514'0,"-7"-6"-118"0,0 0-45 0,0 0-18 0,0 0-3 0,0 0-15 15,0 0-20-15,-10 1-20 0,10-1-7 0,-15-6 0 16,6 3-26-16,-4-3-17 0,3-2-29 0,-4 0-16 15,2-3-27-15,-2-1-24 0,1-3-17 0,3 1-24 16,-1-5-23-16,2-2-3 0,2 0-19 0,2-3 2 16,1-2-18-16,4 1 9 0,0-4-22 0,4-2 3 15,1-4-1-15,2 2-5 0,2-3 5 0,-1 4-9 16,2 3 7-16,-1 1-6 0,-2 6 4 0,1 2-14 16,-2 1 8-16,1 2-19 0,-2 2-13 0,1 3-60 0,-2 1-54 15,-2 1-82-15,1 2-77 0,-3 8-49 16,1-11-40-16,-1 11-13 0,-5-6-30 0,5 6-59 15,-11 3-285-15,3 2-292 0</inkml:trace>
  <inkml:trace contextRef="#ctx0" brushRef="#br0" timeOffset="92925.66">13062 14487 105 0,'0'0'502'0,"0"0"-97"0,-13-4-68 0,13 4-39 15,-10-3-12-15,10 3 11 0,-9-5-57 0,9 5-21 16,-10-9-4-16,6 5 19 0,4 4 0 0,-9-10-27 15,7 4-15-15,-1 1-35 0,0 0-23 0,3 5-31 16,2-14-12-16,0 6-15 0,2-2-11 0,2 2-13 16,2-4-11-16,5-3-6 0,1 1-7 0,5-4-3 15,0-1-8-15,4-1-2 0,0-5-3 0,4 0-1 16,-3-2 0-16,2 0-5 0,-3 1 0 16,-6 3 0-16,-1 1-1 0,0 2 5 0,-4 3 40 0,-3 0 3 15,0 6 7-15,-4-1 0 0,2-1-12 0,-5 5 0 16,2 1-19-16,-4 7 3 0,1-10-13 0,-1 10 19 15,0 0-11-15,0 0 8 0,3 7-20 0,-2 3 10 16,2 1-9-16,3 2 1 0,1 4-8 0,3 3 7 16,1 3-12-16,3 1 10 0,2 1-15 0,0-2 16 15,5 5-16-15,-1-2-2 0,3 0 0 0,-1-1-3 16,0-3 1-16,1-3-9 0,-2 1-85 0,1-2-124 16,0-1-101-16,-2-1-86 0,-3 0-91 0,-2-6-58 15,-2 5-428-15,0-6-583 0</inkml:trace>
  <inkml:trace contextRef="#ctx0" brushRef="#br0" timeOffset="93375.9">13916 13924 591 0,'-4'-12'499'0,"1"2"-127"0,2 4-54 0,-3-1-80 15,3 1-27-15,1 6 3 0,0 0 45 0,0-6 14 16,0 6-23-16,6 6 17 0,1 0-35 0,-1 2-35 16,3 4-23-16,4 3-20 0,1 1-27 0,2 3-31 15,2 1-20-15,2 0-16 0,1 2-10 0,-3-2-11 16,4 1-9-16,-2 0-4 0,-3-2-6 0,2 0-4 15,-3-3-11-15,-1-2-41 0,-2-1-91 0,-2-2-101 16,-1-2-75-16,-2 1-35 0,-3-2-73 0,0-1-79 16,-5-7-409-16,3 9-462 0</inkml:trace>
  <inkml:trace contextRef="#ctx0" brushRef="#br0" timeOffset="93576.59">13789 14094 108 0,'-16'-7'631'0,"4"2"-110"0,4-2-102 15,-2 0-41-15,2 0-79 0,5-2-39 0,0 1-26 16,3-3-27-16,5-3-13 0,3-4-31 0,6-3-30 16,3-2-3-16,8-4 0 0,3-1-26 0,2-1-17 15,3 0-15-15,7-6-17 0,-7 7-8 0,0-1-13 16,-1 4-1-16,1 1-14 0,-6 1-1 0,-4 4-37 16,-3 4-52-16,-4 2-66 0,-2 2-78 0,-4 3-31 15,-4 2-46-15,-6 6-16 0,9-3-17 0,-9 3-39 16,0 0-367-16,0 7-236 0</inkml:trace>
  <inkml:trace contextRef="#ctx0" brushRef="#br0" timeOffset="94659.6">14208 13835 430 0,'0'0'364'0,"8"5"-65"0,-8-5 10 0,5 5 5 15,-5-5-37-15,7 7 5 0,-4-1-32 0,1-2-2 16,3 2-19-16,0 1-34 0,0-1 2 0,-1 2-27 15,3 2-18-15,1-1-26 0,-1-1-25 0,1 0-14 16,3 0-15-16,-3-3-20 0,2 1-5 0,2-2-10 0,-2 0-5 16,1-2-7-16,-1-2-4 0,3 0-4 0,-2-2-2 15,-1-2 2-15,2 0-8 0,-3-3 3 16,2 1-6-16,-3-2 4 0,-3-2-8 0,-1 0 7 16,0 1-5-16,-3-3 3 0,-2 1-5 0,-2 0 0 0,0 0-1 15,-3-1 2-15,-4 0 0 0,-1 3-1 0,-2-1-1 16,-3 2-1-16,-2 1 1 0,1 2 0 15,-2 0-4-15,-2 2 3 0,0 1 0 0,1 2-1 16,0 0 3-16,4 2-4 0,-1-1 3 0,2 2-10 0,0 1 12 16,3 0-7-16,2 0 4 0,3 0-4 0,5-4 9 15,-6 6-8-15,6-6 6 0,0 0-8 0,13 4 7 16,-13-4-4-16,18-4 6 0,-7 2-4 16,1-3 0-16,0-2 2 0,1-1-11 0,0-1 5 0,2-4-3 15,-2 1 5-15,1-4-4 0,-4-1 4 0,2-1-5 16,-6-2 6-16,2-2-3 0,-4-1 5 0,-2 0 0 15,-2-5 1-15,-1 1-1 0,-3-4-3 0,0-1 6 16,-2 0-10-16,-3 1 11 0,0 1-5 0,0-1 6 16,-2 4-6-16,2 2 5 0,0 2-2 0,2 3 12 15,-3 2 0-15,6 4 1 0,-2 1-10 0,3 3 3 16,3 10-2-16,-5-6 7 0,5 6-3 0,3 6 13 16,1 4 1-16,2 4 5 0,3 5 10 0,6 5 3 15,4 5-2-15,1 2 33 0,4 1-21 0,1 1-5 16,5-2-13-16,-2 2-1 0,1-3-15 0,3 2-2 15,0-2-4-15,0-3-3 0,-1 1-1 0,-2-1-3 16,2-4 2-16,-2-1-8 0,-1-1 4 0,-6-6-12 16,1-1-64-16,-1-3-62 0,-4-1-40 0,-3-4-31 15,-1-2-35-15,0-1 12 0,-2-1-7 0,-2-4 23 16,0-2 11-16,-1-1 28 0,-1-2 26 0,-3-2 41 16,1 0 9-16,-3-2 30 0,-2-3 3 0,-1 0 13 15,-1-2 19-15,-2-1 27 0,2 2 38 0,-5-2 19 16,2 2 51-16,-1 1-6 0,0 0 22 0,-2 1 37 0,3 2-1 15,-2 2-13-15,2 0-27 0,-2 1-24 0,1 3-15 16,-2 1-9-16,7 4-4 0,-10-2-3 16,10 2 0-16,-10 3 5 0,10-3-9 0,-8 9-11 15,4-2-13-15,-2 0-1 0,5 2-7 0,-2-1-1 0,1 2-9 16,0-2 4-16,2 0-8 0,0 2 3 0,0-3-10 16,0 1 5-16,3 0-3 0,-2 0-9 0,3-1 7 15,2-2 1-15,1 2 1 0,-2-3-2 0,1 1 0 16,4-3 3-16,-10-2-8 0,14 3 7 0,-14-3-4 15,18-2 4-15,-7 1-8 0,-1 0 8 0,0 0-6 16,-2-2 5-16,-1 1-6 0,-7 2 5 0,16-5-4 16,-10 2 5-16,-6 3-6 0,13-6 4 0,-13 6-4 15,11-6 4-15,-11 6-5 0,12-7 7 0,-12 7-6 16,13-6 6-16,-6 1-8 0,2 1 8 0,-1-1-4 16,0 2 3-16,0-2-3 0,0 0 2 0,1-1-1 15,-1 1 5-15,-1-1 12 0,0-3 13 0,-2 1-2 16,0-2 0-16,3 0 4 0,-6-2-7 0,2-2-7 15,-1-1 2-15,-1-2 2 0,-3 0 3 0,-2-2 2 16,-1-2-10-16,-3-2 4 0,-1-5-11 0,-3 0 6 16,-6-5-8-16,-2-1 3 0,-3 1-4 0,-3-3-1 15,-3 4 0-15,0 0 2 0,-2 0 1 0,2 2 19 16,2 3 25-16,-1 2-9 0,7 6-3 0,1 2 11 16,4 2-9-16,2 3-9 0,0 2 0 0,7 3-14 0,-1 3-2 15,7 4-3-15,0 0-1 0,0 0 12 0,-1 9 16 16,7 1-12-16,7 6-1 0,4 3-10 15,1 3 2-15,5 6-6 0,2-1 16 0,1 2-26 16,-1-1 17-16,1 2-20 0,0-2 13 0,-2 1-20 0,-1-3 21 16,0 3-26-16,-7-7 20 0,2-1-22 0,-2-1-5 15,-4-1-38-15,-1-4-68 0,-2 0-65 0,-3-2-65 16,-1 0-57-16,-4-1-95 0,-1 0-95 0,-2-2-95 16,-6-1-354-16,-1 1-531 0</inkml:trace>
  <inkml:trace contextRef="#ctx0" brushRef="#br0" timeOffset="94875.75">14418 13578 156 0,'-19'0'642'0,"0"2"-163"0,3-2-79 0,3 0-60 0,3-2-33 0,0 0-60 16,10 2 8-16,-9-7-16 0,10 2-20 0,3-4-24 16,3-2-33-16,4-4-22 0,3 0-26 0,8-5-16 15,5-5-21-15,2 0-12 0,4-1-16 0,2-2-7 16,-1 0-8-16,2 2-5 0,-4-1-8 0,0 4-1 15,-4 1-9-15,-5 4-9 0,-4 5-72 0,-5 1-91 16,-2 3-44-16,-2 2-56 0,-10 7-27 0,10-2-35 16,-10 2-54-16,3 6-461 0,-7 1-381 0</inkml:trace>
  <inkml:trace contextRef="#ctx0" brushRef="#br0" timeOffset="98012.07">14170 14593 12 0,'-4'-10'523'15,"0"1"-124"-15,0 3-21 0,2 0-59 0,-1-1-25 0,0 1-51 16,3 6-32-16,-4-9-63 0,4 9 1 16,0 0 20-16,0 0 15 0,0 0 13 0,9 11-16 0,-4 0 10 15,2 1-24-15,4 7-24 0,1 3-12 0,0 4 3 16,3 1-13-16,2 4-28 0,1 1-18 0,-3-1-17 15,3 0-10-15,-3 0-10 0,1-4-10 16,-2-2-7-16,1 1-4 0,-2-3-36 0,0-4-91 0,-3-1-87 16,-1-1-73-16,0-5-19 0,-3-1-25 0,-2-1-37 15,-3-4-47-15,-1-6-44 0,0 5-283 0,0-5-231 16</inkml:trace>
  <inkml:trace contextRef="#ctx0" brushRef="#br0" timeOffset="100125.47">14258 14888 292 0,'-21'-26'341'0,"0"-2"-61"16,-1-1-23-16,-1 1-21 0,4 0-18 0,2 2-4 15,5 2-30-15,-1 1 7 0,7 2-62 0,0-1-1 16,5 3-26-16,1 2 22 0,5 1-24 0,3-1 20 16,5-1-11-16,1 2 11 0,4 2-23 0,1 5 24 15,3-1-10-15,0 4-12 0,2 1-14 0,-1 2-4 16,-2 3 2-16,2 3-20 0,-1 2-10 0,0 1-4 16,-2 0-12-16,-2 5-8 0,1-1 0 0,-3 1-4 15,-2 2 2-15,-5-2-7 0,0 1-1 0,-3 1-4 16,-2-2-1-16,-3 2 0 0,-1-2-3 0,-4 0-1 15,0 2-1-15,-3-2 0 0,-2 0-3 0,0-3 1 16,-4-1-3-16,4-2-3 0,-2-3 2 0,-2 0-2 0,0-4 1 16,-1 1 0-16,1-3 0 0,0-2-2 15,1-4 1-15,0 2-2 0,2-3 3 0,4-3-4 0,2 2 8 16,1-1-6-16,3-2 5 0,4 2-6 0,1-1 3 16,4 1-2-16,1 3 4 0,1-1-8 15,2 1 9-15,3 4-9 0,-1 1 6 0,3 2-6 16,0 2 8-16,-1 1-7 0,2 2 5 0,0 1-4 0,-2 3 6 15,2 2-8-15,-3 0 5 0,0 1 3 16,-3-1-3-16,-1 3 0 0,-3-2 0 0,0 3 0 16,-2-2-1-16,-2-1-1 0,-3 1 2 0,-2 0 3 0,0 1-2 15,-2-1-1-15,-1-1 1 0,-3-1 2 0,-1-2-3 16,2 1 3-16,-4-3 2 0,9-4 0 0,-14 2 5 16,14-2 8-16,-14-6-3 0,8-1 2 0,-2-1-13 15,6-3 8-15,-2-3-8 0,2 2 7 0,2-3-7 16,3-2 2-16,0 0-5 0,3-3 5 0,3 2-2 15,0-1-5-15,0 1 3 0,2 4-1 0,-2-1 0 16,2 3-1-16,0 1-1 0,-2 2-1 0,1 0-2 16,0 3 3-16,-1 1 0 0,2 3 0 0,-3-2-4 15,-8 4 1-15,17-3-7 0,-17 3-6 0,17 1 3 16,-17-1-1-16,14 2 6 0,-14-2 1 0,14 4 0 16,-14-4 3-16,11 2-2 0,-11-2 4 0,8 2-2 15,-8-2 1-15,8 3 0 0,-8-3 3 0,0 0 2 16,6 6-2-16,-6-6-5 0,1 6 5 0,-1-6-4 15,-1 7 7-15,1-7-3 0,-1 8 7 0,1-8 0 16,2 13 5-16,-2-8-3 0,3 1 2 0,1 2-7 16,-1-2 7-16,4-1-10 0,-2 1 8 0,4-1-10 0,-1 0 11 15,-1-2-7-15,2-1 6 0,-9-2-7 0,17 3 5 16,-17-3-9-16,15-1 7 0,-15 1-5 0,14-4 6 16,-7 1-6-16,-2-2 6 0,-5 5-9 0,7-11 8 15,-4 6-3-15,-2-1-1 0,-1 6 1 0,-2-14-1 16,-3 7 0-16,1 0-2 0,-4 0 2 0,0 1-2 15,-2 0 2-15,-1 0-4 0,-2 1 6 0,-2 1-4 16,-1 0 1-16,2-1 1 0,-1 1-2 0,1 2 1 16,2 0-2-16,3-1 4 0,-2 1-3 0,2-1 1 15,9 3 1-15,-15-3 0 0,15 3-3 0,-7-4 2 16,7 4-1-16,2-6 1 0,-2 6 0 0,10-9 0 16,-3 4 0-16,1-2 1 0,2-2-2 0,2 0 1 15,-2 1 0-15,-1-3 0 0,2 0 0 0,0-2 1 16,0-2-2-16,-2 0 3 0,-1-2 1 15,-1 0-4-15,1-1 2 0,-3 2-2 0,-1-1 1 0,-1 2 2 16,-1-4 0-16,-1 3-3 0,-1-1 2 0,-1 0-1 16,0 2 2-16,-2-1-1 0,-1 1-1 0,2 2 2 15,-2 3 0-15,-1-1-1 0,1 1 0 0,2 2-1 16,-1 0 1-16,0 4-2 0,3 4 5 0,0 0 5 16,0 0 11-16,0 0 40 0,3 5-7 0,5 7-7 15,1 2-7-15,1 5 17 0,3 3-4 0,3 2-14 16,0 0-4-16,3 6-2 0,0-1 12 0,-2 0-1 15,-1-4-17-15,-2 1 5 0,0-1-14 0,-2-2 5 0,-3-3-11 16,1-2-4-16,-2 0-1 0,-2-4-1 0,-1 0 1 16,-1-3 21-16,0 1-26 0,-2-1 1 15,0-5 3-15,-2 1-3 0,-2-1 0 0,2-6 2 16,-6 7 1-16,6-7-2 0,0 0 11 0,0 0-12 0,-9-4 6 16,9 4-14-16,-1-13 13 0,1 6-9 0,2-4 7 15,2 1-1-15,1-3 0 0,4-3 3 0,-1 2-7 16,2 1 0-16,0-4 0 0,3 3-2 0,-1 1 1 15,0 0 1-15,1 2 3 0,0 1-3 0,-2 2 1 16,1 1-2-16,1 1 1 0,-2 2 0 0,-1 2-4 16,-10 2 9-16,17 0-5 0,-17 0-3 0,13 5 1 15,-9-1-1-15,-2 2 3 0,-1 0-12 0,-2 3 13 16,0 0-6-16,-3 1 7 0,-5 2-10 0,1 1 12 16,-2 0-12-16,-1-1 12 0,-1 2-12 0,-3-1 10 15,2-1-12-15,2-1-2 0,-1-3-14 0,3 2 1 16,0-4-9-16,2 1-47 0,0-5-56 0,7-2-42 15,-9 4-10-15,9-4-19 0,0 0 10 0,3-6-30 16,2-1 10-16,1-1 12 0,4-2 21 0,1-1 22 16,3-2 31-16,-1-2 22 0,1 1 23 0,2-1 17 0,0-4 14 15,1 0 9-15,3 1 17 0,-4 0 22 16,1 1 31-16,-4 2 33 0,2-1 17 0,-4 1 19 16,0 3 39-16,-1 2 28 0,-2 0 11 0,-2 1 6 15,-1 2-25-15,-1 0-27 0,0 1-21 0,-4 6-5 0,-3-7 1 16,3 7-2-16,0 0-9 0,-13 0-15 15,13 0-12-15,-14 6-12 0,4-2-6 0,1 3-4 16,3-1 7-16,-4 1-3 0,3 2-9 0,0-2-4 16,0 3-3-16,3-2-7 0,-2 3-2 0,5-3-4 0,-1 2-3 15,4-3 2-15,-1 4-6 0,4-3-2 0,0-2 3 16,0 2-6-16,3-3 2 0,-2 0-1 0,3-2 2 16,-9-3-5-16,16 4 3 0,-16-4-2 15,16-1-2-15,-16 1 3 0,13-5-2 0,-5 0 0 0,-1-1 1 16,-3 0-1-16,1-2-1 0,-1 0 1 0,-1-1 2 15,-1 1 1-15,-2-2-4 0,0 3 3 0,0-2-1 16,0 3-3-16,0 6 4 0,0-13-1 0,0 13-1 16,0-10 0-16,0 10-3 0,0-9 4 0,0 9-2 15,0 0-1-15,0 0 1 0,0 0 1 0,0 0 0 16,0 0-2-16,14 3 1 0,-14-3 0 0,9 9 1 16,-9-9 3-16,13 4-2 0,-5-1-1 0,-8-3 0 15,14 4 0-15,-14-4 0 0,14 0 2 0,-14 0-2 16,14-5-2-16,-9 0 1 0,3-2 2 0,-1-2-1 15,-3-1 0-15,1-3 1 0,-1-2 1 0,-1-1-1 16,-1-1-1-16,-2 0 3 0,0-2-3 0,-5-3-1 16,3-1 4-16,-5 0-5 0,-2-5 4 0,3 3 1 15,-6-1-4-15,2-1 2 0,-4 1 2 0,1 2-3 16,-1 2 4-16,3 3-9 0,-2 1 10 0,4 4-5 16,1 1 7-16,-1 1-10 0,2 2 9 0,2 3-10 15,5 7 7-15,-7-4 1 0,7 4 9 0,0 0 0 16,4 12 6-16,4-1-2 0,2 4 7 0,1 3-9 15,6 4 31-15,-2 0-18 0,3 1 4 0,-1 2-5 0,-1-1-6 16,1 0-3-16,-3-1 0 0,0 0-9 16,-2-5 1-16,-2-1-3 0,-2-3 1 0,-2-1-2 0,0 1 1 15,-2-5 4-15,-1 1-3 0,-1-1-1 16,-3-4 2-16,1-5-5 0,-5 11 3 0,5-11-2 0,-9 4-1 16,9-4 3-16,0 0-5 0,-13-1 1 15,13 1-1-15,-6-9 2 0,3 4 1 0,3 5-4 16,-2-13 3-16,4 4-4 0,-2 1-6 0,4-3 6 15,2 2-9-15,2-1 11 0,4 0-9 0,-1 2 11 0,2-1-12 16,2 3 13-16,-1-1-11 0,3 3 10 0,-3 0-10 16,0 3 9-16,0 0-12 0,-1 2 16 15,-2 0-4-15,0 2-3 0,0-1 2 0,-3 3 0 16,0 0-1-16,-3-1-1 0,0 2 1 0,-3 1 2 0,-2-7-5 16,-1 12 1-16,-2-3 1 0,-4-3 2 0,0 2-3 15,0 0 0-15,-1-1 0 0,-3-1 2 0,2-2-2 16,0 1 2-16,-2-2 1 0,11-3-3 0,-15 1 3 15,15-1-2-15,-14-6 7 0,10 2-8 0,-1-4 0 16,4 0 2-16,-1-2-4 0,4-1-4 0,-1 0 7 16,4 0-4-16,-1-2 7 0,4-1-7 0,-2 3 9 15,2-3-11-15,-1 4 11 0,4 1-11 0,-2-1 9 16,1 1-10-16,1 2 14 0,-2 1-13 0,2 2 11 16,0 1-10-16,-1 0 10 0,-10 3-14 0,19 3 16 15,-10-2-12-15,-1 4 8 0,1 1-8 16,1 1 9-16,-2 2-1 0,0 2 1 0,0-2-6 0,-3 1-16 15,1 1-56-15,-1-2-63 0,-1 1-72 0,-1-2-62 16,0 0-39-16,2-1-12 0,-5-7-44 0,3 8-56 16,-3-8-67-16,0 0-329 0,0 0-352 0</inkml:trace>
  <inkml:trace contextRef="#ctx0" brushRef="#br0" timeOffset="100396.44">15698 13777 407 0,'-3'-6'471'0,"3"6"-88"0,-8-7-98 0,8 7-35 15,-4-6-31-15,4 6 17 0,-4-6-40 0,4 6 11 16,0 0-36-16,4-5-14 0,-4 5-25 0,4-4-5 16,-4 4-5-16,8-4-3 0,-8 4-3 0,6-6-13 15,-6 6-12-15,8-5 5 0,-8 5 0 0,6-6-7 16,-6 6-4-16,5-8-20 0,-5 8-1 0,5-9-15 16,-5 9-6-16,-2-9-15 0,2 9 2 0,-7-9-13 15,4 5 2-15,-3-1-11 0,0 1 4 0,6 4-11 16,-14-3 9-16,14 3-8 0,-15-3 5 0,15 3-7 15,-17-2 4-15,17 2-4 0,-14 3 3 0,14-3-8 16,-10 4 8-16,10-4-5 0,-8 5-1 0,8-5-30 16,3 6-75-16,-3-6-59 0,10 5-57 0,-10-5-15 15,14 4-62-15,-14-4-48 0,16 1-35 0,-16-1-80 16,20-1-249-16,-10-1-217 0</inkml:trace>
  <inkml:trace contextRef="#ctx0" brushRef="#br0" timeOffset="100824.99">15792 13471 441 0,'-2'-13'402'0,"1"4"-41"0,-1-1-40 0,0 1-24 0,-1 1-9 16,0 0 8-16,2 2-23 0,-2 0-36 0,3 6-47 15,-2-9-36-15,2 9 15 0,0 0 50 16,0 0 6-16,0 0-22 0,2 5-29 0,1 4-7 16,4 0-30-16,0 5 16 0,2 3-24 0,1 2-4 0,5 2-18 15,1 2-15-15,0 0-18 0,0-1-16 16,1 3-5-16,1-2-14 0,-2 1-9 0,0 1-9 15,-3-4 0-15,0 2 12 0,0-4-26 0,-2-1-2 16,-1-1 1-16,-2-1-5 0,0-5-5 0,-2 2-12 0,-1-4-30 16,2 0-34-16,-2-2-82 0,-3-2-62 0,-2-5-38 15,7 6-34-15,-7-6 10 0,0 0-6 16,0 0 24-16,6-5 11 0,-6 5 38 0,3-12 32 0,-2 6 46 16,-1-1 24-16,1-3 29 0,2 1 21 0,-1-2 53 15,-2 3 37-15,3-1 48 0,-2 0 4 0,0 2 40 16,1 0-17-16,0 1 3 0,-2 6-33 0,2-11-8 15,-2 11 19-15,2-7 61 0,-2 7-18 0,0 0-8 16,8-5-2-16,-8 5-3 0,0 0 12 0,11 4-12 16,-11-4-17-16,8 4-21 0,-8-4-8 0,9 7-12 15,-9-7-15-15,11 8-6 0,-7-4-6 0,3 0-3 16,-7-4-6-16,10 8-3 0,-10-8-6 0,11 7-6 16,-11-7-25-16,11 4-79 0,-11-4-58 0,9 2-30 15,-9-2-63-15,8-2-18 0,-8 2-43 0,4-7-57 16,-4 7-119-16,3-9-215 0,-3 9-213 0</inkml:trace>
  <inkml:trace contextRef="#ctx0" brushRef="#br0" timeOffset="100984.53">16035 13565 220 0,'-8'-3'555'0,"8"3"-109"16,-9-7-44-16,9 7-79 0,-9-7-14 0,9 7-82 15,-6-5-46-15,6 5-34 0,-5-9-30 0,5 9-23 16,-3-7-21-16,3 7-17 0,6-8-15 0,-6 8-82 0,4-5-58 15,-4 5-105-15,7-6-103 0,-7 6-497 16,6-6-331-16</inkml:trace>
  <inkml:trace contextRef="#ctx0" brushRef="#br0" timeOffset="101542.2">15995 13283 241 0,'-2'-8'553'0,"0"1"-158"0,2 7-77 0,0-8-31 0,0 8 32 16,0 0-26-16,0 0 9 0,7 6 8 0,-1 3-20 15,0 0 2-15,2 4-43 0,1 4-2 0,1 2-21 16,3 1-14-16,2 3-63 0,1 1-13 0,0-1-41 16,0 1-19-16,0 0-19 0,2-1-10 15,-1-1-6-15,-2-1-8 0,2 1-10 0,-4-5-6 0,2 0-1 16,-4-2-2-16,3-1-3 0,-5-2-4 0,0-3-2 16,-1 2-3-16,-1-4-3 0,1 0-1 0,-4-2-42 15,-4-5-39-15,9 7-8 0,-9-7 6 0,0 0 14 16,0 0 12-16,0 0 12 0,0 0 11 0,10-2 4 15,-10 2 10-15,0 0 1 0,-1-6 10 0,1 6-3 16,0 0 7-16,0 0-4 0,-3-6 7 0,3 6-2 16,0 0 5-16,0 0-3 0,5-7 9 0,-5 7-10 0,11-4 7 15,-11 4-11-15,15-3 10 0,-15 3-7 16,14-5 9-16,-14 5-8 0,18-4 8 0,-10 1-9 16,-8 3 10-16,14-4-5 0,-5 1 5 0,-3-2-6 15,2 2 6-15,-2-3-7 0,-2 1 8 0,4-1-6 0,-5 0 8 16,3-2-4-16,-4 0 0 0,2-1-2 15,0 0 3-15,-3-2-4 0,3 0 1 0,-3 2 6 16,2-1 6-16,-1 1 6 0,-2 2 4 0,1 1-3 0,-1 6-5 16,3-12-4-16,-3 12-1 0,3-7 1 15,-3 7-7-15,0 0 3 0,6 5 14 0,-1 1 1 0,0 2 8 16,4 3 13-16,-2 0 1 0,2 3 11 16,3 2-13-16,0-1-6 0,-2 2-6 0,4-1 0 0,-2 0-8 15,2 2 7-15,-3-2 5 0,1 2-7 16,0-1-4-16,-1 1-6 0,-1-3-4 0,-1 1 12 0,-3-3-22 15,-2 0 20-15,1-1-10 0,-5 0 17 16,-2 0-23-16,-3 1 19 0,-2-3-21 0,-3 2 19 0,-3 1-24 16,-5-1 30-16,2-2-38 0,-5-1 21 0,2 0-24 15,-3-2 23-15,-2-4-26 0,0 1 1 0,2-2-92 16,-2-1-81-16,-2-2-102 0,-2-2-96 0,3 1-81 16,-4-2-113-16,-1-3-496 0,-1-2-691 0</inkml:trace>
  <inkml:trace contextRef="#ctx0" brushRef="#br0" timeOffset="101708.48">16049 13609 348 0,'14'-7'634'0,"-3"-1"-74"0,2 0-44 0,6-2-51 0,0-1-38 16,3-2-38-16,4-2-48 0,4-1-52 0,5-3-41 16,2 0-64-16,5 0-34 0,-1 0-31 0,-1 0-20 15,-1 2-28-15,-2 2-8 0,-7 3-56 0,-2-1-126 16,-5 5-168-16,-5 0-175 0,-2 2-816 0,-7 3-885 15</inkml:trace>
  <inkml:trace contextRef="#ctx0" brushRef="#br0" timeOffset="103924.82">19285 13866 391 0,'0'-5'323'0,"0"5"-67"0,-3-13-43 0,2 8-11 16,-2-2-29-16,-1 0-8 0,-1 1-24 0,-1-1 10 0,0 1-22 15,-2 0 5-15,0-1-24 0,-2 0-3 16,2 0-34-16,-1-1 8 0,0-1-29 0,-2 2 13 0,1 0-33 15,-1-2 21-15,1 2-34 0,-1-2 20 0,-1 1-32 16,-1 1 23-16,1-2-36 0,-4 1 30 16,1 0-29-16,-4 0 20 0,-2 1-21 0,1 0 21 0,-4 0-23 15,-2 1 24-15,-1 1-26 0,-5-1 21 16,-2 2-18-16,-2 2 24 0,-2 0-24 0,-3 2 21 0,-1 0-20 16,-8 0 20-16,0 3-23 0,-5 0 26 15,1 1-21-15,-3 3 26 0,-1 0-10 0,-8 2 19 16,-1 3-21-16,1 1 22 0,-2 1-14 0,3 2-15 0,-4 2-2 15,4-1-1-15,-3 2 24 0,3 2-8 0,-2-1 12 16,2 3-23-16,0 0 0 0,-1 4-4 16,0-1 3-16,3 0 1 0,-3 4-4 0,1-2-1 0,1 4 1 15,0 1 2-15,-2-1 0 0,1-1 0 0,-3 4 11 16,2-3 5-16,-1 2 4 0,-1-1 6 0,2 0-13 16,-1 0 12-16,-2 1-14 0,4 1 11 0,0-1-16 15,-1 2 12-15,-1 0-8 0,3-1 0 0,0 1 4 16,-3-1-2-16,3 0-3 0,0 1-2 0,3-3-2 15,-1 0 3-15,1 2 2 0,-1 0-3 0,2-1 2 16,2 3-3-16,0-2 4 0,-1 2 6 0,2-2 4 0,-2 5 8 16,0-4 15-16,3 3 1 0,0-1-6 15,3 0 2-15,0 1 2 0,2-2-5 0,2 1 0 16,4-3 4-16,2 3 1 0,2-1-8 0,3 0 2 16,8-5-12-16,1 1 3 0,2 0-8 0,4 3 4 0,0-3-5 15,1 3 15-15,4-1 7 0,2 0-5 16,3-1-7-16,1-3-5 0,5-2-4 0,-1 2 2 15,3-1-6-15,1 1-2 0,-1-5 12 0,4 0 7 16,1-2 2-16,1 2-13 0,0-1 3 0,4-1-1 0,-1-2 12 16,4 0-9-16,2 0 13 0,4 0 0 15,4-1 0-15,5-4-15 0,6 4 5 0,6-6-14 16,2-2 5-16,8-2-9 0,1-3 2 0,4-3-9 16,4-5 8-16,5-3-8 0,14-6 9 0,4-4-12 0,6-4 5 15,3-3-2-15,17-10-4 0,3-2 4 0,2-1 6 16,0-5 1-16,6-1 1 0,2-1 0 0,3-2 13 15,1-1-15-15,4-3 0 0,-1-1 0 0,1-3-1 16,2-1-3-16,2 0 3 0,-1-1 18 0,0-1-28 16,-3-1 11-16,0 0-8 0,0-3 10 0,-1 0-13 15,-2-4 7-15,0 1 3 0,-4-5 1 0,-2-1-5 16,-4-4-11-16,-3 0 13 0,-5 0-11 0,1 0 2 16,-6-1 0-16,-1 0 16 0,-6 2-17 0,-4-1 12 15,-7 3-13-15,-8 0 14 0,-7 0-17 0,-14 15 19 16,-6 1-21-16,-4 3 5 0,-3 1-3 0,-6 4 6 15,-6 8-2-15,-6 1 4 0,-1 4 6 0,-6 4-6 16,0 1 5-16,-5 4-4 0,-3 1 1 0,-4 4-7 16,-1-1 1-16,-4 2 2 0,-5 2-2 0,-5 0-7 15,-4 1-2-15,-10 1-3 0,-5 3-2 0,-5 2-18 16,-10 5-45-16,-3 0-60 0,-5 3-66 0,2 1-74 16,-1 5-65-16,0 0-93 0,2 1-83 0,1 1-540 15,3 0-674-15</inkml:trace>
  <inkml:trace contextRef="#ctx0" brushRef="#br0" timeOffset="104075.44">18335 13980 115 0,'0'0'678'0,"-2"9"-150"0,2-9-130 0,-4 5-80 0,4-5-61 16,-4 5-60-16,4-5-44 0,-5 9-33 0,5-9-21 15,-7 6-21-15,0 1-41 0,-1 0-88 16,-2 4-122-16,-4 0-169 0,-2 4-423 0,-1-3-281 0</inkml:trace>
  <inkml:trace contextRef="#ctx0" brushRef="#br0" timeOffset="108342.77">17061 14439 120 0,'0'0'378'0,"-12"2"-83"0,12-2-48 0,-10 2-34 0,10-2-29 16,-9 3-24-16,9-3-17 0,-9 2-23 0,9-2-12 15,0 0-13-15,-10 4 22 0,10-4-11 0,0 0 13 16,0 0-39-16,0 0 7 0,14-4-36 0,-14 4 5 15,14-5-19-15,-4 3 4 0,1 0-20 0,-2-4 18 0,2 1-14 16,-1 0 16-16,-1 0 20 0,-1 1 2 0,1-5 1 16,-3 3-5-16,-1-2-7 0,1 1-5 0,-4 0-14 15,1-2-7-15,-3 2 2 0,-2-1-5 0,0 2-4 16,-1 0-3-16,-3-2-1 0,-2 3-1 0,0 1-4 16,-2 1 5-16,-1 0 2 0,-2 3 7 0,0 0 5 15,2 0-3-15,-3 4 0 0,-1 1 0 0,2-1-2 16,2 2-9-16,1 0 7 0,1 0 1 15,3 1-3-15,1-1 8 0,3 0-9 0,1 2 2 0,2-1-4 16,3-1 3-16,1 1-9 0,2-1 6 0,0-1-3 16,2 2 3-16,0-5-6 0,1 2 1 0,-3-1 4 15,-7-3-4-15,13 6-3 0,-13-6 23 0,12 4 24 16,-12-4-7-16,8 3-4 0,-8-3-11 0,0 0-7 16,0 0-12-16,5-6 4 0,-5 6-9 0,-4-4-3 15,4 4-31-15,-7-4-51 0,7 4-40 0,-14-2-52 16,14 2-16-16,-15 0-41 0,15 0-32 0,-15 3-43 15,6 2-53-15,3 1-440 0,-2-1-318 0</inkml:trace>
  <inkml:trace contextRef="#ctx0" brushRef="#br0" timeOffset="109893.65">17020 15274 91 0,'0'0'298'0,"-18"2"-61"0,18-2-37 0,-18 0-21 16,18 0-13-16,-16 1-16 0,16-1-20 0,-17 2-10 0,17-2-20 15,-13 0-19-15,13 0-20 0,-10 3-3 0,10-3-13 16,0 0 1-16,-9 4-11 0,9-4 7 0,0 0 6 16,1 5 5-16,-1-5 4 0,0 0-16 0,16 2 7 15,-16-2-19-15,15-2 8 0,-2 0-10 0,-2 0 16 16,3-3-9-16,2 0 17 0,0-1-21 0,0-2-4 16,3 0 2-16,-1-3-6 0,1 1-1 15,1-2 19-15,-2-1 9 0,1 3 22 0,-3-2 9 0,0 2 4 16,-4 1 9-16,-1-1 8 0,-2 3-9 0,0 1-16 15,-2-2-18-15,-1 4-11 0,-6 4-5 0,4-9-16 16,-4 9-2-16,-4-4-5 0,4 4-5 0,-13 0 0 16,2 3-6-16,-3 3-3 0,-2-2 10 0,-2 2-11 15,-1 3 7-15,0-1-8 0,0 1 8 0,0 0-11 16,0 1 9-16,1-1-12 0,0 2 6 0,5-3-3 16,-1-1 5-16,1-1-9 0,3 1 8 0,2-2-10 15,1-1 13-15,7-4-13 0,-7 8 9 0,7-8-6 16,0 0 13-16,7 8-13 0,-7-8 11 0,19-3-10 15,-5 0 9-15,4-1-9 0,-2-2 8 0,7 1-10 16,0-4 1-16,5 1 1 0,-1-3-3 0,1 1 3 16,2-2 0-16,-1 0-1 0,-2-1 4 0,1-1 6 15,-2 1 14-15,-5 3 12 0,-4 1 18 0,0 2 6 16,-3 0 4-16,-4 2-7 0,0 0-6 0,-2 0-11 0,-8 5-6 16,4-4-6-16,-4 4-4 0,0 0-8 0,-16 3-2 15,2 3 0-15,-2 0-2 0,-5 2-4 0,-7 3 2 16,1 0 1-16,-1-1-4 0,0 2-3 0,2 1 0 15,-1-1 2-15,1-2 0 0,0 2-2 0,5 0 0 16,1-4 0-16,0 3-2 0,2-2-5 0,5-2 6 16,2 1-2-16,1-1 2 0,2-2-1 0,3 2 3 15,5-7 1-15,-3 9-3 0,3-9 0 16,9 3 3-16,-9-3-4 0,18-2 5 0,-7 1-5 0,5-4 3 16,-1 1-3-16,2-1 2 0,1-2-2 0,2-2 3 15,-1 0-2-15,3-2 5 0,2-3-5 0,-1 1-1 16,-5 0 2-16,0 3-1 0,-4-1 1 0,0 1-1 15,-2 1 5-15,-5 3-1 0,1 0 1 0,-6-1-3 16,-2 7-2-16,-1-7 4 0,1 7-6 0,-10-1 3 16,-1 2-1-16,-2 2 0 0,-4 1-1 0,-4 3 0 15,1 1 2-15,-3 1-2 0,2-1 3 0,-2 1-3 16,2 1 6-16,1 0-5 0,-2 1 2 0,5-1-7 16,-2 1 6-16,5-1-4 0,0-2 2 0,4 0-3 15,1 1 5-15,4-4-1 0,0 0-2 0,5-5 1 16,-2 11-3-16,2-11 6 0,9 3 1 0,-9-3-5 15,18-2 8-15,-5 1-5 0,1-2 3 0,1-3-4 16,1 2 3-16,0-3 0 0,1 0-2 0,1-1-2 16,0-1 0-16,-3 1 0 0,-1 0 1 0,-1 0-1 15,-3 1 1-15,-1 1 0 0,-1-1-2 0,-3 3 6 16,-5 4-8-16,1-8 2 0,-1 8 1 0,-4-5 1 16,4 5 4-16,-15 0-3 0,3 3 1 0,-3 1 1 15,1 1-3-15,-4 0-1 0,0 3 1 0,-2 1-2 0,-2-1 4 16,4 3-6-16,-1-2 5 0,2 2-2 0,0-1-2 15,1-2 6-15,5 0-7 0,-1-1 2 16,2 0 1-16,4-1-1 0,-1-1 0 0,7-5 0 0,-4 10 3 16,4-10 0-16,0 0 0 0,7 4-2 0,-7-4 4 15,14-1-3-15,-5-2 1 0,1 0-2 0,-1-1 5 16,4-1-4-16,0-1 4 0,-1 0-7 0,1-1 5 16,0 0 0-16,-2-1-3 0,0 1 3 0,-4 1 0 15,2 1 3-15,-2-1 1 0,-1 2-2 0,-6 4-4 16,8-7 4-16,-8 7-2 0,0 0 9 0,0 0-12 15,-4-8 0-15,4 8 2 0,-10 3-5 0,2 0 6 16,-2 1-6-16,-2 2 9 0,-1 2-8 0,-2 0 4 16,0 2-3-16,-4 2 2 0,1-1 0 0,0 1-31 15,-1 1-67-15,1 1-90 0,-2-3-89 0,4-1-152 16,2 0-571-16,2-4-598 0</inkml:trace>
  <inkml:trace contextRef="#ctx0" brushRef="#br0" timeOffset="112108.46">18413 14526 316 0,'0'0'533'0,"-14"-2"-147"0,14 2-77 16,-9-3-78-16,9 3-27 0,-8-3-58 0,8 3-13 15,0 0-89-15,-10-2-96 0,10 2-133 0,0 0-185 0,0 0-161 16,-11-1-32-16</inkml:trace>
  <inkml:trace contextRef="#ctx0" brushRef="#br0" timeOffset="112307.71">18266 14359 208 0,'-4'-9'489'0,"4"9"-132"16,-5-6-71-16,5 6-66 0,-4-5-45 0,4 5-34 0,0 0-32 16,-4-6-24-16,4 6-32 0,0 0-95 0,0 0-98 15,0 0-140-15,0 0-240 0,0 0-20 0</inkml:trace>
  <inkml:trace contextRef="#ctx0" brushRef="#br0" timeOffset="112474.59">18279 14294 249 0,'0'0'687'0,"0"0"-177"0,0 0-140 0,0 0-177 15,-3 7-154-15,3-7-171 0,0 0-469 0,5 8-113 16</inkml:trace>
  <inkml:trace contextRef="#ctx0" brushRef="#br0" timeOffset="113775.19">18057 17614 447 0,'-13'-5'506'0,"2"2"-119"0,1 1-84 0,1-3-50 0,0 4-7 0,9 1-20 0,-14-5-26 0,14 5-13 16,-11-3-24-16,11 3-17 0,-7-4-20 0,7 4-3 15,0 0-18-15,2-9-9 0,3 5-18 0,4-2-19 16,1-1-11-16,7 1-12 0,0-4-60 0,3 0-56 16,1 0-54-16,2-3-28 0,2 0-53 0,0 1-28 15,-6 1-59-15,2 1-42 0,-5 1-364 0,0 1-214 16</inkml:trace>
  <inkml:trace contextRef="#ctx0" brushRef="#br0" timeOffset="113942.22">18065 17620 163 0,'-10'10'350'0,"4"-3"-110"16,1-1 2-16,2-1 14 0,3-5-7 0,-1 8-17 15,1-8-23-15,6 6-30 0,-6-6-32 0,19 1-31 16,-6-2-26-16,4-1-20 0,2-3-11 0,5-1-13 16,4-2-12-16,3-2-24 0,5-4-46 0,0 1-44 15,1-4-63-15,-2 3-117 0,-6 2-428 0,-1 0-196 16</inkml:trace>
  <inkml:trace contextRef="#ctx0" brushRef="#br0" timeOffset="114624.76">19451 16974 574 0,'-5'-11'519'16,"2"2"-73"-16,1 2-86 0,0 1-61 0,0-1-65 0,2 7-49 0,-3-9-37 0,3 9 26 0,0 0 19 16,0 0 9-16,0 0-15 0,8 4-17 0,-3 3-29 15,4 2-30-15,0 2-20 0,1 5-19 0,5 0-15 16,1 5-9-16,0 0-14 0,1 1-5 15,1 2 24-15,-2-1-40 0,-2 1 21 0,3 1-33 0,-4-2 16 16,0-1-105-16,-3 0-65 0,-1-4-91 0,0-1-44 16,-2 0-56-16,-3-3-21 0,0-2-60 15,-1-1-362-15,-3-3-310 0</inkml:trace>
  <inkml:trace contextRef="#ctx0" brushRef="#br0" timeOffset="114876.02">19442 16917 405 0,'-3'-19'488'0,"3"2"-122"16,0 3-70-16,2-2-57 0,0 1-4 0,4 2-25 16,1 1-1-16,0 1-10 0,4-1-10 0,0 3-20 15,2 1-19-15,0-1-19 0,0 3-23 0,-2 1-22 16,-1 2-18-16,2-2-10 0,-3 5-4 0,-9 0-2 16,16-1-3-16,-16 1-1 0,13 1-4 0,-13-1 8 15,4 7-15-15,-4-7 3 0,-1 12-13 0,-2-5 2 16,-3 1-15-16,-1 2 8 0,-2 1-14 0,-2-1 1 15,1 0-6-15,-3 1 6 0,3-3-10 0,1 3 5 16,1-5-39-16,-1 0-56 0,3 1-47 16,-1-1-48-16,7-6-33 0,-5 6-77 0,5-6-77 0,0 0-120 15,4 5-231-15,-4-5-226 0</inkml:trace>
  <inkml:trace contextRef="#ctx0" brushRef="#br0" timeOffset="115175.23">20179 16252 714 0,'2'-15'655'0,"-4"3"-124"0,-2 4-59 0,-1 3-78 16,-4-1-36-16,9 6-23 0,-21 5-10 0,4 2-42 16,0 5-6-16,-4 7-68 0,-4 8-22 0,4 3-46 15,0 3-15-15,2 3-32 0,6 6 3 0,3-1-31 16,1 2 57-16,7 0-47 0,4 3 16 0,4-3 22 15,5-1-30-15,3 0 29 0,5-3-30 0,3-3 16 16,1-2-29-16,5-5 5 0,1-3-31 0,1-1 12 16,2-6-26-16,1-4 9 0,-4-5-24 0,3-4 14 0,-2-2-22 15,0-4 9-15,5-4-29 0,0-1 7 16,-3-3-64-16,-1-1-36 0,-2-1-82 0,-6-2-69 16,2 0-94-16,-9-1-59 0,0 0-42 0,-6 1-86 15,-1 2-103-15,-5-2-419 0,-3 1-676 0</inkml:trace>
  <inkml:trace contextRef="#ctx0" brushRef="#br0" timeOffset="117458.32">20933 16066 222 0,'-4'-10'471'0,"-3"3"-116"0,2 1-22 16,-2 0-41-16,-2 2-20 0,-1 2-13 0,0 0-27 0,10 2-18 0,-26 2 1 0,12 3 0 0,-2 2-25 15,-2 4-6-15,-1 2 5 0,-2 4-7 0,4 3-32 16,0 0-14-16,1 4-15 0,4 1-10 0,1 0-31 0,2-2-10 16,5-1-13-16,-1 2-7 0,5-4-7 0,5 2-8 15,-1 0-4-15,5-1-6 0,5 1-4 16,4-3-1-16,1 0-4 0,3-2-2 0,1-4-3 15,-1-4-2-15,1 1-1 0,-1-4 0 0,2-2-2 0,-3-2-7 16,0-2 5-16,1-5-3 0,2 2 8 0,-2-3-11 16,-3-4 9-16,-1 3-9 0,-3-6-6 0,-1 2-51 15,-5-2-39-15,-2 0-45 0,-2 0-25 0,-3 2-42 16,-3-1-24-16,-3 3 22 0,-2-1-5 0,-5 3 28 16,-1 1 1-16,-2 0 20 0,-4 5 20 0,0-1 33 15,-4 2 19-15,0 3 20 0,-1 0 14 0,-4 2 14 16,3 0 15-16,-4 1 16 0,5 3 6 0,-2-3 20 15,3 3 20-15,0-2-1 0,2-1 5 0,6 0 3 16,-3 0 0-16,5-1 6 0,2-2 18 0,1 2 45 16,4 0 5-16,5-5 25 0,-6 4-8 0,6-4-5 15,0 0-5-15,0 0-10 0,8 3-5 0,-8-3 5 16,16-3-8-16,-6-1-1 0,6-3 2 0,-2 0-5 16,5-4-5-16,0 0 3 0,5-3 8 0,1-3-14 15,0 3-7-15,-3-1-22 0,2 0-1 0,-5 3-18 16,-2 2-2-16,-2 1-13 0,-2 1 7 0,1 1-18 15,-2 1 4-15,-3 1-11 0,1 0 5 0,-1 1-7 16,0 1 3-16,0 1-4 0,-9 2 7 0,14-3-14 16,-14 3 8-16,14 0-6 0,-14 0 7 0,11 3-3 15,-11-3 6-15,13 3-7 0,-5 2 6 0,-2-1-7 16,1 0 7-16,-1 1-11 0,0 0 12 0,2 1-10 16,0 1 9-16,-2-1-8 0,-1 1 6 0,4-1-8 15,-4 3 6-15,2-2-8 0,-1 1-9 0,-1-1-75 16,0-1-94-16,1 0-88 0,-2 0-80 0,-4-6-59 0,8 7-134 15,-8-7-396-15,0 0-521 0</inkml:trace>
  <inkml:trace contextRef="#ctx0" brushRef="#br0" timeOffset="117774.23">21117 16162 792 0,'0'0'594'0,"0"0"-120"0,-4 5-56 0,4-5-64 0,0 0-49 16,0 0-33-16,0 0-47 0,0 0-39 0,0 0-41 16,0 0-26-16,0 0-28 0,3-8-16 0,2 3-10 15,0-1-14-15,-2 0-7 0,1-2 1 0,-1 1 1 16,0 0-3-16,1-2 0 0,-3 2-5 0,0 0 4 16,-2-2 6-16,0 2 6 0,-3-1-7 0,0 1-8 15,0 0-8-15,-1 2-3 0,-3-1-8 0,2 1-1 16,-3 2-6-16,0 0-4 0,9 3-1 0,-16 0-4 15,16 0 0-15,-16 2 1 0,16-2-2 0,-9 7 0 16,9-7 0-16,-7 6-1 0,7-6-3 0,0 10-3 16,0-10-28-16,10 10-61 0,-4-7-90 0,3 1-77 15,3-2-54-15,-1 1-79 0,0-2-88 0,1 0-473 16,0-2-537-16</inkml:trace>
  <inkml:trace contextRef="#ctx0" brushRef="#br0" timeOffset="118024.98">21148 15771 207 0,'1'-9'716'0,"-1"9"-185"16,3-10-111-16,-3 10 6 0,9-7 3 0,-2 5 8 16,6 0-5-16,3 2-68 0,5 2-61 0,7 3-45 15,6 2-50-15,7 3-30 0,3 5-26 0,2-1-24 0,-1 5-24 16,-3 2-16-16,-1 1-16 0,-3 3-13 0,-1 0-37 15,-5 3 14-15,-4 0-2 0,-2 3-9 16,-7 0-7-16,-2 1 5 0,-8-1-15 0,-3 0-3 0,-6 2 22 16,-2 0-33-16,-5 0 1 0,-2 4-88 0,-3-2-69 15,-3-3-91-15,0-2-99 0,0-5-75 0,-2-2-105 16,0-1-117-16,0-4-359 0,1-6-614 0</inkml:trace>
  <inkml:trace contextRef="#ctx0" brushRef="#br0" timeOffset="118708.43">21922 15677 431 0,'-2'-15'703'0,"-1"5"-132"0,1-1-108 0,0 1-103 0,0 4-84 0,2 6-34 0,0-9 16 0,0 9 7 0,0 0-31 16,0 0-34-16,18 5-4 0,-9 1-26 0,3 4-42 0,5 2-16 16,4 5-27-16,0 0-13 0,1 2-22 0,6 3 1 15,-2 3-20-15,-1-1-6 0,-1-1-6 0,-4-3-4 16,-1 0-5-16,-4 0-24 0,-1-3-45 0,-3 0-62 15,-1-2-55-15,-5-1-59 0,-3-2-67 0,-2-1-24 16,-2-1-21-16,-3-2-21 0,-4-2 11 0,0-3 8 16,-3 1 4-16,0-6 48 0,-4-3 35 0,-3-3 42 15,-1-4 39-15,-2-7 63 0,-4-3 49 0,-2-4 37 16,4-5 34-16,0-2 42 0,2-3 46 0,1 0 41 16,4-2 33-16,4 1 23 0,6 6-10 0,2 0 11 15,3 5-13-15,4 3-8 0,3-1-8 0,3 3 4 16,2 2-24-16,8 0 9 0,1 3-23 0,3 1 34 15,-1 5-4-15,3 3-14 0,0 1-10 0,-1 4-16 16,-1 2-4-16,-1 0-2 0,-1 5-14 0,0 1-14 16,-1 1 1-16,-5 0 3 0,0 5-1 0,-5-2-12 15,-4 2 2-15,-2 1-17 0,-3-1-7 0,-4 4-15 16,-5 3-2-16,-2-1-11 0,-5 4 1 0,-3-1-10 16,1-1 5-16,-3-1-12 0,-1-1 2 0,0-1-10 15,2-3-35-15,3-2-65 0,-1-4-81 0,6 0-75 16,1-4-65-16,11-4-63 0,-14 0-105 0,14 0-398 0,-5-9-446 15</inkml:trace>
  <inkml:trace contextRef="#ctx0" brushRef="#br0" timeOffset="118942.13">22416 15079 473 0,'10'-8'745'0,"-2"2"-174"0,-8 6-60 0,0 0-61 0,0 0-32 16,7 7-36-16,-7 4-29 0,-6 3-49 0,0 5-12 15,-2 10-66-15,0 3 2 0,-1 10-59 0,2 2 4 16,0 5-38-16,2 1-29 0,2 0-18 0,5 0-22 16,2 0-10-16,3-2-16 0,6-2-6 0,0-4-7 15,6-3-1-15,2-3 2 0,1-3-11 0,5-3-1 16,1-5-3-16,2-5-41 0,0-2 39 0,0-6-78 16,-1-5-83-16,-3-4-109 0,-4-1-114 0,3-5-76 15,1 0-82-15,-3-6-83 0,0-4-476 0,-2-3-706 16</inkml:trace>
  <inkml:trace contextRef="#ctx0" brushRef="#br0" timeOffset="119291.17">22914 15323 68 0,'0'0'744'0,"0"0"-166"0,-13 4-68 0,7 3-55 16,1 3-46-16,-2 2-23 0,2 3-43 0,0-1-59 0,3 0-30 15,-3 3-26-15,2 0-38 0,3-2-35 0,-1 1-32 16,0-1-12-16,1-3-33 0,0-1-5 15,0 0-28-15,0 0 13 0,-2-3 12 0,2 0 28 16,0-8 27-16,0 11-18 0,0-11-20 0,0 0-19 0,0 0-16 16,-11-3-5-16,5-5-7 0,-1-3-6 0,-1-2-2 15,-1-4-9-15,0-3-43 0,-5-4 47 0,4-4-43 16,-5-6 3-16,3 1 46 0,-1-3-47 16,2-1 38-16,3 9-6 0,2-2-1 0,1 6 1 0,0 2 0 15,2 4 0-15,3 0-12 0,0 5 5 0,4 1-6 16,2 2 0-16,2 3 2 0,2 3-2 0,3 2 7 15,0 4-44-15,5 4 50 0,2 0-40 0,1 5 50 16,4 4-47-16,-1 1 1 0,6 3 7 0,-5 3 4 16,4-2 43-16,-8 1-51 0,2-1 44 0,-5-1-58 15,1-2 12-15,-6 1-85 0,2-4-73 0,-6 2-86 16,-1-2-69-16,-3 0-67 0,-4-3-44 0,-2 2-83 16,-4-2-44-16,-3 0-425 0,-1-2-592 0</inkml:trace>
  <inkml:trace contextRef="#ctx0" brushRef="#br0" timeOffset="119640.88">22718 15402 507 0,'-1'-8'474'0,"1"8"-109"0,3-12-52 0,5 7-11 15,2-4-47-15,2 2-13 0,5-2-49 0,4-2-14 16,3-1-20-16,3-3-3 0,-3 0-34 0,8-1-20 16,1-4-22-16,0 1-17 0,-3-1-9 0,-3 1-11 15,-4 0-13-15,-2-1-4 0,-4 0-4 0,1-3-1 16,-7-1-9-16,2 0 2 0,-8 1-5 0,-1-2 5 0,-3-3-8 15,-2 2 3-15,-3-4 1 0,-4-1 8 0,-2 2 57 16,0 1 35-16,0 2 29 0,-3 2 16 0,2 2-11 16,0 3 1-16,1 2-12 0,1 3-19 15,3 2-23-15,1 2-23 0,-3 1-12 0,8 9 1 0,-4-4 26 16,4 4-30-16,-2 10 12 0,4 2-10 0,2 5 13 16,6 7-3-16,1 5 49 0,3 7-18 0,2 1-20 15,5 2-50-15,-3 0 36 0,2-1-42 16,0 1 58-16,0 2-56 0,0-1 36 0,-2-2-54 15,1 2 42-15,0-5-11 0,-3 1-6 0,0-2-6 0,0-2-11 16,-4-5-18-16,0-2-71 0,-2-5-100 0,0-2-98 16,-2-1-89-16,-3-2-61 0,3-3-12 15,-4-4-48-15,1-2-90 0,-5-6-471 0,7 6-663 0</inkml:trace>
  <inkml:trace contextRef="#ctx0" brushRef="#br0" timeOffset="119924.08">23535 14780 953 0,'-2'-16'738'0,"-3"2"-111"16,1 3-90-16,-1 2-47 0,-2 1-60 0,2 2-20 0,-4 2-103 15,9 4 19-15,-13 2-95 0,3 2 10 16,1 5-34-16,-1 4-34 0,0 5 2 0,1 4-36 16,1 5-29-16,3 1-17 0,-1 2-24 0,3 1-14 15,3-2-10-15,0 0-50 0,5 2 44 0,0 0-48 16,3-1 5-16,1-4 2 0,2 1 0 0,0-3 39 15,0-4-45-15,1-1 44 0,0-4-51 0,4-2 43 16,-2-1-45-16,1-6 6 0,2-1 5 0,1-2 0 16,0-3 1-16,1-3-5 0,1-2 3 0,1-3 38 15,0-3-54-15,-4-1 6 0,5-3-88 0,-2-4-28 16,-3 2-65-16,-1-2-37 0,-3 2-45 0,0-1-56 16,-3 2-71-16,-2 0-53 0,-4 3-136 0,-2 1-542 0,-2 2-753 15</inkml:trace>
  <inkml:trace contextRef="#ctx0" brushRef="#br0" timeOffset="120274.17">23341 15183 360 0,'8'3'566'0,"-8"-3"-128"0,16-6-50 16,-4 1-4-16,4-2-39 0,2 0-28 0,5-3-18 15,3-4-18-15,1 1-18 0,6-2-24 0,-1-3-28 16,0 2-30-16,-4 2-23 0,-4 0-26 0,-1 0-22 15,-2 3-20-15,-3 1-15 0,-4 0-16 0,0 1-11 16,0 1-7-16,-3 2-10 0,1-2-5 0,-5 3-3 16,1-1-3-16,0 0-4 0,-1 1-4 0,-7 5-2 15,7-9 3-15,-3 4-7 0,-4 5 0 0,2-8-4 16,-2 8 3-16,5-6-2 0,-5 6 0 16,2-8 4-16,-2 8-5 0,0 0-2 0,2-5 0 0,-2 5 28 15,0 0 6-15,5 5 4 0,-5-5-4 0,7 9-2 16,-2-1-6-16,-1 0-4 0,2 1-3 0,-1 2-6 15,4-1 0-15,-3 2 2 0,1-1-5 0,-1 2-5 16,3-2-6-16,-4 1 9 0,3-2-17 0,-2 2 17 16,-2-2-22-16,4-1-18 0,-3 0-127 0,-1-3-110 15,0 2-105-15,-2-3-72 0,-2-5-146 0,7 8-529 16,-7-8-736-16</inkml:trace>
  <inkml:trace contextRef="#ctx0" brushRef="#br0" timeOffset="120558.45">23853 14790 23 0,'-6'-9'798'16,"2"3"-196"-16,0 2-117 0,4 4-52 0,-3-10-71 0,3 10-40 15,-4-7-35-15,4 7-31 0,-4-7-31 0,4 7-19 16,0 0-21-16,0-8-25 0,0 8-38 0,4-5-24 16,-4 5-17-16,6-4-14 0,-6 4 1 0,7-7 13 15,-7 7 5-15,8-7-15 0,-8 7 9 0,4-9-20 16,-4 9 12-16,5-11-34 0,-5 11 15 0,0-13-28 15,0 7 14-15,-2-2-25 0,-1 3 16 0,-1-1-26 16,-2 0-1-16,1 1 0 0,-3 1 0 0,8 4 20 16,-15-2-25-16,15 2 15 0,-18 2-21 0,7 2 20 15,2 1-20-15,2 3 18 0,-2 0-19 0,3 1 19 16,2 0-1-16,0 1-5 0,4-1-16 0,0 2 13 16,3-1-44-16,1 0-88 0,3-3-108 0,0 2-104 15,-1-3-67-15,3-2-128 0,0-2-652 0,-9-2-800 16</inkml:trace>
  <inkml:trace contextRef="#ctx0" brushRef="#br0" timeOffset="120794.45">23783 14347 145 0,'-2'-10'904'0,"-1"1"-186"0,3 3-152 15,-1-1-120-15,1 7 11 0,4-4-18 0,-4 4-49 16,12 3 1-16,1 4-85 0,6 2 2 0,7 8-49 0,11 4-12 15,10 9-6-15,7 2-14 0,2 4-10 0,0 3-74 16,1 2 2-16,-2 0-29 0,-4 2 11 16,-7 0-58-16,-3 2 24 0,-6-2-55 0,-11-5 30 15,-6-1-52-15,-4 3 27 0,-9-4-44 0,-6-1 8 0,-11 7-88 16,-8 8-57-16,-11-1-89 0,-8 0-70 0,-5 1-137 16,-9 4-131-16,-2-2-93 0,-12 7-840 15,7-9-1128-15</inkml:trace>
  <inkml:trace contextRef="#ctx0" brushRef="#br0" timeOffset="121829.24">19782 17871 598 0,'-14'-4'459'0,"-3"1"-107"0,3-1-53 0,-4 2-43 15,5 0-26-15,-2 0 1 0,2 2-20 0,2-2 30 16,-2 1-44-16,1-1 26 0,1 1-47 0,11 1 13 0,-15 0-55 15,15 0 9-15,-16-2-49 0,16 2 19 16,-10-1 0-16,10 1 60 0,0 0-35 0,5-8 39 16,4 4-53-16,4-2 40 0,11-7 3 0,11-4-23 15,8-4-8-15,13-7-14 0,12-7-36 0,16-10 6 16,10-5-14-16,5-4-10 0,13-5-9 0,5-7 13 16,11-4-5-16,5-6-4 0,34-17-23 0,7 2 18 15,1 0-19-15,4-1 6 0,1 0-23 0,4-2 14 0,4 0-20 16,1 0 11-16,-1-2-19 0,-1 5 3 0,1 0-36 15,-2 3 43-15,-4 0-3 0,-7 2-3 16,-36 14 2-16,-1 0-6 0,-2 2 0 0,-6 1 0 0,-7 2 2 16,-10 3-42-16,-8 6 51 0,-8 2-39 0,-12 8 41 15,-18 8-42-15,-9 3 43 0,-6 3-44 0,-4 5 47 16,-13 6-5-16,-5 2 2 0,-6 6-3 0,-6 2-4 16,-3 1-45-16,-4 4 41 0,-8 2-42 15,-3 6 17-15,-3-8-86 0,3 8-29 0,-31 3-109 0,0 4-91 16,-12 4-108-16,-15 8-55 0,-3 5-108 0,-6 5-745 15,-3 2-947-15</inkml:trace>
  <inkml:trace contextRef="#ctx0" brushRef="#br0" timeOffset="122890.48">21214 17720 462 0,'4'-7'421'0,"-4"0"-54"0,0 7-60 0,4-8-38 0,-4 8 2 16,3-10 3-16,-3 10-28 0,2-7-27 0,-2 7-31 16,0-6-35-16,0 6-28 0,0 0-24 0,-2-7 7 15,2 7-48-15,0 0 22 0,-11 1-14 0,2 3 58 16,-1 2-20-16,-4 0 28 0,-4 5-28 0,-7 2 29 16,0 2-54-16,-8 3 24 0,0 2-9 0,-1-1 30 15,-2 4-55-15,-1-2 18 0,1 2-51 0,1-1 30 0,2 0-51 16,2-3 35-16,7-3-12 0,2-1-14 15,7-3-2-15,1 0-5 0,5-1-3 0,4-2-1 0,2-2-1 16,5 1-3-16,3-3-4 0,4 1 6 0,5-4-8 16,2 1-34-16,6-3 42 0,2 0-33 0,2-3 42 15,2-1-27-15,7-1 36 0,-3 1-40 0,1-4 39 16,-1 2-40-16,-2-1 39 0,-7 3-43 0,2-2 40 16,-5 3-41-16,-3-1 37 0,-1 2-35 0,-3 0 36 15,-1 2-39-15,-3 1 48 0,-4 3-13 0,-3 5 76 16,-2 2-18-16,-4 4 20 0,-3 4-43 0,-9 8 47 15,-3 5-48-15,-4 2 20 0,-5 3-46 0,-4 2 28 16,-2 3-38-16,0-3 28 0,8-6-11 0,-1-1-6 16,3-3-9-16,4-3 0 0,1-3-4 0,8-5-5 15,-1-3-3-15,4-4 4 0,6 1-4 0,2-6-4 16,5 1 0-16,3-4 1 0,8-3-1 0,2-2-3 16,15-6-29-16,3-3 34 0,5-5-29 0,5-1 6 15,9-12 38-15,3-1-32 0,4-3 29 0,2-3-28 16,3-3 27-16,1 0-28 0,13-11 38 15,-12 10-44-15,-4-1 36 0,-1 3-37 0,-4 1 39 0,-7 6-39 16,-5 4 7-16,-13 7-10 0,-6 3-44 0,-3 3-100 16,-8 4-78-16,-3 2-132 0,-5 2-98 0,-10 6-58 15,10-4-95-15,-10 4-527 0,0 0-766 0</inkml:trace>
  <inkml:trace contextRef="#ctx0" brushRef="#br0" timeOffset="123192.14">22041 17556 619 0,'-4'-15'553'0,"-3"0"-106"0,2 3 12 0,0 0-55 0,-2 2 14 0,3-1-72 15,-1 4-24-15,1 0-92 0,1-1-13 0,1 3-76 16,2 5 2-16,-5-6-36 0,5 6 50 0,0 0-62 15,8 6-15-15,-2 1-13 0,3 3-10 0,1 0-13 16,6 8-3-16,0 1-12 0,5 2-2 16,-1 4-10-16,5 3 34 0,-4-3-46 0,2 3 36 15,-2-1-43-15,-3-5 38 0,-1 2-45 0,-1-2 25 0,-3 0-104 16,-2-4-37-16,-2 0-62 0,-4-3-50 0,3 1-65 16,-6-4-30-16,0 1-38 0,-4-3-20 0,0-1-2 15,-5-3-26-15,2-1-319 0,5-5-242 0</inkml:trace>
  <inkml:trace contextRef="#ctx0" brushRef="#br0" timeOffset="123407.87">22008 17516 364 0,'-8'-24'457'0,"5"-1"-84"0,1 3-45 0,0 3-25 0,2-1-5 16,1 1-34-16,2 4-16 0,-1-1-51 0,3 5 0 16,0 2-54-16,2 0 33 0,-1 5-45 0,2-1 31 15,-8 5-57-15,16-1 17 0,-7 4-36 0,-1 2 18 16,1 1-7-16,-1 0 19 0,-1 5-54 0,-2-1 10 15,-1 1-39-15,1 1 21 0,-5 1-37 0,0-1-5 16,0 5 2-16,-6-1-6 0,0 1 0 0,-3 3-2 16,0-1-15-16,-3-1-31 0,-1-1-102 0,-1 0-67 15,3-3-66-15,-1 1-49 0,2-4-34 0,1-2-65 16,1-1-77-16,3-6-223 0,5-2-230 0</inkml:trace>
  <inkml:trace contextRef="#ctx0" brushRef="#br0" timeOffset="123674.18">22595 17043 180 0,'20'-20'842'15,"-2"1"-165"-15,-5 3-130 0,-2 4-119 0,-4 1-75 16,-4 1-22-16,1 2-40 0,-4 8-1 0,-4-10-36 16,4 10-3-16,-11 0-41 0,0 5-24 0,-4 3-47 15,-5 8 3-15,-7 6-35 0,2 7-5 0,-2 0-21 16,1 6-20-16,1 1-4 0,2 1-18 0,3 1-3 15,4 3-9-15,4-3-12 0,2 0-13 0,6-3 15 16,3 1-21-16,5-1 20 0,5 2-1 16,4-2-3-16,6-3 5 0,3-2-10 0,3-5-3 0,3-3-1 15,4-3-1-15,-1-5 0 0,1-6 0 0,0 0-8 16,2-4-109-16,-4-4-108 0,0-1-126 16,4-3-85-16,-1-3-73 0,-1 1-110 0,-2-5-474 0,-2-3-707 15</inkml:trace>
  <inkml:trace contextRef="#ctx0" brushRef="#br0" timeOffset="124224.71">23199 16965 490 0,'-4'-14'527'0,"-1"5"-74"16,-1 1-35-16,-4 4-4 0,1-1-29 0,-2 3-18 16,-3 2-9-16,2 1-39 0,-6 2-13 0,0 4-44 0,-3 3-35 15,-2 5-54-15,3 2-17 0,-2 5-21 16,-1 3 0-16,1 3-23 0,3 2-21 0,0 2-19 15,8-3-15-15,3-1-15 0,0 1-8 0,7-5-6 16,2 0-1-16,4-1-28 0,3-3 23 0,2-1-22 0,4-2 14 16,2-1-23-16,4-4 22 0,-1-3-17 15,4 0 13-15,3-5 7 0,-1 0-8 0,0-1 0 16,-5-5-5-16,3 1-8 0,-4-2-29 0,1 0-31 16,-3-3-64-16,-4 0 10 0,1-1-59 0,-5 0-1 0,-1-1-59 15,-7-1 35-15,0 4-4 0,-2-3 40 0,-5 2 14 16,-3 0 48-16,-4 1 1 0,0 2 33 0,-6-3-3 15,2 4 34-15,-3 1-6 0,-2-1 29 16,-1 4-13-16,-2-1 16 0,-1 1-12 0,1-1 29 0,5 2-9 16,0-1 34-16,2-1-16 0,5 1 28 0,-1-1-28 15,14-1 24-15,-14 0-28 0,14 0 26 0,0 0-30 16,0 0 30-16,10-9-33 0,4 5 34 0,1-2-36 16,5-3 22-16,2 0-29 0,3-2 28 0,1-2-6 15,2-1 74-15,0-1-5 0,3-2 58 0,-5 3-12 16,1-2 21-16,-1 2-6 0,-4-1 4 0,-2 5 3 15,-2-1-27-15,-4 2-26 0,0 2-17 16,-2 1-16-16,-3 0-15 0,1 2-12 0,-3 2 15 0,-7 2 3 16,15-1-4-16,-15 1-14 0,13 6 0 0,-5 0-2 15,-3 1-9-15,2 0-5 0,0 3-3 0,-2 1-5 16,2 0-2-16,-1 2 0 0,1-2-7 0,0 3 5 16,-3-3-8-16,3 2-3 0,-1-1-1 0,-2-1 2 15,3 0-4-15,-3-2-41 0,1 0-55 0,-1-1-78 16,0 0-45-16,1 0-89 0,-1-3-47 0,1 1-48 15,-5-6-84-15,6 8-77 0,-6-8-357 0,0 0-495 0</inkml:trace>
  <inkml:trace contextRef="#ctx0" brushRef="#br0" timeOffset="124524.12">23521 17014 513 0,'0'0'508'0,"0"0"-123"0,-1-8-80 0,1 8-40 15,0 0-3-15,-1-7-7 0,1 7-2 0,0 0-11 0,0 0-20 16,-2-6-30-16,2 6-23 0,0 0-12 16,0 0-2-16,0 0-12 0,2-10-19 0,-2 10-26 0,2-9-13 15,-1 3-19-15,2 0-9 0,-2-1-12 16,1-1-7-16,-2-2-4 0,0 2 1 0,0-2-3 0,-3 0 7 16,-1 1-13-16,0-2 8 0,-2 3-15 0,-2-3 2 15,1 3-7-15,-2 0 2 0,-3 0-9 0,3 2 6 16,-2 1-8-16,1 1 3 0,-1 2-9 0,1 0 10 15,10 2-10-15,-19 2 4 0,10 2-5 0,0 0 8 16,1 2-9-16,3 0 10 0,0 3-8 0,1 0 1 16,4-2-1-16,0 0-14 0,5 2-60 0,-1-3-84 15,5 2-86-15,1-6-93 0,1 4-86 0,0-6-111 16,-11 0-425-16,26 0-546 0</inkml:trace>
  <inkml:trace contextRef="#ctx0" brushRef="#br0" timeOffset="124743.38">23503 16563 313 0,'-1'-8'600'0,"0"2"-148"0,1 6-98 0,4-7 1 15,-4 7 25-15,0 0 3 0,20 2 20 0,-8 5-26 0,3 0-52 16,4 5-39-16,5 2-53 0,1 3-30 16,5 6-52-16,0 1-9 0,0 2-44 0,-3 2-20 0,1-1 2 15,-3 2-33-15,-2 1 3 0,-3 1-24 0,-3 1 8 16,-3-4-21-16,-4-1 9 0,-2 3-2 0,-2-1-6 15,-5-2-2-15,0-2-29 0,-2 0-53 0,-1 0-56 16,-5-1-86-16,2 0-52 0,-3-2-99 0,1 0-66 16,-3-1-74-16,1-2-58 0,-3-2-351 0,3-4-481 15</inkml:trace>
  <inkml:trace contextRef="#ctx0" brushRef="#br0" timeOffset="125209.02">24175 16593 506 0,'-5'-13'846'0,"0"1"-161"16,-2 4-149-16,2 2-88 0,1 0-45 0,4 6-66 0,-8-2-35 16,8 2-33-16,-4 8-43 0,5-2-54 0,3 4-16 15,1 4-43-15,4 3-5 0,4 4-36 0,1 3 2 16,5 4-27-16,-2 2 9 0,2 0-31 0,1-2 10 15,0 2-26-15,-4-5 16 0,0-1-18 0,0 0 14 16,-5-5-16-16,1-1 11 0,-3-2-19 0,-2-3 10 16,-1-1 7-16,2-1-1 0,-5-3-3 0,1-2-15 0,-4-6 18 15,-2 8-20-15,2-8 19 0,0 0-17 16,-17-7 16-16,8-1-21 0,-1-3 12 0,-4-6-13 0,0-4 3 16,-3-2 12-16,1-7-19 0,-2-3 13 0,1-5-25 15,3 0 18-15,1-2-11 0,1-2 17 0,1 0-10 16,4 2 13-16,2 5-14 0,1 2 17 15,3 6-12-15,1 1 15 0,1 3-14 0,0 4 17 0,2 2-18 16,2 3 19-16,-2 3-10 0,3 3 4 0,-1 3-16 16,-5 5 15-16,10-1-14 0,-10 1 12 0,15 7-13 15,-11 2 14-15,3 0-12 0,-2 3 13 16,0 2-9-16,-2-2 10 0,1 3-12 0,-2 1 15 0,-1-2-14 16,-1 0 12-16,-1 2-14 0,-1 0 14 0,-3-1-13 15,0 0-3-15,0-1-58 0,-1 0-45 0,-1-3-91 16,-2-2-82-16,-1 3-77 0,1-5-63 0,1-1-52 15,0-1-70-15,8-5-356 0,-16 2-470 0</inkml:trace>
  <inkml:trace contextRef="#ctx0" brushRef="#br0" timeOffset="125473.86">24393 16135 324 0,'8'-9'796'0,"0"1"-208"16,-4 2-102-16,-4 6 11 0,0 0-26 0,10 5-21 15,-10-5-55-15,3 14-28 0,-4 0-38 0,-2 5-13 16,1 4-51-16,-5 8-31 0,3 3-6 0,-3 6-22 16,0 1-51-16,3 3-15 0,2 2-46 0,1-8-1 15,3 6-36-15,2-1 4 0,4-1-24 0,2-1 14 0,3-1-27 16,5-3 3-16,1-3-19 0,2-2 13 16,4-4-19-16,2-1 12 0,3-5-23 0,0-3-2 15,-2-5-65-15,-1-2-80 0,-2-4-93 0,1-6-85 0,-5 1-91 16,0-4-50-16,-2-2-14 0,3-6-31 0,-5 0 1 15,0-5 3-15,-1-5-15 0,-2-5-239 0,-3-2-285 16</inkml:trace>
  <inkml:trace contextRef="#ctx0" brushRef="#br0" timeOffset="126107.96">24896 16518 550 0,'-1'-13'490'0,"0"2"-107"16,0 4-34-16,1 7-3 0,-3-6-9 0,3 6-29 16,0 0-29-16,-5 5-9 0,5-5-19 0,-3 12-28 15,3-4-17-15,0 2-29 0,0-1-17 0,0 2-23 16,0-1-18-16,0 0-36 0,0-1-8 0,0-1-23 15,0-2-1-15,0 2-4 0,0-8 21 0,2 11 22 16,-2-11-22-16,-4 6-8 0,4-6-22 0,0 0 3 16,-14-3-19-16,7 0 8 0,0-5-19 0,-1-2 9 15,-2-2-13-15,-2-2 8 0,2-5-14 0,-3-4 13 16,0-3-17-16,2-1 16 0,-2-3-18 0,4 0 18 16,-1 0-18-16,2 1 3 0,1 3 2 0,0 4 1 15,3 1 1-15,1 5-2 0,0 3 1 0,4 1 3 16,4 4-4-16,-1 2 0 0,-4 6 2 0,14-3-4 15,-5 7 18-15,7 3-18 0,1 5 11 0,0 6-10 0,5 1 11 16,-2 3-9-16,2 1 8 0,-3 2-12 16,-2-2 14-16,-1-1-15 0,-3 1 15 0,-1-3-18 15,-3 0 9-15,-4 0-18 0,-1-4 10 0,-6 2-32 16,0-1-12-16,-5-2-26 0,-3 2 4 0,-4-3-3 16,0-3 17-16,-4 0 7 0,4-3 19 0,-4-4-2 0,3-1 14 15,-2-2 6-15,1-3 0 0,0-3 6 16,0 1 3-16,2-2 7 0,2-3 9 0,1 2 3 0,3-5-4 15,3 3 3-15,3-2-12 0,5-1 8 0,2-1-1 16,3-2 0-16,5 1-6 0,3-2 16 16,3 0-14-16,4-2-5 0,2 1 5 0,4-4-4 15,1 2-6-15,0-2 9 0,0-1-7 0,-1 3 10 0,-2-4-9 16,0 1 9-16,-6 3-11 0,-3-2 8 0,-3 0-6 16,0-2 2-16,-6 2 0 0,-1 1 2 0,-2-1 9 15,-4-1-12-15,-1 2 9 0,-2 0-4 0,-3-2 6 16,-2 2-8-16,-4-1 16 0,1 2-1 0,0 2 27 15,-4 3-4-15,4 0 8 0,0 3-17 0,-4 3 3 16,6 1-16-16,-2 4 8 0,9 3 7 0,-15 3 0 16,9 4 0-16,1 4 16 0,3 3 17 0,0 5-23 0,6 6 22 15,1 5-5-15,6 8 29 0,4 0-24 16,0 3 35-16,3 1-33 0,1-2 1 0,-1 1-27 16,3-1 8-16,-2-1-22 0,-1-2 8 0,1 0-21 15,-1-2 16-15,0 0-22 0,-3-4 12 0,-1-5-20 16,-2-2-15-16,-2-2-68 0,-1-2-79 0,-2-1-87 15,0-5-118-15,0 0-98 0,-2-2-29 0,1-1-85 16,-1-4-28-16,1-1-397 0,-6-6-606 0</inkml:trace>
  <inkml:trace contextRef="#ctx0" brushRef="#br0" timeOffset="126624.18">25581 16043 462 0,'3'-17'791'0,"-3"3"-185"0,-3 3-71 0,2 3-58 0,-3 1-31 15,-1 4-31-15,5 3-43 0,-13-2-36 0,4 6-68 16,-1 1 17-16,-1 4-87 0,-1 4 6 16,-2 5-26-16,4 1-34 0,-3 5-28 0,4 2-7 0,3 4-38 15,2 0 2-15,1-2-32 0,3 0 6 0,3-1-21 16,1 4 4-16,3-5-14 0,4 2 7 0,1-4-20 16,1-1 17-16,2-4-19 0,1-2 13 0,0-3-22 15,1-1 16-15,2-4-27 0,-3-3-11 0,0-2-51 16,3-1-28-16,-5-3-49 0,4-3-34 15,-4 1-31-15,2-4-34 0,-5-3-15 0,0-1-8 0,-1-1-5 16,-4-1 14-16,-2 0 41 0,-3 2 50 0,-1-1 31 16,-2 0 31-16,-2 3 31 0,-6-2 11 0,-1 2 20 15,-3 2 29-15,-1 1 26 0,-2 1 13 0,-4 1 20 16,-2 3 11-16,-2 0 10 0,1 0 1 0,-3 3 13 16,2 0-4-16,3-1-2 0,3-1-1 0,1 1 13 15,4-1-1-15,2 0-11 0,12-1-9 0,-15 0 1 16,15 0 4-16,0 0 9 0,-3-6-1 0,10-1-4 15,2 3-12-15,5-2-5 0,0-3-3 0,4 0-16 16,0-1 4-16,2-2 8 0,2-1 29 0,1-1 2 0,0 0 20 16,0 0 18-16,-1 0 12 0,-3 2 5 15,0 2-3-15,-2 1-1 0,-5 0-22 0,2 2-19 16,-3 1-10-16,-1 0-13 0,-1 2 4 0,0 2 8 0,1-1 2 16,-10 3 10-16,19 4-8 0,-5 0-4 15,-2 2-14-15,2 0 9 0,0 4-29 0,2-1 9 0,-2 2-27 16,4 2 15-16,-5-1-26 0,4 1 19 15,-3 1-25-15,1-3 13 0,-3 1-94 0,-1-1-72 0,-1-1-115 16,-1 0-98-16,-2-4-57 0,-1 2-19 0,-2-1-40 16,0-3-53-16,-4-4-60 0,0 0-302 15,-2 9-463-15</inkml:trace>
  <inkml:trace contextRef="#ctx0" brushRef="#br0" timeOffset="126924.1">25815 16124 681 0,'-2'-9'542'0,"2"9"-90"0,1-7-14 0,-1 7-8 0,5-8-17 0,-5 8-12 16,9-8-45-16,-3 3-56 0,-1-1-57 0,3 0-50 15,0 2-42-15,-2-2-28 0,1-3-23 0,0 5-20 16,0-5-17-16,0 2-5 0,0 0-5 0,-2-4-18 16,0 4 3-16,-1-3-14 0,-2 2 8 0,3-1-14 15,-5-1 9-15,0 2-20 0,0 1 9 0,-3-3-13 16,-1 2 8-16,-1 1-8 0,-2 0 6 0,-2 1-13 15,-1 1 15-15,1 1-17 0,-1-2 11 0,-3 6-11 16,4-1 12-16,9 1-6 0,-19 1 5 0,10 2-13 16,3 2 13-16,-1 2-14 0,2-3 4 0,3 2 0 15,2 3 14-15,2-1-22 0,3-1-56 0,-1 0-64 0,3 4-65 16,-1-5-73-16,0 1-53 0,3 0-45 16,-2-2-67-16,0-2-50 0,-7-3-455 0,14 3-516 15</inkml:trace>
  <inkml:trace contextRef="#ctx0" brushRef="#br0" timeOffset="127124.92">25971 15606 701 0,'10'-6'587'0,"-1"4"-27"0,2 6-14 16,2 0-26-16,2 5-38 0,2 3-20 0,3 7-65 16,0 1-45-16,4 5-47 0,2 4-19 0,-2 3-33 15,3-1-44-15,-1 2-41 0,-1-1-31 0,1 3-64 16,-6 0 22-16,1 1-21 0,-5-3-15 0,-3 3-13 15,-5-4-10-15,-4-1 9 0,-1-4-25 0,-6 8 9 16,-5-3-20-16,-5 5 5 0,-6 0-80 0,-7-4-91 16,-7 9-170-16,-5-2-209 0,-4 0-142 0,-4-1-814 15,0-6-1116-15</inkml:trace>
  <inkml:trace contextRef="#ctx0" brushRef="#br0" timeOffset="129790.55">20970 17833 120 0,'0'0'506'15,"-5"-4"-127"-15,5 4-61 0,-6-5-50 0,6 5-23 16,-8-4-7-16,8 4-26 0,-4-3-16 0,4 3-42 16,0 0-12-16,-7-5-49 0,7 5 6 0,0 0-35 15,-6-4 5-15,6 4-33 0,0 0 13 0,-1-8-30 16,1 8 13-16,0-8-20 0,0 8 12 0,5-12-21 15,-1 5 18-15,5-4-22 0,1 0 24 0,6-3-28 0,7-6 1 16,5-1 10-16,8-5-4 0,7-5 3 16,8-2-3-16,3 1 18 0,1-1-21 0,-1 0 26 0,-2 5-24 15,-2 2 14-15,-13 5-20 0,-3 4 15 16,-6 5-98-16,-6 1-70 0,-5 5-67 0,-3 4-124 0,-3 1-464 16,-11 1-345-16</inkml:trace>
  <inkml:trace contextRef="#ctx0" brushRef="#br0" timeOffset="141023.87">8002 14952 267 0,'0'0'222'0,"0"0"-37"0,-2-5-32 0,2 5-18 0,0 0-13 0,0 0-23 0,0 0-24 0,-5-6-8 16,5 6-5-16,0 0-4 0,-12 0-6 0,12 0 14 16,0 0-15-16,-15 0 7 0,15 0-26 0,-14 0 28 15,14 0-12-15,-14 2 17 0,14-2-9 0,-13 1 16 16,13-1-10-16,0 0 9 0,-15 2-14 0,15-2 10 15,0 0-26-15,-12 0 7 0,12 0-20 0,0 0 10 16,0 0-20-16,-14 1-3 0,14-1 0 0,0 0 13 16,0 0-21-16,0 0 15 0,0 0-16 0,0 0 11 15,7-11-20-15,3 6 10 0,1-2-10 0,3-1 14 16,5-2-14-16,3-3 16 0,2 3-16 0,2-5 11 16,1 1-13-16,5-4 6 0,-1 0-2 0,0 0 14 0,-2 4-2 15,-4 0 0-15,3 0-6 0,-5-1 1 0,-5 6-2 16,0-2 4-16,-4 4-3 0,-1 2-1 0,-3-2-1 15,-2 2 0-15,-8 5 4 0,10-3-4 0,-10 3-13 16,0 0 15-16,-11 8-24 0,-1-1 23 0,-6 2-14 16,-5 4 19-16,-4-1-17 0,-6 5 19 0,-4 0 1 15,1 0 23-15,-1 1-14 0,-1-2 6 0,-2 2-21 16,1 0 18-16,-1-1-17 0,0 2 22 0,1-2-16 16,2 0 15-16,-1 1-14 0,4-4 8 0,7 0-18 15,2-3 11-15,5-3-15 0,4-1 3 0,2 0 2 16,1-1 14-16,4-2-16 0,3 1 12 0,6-5-13 15,-7 4 16-15,7-4-5 0,0 0-11 0,18-1 13 16,-4-5-13-16,8-3 13 0,6-1-16 0,9-5 14 16,3-1-11-16,2-2 7 0,0-3-12 0,9-2 10 15,-9 1-12-15,2 2 13 0,-3 1-12 0,-3-1 13 16,0 1-1-16,-3 1-2 0,-8 6 1 0,-7 2-1 16,-1-1 0-16,-3 5-9 0,-2 0 10 0,-3-3-6 15,-3 7 2-15,-8 2 1 0,0 0-5 0,0 0-3 16,0 0-5-16,-14 11 5 0,-5-1-4 0,-6 3 10 15,-9 3-13-15,1 1 15 0,-4 1-14 0,-3-1 14 0,2 2-14 16,-3-2 16-16,1 1-10 0,2-2 10 16,-3 2-5-16,5-2 13 0,0 0-12 0,8-3 5 15,8-4-11-15,-2-1 12 0,7 0-4 0,3-1 8 16,3-3-10-16,9-4 8 0,0 0-5 0,0 0 9 0,9 3-7 16,3-6 0-16,9-4-2 0,5 1-4 0,5-4 9 15,7-3-12-15,2-2 10 0,2 0-11 0,0-2 10 16,-1-1-10-16,1-2 8 0,-2 2-2 15,-2-1 1-15,-1 1 3 0,-4 1-4 0,-6 5-8 0,-5 2 11 16,-3 0-3-16,-4 2 2 0,1 1 5 16,-6 1-3-16,-1 1 2 0,-9 5-5 0,6-5-1 0,-6 5 6 15,0 0-11-15,-14 6 2 0,1 0-6 16,-7 3 5-16,-2 0-4 0,-5 4-1 0,-1-1 1 0,-6 4 2 16,3-6-5-16,3 4 10 0,0-2-5 0,6-3 5 15,2 0-6-15,3-3 5 0,3 0-4 0,3 0 4 16,0-1-5-16,2-1 8 0,9-4-8 0,-7 7 10 15,7-7-8-15,0 0 8 0,10 3-4 0,1-5 0 16,4-2-3-16,1 0 6 0,5-4-7 0,2 1 4 16,1-2-2-16,1-2 4 0,2 1-2 0,-5 1 3 15,-3 0-3-15,3-1 0 0,-4 2 2 0,-3 0-2 16,-2 4-1-16,0-2 3 0,-3 1-5 0,-2 0 11 16,-2 3-4-16,-6 2 0 0,10-6-9 0,-10 6 1 15,0 0 6-15,0 0-7 0,-16 6 5 0,3 2-4 16,-6 2-2-16,-7 4-2 0,2-2 5 0,-4 2-3 15,1-1 6-15,0 2-4 0,0-2 4 0,4-1-6 16,4-2 6-16,0-1-8 0,5-1 5 0,0-2-6 16,2 0 7-16,3 1-8 0,3-3 12 0,6-4-6 0,-4 5 5 15,4-5-5-15,0 0 8 0,19-3-5 16,-5-3 4-16,8-1-1 0,2-5-1 0,4-1-3 16,-2 0 7-16,2 0-8 0,0-2 7 0,-4 0-2 15,1 1-1-15,-5 3 0 0,-5 2 1 0,1 0 0 0,-5 2-3 16,2 1 2-16,-4 0 4 0,-4 1-6 0,-5 5 2 15,5-3-6-15,-5 3 4 0,-8 3-6 0,-3 3 1 16,-4 4 0-16,-10 4 4 0,0 0-8 16,-8 5 10-16,-2 0-9 0,1 2-1 0,-2-2-44 0,1 0-27 15,1 0-68-15,2-1-84 0,8-2-83 0,-1-1-452 16,2-1-282-16</inkml:trace>
  <inkml:trace contextRef="#ctx0" brushRef="#br0" timeOffset="144856.93">8981 13459 226 0,'7'-6'629'0,"-7"6"-167"0,2-7-112 0,-2 7-73 15,3-7-50-15,-3 7-51 0,0 0-45 0,0 0-97 16,0 0-99-16,1 8-135 0,-2 1-514 0,-3 1-218 16</inkml:trace>
  <inkml:trace contextRef="#ctx0" brushRef="#br0" timeOffset="146090.32">9260 13537 185 0,'0'0'315'0,"0"0"-92"0,0 0-43 16,0 0-40-16,-6-3-37 0,6 3-76 0,0 0-54 15,0 0-97-15,0 0-197 0,0 0 221 0</inkml:trace>
  <inkml:trace contextRef="#ctx0" brushRef="#br0" timeOffset="150773.28">9230 14387 238 0,'-7'-2'273'0,"1"-1"-49"0,6 3-59 0,-9-5-20 0,9 5-22 0,0 0 9 16,-10-5-34-16,10 5 1 0,0 0 0 0,0 0 4 16,0 0-12-16,0 0-17 0,0 0 10 0,0 0-1 15,0 0-7-15,0 0 2 0,11-1-1 0,-11 1-1 16,13-6-8-16,-3 0-7 0,0-1-16 0,4-1-6 15,0-2-11-15,3 1-1 0,-2-2-7 0,4-2-5 16,-2 1 1-16,1-3-4 0,-3 2-2 0,3 1 0 16,-4-1 2-16,0 4 19 0,-2-2 13 0,-3 3 3 15,-2 0-11-15,-3 4-1 0,-4 4-8 0,-1-7 4 16,1 7-8-16,-15 0 2 0,-1 5-3 0,-4 3 2 16,-8 4 4-16,-8 3-1 0,-4 3 10 0,-2 1-6 0,1 1 5 15,0-1-1-15,4 0 1 0,-1-2 5 16,5 0-2-16,6-4 3 0,6-2-24 0,2-3 8 15,5 0-13-15,3-2 10 0,4-1-17 0,7-5 10 16,1 6-10-16,-1-6 1 0,23-1-5 0,0-5 4 0,8 0-3 16,2-3-2-16,8-1 0 0,4-4 2 15,1 3 5-15,-1-4-8 0,1-1 6 0,-3 1-5 16,1-2-2-16,-5 2 4 0,-3 0-6 0,-7 4 6 16,-6 1-2-16,-2 2-2 0,-6 2 1 0,-2 0 4 0,-5 1-3 15,-8 5-1-15,0 0 3 0,0 0 1 0,-12-1-5 16,-3 5 2-16,-4 1-1 0,-6 1 3 0,-4 1-4 15,2 2 1-15,-6 0 2 0,5 1-2 16,-3-2-2-16,4 2 2 0,3-2 2 0,4 0-1 0,0-1-2 16,5 0 0-16,2-1-3 0,2 0-27 0,3-1-23 15,4 1-48-15,4-6-54 0,-1 8-77 0,1-8-69 16,8 5-116-16,-8-5-300 0,16 3-224 0</inkml:trace>
  <inkml:trace contextRef="#ctx0" brushRef="#br0" timeOffset="153857.42">26638 15781 345 0,'-4'-6'285'0,"-1"-1"-56"0,-2 0-11 0,0-2-37 16,-2 0-29-16,-1 0 1 0,-3-2-28 0,3 0-18 15,-5 0-21-15,1-2-10 0,-3 2-12 0,2-1-3 16,-3-1-14-16,-1 2-2 0,-2-1-3 0,-2-2-3 15,-2 1-9-15,-1 0-3 0,-2 3-9 0,-3-3 2 16,-6 1 2-16,-2 1 26 0,-1 1-15 0,-5 3 3 16,-1-3-16-16,-4 5 21 0,2-1-14 0,-6 3 9 15,-1 0-16-15,-2 1 10 0,-3 1-18 0,-3 3 14 16,0-1-14-16,1 2 23 0,-10 1-20 0,2 2 27 16,10 0-4-16,2 2 8 0,0-1-12 0,3 3 1 15,0 1-20-15,5 1 13 0,-1 1-16 0,0 1 9 0,3 1-18 16,-8 4 16-16,10-2-15 0,-8 5 2 0,1 0-4 15,-1 2 5-15,3-2 4 0,-3 0-4 16,-1 3-2-16,-1 0 2 0,4-1 12 0,-5 1-1 16,-1 1-10-16,-1-1-1 0,1 0 18 0,0 3 19 0,0-1-7 15,-1 1-1-15,3 0-4 0,-2-1-1 0,2 1-5 16,1-1-3-16,2 0 2 0,1 2-6 0,3-3 4 16,1 2-8-16,8-4-3 0,1-2-1 15,2 3 0-15,1-3 22 0,-1 2-31 0,2-1 25 0,1-1-28 16,0 0-3-16,-1 0 1 0,3-1 4 0,2-1-5 15,-2 1 4-15,0-1 3 0,0 0 0 0,0-1 2 16,0-1 10-16,1 1 8 0,-1 0 3 0,0-2-4 16,0 0 3-16,2 1-2 0,-1-1-3 0,3-2-2 15,0-1 1-15,1 0 4 0,-1 0 2 0,0 1-5 16,0-1-4-16,-1-3-3 0,3 3 0 0,-1-2-6 16,0 0 2-16,-1-2-6 0,0 2 0 0,0 0 0 0,-1 1 10 15,1 0 9-15,0-1 0 0,0 1-5 16,-1 1-1-16,3 0 1 0,-1 1 11 0,2 1-2 0,-1 0-7 15,3 1 25-15,1 0-38 0,1 1 26 16,0 1-33-16,3-1 29 0,-1 2-38 0,0-1 35 0,2-1-35 16,2-2 30-16,1 0-33 0,-1-1 37 0,2 0-35 15,-2 0 33-15,2-1-16 0,1-1 35 0,-2 0-23 16,0 1 23-16,0-1-34 0,3-1 24 0,-1-2-31 16,-2 1 29-16,4 0-16 0,-3-1 25 0,4 1-32 15,0-2 23-15,-2 1-29 0,2 0 22 0,1 0-27 16,-1 1 28-16,0-2-33 0,0 2 31 0,0 1-32 15,2 0 32-15,-1 0-5 0,0 0-4 0,2 1 1 0,-2-1-2 16,1 1-4-16,0 0-2 0,3 0 25 16,-2 0-32-16,1 1 29 0,-3 0-34 0,4 0 30 15,-1 2-29-15,1-1 32 0,0-1-14 0,2 2 27 16,-1 0-35-16,0 1 34 0,1-1-45 0,1 0 40 0,4 2-37 16,0-1 34-16,0 1-34 0,3 2 36 0,2-1-32 15,1 0 41-15,4 1-6 0,2 1-8 0,-1 1-6 16,3-3-4-16,1 1-3 0,-3-2 2 0,4 0-9 15,0 0 0-15,1 0-8 0,0-1 7 0,0-1-37 16,-2 0 38-16,-1-1-32 0,2-1 36 0,0 0-35 16,2 1 42-16,-3-2-38 0,1 0 31 0,0-1-32 0,0 1 39 15,3-3-4-15,-3 0 0 0,8 1-6 16,0 0 1-16,2-3-3 0,2 1 0 0,1-2 1 0,4-3-1 16,2 2-5-16,0-2 3 0,3-3 18 15,1 0-18-15,8-3 43 0,1-1-40 0,-1 0 50 0,2-2-34 16,3-1 34-16,-2-1-33 0,2-2 28 0,9-1-42 15,-9-2 36-15,9 0-42 0,-2-1 36 0,0-2-37 16,-2 0 31-16,-2-2-36 0,-8 3 55 16,8-5-37-16,-3 0 30 0,-2-1-51 0,2-2 44 0,-1 0-42 15,-3-3 36-15,3 1-40 0,-1-2 34 0,2 1-39 16,-2-3-1-16,3 1 2 0,0 0 0 0,2-2 3 16,-1 3 2-16,3-3-12 0,-5 3 19 0,3 1-17 15,-1 0 23-15,-2 0-12 0,-2 3 15 0,-10 3-4 16,4 2-2-16,-4-3-1 0,0 2 1 0,-1 0 4 0,0 1-2 15,-1-2 2-15,1 2 6 0,-1-1 1 0,0 0-8 16,0-1-4-16,0-1 4 0,0 1 2 0,2-1-5 16,-3 1 1-16,0-1-4 0,2-2-1 0,-4 1 0 15,2 2 3-15,-1-3-2 0,-2 3 1 0,0 0 0 16,1 0 0-16,-3-1 7 0,2 4-6 0,-2-2-21 16,-1 1 35-16,1-1-23 0,-1 2 41 0,2 1-33 15,-3-2 22-15,2 1-29 0,-1-1 34 0,0 2-35 16,-5 1 30-16,-1 0-29 0,0 2 28 0,-1-2-23 15,3 2-10-15,-2-1 33 0,1-1-32 0,-1 1 28 16,1 1-30-16,1-2 29 0,3-2-30 0,-5 2 30 16,0 0-28-16,4-3 33 0,0 0-28 0,0-2 23 0,-1 2-26 15,-4 1 25-15,3-2-21 0,0-1 24 16,-1 0-22-16,0 0 19 0,1-1-23 0,-1 0 22 16,-2-1-22-16,4 1 19 0,-3-3-23 0,1 3 25 15,0-1-16-15,-1-1 14 0,-2 2-23 0,-1 1 21 0,0-3-23 16,0-3 25-16,0 3-21 0,-4 1 27 0,0 0-24 15,-3 2 1-15,1-1 10 0,-1-1-3 0,-1 0 3 16,-2 1 2-16,1-1 9 0,-5 4-4 16,0-2 0-16,0-1-4 0,-2 1 1 0,-2 0-5 0,0-2-1 15,-2 1 19-15,-4 1-20 0,2 0 15 0,-5-2-18 16,1-2 20-16,-3-1-25 0,-2-1 20 0,-5-1-20 16,-1-2 20-16,-6-2-22 0,-1 0 18 0,-5 1-14 15,-3 0 13-15,-5 1-16 0,-3 2 18 0,-2 1-20 16,-11-2 3-16,-5 3 3 0,-2 2-2 0,-4 1 2 15,-4 6-31-15,-9 2-43 0,-6 5-61 0,-9 6-90 16,-7 4-168-16,-7 9-167 0,-35 11-218 0,-8 4-483 16,-13 1-870-16</inkml:trace>
  <inkml:trace contextRef="#ctx0" brushRef="#br0" timeOffset="164158.48">21663 16541 186 0,'0'0'160'0,"4"-8"-24"0,-4 8-30 0,1-8-6 16,-1 8-30-16,0 0 5 0,1-7-32 0,-1 7 7 0,0 0-23 16,2-6 8-16,-2 6-22 0,0 0 8 0,0 0-13 15,1-6 14-15,-1 6-25 0,0 0 17 0,0 0-17 16,0 0 17-16,0 0-17 0,0 0 9 0,0 0-6 15,0 0 20-15,-4-5 1 0,4 5 28 0,0 0-11 16,-13 3 14-16,13-3-17 0,-11 2 10 0,11-2-13 16,-17 3 23-16,17-3-24 0,-20 1 16 0,7-1 2 15,0-1 13-15,-1-2-26 0,1 2 10 0,-3-3-18 16,0 1 12-16,-1-3-23 0,-2-3 11 0,-1 1-16 16,1-5 21-16,2 0-14 0,-3-3 12 0,2-4-4 15,-1 0-1-15,1-2-9 0,4-2 8 0,-3-2-2 16,4-2 8-16,2 0-17 0,-2-1 16 0,3-1-20 15,0 1 15-15,0-2-17 0,1 0 4 0,1 0-5 16,-1-1 4-16,3-2-4 0,-1 3-3 0,-1-1 0 16,3 0 3-16,-3 1 4 0,1-2-2 0,3 1 1 15,-2 1-1-15,2-1 0 0,-2 1-3 0,3 4 52 16,-1 1-4-16,2 1 21 0,-1 0-31 0,2 0 5 16,0-1-10-16,-1 4-5 0,2 1-5 0,0 1 3 15,0 0-5-15,2 1 7 0,-1 1 17 0,1 2-30 16,2-1 21-16,-1 1-25 0,1 0 14 0,1 2-22 15,0 0 2-15,1 2-1 0,1-1-6 0,-1 3 2 16,4-1-1-16,0 2 1 0,2-1 3 0,3 2 4 16,1-1-1-16,4 1 0 0,2 0 8 0,-2 2-8 15,5 1 0-15,0 0 9 0,1 1-2 0,-2 2 4 16,-1-1-10-16,1 1 0 0,-1 1-3 0,-2 1-5 16,-1 0 0-16,2 1 5 0,-2-1-5 0,0 5 3 15,0-2-2-15,-1 2-1 0,2 0 9 0,0 2 13 0,0 0-8 16,-1 2-4-16,1 0 1 0,0 1-3 0,-1 1 1 15,3 1-7-15,-1 1 4 0,-1 2 0 16,3-1 3-16,-3 3-6 0,0-1 3 0,0 1 4 16,-1 0 1-16,1 2-6 0,-1 0-1 0,-2 1 2 0,0 0-7 15,0-1 4-15,-3 3 1 0,2-1 0 0,-3 2-2 16,0-1-6-16,-2 1 2 0,0-1 3 0,-2 2-1 16,1-2 2-16,-2 0 5 0,-2 1 3 0,2-2-7 15,-4 3 2-15,4-1 2 0,-4 0-2 0,2 5 7 16,-1-3-1-16,1 1-3 0,0 4-3 0,1-4-4 15,-3-1-1-15,2 3 7 0,-2-3-9 0,1 4 2 16,0-4-1-16,-1 3 0 0,2 0 1 0,-2-3 1 16,3 3 8-16,-3-1-10 0,1-2 29 0,-1 0-35 15,-1 0 27-15,1 0-29 0,0 0 35 0,0-1-39 16,-1 0 32-16,3 0-37 0,-3-1 9 0,1 1-2 16,0 0 4-16,0-2-5 0,1 0 7 0,-1-1 4 15,-1 3-4-15,4-4 1 0,-3 2 2 0,1-2 0 16,1 0-2-16,-1-2 0 0,2 1-3 0,-2 0 1 15,-1-3 2-15,2 0-1 0,-1-1 0 0,2 0 0 0,-1-1 41 16,0 1-50-16,-1-1 30 0,1-2-32 0,0 1 33 16,1 0-38-16,0-3 42 0,-1 0-29 15,2 1 44-15,-1-2-31 0,1-2 30 0,1 1-35 0,-1-2 28 16,1-2-33-16,2 1 32 0,-1-1-31 0,1-2 26 16,2-1-37-16,-1 1 32 0,2-2-33 0,0 0 5 15,2-3 2-15,-2 1 3 0,4-2-2 0,-5 0 1 16,4 0 5-16,-4-1-5 0,2-1 2 0,-2 0 0 15,0 0 3-15,-3 0 0 0,2-1-6 0,-3 0 7 16,-1 1-40-16,-2-1-56 0,0-1-43 0,0 1-34 16,-2 0 5-16,-3-1-32 0,1 2-8 0,-3 6-3 15,1-10-3-15,-3 5-2 0,2 5-17 0,-8-8-1 16,1 4 5-16,2 1 5 0,5 3 9 0,-17-4-3 16,6 1-111-16,1 2 217 0</inkml:trace>
  <inkml:trace contextRef="#ctx0" brushRef="#br0" timeOffset="164505.19">22449 16874 72 0,'-18'3'340'0,"5"-1"-93"0,4 0-25 0,-2-2-23 16,11 0-23-16,-17 3-27 0,17-3-24 0,-14 2-5 15,14-2-12-15,-11 1-3 0,11-1-3 0,-9 3 15 0,9-3-9 16,0 0-12-16,-2 6-3 0,2-6-9 0,4 8 14 16,1-6-10-16,2 4-11 0,-1 1-20 0,4-1 10 15,-1 0-3-15,3 0 21 0,-1 2-9 0,1-2 13 16,-2 1-19-16,3-3 37 0,-3 1-11 0,2-2 37 15,0 0-26-15,1-2 25 0,0 1-43 0,1-2-15 16,1-3-10-16,1-1-9 0,0 1-6 0,2-3 12 16,-1 0-2-16,1-3-2 0,-2 1-11 0,2-2-2 15,-4 0 0-15,0-1 18 0,0 0-9 0,-3-1 5 16,-1 0-20-16,-1-1 8 0,-2-2-14 0,-1 1 8 16,-1-2 10-16,-2 1-9 0,-1-2-5 0,-2 3-8 15,-2-3-4-15,-1 1-8 0,-2 0-1 0,-1 0-2 16,1 1-9-16,-4 1 8 0,2 1-8 0,0 0 0 15,-2 2-1-15,0 1-2 0,0 2-10 0,2 2-52 16,0 0-112-16,7 6-67 0,-15-2-99 0,15 2-47 16,-13 5-58-16,9 0-55 0,-1 3-405 0,3-1-471 0</inkml:trace>
  <inkml:trace contextRef="#ctx0" brushRef="#br0" timeOffset="164622.71">22730 16826 42 0,'0'0'506'0,"-13"0"-152"0,13 0-79 16,-16 4-115-16,4-1-164 0,1 1-216 0,-1 2-132 0,-1 0 192 15</inkml:trace>
  <inkml:trace contextRef="#ctx0" brushRef="#br0" timeOffset="169088.92">24974 9400 15 0,'0'0'286'0,"-5"-4"-98"0,5 4-73 0,0 0-75 0,-6-4-90 0,6 4-138 0,0 0 54 15</inkml:trace>
  <inkml:trace contextRef="#ctx0" brushRef="#br0" timeOffset="170488.65">25004 9583 271 0,'-9'3'464'0,"-1"-1"-117"0,10-2-77 0,-16 5-56 0,16-5-21 0,-16 3-31 0,16-3 10 0,-13 3-38 15,13-3 9-15,-13 0-50 0,13 0 10 0,-10 0-43 16,10 0 17-16,0 0-45 0,-12 1 35 16,12-1-36-16,0 0 37 0,-11-1-21 0,11 1 30 15,-7-6-21-15,7 6 24 0,-5-8 3 0,3 3 10 0,0-1-17 16,0-3 22-16,-1 2-4 0,3-4-14 15,0 1-15-15,0-1-1 0,1-2-7 0,3 3-10 0,0-3-3 16,3 1-9-16,-1 2-3 0,4-2-4 0,3 5-6 16,2 1-3-16,-2 1 6 0,6 5 17 15,-1 1 23-15,5 7-3 0,-1 0-2 0,1 6-17 16,-1 5 2-16,3 3 0 0,-6 0 1 0,-1 9-9 0,-4-5-5 16,-3 3 6-16,-2 0-2 0,-6 2 3 15,-1-1 11-15,-5 2-15 0,-5 2 2 0,-3 1-5 16,-6 1 0-16,-4-3 7 0,-1-4-2 0,-2-1 3 15,-2-6-7-15,3-3-7 0,1-5 0 0,2-4-5 16,3-4-5-16,1-4-9 0,3-2-56 0,1-5-13 16,1-3-24-16,4-4-4 0,1-1-15 0,5-6 3 0,3-3 2 15,7-6-2-15,0-1 9 0,8-6 2 16,1-1 21-16,3 1 8 0,2 0 17 0,-1 1 0 16,1 2 17-16,0 4 2 0,-1 0 18 0,-6 6 18 15,-3 5 22-15,1 4 12 0,-5 0 14 0,-1 1 21 16,-2 6 30-16,-6 6 9 0,5-5-7 0,-5 5-10 15,-3 5-21-15,-4 1 0 0,-2 8-5 0,-2 1 4 0,-2 3-15 16,0 3 16-16,-2 1 0 0,2-1 3 16,0 4-6-16,3-4 0 0,4 0-5 0,1 0 18 15,1 1-20-15,1-3-2 0,4-1-25 0,2-1 16 16,2 2-23-16,2-1 10 0,3-1-28 0,1-4 6 16,3 0-25-16,4-3 7 0,-2-4-43 0,3-2-6 0,0-4-8 15,0 0-7-15,0-4 0 0,0-3-27 16,-1-3 16-16,-1-2 1 0,-4-1 10 0,-2-3 15 0,1-3 8 15,-5 2 4-15,-1-2 7 0,-3 1 18 16,-1 0 9-16,-2 0 4 0,-2 3 25 0,0-1 8 16,-1 3 2-16,-1 0-6 0,2 4-3 0,-1 1-14 15,3 8 1-15,-5-9-7 0,5 9 1 0,0 0-3 0,-5 7-3 16,4 0 0-16,2 2 9 0,0 4 6 16,2 1-7-16,-1 2 6 0,2 1 10 0,3 3 3 15,-2 2-16-15,2 0 9 0,1 0-17 0,0 0 8 16,0-1-10-16,0-2-10 0,0 1-29 0,0-2-38 15,-2-3-56-15,4-1-95 0,-2-2-97 0,0-1-83 16,1-3-118-16,1-3-157 0,-1-4-404 0,1-2-694 16</inkml:trace>
  <inkml:trace contextRef="#ctx0" brushRef="#br0" timeOffset="170688.31">25644 9366 646 0,'6'-16'844'0,"-1"3"-185"0,1 1-153 15,-3 5-98-15,1 2-43 0,-4 5-20 0,0 0-20 16,14 3-33-16,-10 5-56 0,3 3-46 0,-1 4-26 16,0 5-28-16,3 6-20 0,0 2 12 0,1 2-22 15,3 6-8-15,-3 0-16 0,3 0-16 0,1 1-9 16,-1-4-29-16,-1 2-19 0,-1-2-45 0,0-3-96 16,0-3-82-16,-4 1-108 0,2-4-68 0,-5-2-44 15,-1-4-82-15,-1-2-67 0,-3-2-410 0,-3-5-592 16</inkml:trace>
  <inkml:trace contextRef="#ctx0" brushRef="#br0" timeOffset="170838.55">25717 9821 582 0,'-13'-17'521'16,"-2"0"-112"-16,3 1-16 0,-1-1-36 0,4 0-50 0,3 4-40 15,1-3-35-15,4 4-44 0,2-2-32 16,3 0-22-16,2 0-8 0,8 0-15 0,3-1-23 16,6 0-16-16,4 1-16 0,7-3-9 0,2 1-13 15,1 2-4-15,0 1-24 0,1 1-63 0,-9 0-63 16,0 3-83-16,-5 0-18 0,-1 2-70 0,-2-2-41 15,-3 0-36-15,-2-2-74 0,-3 3-216 0,-3-3-165 16</inkml:trace>
  <inkml:trace contextRef="#ctx0" brushRef="#br0" timeOffset="171222.35">26130 9357 726 0,'-3'-11'386'15,"2"2"-62"-15,-2-3-7 0,-1 3-37 0,2-2 1 16,-1 2-26-16,2-1-2 0,0 2-20 0,1-1-25 16,1 2-12-16,2-2-5 0,3 3-3 0,0-1-7 15,4 2-11-15,3 2-7 0,1 0-13 0,-1 3-6 16,6 3-8-16,-1 0-10 0,4 5-10 0,-2-1-18 15,0 5-14-15,-1 0-26 0,-3 1-10 0,2 5-9 16,-5-1-9-16,1 2-7 0,-4 0 1 0,-3 2-4 16,-1-1-3-16,-3 0-4 0,-3-2-2 0,-3 0 2 15,-3 3 0-15,-1-3-3 0,-3-2 2 0,-1-2 19 16,0-2 18-16,-2-3 4 0,1-2 1 0,0-3 11 16,1-2-21-16,-2-4-5 0,1-1 31 0,1-5-61 15,3-2-1-15,1-2-2 0,1-6-2 0,5-1 0 16,1-4 0-16,4-5-4 0,1-2 0 0,6-1-24 15,1-4 26-15,2 1-12 0,0 7 10 0,-1 0-16 16,-1 3 20-16,-2 5 7 0,-1 2 6 0,-3 3 0 16,1 3-4-16,-1 0 1 0,-2 5 7 0,-4 6 1 15,6-4-18-15,-6 4 23 0,0 7-24 0,0 4 22 16,-4 3-5-16,2 4-5 0,-1 5-7 0,-1 2 1 16,3 0 2-16,-3 4-4 0,3-2-5 0,2 3 5 15,3-4 1-15,0 5-28 0,4-1-39 16,-1-4-56-16,5-2-78 0,-1 0-92 0,3-4-105 0,3-6-48 15,0 0-87-15,2-3-81 0,1-5-509 0,-2-3-732 16</inkml:trace>
  <inkml:trace contextRef="#ctx0" brushRef="#br0" timeOffset="171492.09">26691 9426 381 0,'2'-18'676'16,"1"2"-86"-16,-3 0-62 0,0 3-48 0,-3 0-45 16,3 1-49-16,0-1-36 0,-1 4-44 0,1 0-39 15,-1 1-45-15,1 1-28 0,0 0-25 0,0 7-27 16,-2-13-26-16,2 13-8 0,3-7-15 0,-3 7-3 15,6-3 1-15,-6 3-9 0,12 3-13 0,-3 1-14 16,-2 1-12-16,2 2-1 0,-2 0-9 0,2 4-6 16,-2 0-3-16,-3 1 35 0,1 3-56 0,-2-1 47 15,-2 1-58-15,-1 1 47 0,-2 2-49 0,-1-1 44 16,-1 1-50-16,-4 0 49 0,2 0-50 0,-1-2 6 16,0-3 4-16,1-1-3 0,0-2 4 0,3 0 2 15,-4 0 2-15,5-5 0 0,2-5 2 0,-1 11 0 16,1-11-4-16,10 2 2 0,1-5-2 0,3-3 3 15,7-1-43-15,7-5-69 0,1-2-82 16,3-5-89-16,3-5-99 0,-1 0-67 0,0-2-49 16,-1-2-39-16,-3-1-41 0,1-1-369 0,-3-2-531 0</inkml:trace>
  <inkml:trace contextRef="#ctx0" brushRef="#br0" timeOffset="171888.14">27192 9069 739 0,'-2'-18'476'0,"-2"4"-40"0,1-1-40 0,-4-1-19 15,2 4-23-15,1 0-27 0,-1 1-39 0,1 3-53 16,2 1-18-16,2 7-3 0,-4-5-19 0,4 5-4 15,-3 6 14-15,5 1-43 0,0 1-11 0,1 5-15 16,2 2-15-16,3 4-12 0,1 3 3 0,3 3-29 16,1 3-9-16,2 3-17 0,0 1-10 0,1 1-7 15,-3-5-17-15,0-1-13 0,-2-1-27 16,-2 2-28-16,1-3-41 0,-3-5-50 0,-1-1-66 16,-3 0-51-16,-1-4-24 0,-2-1-26 0,-2-4 9 15,-3 0-15-15,-1-3 29 0,-4-2 20 0,1-2 59 0,-2-6 34 16,-2-1 30-16,0-3 40 0,-3-5 36 0,-1 0 24 15,-3-4 60-15,0-1 15 0,-1-1 59 16,0-1 10-16,3 2 70 0,4 1 31 0,0 1 13 0,5 4-26 16,3-3-33-16,3 2-26 0,3 2-20 0,4-1-20 15,5-1-13-15,1 1-15 0,7-1-7 16,2 2-13-16,9-3-8 0,0 0-11 0,8-1-2 16,3 0-7-16,1 1-5 0,-3 0 0 0,-1 0-9 0,-4 1 3 15,-4 1-8-15,0-1 5 0,-3-1-6 0,-6 2 1 16,-1-2 2-16,-3 1-1 0,2-1-2 15,-6-1 1-15,-1 2 0 0,-1 2-3 0,-5-4 1 16,1 5 1-16,-3-1 0 0,0 0 0 0,-2 2-1 16,0 1-16-16,0-2-67 0,0 9-125 0,1-11-106 0,-1 11-104 15,0 0-171-15,0-8-347 0,0 8-512 16</inkml:trace>
  <inkml:trace contextRef="#ctx0" brushRef="#br0" timeOffset="172338.64">27667 8817 703 0,'3'-7'778'0,"2"1"-156"0,0 1-96 0,1-1-60 16,1-2-39-16,3 2-53 0,3 2-11 0,-2 0-91 16,4 1-13-16,0 1-87 0,1 4 2 0,1 2-68 15,2 2 15-15,1 4-59 0,-2 2 28 0,0 2-61 0,0 3-1 16,-1 3-2-16,-3 1-5 0,-2-2-6 15,-4 2 3-15,1-1-7 0,-4 2 0 0,-2 0-4 16,-3 1 0-16,-3-4-7 0,-2 1 5 0,-1-2 2 16,-3-2 0-16,-3-3-4 0,1-2 7 0,-1-3-7 15,-2-1 0-15,1-4 1 0,-2-3-8 0,2-2 6 16,-2-3-6-16,2-2 12 0,2-2-8 0,1-4 0 16,4-2 3-16,1-4 37 0,5-1-37 0,5-4 22 15,2-6-46-15,7-5 41 0,1-1-44 0,3 1 43 16,0 2-48-16,0 1 46 0,-2 7-43 0,-3 1 2 15,-4 6 11-15,1 3 10 0,-1 1 1 0,-2 2 4 16,-1 3 3-16,-2 2 8 0,-4 7 49 0,0 0-52 16,0 0 50-16,4 7-54 0,-9 4 48 0,0 2-56 15,-2 6 46-15,1 3-37 0,-1 2 38 0,0 0-54 16,4 0 0-16,-1 2 7 0,4 0 0 0,0-1 3 16,4-2 6-16,0 2-12 0,4-3 13 0,2-1-21 15,0-2-21-15,5-1-65 0,1-4-103 0,3-3-119 16,1-3-92-16,0-2-62 0,-1-1-88 0,-1-5-95 15,1-2-351-15,-1-1-615 0</inkml:trace>
  <inkml:trace contextRef="#ctx0" brushRef="#br0" timeOffset="172742.23">28231 8862 100 0,'-2'-11'785'16,"0"1"-194"-16,-1 0-110 0,1-1-36 0,-1 3-43 0,3 0-23 16,-1 1-24-16,1 7-29 0,-3-12-32 15,3 12-35-15,-2-10-56 0,2 10-7 0,1-9-45 16,-1 9 21-16,5-4-62 0,-5 4 32 0,15-2-61 15,-15 2 29-15,21 2-65 0,-8-1 38 0,-2 4-54 0,3-1 29 16,0 2-9-16,-2 0-53 0,-1 4 42 16,-3-1-49-16,-3 4 46 0,0 1-50 0,-2-2 49 0,-3 2-50 15,-4 2 46-15,-2 0-50 0,-2 3 6 16,-2-1 3-16,-3-1 4 0,1-2 4 0,-3-1 6 0,2 1-8 16,4-4 4-16,-2-2 7 0,2 1 15 0,2-4 4 15,0 0 0-15,-1-2-7 0,8-4-4 0,-5 5-5 16,5-5 5-16,0 0-11 0,5-7-1 15,3 3 0-15,1 0 41 0,4 0-56 0,0-4 48 16,3 2-51-16,-1 1 47 0,2-1-51 0,-1 1 49 0,-1 2-49 16,-2-1 43-16,0 2-49 0,-2-2 50 0,1 3-50 15,-12 1 52-15,18 1-53 0,-9 0 51 16,0 4-46-16,-4-1 49 0,-1 2-53 0,-1 0 12 16,-3 0 9-16,-3 2 1 0,1 2 3 0,-5-3 2 0,-1 5 4 15,-2-3-4-15,-1 1 8 0,-1-1-8 0,-6 1 0 16,2-1 1-16,-2-1-2 0,1-2 3 15,-1-1-14-15,2 0-35 0,0-4-25 0,1-1-71 0,2-1-88 16,3-3-72-16,-1-2-74 0,4 0-63 0,3-2-85 16,2-3-94-16,2-3-418 0,6-5-651 0</inkml:trace>
  <inkml:trace contextRef="#ctx0" brushRef="#br0" timeOffset="172988.49">28696 8685 1052 0,'-4'6'848'0,"4"-6"-147"0,-9 6-129 0,9-6-75 0,-5 6-101 16,5-6-48-16,0 0-115 0,0 0-18 0,6-8-72 16,4 2 4-16,5-1-60 0,5-3 15 0,5-2-54 0,6-1 24 15,6 0-57-15,2-3-24 0,2 3-40 0,-1 1-26 16,-2-2-45-16,-7 4-38 0,-2 1-45 0,-7 2-60 15,-2 1-57-15,-4 1-12 0,-5 2-2 0,-11 3-38 16,0 0-6-16,9 4-95 0,-13 0-286 16,-5 3-271-16</inkml:trace>
  <inkml:trace contextRef="#ctx0" brushRef="#br0" timeOffset="173122.09">28743 8845 5 0,'-13'12'782'0,"4"-1"-184"0,-1-3-91 15,8-1-31-15,2-7-69 0,2 8-43 16,-2-8-47-16,18 2-40 0,-4-2-41 0,5-3-46 0,4-2-34 15,8-2-33-15,3 0-28 0,7-4-19 0,4 0-17 16,0-3-15-16,1-1-58 0,0 1-126 0,-3 1-154 16,1-4-147-16,-5-2-763 0,0 2-814 0</inkml:trace>
  <inkml:trace contextRef="#ctx0" brushRef="#br0" timeOffset="173438.28">30068 8026 1291 0,'-3'-19'842'0,"0"3"-169"0,-1-1-131 15,2 4-108-15,-1 1-90 0,0 2-71 0,3 10-63 16,-1-8-38-16,1 8-8 0,0 0-16 0,0 0-27 16,0 11-18-16,3-1-18 0,1 4-11 0,2 1-18 15,2 7-5-15,4 1-11 0,1 2-6 0,4 6-37 16,1-2 34-16,3 1-64 0,2-3-64 0,-1-2-127 16,-3-3-120-16,2-3-75 0,-3 0-124 0,-2-4-132 15,-3-3-369-15,1-4-661 0</inkml:trace>
  <inkml:trace contextRef="#ctx0" brushRef="#br0" timeOffset="173720.84">30402 8018 111 0,'0'-24'765'15,"-1"5"-140"-15,1 2-82 0,0 3-122 0,0 2-92 16,0 2-45-16,0 10 7 0,-2-9-1 0,2 9 7 0,0 0-26 16,0 0-15-16,-2 12-19 0,2-3-26 15,0 4-38-15,2 3-28 0,1 1-22 0,1 2-29 0,3 0-9 16,1-1-24-16,0 2-8 0,1-2-8 15,2-3 16-15,1 0 17 0,-1 0 2 0,1-5 11 0,-1-1-2 16,3-3-1-16,0-1-6 0,0-5-11 0,0 0-10 16,3-3-14-16,-3-2-11 0,0-5-7 0,2-2-6 15,-4-4-4-15,0-2 7 0,-5-1-15 16,0-3-1-16,-4 0 4 0,-5-3-4 0,0 0 0 16,-7 0-2-16,-5-3 0 0,-6 2-3 0,-4 2-1 0,-4 4 2 15,1 6-6-15,-3 3 0 0,-2 6 0 0,2 4-52 16,-6 5-86-16,3 4-121 0,-5 5-151 0,3 5-140 15,3 5-74-15,2 2-850 0,5 0-1095 0</inkml:trace>
  <inkml:trace contextRef="#ctx0" brushRef="#br0" timeOffset="182437.36">25509 9697 72 0,'-2'-5'382'0,"1"-4"-98"15,-2 2-54-15,2-2-35 0,-1-1-41 0,0 0-15 0,-2 0-13 16,2-1-10-16,-1 1-10 0,1-2-21 0,-3 1-9 15,2 0-4-15,1-1-7 0,-2 2-10 16,1-3-10-16,1 2 3 0,-2 0-16 0,1-1-3 16,-1 2 0-16,-1-2 0 0,1 2 1 0,1 0-3 15,-1-3-3-15,-3 4-4 0,2-4-2 0,-2 3 2 16,0-1 0-16,-1-1 22 0,1 3-22 0,-2-3 8 16,-1 4-32-16,-1-3 31 0,0 2-21 0,-2-1 17 15,2 4-13-15,-3-4 19 0,1 3-20 0,-2-1 20 16,0 1-19-16,-1 1 21 0,-1-1-28 0,1 2 30 15,-1-1-26-15,-1 2 23 0,-2-2-27 0,2 3 22 16,-3-1-29-16,0 2 27 0,1 0-26 0,-1-1 25 16,0 1-31-16,1-1 33 0,-1 3-27 0,0-2 32 15,1 2-28-15,-1 0 29 0,0 0-23 0,3 2 22 16,-2-1-30-16,2 1 29 0,-2 0-20 0,0 2 19 16,2-2-29-16,1 2 28 0,-1 0-26 0,0 3 25 15,-4 0-9-15,4 3 25 0,-2-2-21 0,-2 4 16 16,0 1-14-16,-1 2 51 0,0 4-9 15,-1-1-11-15,3 1-11 0,0 1-9 0,-3 6 3 0,4-4 0 16,1 0 29-16,0 0-2 0,4 4-4 0,-2-1-10 16,6 0-6-16,-1 2 10 0,1-1 1 0,3 1-2 15,3-1-6-15,2-1 3 0,1 3-4 0,2 1 7 16,2 4-6-16,1 1-1 0,2 2-6 0,1 3 0 16,2 0-11-16,2 1 1 0,-1 0-8 15,1-2 26-15,3-2-15 0,0 0 0 0,1-2-7 0,0-2-2 16,4 0-9-16,-1-2 9 0,4-2-13 0,1-1 6 15,1-1-4-15,5-4 3 0,0 1 3 0,4-4-4 16,4-3 1-16,2-1-6 0,3-3 0 0,1-3 0 16,4-3-2-16,-6-2 2 0,0-4 4 0,-1-1-5 15,2-4 9-15,1-2 6 0,0-1 13 0,-2-4-1 16,-3-5 13-16,-1 0-4 0,-3-3 14 0,2-4-21 16,-5-3-5-16,-3-1-4 0,0-5-5 0,-1 1-4 15,-5-4 0-15,0-1-4 0,-5-2 6 0,1-1-10 16,-5-2-1-16,-3 0-6 0,-1-2 0 0,-4-2 21 15,-1 1-26-15,-5-3 19 0,-1 3-20 0,-6-4 21 16,0 4-25-16,-5-1 21 0,-4 2-22 16,-5-5 1-16,-4 2 2 0,-4 6-1 0,-2 3 1 0,1 7-1 15,-10 0 4-15,1 8 0 0,-5 5-2 16,-4 6-4-16,-5 3-14 0,-1 6-48 0,-5 6-62 0,-13 6-80 16,-1 6-77-16,-1 7-80 0,-5 4-86 0,-15 11-132 15,0 1-424-15,3 4-615 0</inkml:trace>
  <inkml:trace contextRef="#ctx0" brushRef="#br0" timeOffset="183621.26">26784 9232 329 0,'5'-6'378'0,"-2"0"-84"0,-1-1-65 0,-2 7-50 0,5-9-38 0,-5 9-4 15,2-11-20-15,-2 11-6 0,1-11-16 0,-2 4 9 16,-1 0-13-16,0-1 7 0,-1 1-30 0,-1-4 16 15,-1 2-27-15,0-3 25 0,-4 2-31 0,0-4 7 16,0 2-19-16,-2-2-8 0,-1 0-2 0,-2-2 13 16,0 1 10-16,-1 0-5 0,-4-2-6 0,-2-1-6 15,3 3 9-15,-5-2 3 0,0 1-3 0,-1 0-7 16,1 1 1-16,-3 3 2 0,0 1-1 0,-1-1 8 16,-1 4-6-16,2 3-4 0,-1 1-7 0,0 2-4 15,-2 2-3-15,-1 2 0 0,-3 3-2 0,1 2 0 16,-1 4 13-16,-4 4 3 0,0 2-1 0,3 5 8 15,0 1 6-15,2 3 1 0,0 4 16 0,4 3 3 16,0 1-7-16,3 4-2 0,0 0-11 0,6 3-5 16,1 0-11-16,4 0 0 0,3 0 57 0,3 1-15 15,4 0-8-15,4-6-4 0,3 1 3 0,6 4-9 16,5-2 11-16,1-1-6 0,8 0-10 0,4-2-10 16,6 4 0-16,7-2-8 0,3-2-6 0,2-4 2 15,5-3 11-15,2-2-1 0,6-5-12 0,3-3 3 16,3-6 1-16,5-2 7 0,-10-6-7 0,0-2-1 15,2-4-1-15,-2-4 0 0,-2-2-11 0,-2-2-6 16,-4-4 1-16,-2-3 18 0,-3-3-5 0,1-8-2 16,-10-1-8-16,3-5 30 0,-11 0-40 0,1-11 27 15,-10 6-40-15,-1-3 38 0,-6-5-47 0,0-1 6 16,-7-3-2-16,-2 3 4 0,-4-3 7 0,-4 1-4 16,-2 2 3-16,-4-1 30 0,-2 5-37 0,-1 1 23 15,-6 3-32-15,0 1 32 0,-3 4-31 0,-2 3 27 16,-4 5-4-16,-3 1-34 0,-1 6 26 0,0 4-40 15,0 5-50-15,0 4-62 0,4 3-70 0,0 4-79 16,3 4-70-16,0 2-47 0,6 5-72 0,1 3-147 16,5-1-279-16,6 3-484 0</inkml:trace>
  <inkml:trace contextRef="#ctx0" brushRef="#br0" timeOffset="184257.49">28583 8695 465 0,'6'-10'338'0,"-1"-3"-30"0,-2 5-64 16,1-3-17-16,-1 2-27 0,-1-3-15 0,1 1-12 16,-2-1-10-16,-1 0-35 0,0 1 4 0,-2-1-18 15,0-2-10-15,-3 1-4 0,-2-1-6 0,0 1 11 16,-4-1-18-16,-3-1 7 0,-2 2-8 0,-3 0 4 16,-3-1-15-16,-3 1 1 0,-3 1-8 0,-3 2-2 15,-2-1-7-15,-7 0 4 0,-1 3-4 0,0 0-6 16,-5 0-2-16,4 3 4 0,1 2 18 0,-1 0-7 15,1 3-4-15,0 1-3 0,-7 4 1 0,4 2-13 16,2 3 3-16,3 5 10 0,3 2-2 0,1 6 4 16,6 3 15-16,3 5 1 0,2 3-12 0,1 5-12 15,6 1-7-15,2 2-8 0,4 2-9 0,0 1-4 16,5-1-12-16,2 2 8 0,5 1-8 0,7 2 0 16,2-3 10-16,4 8-17 0,8-2 10 0,4 1-3 15,2-4-1-15,5-1 6 0,3-2-1 0,2-2-3 16,4-3-13-16,4-4 14 0,3-3-2 0,1-7-3 15,5-1 1-15,2-6 1 0,3-4 5 0,-9-7 11 16,1-3 34-16,0-1-7 0,-1-5-5 0,-4-5-5 16,2-1 7-16,-6-8-2 0,1-1-3 0,-3-6-51 15,-3-2 42-15,5-10-54 0,-6-5 8 0,-1 0 8 16,-4-3-4-16,-9 3 23 0,-4-2 12 0,-1-3-46 16,-5-1 39-16,-3 1-7 0,-2-2-3 0,-7 1-2 15,-3-1-4-15,-5 2 3 0,-5-1-7 0,-4 3 2 16,-6 2-7-16,-10-5-37 0,-5 4 53 0,-7 5-49 15,-5 3 44-15,-6 2-41 0,0 8 44 0,-2 3-45 16,8 5 2-16,-1 6-16 0,4 1-42 0,4 5-54 16,6 3-74-16,1 4-97 0,3 3-93 0,2 5-65 15,0 6-132-15,7 0-495 0,5 1-713 0</inkml:trace>
  <inkml:trace contextRef="#ctx0" brushRef="#br0" timeOffset="184421.23">28358 9108 847 0,'0'0'721'0,"4"8"-160"0,-4-8-136 0,-2 5-120 0,2-5-108 0,-4 5-140 0,4-5-97 0,-3 6-123 0,3-6-152 16,-5 5-505-16,5-5-354 0</inkml:trace>
  <inkml:trace contextRef="#ctx0" brushRef="#br0" timeOffset="192970.43">23479 13036 270 0,'-5'7'274'0,"5"-7"-59"0,-5 7-45 0,5-7-21 16,0 0-21-16,10-3-18 0,1-1-19 0,6-3-13 15,4-2-8-15,7-4-14 0,6-4-3 0,7-1-5 16,2-1-9-16,11-5-6 0,4-1-17 0,2 0 5 16,2-2-13-16,2-1 7 0,0 0-13 0,1-3 8 15,-1 3-10-15,-1-2 6 0,-3-2-10 0,-4 1 17 16,-2 1-16-16,-2-2 7 0,-7 4-4 0,-7 1 15 15,-3 3-6-15,-2-2 12 0,-5 0 12 0,-2 1 10 16,-7 3-9-16,-4 0 0 0,-1-1 36 0,-6 4-15 16,-2 3 8-16,-4-1-26 0,-5 0 0 0,-4 3-17 15,-4-4-7-15,-4 1 4 0,-6 1-3 0,-4 2-4 16,-5 2 1-16,-7-3-6 0,-9 7 2 0,-1 0 1 16,-8 5-3-16,0 0 0 0,-5 3 9 0,0 2-11 15,0 1 11-15,0 1-13 0,2 5 10 0,3-2-12 16,6 2 8-16,5 0-10 0,12 0 2 0,9-2-35 15,7 0-88-15,9-1-73 0,7-6-125 0,0 0-241 16,10 7-77-16</inkml:trace>
  <inkml:trace contextRef="#ctx0" brushRef="#br0" timeOffset="193937.18">25099 10696 156 0,'-1'-10'335'0,"-1"-1"-64"0,0 3-37 0,-3-2-24 0,1 3-45 16,-4-2-30-16,0 3-16 0,-4-1-20 0,0 1-9 15,-1 2-13-15,-4-1 12 0,0 4-4 0,0-1 8 16,-4 0 7-16,1 2-32 0,-2 2 7 0,-1 0-23 15,0-1 12-15,-3 2-26 0,2 0 27 0,0 3-24 0,0 0 19 16,1-2-31-16,0 2 14 0,0 3-29 0,3-3 16 16,1 0-25-16,1 1 20 0,4-2-31 0,-1-1 27 15,6 0-24-15,0 1 23 0,9-5-22 16,-11 3 33-16,11-3-24 0,0 0 18 0,16-3-25 16,3-3 30-16,11-3-32 0,13-6 19 0,15-1-24 15,4-3-3-15,6-2 4 0,1-2-2 0,3 1 0 0,-1-2-8 16,0-1 19-16,0 0 3 0,-3 1 14 0,-3 0-1 15,-6 3-4-15,-16 5 1 0,-2 3 10 16,-10 1-11-16,-7 3 1 0,-2 3-1 0,-8 0-4 16,-3 4-5-16,-11 2 0 0,0 0-3 0,0 0 4 15,-14 5-5-15,-4 3 3 0,-10 4 0 0,-9 4-3 16,-4 2-5-16,-1 2 8 0,-3-1-11 0,-6 2-14 16,7-2-53-16,4 1-11 0,2-2-64 0,4 1-32 15,8-4-40-15,4 1-83 0,6-5-367 0,6 2-175 16</inkml:trace>
  <inkml:trace contextRef="#ctx0" brushRef="#br0" timeOffset="194536.51">26468 10218 503 0,'-22'0'397'0,"1"-2"-103"0,-2 1-47 0,-3-1-54 15,3 2-2-15,3-1-7 0,-1 1 8 0,5-2-6 16,0 1-21-16,4 1-24 0,1-2-28 0,11 2-23 16,-14-1-18-16,14 1-19 0,0 0-4 0,9-9-9 15,7 3-8-15,5 0-7 0,11-5-8 0,9-1 0 0,4-1 0 16,5-3-9-16,11-2-2 0,2 0-5 16,1 0 21-16,-2-1-19 0,-2 0 15 0,-1 0-17 15,0-2 8-15,-3 2 6 0,-10 2-22 0,-4-1 18 16,-1 3-20-16,-4 1 20 0,-10 0 42 0,-5 4 7 15,-4 0-11-15,-4 4-10 0,-5-1-4 0,-4 0-8 16,-5 7-5-16,-5-8-5 0,-7 6-4 0,-8 1-3 16,-8 2-1-16,-18 3 7 0,-8 2-12 0,-15 6 10 15,-4 2-6-15,2 2 3 0,-2 2-12 0,1-1 13 16,8 1-13-16,4-1-2 0,13-3 2 0,5 0-3 16,10-4 1-16,4 0 0 0,6-3-1 15,5 0 0-15,7 1 1 0,4-4 6 0,6-4-1 0,3 7-2 16,9-4 1-16,7-1-3 0,9-2-1 15,9-2-4-15,9-2 2 0,5-3-1 0,2 1 1 0,-2-4 6 16,0 1-11-16,-1 0 11 0,-7-1-36 0,-3 1 9 16,-7 2-19-16,-8 0-27 0,-2 1-63 0,-6 1 2 15,-4-1-35-15,-4 3-14 0,-9 3-24 0,5-5-12 16,-5 5-18-16,-10-1-83 0,-3 2-268 0,-3-1-99 16</inkml:trace>
  <inkml:trace contextRef="#ctx0" brushRef="#br0" timeOffset="195571.48">28361 9481 63 0,'-22'4'278'0,"4"-1"-75"0,-1 2-12 0,0-1-36 15,2 2-4-15,0-2-2 0,2 1-39 0,0 0-20 16,4 0-24-16,0-1-6 0,1-1-18 0,1 0-5 15,3 2-12-15,-1 0 7 0,0-2-9 0,7-3 6 16,-8 6-4-16,8-6 10 0,0 0-13 0,5 9 4 16,-5-9 19-16,23 1 6 0,0-2-20 0,13-3-7 15,11-1-4-15,8-2-4 0,14-2 1 0,3-2 4 16,1-3-3-16,1 1 32 0,1 0-22 0,-2-3-1 16,0 1 7-16,-3 0 3 0,-5 1 20 0,-2 1-8 15,-13 1 6-15,-5 3-13 0,-11 1 34 0,-2 1-15 16,-8 1 2-16,-1 0-27 0,-10 0 10 0,-3 3-20 15,-10 3 8-15,0 0-21 0,-10-7 8 0,-7 6-13 16,-11 2 6-16,-11 3 1 0,-16 2-7 0,-17 5-10 16,-7 2 10-16,-8 1-10 0,-4 2 11 0,1-2-9 15,-2 0 13-15,2 1-1 0,6-1 5 0,3-1 8 16,8-1-6-16,7-1-13 0,17-3 7 0,6 1-9 16,10-2 5-16,10 0 4 0,6-2 1 0,9 1-7 15,8-6 5-15,2 9-4 0,12-4 3 0,13-1-14 16,12-1 10-16,16-1-8 0,7-2 9 0,13-1-16 15,0-2 13-15,1-1-8 0,-3-3 7 0,-3 0-2 16,-11 2-1-16,-3-5-3 0,-4 4 8 0,-4-1 9 16,-5 0-14-16,-10 1 3 0,-7 1 21 0,-4-2-11 15,-5 4 3-15,-6 0-7 0,-11 3 2 0,4-7-4 16,-4 7 1-16,-22-3-4 0,-6 4 1 0,-13 2-7 16,-14 3 8-16,-17 3-7 0,-2 1-10 0,-1 2-46 15,3-2-29-15,6 3-53 0,13-4-27 0,5 2-63 16,4-1-82-16,12-1-390 0,7-2-206 0</inkml:trace>
  <inkml:trace contextRef="#ctx0" brushRef="#br0" timeOffset="198020.23">29079 9610 313 0,'10'-11'256'0,"-3"-1"-38"0,-1 1-52 0,2-2-19 0,-2 0-31 16,1-1-7-16,-2-1-11 0,1-2 1 0,-1-2-13 16,-1-1 7-16,1-2-24 0,0-1 14 0,-2 0-3 0,-1 0-3 15,-2-2-16-15,-2 0-8 0,-2 0-9 16,-5-4-17-16,-2 1-3 0,-7-5-2 0,-3-2-3 16,-6 2-6-16,-7-7-22 0,-7 1 24 0,-4-1-16 15,-6 0 22-15,-5-2-13 0,-5 1 16 0,-6-2-21 16,-13-6 19-16,-3 2-22 0,12 9 19 0,-14-8 1 15,9 11-1-15,-11-5-1 0,8 10-2 0,-4 0 6 16,-13-4-13-16,9 11 7 0,0 1-14 0,-2 3 12 16,-4 4-22-16,-6 3 22 0,-3 2-21 0,-7 5 15 15,-25 5-10-15,-1 7 12 0,-1 5-8 16,-4 7 0-16,-5 7-1 0,-6 6 3 0,-2 7-6 0,2 4 1 16,0 6-1-16,-6 2 3 0,3 3 2 0,-1 3-7 15,9 2 17-15,2 1-5 0,8 3 13 0,4 3-18 16,6 2-4-16,6 1-2 0,9 1 0 0,5 0 2 15,6-3 2-15,8 2 14 0,7-2-27 0,6-3 27 16,7 1 2-16,7 1 0 0,3-1-21 0,15-6 19 16,2 0-19-16,4-1 18 0,2 1-20 0,3 0 3 15,4 0 15-15,5 0-17 0,1-2 12 0,6 0-17 16,5-1 28-16,5-7 2 0,3 1 3 0,7 1-4 16,5 0-14-16,9 7 26 0,6-1-14 0,9-1 34 15,9-3-20-15,8-2 30 0,12-5-30 0,20 7 36 16,9-9-10-16,7-1 11 0,10-8-15 0,8-7 24 15,10-6-10-15,12-3 0 0,4-6-11 0,6-8-2 16,7-5-6-16,5-5-5 0,6-8-14 0,1-4 1 16,1-5-10-16,4-5 5 0,2-5-9 0,-3-2 4 15,1-4-6-15,-5-4 7 0,-1-3-4 0,1-2 5 16,-3-1-14-16,-1-6 0 0,-5-4-6 0,-5-4-2 16,28-19-1-16,-36 8-3 0,28-20-1 0,-37 15 2 15,-6-4 13-15,-3-4-12 0,-7-3-1 0,-6-3-2 16,-9 1-2-16,-6-3-3 0,-10 2 1 0,-7 4 4 15,-13 5 6-15,-8 6-2 0,-19 16 1 16,-9 3-3-16,-8 5 6 0,-10 11-10 0,-7 6 3 0,-8 4-3 16,-8 4-7-16,-8-1-56 0,-4 5-44 0,-5 4-46 15,2 6-41-15,-1 4-65 0,2 4-63 0,7 5-144 16,3 0-204-16,4 1-188 0</inkml:trace>
  <inkml:trace contextRef="#ctx0" brushRef="#br0" timeOffset="198539.57">31203 8065 122 0,'-7'-34'543'0,"-1"-5"-156"0,-5 0-88 0,2 1-68 0,-3 1-28 16,-2 0-52-16,1 0 13 0,-2 2-26 16,-2 2 6-16,1 2-27 0,-2 1 12 0,-3 2-29 0,0-1-14 15,-3 5-21-15,-3 1-15 0,-2 2-10 0,-3 3-7 16,-5 3 3-16,-4 2-14 0,-4 6 4 0,-6 1-16 16,-6 6 8-16,-15 4-11 0,-2 5 9 15,-5 4-4-15,0 6 0 0,1 5 21 0,1 4-19 0,-12 12 5 16,5 4-4-16,5 6 2 0,5 3-1 0,17-6 30 15,3 5 2-15,5 2 13 0,9 1 4 0,3 3-4 16,9 1 25-16,8 1 3 0,8 2 3 0,8-9 3 16,10 4 1-16,8 8-8 0,11-3-19 0,4-1 12 15,11-3-10-15,10-4-7 0,7-1-18 16,21 0 2-16,4-6-8 0,-6-13 2 0,4-4 9 16,1-7 6-16,-1-7-8 0,2-5-5 0,-3-6 2 15,1-5 14-15,-4-7 6 0,0-3-19 0,-3-9 3 0,-2-4-21 16,-3-6 7-16,-3-5-17 0,-6-7-1 0,-2-1-11 15,-5-7 7-15,-8-2-6 0,-3-1-1 16,-7-2 5-16,-7-2-14 0,-7 1 9 0,-8 5-13 16,-10 1 13-16,-6 0-12 0,-12-3 14 0,-10 1-14 0,-9 6 9 15,-8 6-12-15,-9 3 12 0,-6 11-19 16,-9 5-25-16,-6 7-85 0,-8 9-100 0,-7 7-80 0,-3 11-98 16,-21 8-78-16,3 6-645 0,5 9-741 0</inkml:trace>
  <inkml:trace contextRef="#ctx0" brushRef="#br0" timeOffset="200603.55">25838 15777 90 0,'-2'-11'331'0,"-2"1"-79"0,-1 0-51 0,-3 1-27 0,3-4-36 0,-3 3-23 16,-1 0-24-16,-1-3-12 0,0 3 3 0,-2 0-16 15,-3-1-2-15,0 0-5 0,-3 0 5 0,-1 3-8 16,-2 0-8-16,-2-2-13 0,0 4 5 0,-4 2-7 15,-1 0 2-15,-8 2-12 0,-2 2 7 0,-9 2-2 16,-6 4-1-16,-3-1-5 0,-12 7 1 0,-1-2-3 16,-6 3-4-16,-2 4-1 0,-4 1 9 0,-4 2 11 15,-3 1 3-15,-17 7 2 0,-2-2-3 0,1 2-2 16,0-1 12-16,2 0-11 0,1 3 21 0,0 0-14 16,-4 2-1-16,2 0-14 0,-6 6-12 0,-1 0 6 15,-1 3-14-15,-2 4 9 0,-2 0-17 0,-3 6-6 0,-3 3 3 16,-2 0-1-16,-1 2-2 0,5 0 5 15,1 2 11-15,5-1-19 0,2 1 18 0,6-1-13 16,5-2 2-16,6 1-4 0,8-4-7 0,5-3 4 0,19-8-4 16,2-2 12-16,7 1-3 0,2-2 1 0,2 1-6 15,3-2 3-15,2 0 6 0,3 0-5 16,-1 0 1-16,2 1 1 0,1-1-2 0,-3-1 1 0,1 2 0 16,-1 1 5-16,0-1-5 0,-2 0 3 15,3 1-5-15,-1 0 4 0,-2-1-4 0,4-3 3 16,-1 1-2-16,2-2 2 0,1 0-5 0,8-6 4 0,0-2-3 15,3-1 3-15,3-1 1 0,3-7 2 0,2 0-4 16,4-3 7-16,2-2-4 0,2-1 0 0,1-1 1 16,2-2-4-16,2-1 3 0,1 0 2 0,0 2-4 15,-3-3 4-15,1 4 3 0,1 0-6 0,0 3 4 16,-4 2-3-16,3 4-1 0,0 1-1 0,-2 5 0 0,0 1-1 16,0 2 11-16,2 1-11 0,1 0 4 15,2 0-2-15,-2 0 0 0,3 0 3 0,1-4-4 0,2 1 8 16,-1-1-7-16,2 0 3 0,0-1-4 0,-1-3 12 15,4-1-9-15,-2-1 8 0,2 2-2 0,1 1 25 16,-2-2-4-16,4-1 11 0,2 1 3 0,1 3 13 16,3-4 25-16,3 3-1 0,1-2 9 0,8 0 29 15,5-1-16-15,4-1-2 0,8-2 5 0,3-4-11 16,10-2 4-16,4-5-21 0,3-2-4 0,17-4-5 16,5-3-19-16,6-3 11 0,3-2-5 0,4-1 0 15,5-3-7-15,16-2-15 0,-17 3 6 0,-1-1-11 16,21-3 8-16,-20 2-19 0,0 5 15 0,2-4-15 0,0 3 10 15,-2-2-15-15,-1 4 13 0,-4-2-15 0,2-1-3 16,0 1 19-16,0-5 13 0,3 2-7 16,18-3 1-16,-1-4-3 0,-2 1 18 0,-3-4-25 0,-1 1 40 15,3-3-46-15,2-3 27 0,0-3-5 0,0-1-5 16,1-5-4-16,-1 0-9 0,1-4-3 0,1-3 3 16,0-4-4-16,2-2-6 0,1-5 2 0,-2-1-35 15,-1-1 37-15,-2-4-31 0,-2 1 12 0,-1 0 6 16,-2-3 23-16,-4 1-34 0,-2-1 34 0,-6 1-30 15,-1-2 31-15,-7 2-34 0,-6-1 32 0,-3 3-32 16,-5 0 3-16,2 1 3 0,-5 3 0 0,1 0 6 16,-2 0 3-16,-11 9-3 0,12-9 2 0,-13 8-1 0,12-9 0 15,-15 7 1-15,-1 0 0 0,1 0-3 16,-2-4 19-16,-4 4-26 0,-1-2 8 0,1 2-7 16,-5 2 10-16,0 2-3 0,-4 1 5 0,-1 4-10 15,-4 2 8-15,-8 6-8 0,-1 2 9 0,-5 2-8 0,0-1 7 16,-5 8 3-16,-2-2-4 0,-2 1 0 0,-7 3-2 15,0 0 2-15,-5 2-3 0,0-3 2 16,-6 0-1-16,-3-1 0 0,-4-5 0 0,-6 4-10 16,-6-5 11-16,-6 0-5 0,-4 2 8 0,-12-3-9 0,-5 2 10 15,-5 2-9-15,-5 2 7 0,-5 1-7 0,-7 2 5 16,-1 6-4-16,-6-1 5 0,-4 6-6 0,-3 1 3 16,-8 5-9-16,-4 3 1 0,-5 3-10 0,-2 5-3 15,-24 4-21-15,2 6-8 0,-4 1-27 0,-1 6-33 16,-3 4-46-16,0 5-49 0,2 3-38 0,0 2-18 15,1 1-56-15,6 4-40 0,2 2-61 0,5 1-397 16,6 0-348-16</inkml:trace>
  <inkml:trace contextRef="#ctx0" brushRef="#br0" timeOffset="204506.18">20982 16655 134 0,'2'-5'110'0,"-2"5"-194"0,9-7 29 0</inkml:trace>
  <inkml:trace contextRef="#ctx0" brushRef="#br0" timeOffset="204737.13">21453 16624 505 0,'0'0'352'16,"0"-12"-135"-16,0 12-159 0,4-6-117 0,-4 6-80 16,0 0-153-16,13 0 251 0</inkml:trace>
  <inkml:trace contextRef="#ctx0" brushRef="#br0" timeOffset="205955.98">25388 11303 67 0,'-5'-27'208'0,"0"-1"-48"0,0-4-34 0,0-4 3 0,0-5-13 16,-2-3 2-16,4-3-6 0,-4 2 2 0,3-2 10 0,-3 3 8 16,-1-3 8-16,-1 6-14 0,-3 2 6 0,0 3 0 15,0 6 5-15,1 3-9 0,-2 4-22 16,1 5-22-16,1 2-16 0,2 5-10 0,-1 2-10 15,1 6-11-15,9 3 15 0,-14 0 49 0,7 6-37 16,2 4 19-16,3 5-8 0,2 2 6 0,2 9-8 16,3 3-5-16,4 9-12 0,5 2-3 0,-1 0-6 0,5 1-7 15,1-1-5-15,0-1-5 0,4 1-3 0,3 6 2 16,-2-9-3-16,1 1-3 0,1-1-15 16,-1-1 11-16,0-1 0 0,0 0-4 0,-1-2-15 15,-4-1-44-15,-2-3-98 0,-4-4-3 0,-6-3-57 16,-4-3-17-16,-3-3-40 0,-5 1-43 0,-4-3-76 15,-6-2-229-15,0-3-120 0</inkml:trace>
  <inkml:trace contextRef="#ctx0" brushRef="#br0" timeOffset="206104.43">25252 11497 304 0,'-21'-1'493'15,"6"-2"-85"-15,1 3-116 0,2-3-41 0,12 3-69 16,-16 1-13-16,16-1-11 0,-5 3-1 0,5-3-24 16,7 7 7-16,2 0-25 0,3-3 7 0,4 2-9 15,2-1-4-15,5 0-23 0,5-1-3 0,0-1-23 0,3-1-7 16,6 0-20-16,2-4 3 0,3 0-16 15,-3 0-36-15,0-3-104 0,-1-1-34 0,-1 0-94 16,-5-1-65-16,-3-5-102 0,-11 2-299 0,0-3-222 16</inkml:trace>
  <inkml:trace contextRef="#ctx0" brushRef="#br0" timeOffset="206270.75">25654 11200 592 0,'-6'-17'474'0,"2"6"-83"0,1 0-87 0,0 3-53 15,1 0-34-15,2 8-14 0,0 0-3 0,0 0-6 16,0 0-15-16,9 5-1 0,-4 3 0 0,-1 3-8 15,-1 2-31-15,-1 2-30 0,0 6-16 0,0 0-22 16,-2 5-11-16,0 1-11 0,0 6-3 0,-1 2-16 16,-2 0-33-16,2 1-93 0,-2-1-91 0,2-4-45 15,1 0-59-15,1-3-55 0,3-3-97 0,3-5-358 16,4-3-327-16</inkml:trace>
  <inkml:trace contextRef="#ctx0" brushRef="#br0" timeOffset="206537.62">27051 10297 671 0,'-1'-14'678'0,"-2"5"-175"0,1-2-102 16,-1 4-99-16,-1 1-60 0,0 1-51 0,4 5-28 15,-10-1-10-15,10 1-12 0,-9 7-19 0,4 1 17 16,4 4-16-16,1 0-24 0,1 5-21 0,4 4-12 15,4 2-18-15,3 5-6 0,2 4-12 0,6 2 0 16,1 0-3-16,-1 1-7 0,4 1 3 0,2 1-10 16,-2-1-1-16,-1 1-8 0,2-2-8 0,-3 1-69 15,0-7-65-15,-4 3-60 0,-3-7-26 0,-4 1-23 16,-2-6-26-16,-7-2-38 0,1-2-76 0,-7-3-395 16,-2 0-301-16</inkml:trace>
  <inkml:trace contextRef="#ctx0" brushRef="#br0" timeOffset="206885.87">26719 10950 633 0,'0'0'444'0,"5"-5"-102"0,-5 5-75 0,15-2-53 15,-2 2-42-15,2 2-12 0,4-1-8 0,2 2 0 16,5-2 1-16,0 0-7 0,2 2-8 0,3-1-14 16,-2-1-8-16,2 1-15 0,0 3-18 0,-1-5-21 15,1 4-10-15,-4-2-9 0,0 0-9 0,-8 0-6 16,3-1-6-16,-4 0-7 0,-4-1 0 0,0 0-4 15,-3-1-1-15,0-2-1 0,-3-2 1 0,-1-3-16 16,-2 0 1-16,-3-2-10 0,1 0 7 0,-3-3-13 16,0-2 10-16,-1-2-3 0,-2 0 13 0,-1-1-9 15,2 1 12-15,-1 0 0 0,-1 1-10 0,1 0 13 16,0 0 7-16,1 6 17 0,0 0 1 0,0-2 3 16,-1 3-10-16,2 1-1 0,0 0-14 0,-1 3 5 15,2 5-5-15,-4-10 2 0,4 10-7 0,0 0 9 16,0 0-4-16,-12 9-8 0,5-2 5 0,0 5-5 15,-2 1 4-15,-3 2-6 0,2 4-3 0,0 0-12 16,0 0-51-16,2 3-44 0,1-1-29 0,3 0-24 16,3-4-44-16,2 1-46 0,3-1-66 0,4 0-103 15,2-3-246-15,7-1-178 0</inkml:trace>
  <inkml:trace contextRef="#ctx0" brushRef="#br0" timeOffset="207120.37">28356 10087 366 0,'9'-19'648'0,"-1"0"-132"0,-3 2-97 15,0 3-70-15,-3 3-95 0,1 1-30 0,-3 10-8 0,0-7 11 16,0 7 7-16,0 0-26 0,-2 7 11 0,4 2-20 16,0 3-9-16,2 5-35 0,5 5-34 0,4 5-24 15,2 6-20-15,4 0-16 0,1 1-9 0,3 0-12 16,2-3-7-16,-1 0-5 0,1 0-4 15,-2-4-5-15,0 1-13 0,-4-5-125 0,-2-3-78 16,-5-1-91-16,1-4-30 0,-6-1-34 0,-2-2-25 0,-5 1-65 16,-3-5-465-16,-3 1-474 0</inkml:trace>
  <inkml:trace contextRef="#ctx0" brushRef="#br0" timeOffset="207394.42">28242 10439 153 0,'-10'-5'608'0,"0"1"-162"0,10 4-108 16,-7-5-30-16,7 5-36 0,0 0-16 0,0 0-10 15,19 0-17-15,-6 1-10 0,4 2-25 0,2-2-29 16,5 0-11-16,2 0-18 0,3 0-27 0,1 0-19 0,0 2-17 16,2-2-17-16,-2 0-10 0,0 0-6 15,-2-1-8-15,-1 2-5 0,-5-2-1 0,1-2-8 16,-3 0-3-16,0-3-12 0,-1 1-9 0,0-3-6 16,-4-3-20-16,1-1 1 0,-5-3 11 0,-2-3-3 15,1-2 11-15,-5-1-5 0,-1 0 5 0,-1-1 3 0,-2 3 3 16,0 0 25-16,-1 1 41 0,2 5-2 15,-1-1-12-15,0 2-12 0,-1 4-7 0,0 7-5 16,0 0-6-16,0 0-6 0,-9 7 1 0,3 8 1 16,-4 6-7-16,-2 5 4 0,-1 10-4 0,-3 2-1 15,2 1-15-15,-2 4-165 0,1 3-163 16,-5 10-224-16,-1-1-474 0,-4-3-653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44:27.0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30480 13565 775 0,'-10'11'752'0,"2"-4"-175"0,2 0-135 16,-1 2-104-16,5 0-71 0,0 1-52 0,-1 2-42 15,3-2-34-15,3 2-26 0,-1-3-23 0,0 2 11 16,2-3 4-16,0 2 11 0,1-3 12 0,0 0 7 16,5 0-4-16,-3-3 11 0,2 1-16 0,1-3-7 15,3-1-9-15,0-2-2 0,3-1-4 0,1-3-9 16,3-3 25-16,2-3-62 0,1-2 29 0,1-4-8 16,4-8-8-16,-1 0-15 0,-1-5-13 0,0-4-2 15,5-9-14-15,0-5-4 0,2-5-4 0,2-3-4 16,4-3-3-16,3-6-34 0,11-12 43 0,4-3-9 15,3-4-1-15,4-3-19 0,7-2-25 0,3 1-38 16,4 1-44-16,6 3-36 0,2 4-67 0,2 6-82 16,-3 7-120-16,-3 6-82 0,-18 17-190 0,-5 5-424 15,-8 8-731-15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44:49.6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17291 5961 345 0,'0'0'356'0,"-6"-8"-81"0,-1 5-39 0,1-2-25 16,-1-1-14-16,-3 1-5 0,4-1-5 15,-5-3-25-15,0 0 7 0,2 2-49 0,0-3-8 16,-1 2 7-16,1-3-16 0,0 3-12 0,0-3-15 0,-1 1-12 16,1-1-11-16,0-1 8 0,0 1-6 0,0 0 2 15,1-1 4-15,1 0-12 0,-2-1-11 0,0-1-5 16,-2 0-3-16,0 0-6 0,0-2 0 16,-2 0 1-16,-1 0-3 0,-5-3-4 0,1 1-2 0,-5 0-6 15,-7-3 2-15,-2 1 4 0,-2-1-11 0,-5 1 3 16,-4 1 13-16,-9-3 8 0,-6 2-5 0,-3-2 9 15,-3 1-7-15,-1 3-4 0,-4-1 8 16,-3 4-1-16,-1-1 3 0,-6 0-8 0,-3 3-5 0,-1 1 1 16,-4 0-4-16,-1 2 6 0,0 0 21 0,-3 1-6 15,1 3-6-15,-3 1-10 0,3 1 3 0,-4 1-2 16,1 3-11-16,1 3 6 0,0 1-8 0,4 3 8 16,3 3-8-16,2-1 4 0,3 5-7 0,2 3 0 15,0-1-2-15,5 3-1 0,3 2 0 0,0 1-1 16,3 2 1-16,2 2 2 0,1 0-4 0,3 3 2 15,2-1-1-15,0 3 3 0,2-3 2 0,2 3 9 0,-3 1 9 16,4-2-1-16,1 1 3 0,-2 1 12 16,4-1-4-16,-3 1 22 0,2 3 5 0,0-1-10 15,3 0-5-15,-1 2-9 0,5 1-1 0,2 1-12 16,1-2 5-16,3 2-8 0,1 0 0 0,10-3-4 16,1-2 1-16,1 3-11 0,3-1 10 0,4 0-12 15,0-1 9-15,4 0-10 0,-1-2 5 0,6-2-5 16,1-1 3-16,2 1 2 0,0-2 16 0,5-2-3 15,0-1-9-15,4 0 3 0,0 1 9 0,3-1-15 16,4 6-1-16,0-1-1 0,6 4-4 0,3 1 4 16,3-1-3-16,2 1 4 0,4-1 9 0,7 7-15 15,1-1 20-15,4-2-15 0,2-1 13 0,0-3-17 0,1-1 1 16,4 0 5-16,3-2 7 0,1-3-2 0,6-2 1 16,3-4-3-16,2-1 3 0,6-2 6 0,3-5 11 15,1-1 6-15,2-2-5 0,1-3 1 0,4 0-7 16,0-5-1-16,3 0-4 0,2-1-4 0,1-1-6 15,2-2 11-15,-2 1 1 0,0-2-7 0,1-1-4 16,-5 2-1-16,2-5 0 0,0 0-8 0,-3-1 14 16,4 1 22-16,0-4-9 0,2 1-2 15,-1-3-5-15,0 0-7 0,1-3-3 0,-2 0-4 0,-2-4 14 16,2 0 3-16,-2-2-5 0,2-1-1 0,-1 0-3 16,-1-2-9-16,0 1-3 0,-4-4 4 0,0 2-4 15,-3-1-24-15,-2-1 27 0,-2-1-21 0,-5 0 26 16,0 1-30-16,-4-2 24 0,1 2-22 0,-5-3 16 15,1 2-3-15,-3-3-3 0,-3 1 1 0,0 1-1 16,-2-2 45-16,-2 0-52 0,-4-1 44 0,0 2-53 16,-10 2 47-16,-2-1-48 0,0 0 46 0,-2-1-49 15,-4-1 8-15,1 0 3 0,-5-2 0 0,-3 2 7 16,-2-5 12-16,-4 3 9 0,-3 2-17 0,-5-2 14 16,-3 0-7-16,-2-1 0 0,-2 0 49 0,-7-6-63 15,-1 2 49-15,-5 0-52 0,-1 1 46 0,1 0-8 0,-3 3-2 16,0 1-6-16,1 2-6 0,2 6-36 15,1 1 52-15,0 1-50 0,-3 0 48 0,4 3-47 16,-2 2 50-16,2 4-48 0,-2-1 39 0,0 0-43 16,-2 3 42-16,-3 2-52 0,-1-1 33 0,-4 3-45 0,-5-1 47 15,-4 3-51-15,-4 4 47 0,-4 0-52 0,-9 0 32 16,-2 2-76-16,-5 2 13 0,1 0-61 16,-1-1-35-16,4 1-57 0,5 1-82 0,8-1-92 15,2 3-48-15,6-2-106 0,5 0-597 0,5-2-777 16</inkml:trace>
  <inkml:trace contextRef="#ctx0" brushRef="#br0" timeOffset="149.15">16421 5656 442 0,'0'0'701'0,"5"7"-159"0,-5-7-116 0,5 6-93 16,-5-6-77-16,4 4-50 0,-4-4-39 0,0 0-25 15,3 8-26-15,-3-8-27 0,0 0-52 0,6 5-59 16,-6-5-101-16,5 6-119 0,-5-6-164 0,5 8-434 15,-5-8-383-15</inkml:trace>
  <inkml:trace contextRef="#ctx0" brushRef="#br0" timeOffset="7488.6">13822 15411 93 0,'-20'4'515'0,"2"-3"-142"0,-2 1-49 16,-1 0-58-16,-1 1-50 0,1-2-42 0,0 2-25 0,3-1-22 0,-1-1-20 0,4 2-10 16,2-2 2-16,4 1-9 0,9-2-6 0,-11 1-10 15,11-1-11-15,0 0-2 0,25-3-1 0,3-1-7 16,22-3-4-16,22-4-7 0,12 0 7 0,13-4-2 16,32-3 27-16,13-1-10 0,11-1 22 0,7-1-6 15,5-1 15-15,8-1-9 0,4 1-9 0,-2 2 15 0,2-2-7 16,-1 0-6-16,-2 1 14 0,0 0-1 15,-6 2 16-15,-8 0-20 0,-4 1-2 0,-5 0-3 16,-5 1 1-16,-6 2-3 0,-7-2-6 0,-9 3-1 16,-22 2-15-16,-9 0-6 0,-2 1-12 0,-9 0-8 0,-3 0-9 15,-10 1-10-15,-14 3-22 0,-6-1-9 0,-11 4-49 16,-6 0-33-16,-6 0-33 0,-11 2-91 16,-6-1-85-16,-9 3-51 0,0 0-61 0,-15-3-69 0,-12 3-451 15,-14 1-516-15</inkml:trace>
  <inkml:trace contextRef="#ctx0" brushRef="#br0" timeOffset="7816.49">13941 15774 189 0,'-48'17'473'15,"11"-2"-131"-15,7-3-56 0,3 1-84 0,7 1-26 16,7-3-51-16,4 1-20 0,5 0-24 0,6-5 3 15,7 5-33-15,10-3 37 0,9 0 8 0,18-2 21 16,10-4 21-16,21-3 11 0,11-4 9 0,17-7 14 16,33-2 8-16,11-5 12 0,11-1-10 0,11 0 1 15,8-5-9-15,7 3 17 0,5-2-28 0,0 2-8 16,3-2-4-16,-4 1-35 0,-3-1-1 0,-5 0-2 16,-5 1-13-16,-2 0 1 0,-10 1 2 0,-8-1 7 15,-10 0-55-15,-11 0 34 0,-10 1-48 0,-7 0 42 16,-27 4-54-16,-5 0 39 0,-8 1-55 0,-6 0 39 15,-9 3-54-15,-17 1 30 0,-6 3-76 0,-9 1-6 0,-9-1-54 16,-9 2-52-16,-5 0-70 0,-9 7-75 16,-9-13-42-16,-10 4-51 0,-17 5-68 0,-16-2-53 15,-25 1-475-15,-12 1-593 0</inkml:trace>
  <inkml:trace contextRef="#ctx0" brushRef="#br0" timeOffset="8181.87">14805 15759 316 0,'-106'25'432'0,"0"2"-111"0,0 0-45 16,5 3-72-16,18-5-20 0,6 1-35 0,8-1-27 16,8 0-42-16,8-1 2 0,16-5-29 0,12-2 10 15,10-3 16-15,10-3 18 0,7-3-15 0,12 2 7 16,17-5 13-16,14-1 12 0,17-5 12 0,24-5 2 16,35-7 24-16,12-5-12 0,14-2 9 0,12-5 2 15,9 0 11-15,12-1 3 0,1 0-4 0,4-2 0 16,5 3-17-16,1 0-17 0,-3 3 19 0,-4-1-18 15,-4 2-18-15,-5 0 7 0,-5 5-5 0,-10-1-6 16,-11 3 1-16,-8 0-5 0,-12 0-5 0,-30 5-6 16,-4-1-18-16,-7 0-6 0,-7 1-15 0,-10 2 3 15,-16 0-6-15,-6 1-4 0,-12 1-8 0,0 1-7 16,-10 1-3-16,-3-2-7 0,-3 5 2 0,-2-2-9 16,-4 0-3-16,-1-2-1 0,-2 1-4 0,-3-1-11 15,-3 0-11-15,-6 4-20 0,9-5-14 0,-9 5-6 16,0 0-13-16,-3-9-13 0,3 9-12 0,-11-5-22 15,11 5-40-15,-13-2-51 0,13 2-77 0,-18 0-56 16,18 0-56-16,-22 2-70 0,10 3-104 0,-4-1-453 16,-2-1-633-16</inkml:trace>
  <inkml:trace contextRef="#ctx0" brushRef="#br0" timeOffset="14631.74">10925 12037 292 0,'4'-9'342'0,"-4"9"-67"0,3-7-37 0,-3 7-32 15,2-10-34-15,-2 10-14 0,1-10-27 16,-1 10 3-16,3-12-29 0,-3 12 6 0,3-13-25 0,-3 13-9 15,1-11-10-15,-1 11 18 0,0-14-24 0,0 14 18 16,0-11-28-16,-1 4 12 0,-2 0-33 0,2 2 18 16,-2-2-30-16,1 2 20 0,-1-1-27 0,-1-1 23 15,-1 0-31-15,-1 2 30 0,-1-1-27 0,2 0 35 16,-3 0-20-16,2 2 24 0,-3-2-22 0,3 1 32 16,-2 1-19-16,0-2 15 0,0 2-18 0,0 0 15 15,0-1-19-15,-1 2 10 0,2-3-22 0,-1 2 15 16,0 1-11-16,2-2 11 0,-3-1-12 0,1 3 10 15,-1-2-13-15,2 2 7 0,-1-2-8 0,2 1 12 16,-2 1-10-16,-1-1 17 0,3 1-10 0,-1-2 0 16,-1 1-9-16,1 1 0 0,-1 0 2 0,-1 0 1 15,0 1-12-15,0-2 18 0,0 3 9 0,0-2-1 16,2 0 8-16,-3 2 1 0,1-2-3 0,0 0-5 16,-3 1 11-16,12 2-1 0,-15-5-4 0,15 5-6 15,-17-4 1-15,17 4-10 0,-14-3 1 0,14 3-13 0,-16-4 7 16,8 3-7-16,0-2 3 0,8 3-7 15,-16-3 2-15,7 0-2 0,0 1 2 0,9 2-10 0,-17-3 10 16,17 3 0-16,-17-4 4 0,17 4-6 16,-17-2 3-16,7 0-4 0,0-1 5 0,10 3-3 0,-18-2 4 15,18 2 5-15,-16-3 7 0,16 3-6 0,-17-3-2 16,17 3-6-16,-16-3 6 0,16 3-6 16,-16-2 0-16,7-1-5 0,9 3 2 0,-15-3-6 15,15 3 1-15,-15-2-5 0,15 2 6 0,-16-3 1 0,16 3-6 16,-15-3 1-16,15 3 2 0,-14-3 0 15,14 3-5-15,-15-2 5 0,15 2-1 0,-14-1-4 0,14 1 7 16,-17-2-6-16,17 2 1 0,-15-1-2 0,15 1 1 16,-17 0 0-16,17 0 3 0,-17 1-5 0,17-1 6 15,-17 2-4-15,17-2 3 0,-20 1-8 0,20-1 9 16,-20 2-3-16,10-1 0 0,-2 1-3 0,1 0 6 16,-1 0-6-16,-1 0 5 0,2-1-4 0,-2 1 4 15,2 2-5-15,0-3 4 0,-1 1-2 0,0 1 1 16,1 0-2-16,-1-2 5 0,2 3-6 0,-2-1 5 15,2-1-5-15,0 1 5 0,-3 0-3 0,4 0 2 16,-2 0-6-16,-1 0 6 0,1 2-2 0,-2-1 2 16,3 0-2-16,-1 0 3 0,0 0-3 0,1 0 2 15,-2 1-6-15,2-1 8 0,1-1-5 0,-1 1 3 16,0 1-4-16,1-2 5 0,0 1-8 0,1-1 11 16,-1 1-6-16,1-1 2 0,1 1-3 0,0-1 3 15,-3 1-3-15,4 0 4 0,-2 0-5 0,-1-1 6 16,2 3-9-16,-3-2 8 0,3 2-5 0,-3-1 7 15,1 1-8-15,0-1 6 0,-4 3-7 0,3-2 7 16,-1 2-4-16,-1-1 5 0,0 2-4 0,1-3 5 16,-2 2-6-16,0 0 2 0,0-1-3 0,2 1 7 15,-1 0-7-15,0-1 5 0,0 1-2 0,1-1-2 16,0 1 4-16,2-3-4 0,-1 2 4 0,3-1-3 0,-2-1 0 16,1 2 4-16,-2-1-3 0,2 0-1 0,-1 0 4 15,3 0-6-15,-3-1 3 0,1 2 1 16,3-3-2-16,-3 3 1 0,1-1-1 0,-1 0 1 15,2 2-3-15,-1-3 4 0,-2 4-1 0,2-1 0 0,-1-2 1 16,0 2-1-16,-1-1 0 0,2 1 0 0,0 0 0 16,-2-1 1-16,2 1 2 0,-1 0 1 15,2 0 1-15,-1 0 4 0,-2 1-2 0,4 0 7 0,-3-2 1 16,2 3-4-16,1-1 3 0,0 0-7 0,-3 0 1 16,3 1-4-16,1-2 2 0,-1 3 0 0,1-3 0 15,2 4 1-15,-5-3-3 0,4 3 3 0,-1 0 7 16,0 3 29-16,0-2-9 0,0 3 0 0,0 1-14 15,2-2 5-15,-3 2-11 0,2 1 8 0,2-1-12 16,-2-1 8-16,2 2-2 0,0 0 14 0,-1-1-14 16,2-1 10-16,-1 2-11 0,2-4 6 0,-1 0-10 15,2 0 21-15,-1-1-14 0,-1 1-3 0,1-3-7 16,2 3 6-16,-2-1-2 0,0-1 1 0,2 0 14 16,1 1 2-16,-2-1 9 0,1 0-22 0,1 0-3 15,-2 1-2-15,2 1-1 0,0 0-4 0,0-1 1 0,0 2 0 16,1-2-5-16,-2 1 8 0,3 1-12 0,-3-3 16 15,1 3-16-15,1-2 11 0,2 0-7 16,-2 2 8-16,0 0-6 0,0-1 10 0,-1-2-8 16,2 1 2-16,2 1-1 0,-3 0 3 0,2-3-2 0,-1 1 0 15,-1-1-3-15,3 1 5 0,-3-2 1 0,1-1-7 16,1 3 1-16,-1-3 4 0,4 2-10 16,-2-3 11-16,-2 2-7 0,2-3 1 0,2 5-1 15,-1-5 2-15,0 5-1 0,1-3-1 0,-1 2 1 0,2-1 0 16,0 1-1-16,-1 0-3 0,2-1-1 0,-1 2 3 15,1-3-1-15,-2 2-2 0,3-2 2 0,0 3-1 16,-1-3 0-16,0 1 1 0,2-1 4 0,-3 0-7 16,2 1 7-16,1-2 3 0,-1-1 4 0,1 2 5 15,-1-2 10-15,2-1-8 0,-1 3 2 0,0-4-2 16,3 1-5-16,-3 0 3 0,4 0-5 0,-2 0 1 16,1 0-1-16,1-2-4 0,-3 1-1 0,3 0 1 15,0 0-3-15,1-1 5 0,-1-1 1 0,0 2 2 16,1-2 3-16,-1 1 6 0,4-2 9 0,-2 1-2 15,-2-1-2-15,4 0-3 0,-2-1 2 0,2-1-6 16,0 0 0-16,2-1 3 0,1 1 5 0,4-3 3 16,-4 0 3-16,5 0 1 0,-2-1-1 0,1 0-3 15,-1 0-9-15,6-2-2 0,-8 4-3 0,2-4 5 16,-1 1 0-16,0 1 1 0,-1-1 5 0,-2 0 2 16,0-1 2-16,1 1 2 0,-1-1-1 0,-1 0-6 15,-1 2 11-15,1-3 11 0,-1 0-13 0,-1 0-5 16,2 0-2-16,0 0-3 0,-1 0 0 0,0-2-9 15,-1 1-3-15,1-2-2 0,-3 2-1 0,2-1-2 16,0-1 1-16,-3 0-27 0,3 1 34 0,-2-1-14 16,-1 1 39-16,-1-3-37 0,2 2 27 0,-2-2-31 15,0 1 30-15,0 1-30 0,-2-1 27 0,0 1-27 0,-2-1 30 16,1 0-23-16,0 0 5 0,-2 1 1 0,-1-2-2 16,1 1-1-16,-1 0 24 0,-1 0-31 0,1-2 24 15,-1 1-30-15,-1 0 27 0,0-1-31 0,1 0 27 16,-2-1-27-16,-2-1 23 0,3 1-29 0,-2-1 32 15,1 0-4-15,-4 1-2 0,3-4-4 0,-1-1-2 16,0 0 9-16,-2 2-13 0,1-3 0 0,-1 2 1 16,0-2 1-16,-1 1 1 0,-2 0 0 0,-1 0 3 15,0-1-3-15,0-1-1 0,-1 1 1 0,-2-2-2 16,-1-2-26-16,0 2 32 0,-2 1-27 0,-3-1 27 16,3 1-26-16,-2-3 25 0,-1 4-23 0,-3-1 2 15,2 1 3-15,1 0 2 0,-2 1 5 0,-1-1-1 16,2 2-1-16,-3 0 2 0,3 1 25 0,-3 0-30 15,3 1 28-15,0 2-30 0,-3 0 26 0,3 1-30 16,1 0 25-16,-1 1-23 0,-1 0 29 0,2 1-33 16,2 0 31-16,-3 2-32 0,1-1 28 0,1 2-3 15,-1 0 0-15,1 0-3 0,2 1 6 0,-2 1-9 16,1-1-5-16,0 1-1 0,-2 0-1 0,4 0 1 16,-1 2-1-16,-2-2-17 0,2 3-63 0,-2-3-123 0,0 2-141 15,-2-2-154-15,1 2-155 0,0-2-106 0,-5-1-786 16,0 2-1187-16</inkml:trace>
  <inkml:trace contextRef="#ctx0" brushRef="#br0" timeOffset="14783.01">10603 12058 544 0,'0'0'699'0,"-2"8"-147"0,2-8-111 0,-7 3-142 0,7-3-101 15,-9 5-109-15,9-5-146 0,-10 8-228 0,4-3-501 16,-2 1-307-16</inkml:trace>
  <inkml:trace contextRef="#ctx0" brushRef="#br0" timeOffset="17414.52">18189 10847 150 0,'0'0'616'0,"7"-3"-173"0,-7 3-104 0,4-5-67 0,-4 5-57 16,0 0-31-16,5-5-18 0,-5 5-8 0,0 0 0 16,4-5-8-16,-4 5-28 0,0 0-18 0,1-7-3 15,-1 7-9-15,0 0-6 0,-3-5-8 0,3 5-8 16,-2-8-6-16,2 8 0 0,-5-6-6 0,5 6-5 16,-9-7 4-16,2 2-19 0,1 1 6 0,-2-1-18 15,-1-1 22-15,-1 1-16 0,0-1 18 0,-2 0-20 0,-2-2 12 16,0 1-20-16,-1 0 19 0,-1-2 1 15,-1 3 11-15,-1-4-13 0,-3 1 11 0,2 0-20 0,0 2 21 16,-3-4-15-16,2 5 8 0,-1-2-21 16,-2 0 7-16,-1 0-17 0,1 0 13 0,1 4-24 0,-3-2 20 15,-2 0-13-15,0 2 10 0,0-1-16 0,-1 2 12 16,-3-1-16-16,-2 1 12 0,-3 1-12 0,1 1 19 16,-1 0 3-16,2 1 17 0,-2 0-14 15,-1 1 21-15,1 2-18 0,1-1 12 0,6 0-20 0,-2 1 9 16,3 0-1-16,1 2 0 0,-1-2-9 0,0 2 6 15,-1 3-13-15,0-2 2 0,0 3-5 16,-2-2 6-16,2 4-5 0,-2-3 24 0,-1 3-16 0,0-1 11 16,-6 3-11-16,1 2 11 0,-1-3-16 0,-1 1 15 15,-3 3-8-15,3-2 1 0,-1 1-6 0,-1 0 7 16,3 0-5-16,-1 0 3 0,2-1-7 0,-1 1 8 16,3-1-18-16,6 0 10 0,1-3-3 0,2 1 4 15,-2 1-11-15,3 1 9 0,-1-3-6 0,3 4 3 16,1 2 15-16,-2-3-2 0,1 2 2 0,1 1-6 15,2 0-3-15,-2-1-2 0,3 2 7 0,0 2 3 16,-3-2 0-16,3 0-10 0,1 1 6 0,-2-1-14 16,2-1 7-16,-3 2-17 0,2-1 23 0,1-1-18 15,-1 0 10-15,4-2 1 0,-2-1 7 0,3 3-4 16,-1-3 0-16,2 1-1 0,0-1-1 0,2 2-6 0,0-2 19 16,1 3-19-16,3-2 15 0,0 0-21 0,3 1 23 15,-2 0-13-15,2 1 29 0,3-1-25 16,0 1 20-16,1 1-27 0,0-1 15 0,0 1-19 15,2 2 21-15,-1-3-5 0,2 2 0 0,2 2-5 16,-1 1-4-16,0-1 2 0,1 1 2 0,-1 0-1 16,1 0-3-16,2 1-19 0,-3-1 41 0,3 1-2 15,-1 1 23-15,-1 1-36 0,5 3 27 0,-1-3-34 0,-1 3 1 16,0-5-1-16,2 4-1 0,0-4 1 0,-1 4 4 16,4-3 3-16,-2 0 9 0,3 1 8 0,-1-1 3 15,0-2-8-15,2 2-3 0,1-2 27 0,0 0-30 16,2 0 65-16,0-1-15 0,1-1 26 0,3-1-33 15,0 0 37-15,1 2-52 0,1-4 17 0,5 4-36 16,-6-5 22-16,4 1-35 0,-1 0 21 0,1-1-30 16,-2-2 31-16,3 0-16 0,-2 2 48 0,-2-3-33 15,4 0 34-15,-4-1-47 0,3 2 34 0,-4-4-45 16,-1 1 37-16,1-1-30 0,0 0 27 0,0-2 11 16,-2 0-8-16,1 0 0 0,3-1 13 0,-2-1 7 15,0-2-55-15,1 1-18 0,-1-1 0 0,3 0 0 16,-3-2 0-16,2 0 0 0,1-2 0 0,-3 1 0 15,3-1 0-15,1 0 0 0,-1 0 0 0,2 0 0 16,-1-1 0-16,0 1 0 0,1 0 0 0,0-1 0 16,0 0 0-16,0 0 0 0,0 0 0 0,2-2 0 15,-2 2 0-15,0-1 0 0,3-2 0 0,2 0 0 16,1 1 0-16,0-2 0 0,-4 0 0 0,3-1 0 16,-1 0 0-16,0 0 0 0,-1-1 0 0,2-1 0 0,-2 0 0 15,1-1 0-15,0-2 0 0,0 1 0 0,-1-1 0 16,-1 0 0-16,1 0 0 0,-2-1 0 15,1 1 0-15,-2-1 0 0,0-1 0 0,0 1 0 0,0-2 0 16,-2-1 0-16,3-3 0 0,-1 5 0 0,2-6 0 16,-5 3 0-16,5-3 0 0,-5 1 0 0,3-2 0 15,-1-1 0-15,-3-2 0 0,-1 4 0 0,4-4 0 16,-3-2 0-16,1 0 0 0,-3 0 0 0,-1 0 0 16,1-2 0-16,-3-2 0 0,0 0 0 0,-3 0 0 15,0-3 0-15,-3-2 0 0,2 1 0 0,-2-1 0 16,0-2 0-16,-4 5 0 0,0-9 0 0,0 2 0 15,-3-2 0-15,-1 0 0 0,-4 2 0 0,2-8 0 16,-3 7 0-16,-3-10 0 0,0 1 0 0,-4-3 0 16,-2 0 0-16,-2-7 0 0,-3 1 0 0,-5 2 0 15,-2 3 0-15,-1 2 0 0,-5 0 0 0,-2 3 0 16,-3 3 0-16,-6 1 0 0,1 4 0 0,-4 1 0 16,-5 3 0-16,1 2 0 0,-3 5 0 0,-5-1 0 15,0 4 0-15,-4 6 0 0,0-1 0 0,6 7 0 0,-4 3 0 16,-3 2 0-16,1 5 0 0,-1 0 0 15,-2 4 0-15,-9 6 0 0,1 4-169 0,2 3-668 16,-3 9-239-16,0-1-850 0,-1 0-1656 0</inkml:trace>
  <inkml:trace contextRef="#ctx0" brushRef="#br0" timeOffset="26264.46">18468 13243 307 0,'2'-6'341'0,"1"1"-82"0,-2-3-46 0,-1 2-31 15,0 6-21-15,0-15-7 0,0 9-22 0,-1-2 1 16,-3-1-19-16,2 1-10 0,-3 0-77 0,0 0-32 15,-3 0 142-15,0-1-10 0,-3-2-24 0,-1 1 3 16,-1-3-18-16,-3 1-20 0,-1 2-2 0,-1-2-6 16,-2 0 9-16,0 0-1 0,-1 2-7 0,-3 0-13 15,-2-2-4-15,-2 2-17 0,2 0 10 0,-3-1 2 16,-2 2 3-16,2-1-4 0,-3 1 1 0,0-1-2 0,-1 0-4 16,-7-2 1-16,2 3-5 0,-2-3 20 0,-2 3-17 15,0-2 11-15,-2 2-19 0,-3-1 4 0,1 1-11 16,-5 0 13-16,-3 2-2 0,-1-3 1 15,2 4-8-15,-5-1 1 0,2 1-6 0,-3 2 1 0,3-1-7 16,-3 0 2-16,-1 0-3 0,4 4 6 0,-3-3-4 16,0 3-2-16,-1-1 1 0,0 0-2 0,1-1-7 15,1 3 6-15,-1-1 3 0,0 1 2 16,0 0-4-16,2 0 4 0,2 0 6 0,-3 0-3 0,3 1 1 16,-1-1-2-16,1 3 0 0,1-2-1 0,1 0 13 15,-1 0-1-15,3 0 3 0,-2-1-13 16,1 1 5-16,1 0-8 0,1 1 3 0,2-1-4 0,4 0 15 15,2-1 0-15,1 2-5 0,0-1 4 0,-1 2-3 16,1 0 3-16,1 0-9 0,-7 1 0 0,1 0-4 16,0 4 1-16,0-2-10 0,0 0 9 0,0 2-6 15,1-2-2-15,3 1 0 0,-4 2 0 0,4-1-1 16,1 1-5-16,-2-1 5 0,3 2 2 0,6-3 0 16,-1 1 0-16,3 0 7 0,0-2-11 0,1 3 10 15,1-2-15-15,-1-1 14 0,6 1-12 0,-1-2 3 16,1 0-7-16,-1 1 9 0,3-1 1 0,-1-2 0 0,1 1 2 15,0 1 0-15,1-1 0 0,0 0-6 16,-1-1 2-16,-1 2-1 0,2 0 2 0,-2 1-7 16,1-2 9-16,-4 3-1 0,5-2 4 0,-2 1-1 0,-3-1 0 15,3 3-3-15,-5-1-1 0,-1 3 2 16,1-1 0-16,-2 2 6 0,2-1-3 0,-2 2 8 16,3 0-16-16,1-2 7 0,-1 4-5 0,1 0 2 15,0 0-4-15,0 0 4 0,2 2-4 0,-2-2 3 0,5 3-5 16,-1-3 4-16,-1 3-5 0,6-3 4 0,0-1-5 15,0 2 4-15,4 0-5 0,-2 0 5 16,3 1-5-16,-1 1 6 0,0 1-6 0,1 4 8 16,-2 0 2-16,3 2 9 0,-2-2-5 0,4 3-1 0,1-4 2 15,-1 4 2-15,2 2 2 0,0 0 2 0,2 1 10 16,-2 0 7-16,5 1-7 0,-1-2 22 0,1-1-18 16,3 2 3-16,-1 1-8 0,2-2 13 0,0 2-14 15,3 2 4-15,0 0-6 0,4-2 14 0,-2 0-16 16,2 0 7-16,2-1-6 0,0-2 8 0,2 1-16 15,3-2 14-15,-1 0-14 0,3 0 6 0,-1-2-13 16,7 4 1-16,0-3-2 0,2-2 2 0,2 0-3 16,3-1 4-16,1 0 6 0,2-2 0 0,3-1-4 15,2-2 2-15,2 0 7 0,1 0 0 0,2-1 1 16,1 0 4-16,0-2-6 0,1 0-1 0,2 0 2 16,-2-2-3-16,3 3 1 0,1-3 1 0,2-1 0 15,0 2-1-15,1-2-1 0,1 1-5 0,-1-2 24 16,1 1-31-16,3-3-1 0,-1 2 4 0,0-4-2 15</inkml:trace>
  <inkml:trace contextRef="#ctx0" brushRef="#br0" timeOffset="28082.67">14669 14496 109 0,'-17'-2'359'0,"0"1"-70"0,3-1-36 0,0 1-29 0,0 0-28 0,0-1-21 0,1 1-10 16,2-2-27-16,-1 3 20 0,3-2-15 0,9 2-13 15,-16-1-19-15,16 1-13 0,-13-2-17 0,13 2-9 16,0 0 3-16,0 0-3 0,0 0-7 16,0 0-5-16,0 0-12 0,0 0-8 0,2 8-12 0,6-4-5 15,1-1-2-15,1 3-21 0,1 0 26 0,4 1 0 16,0-1 25-16,4 3-17 0,4-1 22 0,-1 0-3 15,6 2 14-15,4-1-5 0,0-1 11 16,3-2 12-16,9 2 7 0,1-2 0 0,5-1 16 0,2-1-2 16,6-3-20-16,4-1 16 0,13-3 15 0,6-1 6 15,1 0-13-15,8-4-12 0,0 0-21 0,4 0 2 16,0 0 4-16,3-1-26 0,4 2-6 0,0 0-11 16,3 1-11-16,-1 0 15 0,-2 0-24 0,-1 2-5 15,-3 0 10-15,-1-2-15 0,1 1-1 0,-4 1 0 16,-1 0-5-16,-1-2 0 0,-4 1 0 0,-1 1 0 15,-2-2-3-15,-2-1 2 0,-2-1 3 0,-2-2-2 0,0 1-4 16,1-2 5-16,-1-2-1 0,2 0-3 16,-2-2 3-16,-2-1-2 0,-2-3 14 0,0 0-18 15,-3-1 16-15,-5-1-14 0,-2 0-1 0,-2-4-1 16,-5 0 0-16,-1-2 2 0,-3-1 0 0,-7-3 0 16,0 2 5-16,-5-4-2 0,-10 5 0 0,0 0 4 15,-3-1 31-15,-5-2 0 0,-2 0-10 0,-3-1 5 16,-7 2-6-16,-1 0 0 0,-5-2-15 0,-1 1 1 15,-4 4-4-15,-4-8 0 0,-1 2-5 0,-6-5 4 16,-3 0-11-16,-4 2 5 0,-6 2-19 0,-2 0-20 16,-12-2-43-16,-4 3-61 0,-7 4-70 0,0 2-84 15,-3 2-77-15,-3 5-63 0,9 2-97 0,0 4-548 0,3-2-699 16</inkml:trace>
  <inkml:trace contextRef="#ctx0" brushRef="#br0" timeOffset="29498.13">18070 11222 388 0,'-5'-15'327'0,"-2"1"-53"0,2-1-55 0,-2 1-53 0,2 1-34 16,1 1-19-16,0-2-13 0,-2 1-13 0,2 1 4 15,0-1-7-15,2 2-11 0,-1 0 23 0,1-1-17 16,0 2 22-16,1-3-38 0,0 2 15 0,-1 0-30 0,1-1 39 15,1 2-37-15,-1-2 30 0,-3 2-37 0,3-3 17 16,-3 1-21-16,2-1 22 0,-5 1-30 16,3-3 29-16,-1 0-4 0,1 3-11 0,-3-3-11 0,0 0 0 15,1-1 8-15,-2-1 3 0,-2 1 8 0,1-2-19 16,0 2 4-16,-1 0 4 0,0-3-10 16,-2 1-4-16,1 0 8 0,-1 0-8 0,-2-2 6 15,-3-1-8-15,1 0 0 0,-2 0-8 0,-2-1 11 0,-5-1-8 16,2-1 5-16,-5-1 11 0,-1 0 0 0,-2 3-6 15,-2-4-6-15,-2 2-5 0,-3 2-7 16,0-1 1-16,-3 2-3 0,-1 2 2 0,-2 0-3 0,2 2-1 16,-5 0-3-16,1 2 3 0,-3 0-7 0,1 5 4 15,-1-4 1-15,-1 4 1 0,0 1-4 0,-1-2 1 16,0 3 1-16,0 0 13 0,-1 0 5 0,-1 1 8 16,2 0-9-16,-1 0 10 0,2 0-2 0,0 0 4 15,0 1 1-15,-1 0-12 0,4 0 3 0,-2 1-7 16,-1 0 1-16,2 0 0 0,-2-1 3 0,1 2 3 15,0 0 1-15,0 1-13 0,-5 0 6 0,1 0-7 16,-4 1 2-16,0 2-6 0,-3 0 2 0,-2 0-9 16,-4 2 6-16,-8-1-7 0,-2 1 2 0,-3 2-7 15,0 1 6-15,-2 0-8 0,0 3 6 0,-2 1-6 16,2 1 7-16,-2 1-6 0,4 1 8 0,1 0-7 16,2 1 6-16,1 2 0 0,5-1-3 0,2 0-3 15,-1 1 2-15,5 0 0 0,0 0 0 0,2-1 3 16,9-3-4-16,3 3 1 0,-1-3 0 0,4 0-9 15,0 2 11-15,3 0-6 0,1 1 7 0,2 0-8 16,1 3 6-16,1 1-6 0,0 0 8 0,2 3-6 16,-1 0 6-16,-3 2-6 0,-4 6 3 0,-3 2 3 15,-1 0 1-15,2 3-4 0,-2-2-5 0,1 1 6 16,0 0 1-16,2 0 5 0,4-2-11 0,-1 0 8 0,7-3-6 16,1-2 5-16,3 2-7 0,2-1 9 0,2-2-8 15,1 0 7-15,3-2-7 0,4-1 7 0,3 1-6 16,1 0 8-16,1 1-9 0,1-1 0 15,1 4 1-15,3-2 3 0,1 0 0 0,-1 4 2 0,2-3 3 16,2 5 5-16,-1-1 3 0,3 1-10 0,2 2 0 16,-2-1-2-16,3 3-1 0,1 1 1 0,0 0 0 15,0 1 5-15,1 1-3 0,5 4 5 0,-2 1-9 16,3-4 8-16,2 1-5 0,3 0 9 0,1-4-6 16,1 2 2-16,4-2 3 0,4 1 1 0,1-2 13 15,1 0-1-15,9 5 14 0,4-3-5 0,-5-6-2 16,7 2-4-16,2 0 1 0,2-2 6 0,2-1 21 15,-1-1-4-15,2-3-7 0,4 0-4 0,3 0 0 16,3-4 5-16,4 1 8 0,3 0 1 0,4-3 18 16,5 2-9-16,-2-1-15 0,3-1-4 0,1-1-9 15,-1 1-7-15,2-2-4 0,-2 1-6 0,1-2 0 16,3 1-2-16,0-4 0 0,-2-2-2 0,1 1 9 16,0-1 9-16,-3-5-4 0,0 3 4 0,0-4-7 15,-12-3 17-15,13-1-4 0,-10 0 5 0,0-2 10 0,17-2 8 16,0 0-7-16,0-2-11 0,3-3-4 0,-1-1-1 15,2 1 8-15,0-5 8 0,3 5 3 16,3-5-8-16,1 0 13 0,4 2-11 0,0-3-5 16,0 1 4-16,0-1-7 0,-1-1-6 0,-3 0 5 0,0 1-6 15,-2-2-2-15,1 0-3 0,-2-2-4 0,-1 1 1 16,-1-2-3-16,0 0-5 0,-5-1-29 16,0 0 32-16,-3-2-33 0,-5-1 32 0,3 2-18 0,-4-6 30 15,-2 0-36-15,3-2 33 0,-5-3-5 0,-1-1-9 16,0-1-3-16,-3-2 2 0,0-3-3 0,-4 0-5 15,-4-2 2-15,0-2-3 0,-3-2-1 0,-4 1 0 16,-3-2 1-16,0-1-29 0,-3 2 35 0,-5-1-29 16,-2 3 11-16,-3 1 34 0,-4-3-39 0,-8 6 29 15,0 2-5-15,-3-4-1 0,-4 0-3 0,-1 1-4 16,-3-4 1-16,-5-1-4 0,-2 0 2 0,-4-2-4 16,-3-2 2-16,-2 2-28 0,-4-1 33 0,-5-2-27 15,-4-1 5-15,-5-1 26 0,-2 1-32 0,-5 4 32 16,-4-2-1-16,-1 4-7 0,-6 1-1 0,-1-1 2 15,-4 4-4-15,0 1-3 0,0 0 2 0,-1 3 0 16,-1 2 1-16,4 1 1 0,-2 2 0 0,1 4-4 16,5 2 1-16,2 5-1 0,0-1 1 0,-2 3-3 15,-1 2 2-15,-1 1-2 0,-4 5 6 0,-2-1-9 16,-4 4-6-16,-4 4-23 0,-3 0-32 0,-2 4-48 0,-12 5-36 16,-1 2-77-16,-3 3-101 0,0 6-140 15,-4 0-105-15,-2 6-194 0,-1 0-592 0,-2 0-963 16</inkml:trace>
  <inkml:trace contextRef="#ctx0" brushRef="#br0" timeOffset="33301.22">12541 12526 213 0,'0'0'263'0,"-13"5"-56"0,5-2-23 0,-1 0-14 16,0 1-5-16,0 0-6 0,-1-1-8 0,1 1 2 15,-1 1 2-15,-3 0 3 0,2-1-13 16,-3 2 7-16,-2 0-32 0,1 2 12 0,0-1-37 16,-3 2 21-16,0 0-41 0,-1 1 6 0,1-1-36 0,0 1 16 15,0-1-17-15,4 1 31 0,1-3-12 0,-1 2 5 16,4-3-23-16,0 2 17 0,2-4-2 16,0 1 14-16,3-1 5 0,5-4 33 0,-4 6 18 0,4-6-20 15,9 3-10-15,2-5-26 0,5-1 13 0,8-5-17 16,6 1-2-16,8-5-8 0,2-1 20 0,1-1-5 15,3-2-6-15,2-1-14 0,12-2 7 0,-2-3-6 16,4 2-3-16,0-1-16 0,2 2 2 0,-2-2-15 16,0 2 4-16,-3 3-11 0,-11 1-3 0,-1 2-3 15,-5 2-3-15,-7 3 4 0,-4 1-8 0,-5 0 1 16,-3 3-4-16,-2 1-3 0,-5 2 5 0,-1 1-1 16,-3 2 11-16,-2 1-13 0,-4 6 7 0,-3 0-7 15,-6 8 7-15,-5 3-10 0,-6 4 10 0,-7 8-12 16,-6 2 10-16,-7 6-10 0,0 2 9 0,-6 1-7 15,1 0-2-15,0-2 3 0,0-2 12 0,3 3-10 16,1-3-4-16,5-6 4 0,5-2 1 0,-1-3-5 16,3-1 7-16,7-7-4 0,0-1 3 0,6-5-4 15,-2 0 6-15,5-4-6 0,0-1 13 0,3-1-7 16,5-2 10-16,1-6-10 0,7 3-3 0,-7-3 2 0,23-3-1 16,-1-1 3-16,4-3-2 0,6-4 5 15,6-3-2-15,3 0 9 0,2 1 2 0,-2-1-4 16,2 0-1-16,-2 3-2 0,-1 0-1 0,-8 4-1 15,0 1-5-15,-4 2 15 0,-2 3-18 0,-5 1 2 0,1 1-1 16,-4 2 3-16,1 2-2 0,-1 2 0 0,-1 1 1 16,-6 3 0-16,1 0 5 0,-6 1 3 0,-1 3 8 15,-5 1 23-15,-5 1-16 0,-5 4 31 0,-5 3-25 16,-11 6 23-16,-6 1 7 0,-10 3 46 0,-8 1-55 16,-5-1 26-16,-2-1-54 0,-6 0-7 0,-1 1-4 15,-2-4 2-15,-1 2 22 0,-1-5-10 0,3 0-5 16,4-3-4-16,5-4-3 0,13-4-2 0,6-3-9 15,8-2-36-15,8-3-96 0,5-1-179 0,3 0-201 16,3-5-162-16,10-2-721 0,-8 3-991 0</inkml:trace>
  <inkml:trace contextRef="#ctx0" brushRef="#br0" timeOffset="35880.97">21714 14058 671 0,'-13'-12'563'0,"2"0"-98"0,1 2-47 0,1 0-77 15,1 4-60-15,0-3-59 0,3 3-38 0,5 6-8 16,-9-4 48-16,9 4 15 0,0 0-8 0,0 12-11 0,5 1-23 15,3 4-31-15,2 7-34 0,6 4-11 0,0 5-41 16,5 3-3-16,0 1-21 0,0-1-12 16,1 3-9-16,-1-1-4 0,2 0-8 0,-3-1-2 15,1 0-5-15,-2 1-1 0,-2-4 6 0,-2-2-16 0,-3-5 12 16,-2-2-21-16,0-5 10 0,-1-1-40 16,-2-4-68-16,-2-2-67 0,0-3-122 0,-3-3-67 0,-2-7-95 15,0 0-21-15,0 0-28 0,0 0-412 0,-10-13-482 16</inkml:trace>
  <inkml:trace contextRef="#ctx0" brushRef="#br0" timeOffset="36100.33">21779 14291 21 0,'-14'-39'587'0,"1"2"-121"0,6 5-52 0,0 1-101 0,2 6-8 15,3 1-56-15,0 5-22 0,4 1-25 16,0 1 10-16,3 1-7 0,2 3 10 0,2 2 1 0,3 3-22 16,3 1-9-16,1 3-29 0,1 3-21 0,3 1-30 15,-1 4-5-15,1 4-20 0,1 2-13 0,-2 1-15 16,-3 1-3-16,0 3-15 0,-3 1 20 0,0 1-10 15,-3-1 4-15,-2 1 2 0,-3-2 16 0,-2 3-13 16,-3-2 16-16,-3 3-33 0,-3 0 17 16,-2 1-30-16,-5-2-6 0,-2 2-6 0,-2-4 1 0,2-2-3 15,-2-1-8-15,-1-2 5 0,4-3-29 0,0-2-82 16,2-3-97-16,12-3-106 0,-19-3-95 0,14-3-96 16,0-2-115-16,4-4-382 0,7-4-594 0</inkml:trace>
  <inkml:trace contextRef="#ctx0" brushRef="#br0" timeOffset="36381.37">22546 13747 307 0,'23'-16'882'0,"-8"3"-175"16,-2 0-128-16,-5 3-111 0,-6 4-57 0,-2 6-53 16,-5-11-40-16,-4 10-40 0,-7 2-43 0,-8 5-37 0,-8 3-15 15,-7 7-12-15,-2 3-15 0,-10 9 0 16,6 3-5-16,-2 4-20 0,6 4-1 0,2 0 21 0,4 4-61 15,13-6 57-15,1 2-49 0,4 0 26 0,6 0-26 16,7-4-13-16,4-1-12 0,5 0-10 0,5 5 18 16,8-4-35-16,4 0 21 0,3-3-44 0,5-1 23 15,4-5-10-15,1-2-6 0,3-5-9 0,0-2-8 16,3-4-13-16,0-6-42 0,-5-2-56 0,0-5-78 16,1-2-37-16,0-2-61 0,-3-5-113 0,3-3-95 15,-1-5-76-15,-3-4-75 0,-2-6-139 0,-3-2-314 16,-1-5-703-16</inkml:trace>
  <inkml:trace contextRef="#ctx0" brushRef="#br0" timeOffset="36997.91">23004 13756 754 0,'-3'-10'582'0,"-2"1"-107"0,-3 2-41 16,1-1-35-16,-2 1-4 0,0 3-10 0,-5-2-33 15,-2 3-33-15,1 2-34 0,0-1-35 0,-3 4-35 16,1 0-16-16,-3 4-32 0,-1 4-3 0,-2 4-36 15,0 3-11-15,0 7-21 0,0 3-11 0,0 0-14 16,5 4 32-16,0 1-65 0,6 2 39 0,3-5-53 0,0 2 34 16,6-1-55-16,1-2 44 0,3-2-44 15,2 1 32-15,4 0-48 0,2-1 6 0,3-1 3 16,3-3-1-16,0-3 6 0,3-5-1 0,0-2 2 0,2-1 0 16,2-4 6-16,1-2-3 0,2-1-3 0,-4-6 2 15,5 0-6-15,-1-5 0 0,2-1 31 0,0-5-80 16,-1 1-20-16,-2-3-74 0,-4-3 1 0,-2 1-26 15,-4 1-3-15,-2-1 0 0,-4 3-2 0,-3-1 1 16,-3 4 14-16,-4-1 10 0,-2 2 11 0,-1 0 22 16,-6 3 15-16,-1 1 23 0,-2 2 11 0,-7 1 16 15,2 3 6-15,-7 3 8 0,-7 1 7 0,-1 4 7 16,-7 0 5-16,0 4 5 0,2-2 13 0,7 1 6 16,3-2 6-16,6-1-1 0,1-1 5 0,7 1 24 15,0-2 51-15,3 0 22 0,6 0 9 0,6-6-6 16,-5 7-8-16,5-7-15 0,11 2-17 0,0-4-17 15,4-1 2-15,3-3-18 0,6-1 3 0,2-2-14 16,2-4 6-16,2 0 1 0,4-2 31 0,0-4-7 16,-1 3 16-16,-1-1-5 0,-6 3-1 0,-1-1 16 15,-4 6 11-15,-6-1-11 0,2 3-9 0,-4 0-13 16,-2-1 7-16,-1 4 1 0,-1-1 0 0,0-1 0 16,-2 2-4-16,0 1-7 0,-7 3-8 0,12-6-7 15,-12 6-8-15,9-5-8 0,-9 5-5 0,0 0-3 0,11 5-5 16,-11-5 28-16,7 9-44 0,-5-2 33 15,3 2-41-15,-2 0 36 0,2 2-42 0,1 3 39 0,-1 0-38 16,0 0 34-16,3 2-41 0,1 1 39 16,-1 1-40-16,-1-1 39 0,1 1-39 0,4-1 38 0,-3-1-37 15,-2-2 38-15,2 3-39 0,1-4 36 0,-2-1-39 16,1-4-14-16,1 4-58 0,-1-5-86 0,-1-2-124 16,2-1-142-16,-10-4-103 0,17 0-76 0,-8-4-117 15,-2-1-414-15,1-3-771 0</inkml:trace>
  <inkml:trace contextRef="#ctx0" brushRef="#br0" timeOffset="37266.58">23191 13511 104 0,'-3'-14'681'0,"-1"1"-104"0,1 4-83 0,1-1-39 0,0 3-71 0,1-2-39 0,2 3-12 0,1 0-11 16,5 0-2-16,2 2-41 0,5 0-1 0,4 4-56 15,8 3-20-15,4 2-29 0,4 4-10 0,4 6-23 16,2 1-30-16,-2 4-14 0,-2 1-19 0,-2 3-15 16,-2 2-25-16,-2 2 12 0,-5 1-25 0,-1 2 6 15,-3 1-8-15,-4 1-10 0,-3 1 2 0,-6-2-1 16,-2-1-6-16,-4 1-2 0,-2-4-1 0,-5 5-4 16,-3-3 46-16,-2-1-54 0,-1-2 41 0,-3-3-68 15,2-3-55-15,2-5-109 0,0-2-79 0,1-3-114 16,2-5-65-16,7-6-59 0,-10 2-79 0,10-2-514 15,-6-14-724-15</inkml:trace>
  <inkml:trace contextRef="#ctx0" brushRef="#br0" timeOffset="37717.01">23825 13273 585 0,'7'-4'765'15,"-7"4"-122"-15,13 3-69 0,-7 4-40 0,1 4-58 0,1 2-65 16,1 5-35-16,3 2-79 0,-1 5-41 0,1 2-34 15,4 6-20-15,2-1-32 0,-1 0-27 0,2 1-50 16,-1-1 3-16,1 2-32 0,-2-5 3 0,2 2-18 16,-3-6-9-16,-3 2-10 0,3-2 0 0,-2-2-8 15,-3-1-10-15,1-3-17 0,-2-2-65 0,-2-3-33 16,-2-2-24-16,0-4-21 0,-2-1-47 0,-4-7-44 16,0 0-21-16,0 0-4 0,0 0 35 0,-8-4 12 15,-2-6 47-15,1-6 34 0,-2-3 30 0,-6-6 2 16,-2-9 33-16,2-2-3 0,-4-3 37 0,0-4 8 15,1-7 37-15,3 6 25 0,3 2 43 0,0 3 56 16,5 2-11-16,4 7-5 0,2 5-21 0,2 1-15 16,2 5-18-16,5-2-6 0,-1 6-6 0,4 0 7 15,2 5 6-15,1 0 3 0,3 4 4 0,0 3-6 16,0 3-5-16,2 1-17 0,2 3-1 0,-2 4-12 16,0 2 6-16,-2 3-15 0,-1-2 29 0,-4 3-16 15,-2-1 6-15,-2 0-10 0,-2 2 38 0,-3-2-28 16,-3 2 15-16,-3 0-26 0,-4 2 17 0,-3-2-27 15,-4 1-6-15,-2-1-2 0,-5 0 1 0,2-4-8 0,2 0 3 16,-3-2 0-16,2-2-3 0,3-1-3 16,0-3-19-16,2-1-52 0,1-2-94 0,2-2-95 0,1-3-50 15,1-1-70-15,1-4-92 0,5-2-86 0,0-2-431 16,4-2-586-16</inkml:trace>
  <inkml:trace contextRef="#ctx0" brushRef="#br0" timeOffset="37964.47">24431 12971 494 0,'12'-7'860'0,"-5"2"-170"0,-7 5-118 15,7-2-80-15,-7 2-50 0,-4 4-43 0,-3 4-46 16,-3 2-48-16,-3 6-45 0,-2 5-34 0,-7 7-30 16,3 3-33-16,1 4-31 0,-1 3-14 0,4 1 20 15,3 2-68-15,3 1 30 0,4-1-62 0,5-5-2 16,5 1 57-16,4 2-5 0,7-1-15 0,2-5-40 15,5-1 25-15,2-3-36 0,2-4 20 16,4-3-36-16,0-5 12 0,5-2-49 0,-4-8-18 0,3-1-81 16,-6-3-59-16,8-4-78 0,-1-2-75 0,-3-6-66 15,-1-1-10-15,4-6-48 0,-7-4-23 0,-3-5-11 16,-3-2-63-16,-3-7-278 0,-4-3-382 0</inkml:trace>
  <inkml:trace contextRef="#ctx0" brushRef="#br0" timeOffset="38630.31">24927 13230 233 0,'-4'-21'527'0,"0"2"-66"16,-2 3-71-16,-2 1-53 0,2 3-30 0,0 4-43 15,-1 1-4-15,7 7-7 0,-10-4-29 0,10 4 6 16,-12 9-28-16,9-1 23 0,-1 3-28 0,0 4-34 16,1 0-40-16,3 2-12 0,-1 2 0 0,1 0 15 15,1 1-32-15,1-2-2 0,-1 0-29 0,0-1 2 16,0-1-25-16,1-3 3 0,-1-1-13 0,0-1 71 16,-1-2-6-16,2-1 39 0,-2-8-16 0,-3 10-24 15,3-10-16-15,0 0 0 0,-14-4-3 0,5-3 1 16,0-3 0-16,-3-5-8 0,1-3-8 0,-2-5-8 15,0-2-10-15,-1-2-10 0,2-7-21 0,-2 0 18 16,1-3-8-16,3 6 26 0,1 1-37 0,2 1 36 0,3 6-10 16,2 1-5-16,0 3-8 0,2 3-6 0,4 0-6 15,0 4-3-15,1 4-4 0,3 2 2 16,2 3-2-16,2 2 3 0,2 5-27 0,1 3 40 0,4 3-30 16,3 5 30-16,2 3-1 0,2 4-2 0,-1 2-4 15,0 2 1-15,-2-1-2 0,0 3-2 0,-4-4-11 16,-4-1-8-16,0-1-7 0,-2 1-25 15,-5-4-16-15,1-1-20 0,-7-4-18 0,-2 0-26 16,-2 0-37-16,-7-2-32 0,0-2 5 0,-4 0-2 0,-6-2 23 16,-1-1 15-16,0-4 31 0,-1 0 20 0,-1-5 19 15,-2-1 15-15,-2-2 12 0,2-3 11 0,0 1 9 16,1-3 7-16,2 1 17 0,3-2-2 0,4 3 8 16,4-2 2-16,4 2 0 0,3 0-3 0,4 1 2 15,3-2-2-15,3 2 3 0,5-3 1 0,1 2 0 16,8 0-4-16,0-3 5 0,6 0-2 0,-1 0-2 15,3-2 5-15,3-4-1 0,0 0 10 0,1-2-2 16,-3-1-1-16,-1-3 2 0,-3 1 0 0,-2-3-1 16,-4-1 2-16,-2-5 7 0,-5 5-7 0,-3-2 30 15,-1-2 3-15,-5 0 17 0,-3 3-8 0,-1-3 20 16,-4 0-1-16,-1 0 6 0,-2 2 5 0,0 6 5 16,-3 0 2-16,4 4-19 0,-1 1-7 0,3 5-18 0,-1 3-3 15,5 9 12-15,-10-1 13 0,8 5-4 16,0 6-4-16,1 7 24 0,2 2 4 0,2 7-8 15,4 7 11-15,4 8-23 0,2 0 13 0,2 5-13 16,3 4-12-16,2 2 18 0,-1 0-14 0,-1-9-9 16,1-1-13-16,-3-1-8 0,2-2-7 0,-3-1-5 15,2-4-2-15,-3 0-5 0,1-7-5 0,-2-2 7 16,-1-2-31-16,-1-4-77 0,-2-2-63 0,1-3-54 0,-2-2-68 16,-1-3-115-16,-2-1-113 0,4-4-27 0,-9-4-63 15,9 3-68-15,-2-8-454 0,-1-3-733 0</inkml:trace>
  <inkml:trace contextRef="#ctx0" brushRef="#br0" timeOffset="39214.68">25586 12764 122 0,'6'-21'744'0,"-4"5"-130"0,3 1-126 0,-2 0-58 0,-1 4-54 0,1 2-7 0,-1 2 4 16,-2 7-14-16,-6-9-8 0,6 9-58 0,0 0-28 15,-15 4-46-15,7 3-10 0,-5 3-4 0,-1 4-12 16,-1 2-34-16,-2 5-24 0,-1 1-30 0,4 1-40 15,-2 3 16-15,3 1-7 0,0 1 31 0,7 2-23 16,1-3-16-16,2 0-10 0,4 0 25 0,2-2-8 16,3-1 1-16,3 1-8 0,5-1-11 0,-1-3-9 15,4-6-7-15,-1 0-5 0,6-5-7 0,0 0-7 16,3-6-7-16,0-1 1 0,3-3-2 0,-1-3-2 16,5-3-6-16,-2-3-7 0,-2-1-12 0,-1-4-21 15,1 0-23-15,-5-4-50 0,-5 2-20 0,0 1-63 16,-6 1-43-16,-1-4-45 0,-6 4-19 0,-4 2-13 15,-3 1 3-15,-3 0 3 0,-5 2 37 0,-2 0 12 0,-5 5 49 16,1 1 20-16,-5 1 58 0,0 2 6 16,-2 2 44-16,-3 2 19 0,-1 0 13 0,4 4 10 15,-2-1 11-15,2 0 8 0,1 2 30 0,2-3 28 16,3 2 33-16,2-3 31 0,2-1 29 0,4 1 35 16,-1 0 12-16,10-5-3 0,-11 6-19 0,11-6-25 15,0 0-17-15,0 0-20 0,0 0-13 0,12-5-8 16,-3 2 2-16,1-2-10 0,2-1 3 0,3 0-17 15,0-2-5-15,2-1-1 0,1-2 13 0,2 3-1 16,-1-4 4-16,-1 5 8 0,1-5 16 0,-2 5-19 16,-2-2 16-16,-2 3 4 0,0-1 10 0,-3 1 8 15,-1 0 3-15,1 2 8 0,-2-2-2 0,-2 3-2 16,1-1-4-16,-7 4-4 0,10-6-6 0,-10 6-9 0,10-6-10 16,-10 6-14-16,8-2-9 0,-8 2 7 0,6 3-13 15,-1 2-7-15,-1 2-34 0,1 3 29 16,-1 2-20-16,3 3 22 0,0-1-35 0,1 5 26 15,0-1-4-15,1 1-7 0,1 2-5 0,0 0-3 0,0-2-1 16,0 0-2-16,-1-2-3 0,2 0-7 0,1 0-20 16,-3-5-49-16,-1 1-72 0,0-1-74 0,-1-4-78 15,2 0-99-15,-2-2-124 0,-7-6-54 0,12 4-42 16,-12-4-93-16,11-2-537 0,-11 2-852 0</inkml:trace>
  <inkml:trace contextRef="#ctx0" brushRef="#br0" timeOffset="39497.81">25930 12401 27 0,'-4'-14'906'0,"-1"0"-185"16,4 3-121-16,-2 3-119 0,1-2-77 0,-1 5-23 16,3 5-3-16,3-8-23 0,-3 8-39 0,0 0-33 15,20 6-23-15,-6 1-13 0,4 11-32 0,9 3 0 16,1 5-9-16,3 4 50 0,0 2-62 0,4 6-31 15,1-1-21-15,-3 3-26 0,-4-7-25 0,-3 0-16 16,-3-1-16-16,0 0-35 0,-5 1 18 0,-4-5-30 16,-5-1 23-16,-2 1-33 0,-3-2 25 0,-4-1-32 15,-6 0 23-15,-1 2-16 0,-4-3-17 0,-4 0-37 16,0-2-42-16,-4-2-55 0,0-1-79 0,3-4-51 16,0-2-74-16,3-3-99 0,0-2-76 0,4-2-101 15,3-2-201-15,6-4-311 0,-7-6-756 0</inkml:trace>
  <inkml:trace contextRef="#ctx0" brushRef="#br0" timeOffset="39748.08">26610 12527 1314 0,'0'0'892'15,"0"0"-178"-15,0 0-93 0,0 0-86 0,0 0-106 16,-1-8-96-16,1 8-50 0,8-10-32 0,0 3-35 15,4-4-42-15,3 3-28 0,6-4-11 16,4-3-7-16,3 2-11 0,7-4-17 0,1 0-19 0,1 1-13 16,1-2-10-16,0 0-40 0,-2 0 26 0,-1 0-36 15,-1 0 23-15,-3-1-39 0,-7 4 22 0,-1-1-63 16,-5 3-51-16,-3-1-86 0,-3 0-103 0,-7 2-109 16,-1 3-86-16,-7-2-26 0,-2 3-83 15,-6-2-108-15,-8 1-357 0,-1 1-675 0</inkml:trace>
  <inkml:trace contextRef="#ctx0" brushRef="#br0" timeOffset="39914.3">26694 12093 507 0,'0'0'553'15,"-2"11"-91"-15,3-1 17 0,-1 1-3 0,4 3-32 16,0 5-1-16,0 1-32 0,2 5-39 0,3 3-48 16,0 3-49-16,4 3-21 0,1 1-39 0,1 0 1 15,2 0-88-15,1 1 19 0,0-2-71 0,1-1-15 16,-3-2-4-16,1-1-13 0,-3-5-21 0,0 1-3 15,-4-6-92-15,-1 0-140 0,-1-3-158 0,-3 0-133 16,-4-1-205-16,-1-3-598 0,-4 1-909 0</inkml:trace>
  <inkml:trace contextRef="#ctx0" brushRef="#br0" timeOffset="40614.56">22538 15593 335 0,'-15'-20'580'0,"5"2"-87"16,-2-1-71-16,-2 2 26 0,5 3-8 16,0 0-62-16,1 4-70 0,1 0-62 0,1 1-46 15,0 3-25-15,6 6 36 0,0 0-25 0,0 0-14 16,4 9 4-16,4 3-36 0,2 4-25 0,7 6-21 0,6 4 11 15,0 6-23-15,3-1-13 0,-1-1-10 16,2 2-17-16,-2 0-7 0,0-1-6 0,-2-4-5 16,0 4-24-16,-3-3 24 0,-4-5-32 0,-1 0 17 15,0-3-25-15,-3-3-77 0,-5-4-85 0,2-1-28 0,-5-4-92 16,1 1-93-16,-5-9-66 0,0 7-38 0,0-7-5 16,-9-3-10-16,3-1-266 0,-6-5-292 0</inkml:trace>
  <inkml:trace contextRef="#ctx0" brushRef="#br0" timeOffset="40830.62">22583 15641 154 0,'-15'-37'425'0,"2"1"-49"0,4 6-45 16,5 2-59-16,2 4-44 0,3 0-23 0,3 3-54 16,4 0 25-16,3 2-23 0,2 2 23 0,5-1-17 15,1 2 8-15,1 3 2 0,-1 3 0 0,3 1-3 16,-1 3-22-16,-2 0-25 0,-3 4-20 0,2 0-20 16,-4 2-7-16,0 2-8 0,-2 0 18 0,-2 3-4 15,-1 0-7-15,-4 3-12 0,-2 1-9 0,-3 1-9 16,-3 2-7-16,-3 1-8 0,-6 4-1 0,1-1-11 15,-3 1 2-15,-2 1-9 0,0 0 4 0,0-4-10 16,1 1-8-16,5-5-65 0,0 1-72 0,-1-3-77 16,6-1-85-16,0-2-58 0,5-5-99 0,0 0-475 15,0 0-515-15</inkml:trace>
  <inkml:trace contextRef="#ctx0" brushRef="#br0" timeOffset="41100.82">23478 14976 752 0,'10'-13'710'0,"-6"5"-125"0,-4 8-86 16,-4-9-79-16,4 9-40 0,-19 1-45 0,3 4-23 15,-5 4-26-15,-6 6-34 0,-6 5-51 16,-1 2-9-16,1 4-56 0,2 4-24 0,3 3-16 16,3 1-14-16,3 4 25 0,5 1-54 0,4 2 16 0,6 1-14 15,3 0 36-15,4-5-5 0,7 6-18 0,4-4-3 16,3-1-6-16,5-2-16 0,3-4-6 15,6 0-6-15,2-7-4 0,2-1-9 0,2-5-6 16,4-3 0-16,-2-4-21 0,-3-4-33 0,3-7-47 0,-4-2-81 16,4-4-94-16,0-1-115 0,3-7-89 0,-2-2-88 15,-2-4-104-15,-2-5-450 0,-4-5-725 0</inkml:trace>
  <inkml:trace contextRef="#ctx0" brushRef="#br0" timeOffset="41348.67">24052 14954 430 0,'-7'-10'595'0,"1"2"-120"0,-4 3-37 16,-1 1-24-16,-4 4-17 0,0 0 1 0,-4 2-19 15,-1 2-45-15,-3 3-32 0,0 0-40 0,-2 6-43 16,0 1-29-16,1 3-5 0,1 4-34 0,4 0 8 0,0 5-68 16,2 0-19-16,6 0-12 0,2 0-7 15,1 1 22-15,8-2-52 0,0 2 34 0,3-2-48 16,4 2 37-16,5 0-50 0,1-4 40 0,3 0-43 15,2-3 39-15,1-2-9 0,4-6-5 0,-2-1-2 16,1-3-4-16,2-2-3 0,1-4 0 0,-2-2-5 16,-2 0-46-16,4-5-61 0,-2-1-91 0,-1-3-69 15,-3-4-86-15,-1 0-35 0,-4-1-44 0,-1-5-55 16,-4 3-44-16,-4-1-32 0,-4-2-271 0,-2 5-369 16</inkml:trace>
  <inkml:trace contextRef="#ctx0" brushRef="#br0" timeOffset="41513.76">23885 15183 24 0,'-23'3'418'15,"0"1"-93"-15,2 2-44 0,0 0-30 0,3 0-35 16,4-1-5-16,-1 1 6 0,2-1-16 0,3 1 45 16,2-2 0-16,2-1 15 0,6-3-2 0,-3 6-27 15,3-6-35-15,0 0-44 0,13 3-23 0,1-5-31 16,2-1-15-16,3-1-21 0,6-3-9 0,5 0-11 16,0-4-13-16,9-2-28 0,-2-2-65 0,0 1-98 15,0-1-81-15,-10 1-109 0,0 0-114 0,-1 0-464 16,-3 0-502-16</inkml:trace>
  <inkml:trace contextRef="#ctx0" brushRef="#br0" timeOffset="41864.67">24290 15158 87 0,'-11'4'842'0,"1"0"-199"15,1-2-101-15,-4 1-70 0,4 0-50 0,9-3-26 16,-14 3-37-16,14-3-24 0,-14 2-67 0,14-2-47 0,-10-2-60 15,10 2-18-15,0 0-41 0,-4-6-6 16,4 6-40-16,8-6 7 0,-8 6-12 0,11-6-11 16,-1 3-8-16,-1 2-3 0,-9 1-7 0,16-3-6 0,-16 3-15 15,19 0 9-15,-19 0-14 0,16 4 16 0,-8-2-19 16,-2 4 20-16,1-2-17 0,-2 3 12 16,0 1-20-16,-2 0 22 0,-1 1-16 0,-2 0 17 0,1 3-17 15,-1-4 19-15,-1 1-22 0,1-1 18 0,0 0-21 16,0-1 19-16,-1 0-15 0,1-7 20 15,0 11-18-15,0-11 22 0,-1 10-23 0,1-10 21 0,2 7-26 16,-2-7 25-16,0 0-24 0,14 0 25 16,-2-3-19-16,-1-1-2 0,2-1 0 0,5-2-1 0,-1-2 11 15,2 0-30-15,0-2-19 0,-1-1-47 0,5-3-33 16,-2-1-50-16,1-2-57 0,-3 1-60 0,2-2-44 16,-4 0-70-16,-5 2-106 0,1-2-481 0,-5-2-593 15</inkml:trace>
  <inkml:trace contextRef="#ctx0" brushRef="#br0" timeOffset="42113.57">24367 14701 521 0,'-1'-8'493'0,"1"8"-115"0,3-8-75 0,-3 8 11 16,10-5-3-16,-10 5-29 0,18-1 1 0,-4 4 4 15,2 0-8-15,3 5-2 0,4 1 6 0,3 4-40 16,5 6-4-16,-2 2-46 0,3 3-2 0,-4 1-25 15,2 3-47-15,-4 1 12 0,0 0-60 0,-4 3 23 16,-4 0-53-16,-2 0 34 0,-4-3-57 0,-5-1-5 0,0 3-2 16,-5-6-11-16,-2 3-20 0,0-1-16 15,-4-1-59-15,-3 2-49 0,-1-4-71 0,-1 1-76 16,0-3-61-16,0-3-61 0,-1-2-91 0,-1-1-126 16,2-4-285-16,2-5-485 0</inkml:trace>
  <inkml:trace contextRef="#ctx0" brushRef="#br0" timeOffset="42530.43">24993 14655 657 0,'0'0'628'0,"9"6"-77"0,-2-1-71 15,-1 6-106-15,4 1-41 0,1 4-42 0,0 2-40 16,6 4-33-16,-2 1-35 0,4 0-31 0,-1 0-25 15,-3-2-28-15,3 1-23 0,-1-2-11 0,-2 2-14 16,-2-5-7-16,-3-2-10 0,2-2-3 0,-5 0-8 16,1-4-1-16,0 1 10 0,-3-3-3 0,-3-3-5 15,-2-4-1-15,0 0-1 0,-3 6 5 0,-5-9-2 16,-1-3 9-16,-5-6-9 0,-4-2 4 0,-2-7 2 16,-3-5-2-16,-3-5-4 0,-1-3-6 0,3-3-2 15,-3-8-8-15,7 4 7 0,0 1-8 0,6-3 4 16,4 0-3-16,3 1-2 0,3 6 3 0,2 4-3 15,2 6-4-15,4 1-3 0,0 3 3 0,4-1-3 16,3 8 2-16,-1 0-5 0,2 6 3 0,3 3 6 16,-1 1-8-16,2 5 0 0,-2 5 2 0,2 1-1 15,-3 3-1-15,1 2-7 0,-1 3 12 0,-3 3-8 0,-1 0 8 16,-2 2-9-16,-5-2 12 0,1 2-8 16,-3-1 7-16,-3 1 1 0,-1 2 2 0,-3-1-5 15,-5 0 2-15,1-2-4 0,-6 3 1 0,4-6-6 16,-6-1-35-16,4 0-79 0,-2-4-84 0,3-2-97 0,-1-2-62 15,2-2-71-15,1-2-71 0,12-2-504 16,-19-1-610-16</inkml:trace>
  <inkml:trace contextRef="#ctx0" brushRef="#br0" timeOffset="42797.43">25452 14181 535 0,'13'-4'845'0,"-4"1"-188"0,-9 3-105 0,13-2-86 0,-13 2-52 16,2 6-23-16,-2 2-60 0,-5 2-19 0,0 3-66 16,-1 5 12-16,-1 2-79 0,-2 6-32 0,-1 2-23 15,4 4 8-15,1 3-25 0,1 1-21 0,2 3 26 16,4 7-66-16,4-2 31 0,1 0-57 0,5 0 39 16,4-4-54-16,3 0 42 0,3-2-12 0,3-5 2 15,1-3-14-15,3-3-8 0,3-2-1 0,1-6-5 16,1-1-16-16,0-3-30 0,-3-6-58 0,-2-2-90 15,-1-4-88-15,-1-1-95 0,-1-4-82 16,-1-1-54-16,-1-6-116 0,0-2-557 0,-3-5-787 16</inkml:trace>
  <inkml:trace contextRef="#ctx0" brushRef="#br0" timeOffset="43180.28">26038 14379 458 0,'-11'3'564'0,"11"-3"-72"16,-4 4-36-16,4-4-24 0,-3 12-56 0,0-5-34 16,-1 2-34-16,4 0-17 0,-2 2-50 0,0 0-38 0,0 2-17 15,1-2-39-15,1 1-33 0,0 0-14 0,1 0-28 16,1-1-9-16,-2-1-17 0,0-2-4 0,0-2-10 16,2 2 47-16,-2-8 18 0,0 11 65 0,0-11-71 15,0 0 21-15,0 0-61 0,0 0-13 0,-10-6-4 16,3-1 3-16,1-5-11 0,-1-3 0 0,-4-2 45 15,1-2-53-15,-4-6 44 0,1-3-11 16,0-4-10-16,-2 0-7 0,2-3 1 0,3 6-3 0,1 0 0 16,2 2-1-16,2 5 0 0,1 0-7 0,2 6-4 15,-1 0-6-15,6 4-3 0,-1 0-2 0,2 5 5 16,4 1-8-16,1 3 0 0,-9 3 9 0,23 3 8 16,-9 4 4-16,4 1-5 0,1 5-2 0,1 3 0 15,2 0 5-15,1 2-49 0,-2 1 46 0,0 2-59 16,0-2 39-16,-2 1-59 0,0-1-32 0,-1 0-56 15,-5-3-71-15,-2 0-84 0,1-4-74 0,-6 1-15 16,1-1-25-16,-5-2-49 0,-2-2-46 0,-1 0-36 16,-4-1-358-16,-2-1-467 0</inkml:trace>
  <inkml:trace contextRef="#ctx0" brushRef="#br0" timeOffset="43515.27">25928 14420 415 0,'-8'-4'453'15,"2"-1"-100"-15,6 5-84 0,-7-6-28 0,7 6-11 16,0-7-10-16,0 7-11 0,7-8-12 0,-1 4-3 15,0 0-9-15,3-2-13 0,0-1-10 0,5 0-13 0,-1 0-21 16,2-1-21-16,0-3-1 0,2 0-10 16,0-2 1-16,2-1-24 0,0-2-13 0,-1-2-9 15,-1-3-7-15,-2 0-6 0,0-1-1 0,-2-1-5 16,0-2-5-16,-3-1-4 0,-3-1-5 0,-1 3 1 0,-3-2-4 16,-1 1 6-16,-3-1 5 0,-2 1 23 15,0 3 22-15,-1-2-8 0,-1 3 17 0,-2 1 34 0,3 4 6 16,-1 0-12-16,0 3-6 0,1 1-6 0,2 3-13 15,-1 3-2-15,3 6 15 0,0 0-10 0,0 0 0 16,-6 8-4-16,8 4 39 0,2 5-64 0,3 5 51 16,4 7-47-16,3 8 40 0,5 0-40 0,-1 1 24 15,4 0-47-15,0 1 31 0,1-1-37 0,0-1 25 16,0-1-41-16,0-2 0 0,-2-2-6 0,1-2-4 16,1 0-3-16,-5-3-60 0,1-4-68 0,-5-3-79 15,0-3-90-15,-3-3-78 0,-1-2-50 0,-3-1-28 16,0-2-33-16,-1-4-82 0,-2 0-89 0,-4-5-287 15,11 1-516-15</inkml:trace>
  <inkml:trace contextRef="#ctx0" brushRef="#br0" timeOffset="43785.44">26813 13916 668 0,'7'-16'624'0,"-2"3"-102"15,-1-1-32-15,-2 3-59 0,-2 2-29 0,0 1-19 16,-5 2-28-16,-1 1-34 0,-3 0-23 0,-5 3-46 15,1 1-38-15,-2 1-30 0,-2 3-11 0,-2 2-23 16,0 4-9-16,1 1 20 0,1 2-56 0,2 4 25 16,-2 3-59-16,4 3 32 0,4-1-20 0,3 2-15 0,4 0-16 15,3 0-9-15,4 1-6 0,5 2-8 16,4-2-7-16,1 0 2 0,5-2-49 0,0-2 43 0,4-2-40 16,1-2 43-16,-1-3-46 0,2-1 42 0,-2-5-51 15,1-1 5-15,-2-2-105 0,-1-3-41 0,-1-2-120 16,-2-2-82-16,-1-3-58 0,1-1-2 0,-4-3-35 15,-1 1-7-15,-4-3 9 0,-2 0-17 0,2-1-363 16,-5-2-395-16</inkml:trace>
  <inkml:trace contextRef="#ctx0" brushRef="#br0" timeOffset="44162.96">26964 14052 340 0,'0'0'312'0,"-18"0"-56"0,18 0-4 0,-19 0-42 16,10 3-1-16,9-3-36 0,-15 1 20 0,15-1-1 15,-14 2 12-15,14-2 16 0,0 0 17 0,-13 1 5 16,13-1-2-16,0 0-19 0,0 0-25 0,4-6-21 15,-4 6-17-15,10-6-12 0,-2 2-19 0,0-2-20 16,4-1-19-16,0-2-15 0,2 0-13 0,1-1-7 16,2 1-4-16,-2-4-5 0,2 3 6 0,-2-2 12 15,0 1-9-15,1 1 9 0,-2 1-22 0,-3 2 5 16,1 1-18-16,-3-1 3 0,-2 1-17 0,2 3 8 16,-9 3-15-16,13-5 10 0,-13 5-15 0,10 2 13 15,-10-2-11-15,8 6 7 0,-6 1-12 0,0 0 9 16,-4 2-2-16,2 2 0 0,-5 0-1 0,3 1-1 15,-1 1 3-15,1-1 0 0,-1-1-3 0,1 2-1 16,0-2-1-16,1-2 2 0,-2 0-2 0,3 0 2 16,-1-3 0-16,0 1-1 0,1-7 4 0,-3 12 22 15,3-12-7-15,3 6-5 0,-3-6-1 0,0 0-2 16,8 3 7-16,-8-3-2 0,9-3-2 0,-9 3 5 16,12-8-29-16,-3 5 21 0,0-1-5 0,1 0-1 15,3-2-4-15,4 1 1 0,-2-1-1 0,2 2 0 16,-1-2-5-16,2 2-4 0,0-2-44 0,-1-1-93 15,2 1-116-15,-4-1-114 0,1-1-77 0,-2-1-130 16,1-2-557-16,-4-1-751 0</inkml:trace>
  <inkml:trace contextRef="#ctx0" brushRef="#br0" timeOffset="44413.75">27328 13593 678 0,'-1'-9'508'0,"1"9"-115"0,0-9-36 0,0 9-22 0,5-5-23 15,-5 5-4-15,0 0 1 0,21 2-6 0,-9 2-5 0,1 3 1 16,4 3-30-16,1 0-9 0,3 5-55 16,2 3-30-16,-1 0-8 0,6 5-26 0,-3 1 43 15,-4 1-67-15,-1-2 33 0,-3 0-51 0,-3 2 24 16,0 1-25-16,-6 0-15 0,-3-2-20 0,-3 2-11 16,-4-1-14-16,0 2-9 0,-5 0-7 0,-2 1-5 0,-3-1-5 15,0-2-12-15,-2 0-38 0,1-3-40 0,3-4-78 16,-1-1-89-16,3-4-65 0,0-1-55 0,-1 0-58 15,4-6-52-15,1-2-104 0,4-4-86 16,0 0-296-16,0 0-547 0</inkml:trace>
  <inkml:trace contextRef="#ctx0" brushRef="#br0" timeOffset="44664.2">27892 13226 458 0,'5'-15'837'0,"0"1"-192"0,-2 4-97 16,1 3-49-16,-4 7-29 0,7-6-57 0,-7 6 9 0,12 3-101 16,-6 3 10-16,1 2-81 0,3 6 32 0,0 3-81 15,3 2 23-15,3 6-70 0,-2 0 16 0,7 6-45 16,-1-1 7-16,0 1-59 0,1-2 19 0,0 2-51 16,-1-3 21-16,-1-2-41 0,0-2 24 0,-3-2-46 15,2-3-38-15,-6-3-85 0,1 0-71 0,1-2-83 16,-5-4-76-16,1 2-78 0,-2-3-55 0,-3-1-18 15,-4-2-59-15,-1-6-51 0,-1 9-392 0,1-9-607 16</inkml:trace>
  <inkml:trace contextRef="#ctx0" brushRef="#br0" timeOffset="44830.82">27974 13594 100 0,'-12'-7'626'0,"2"0"-163"16,1 2-64-16,5-1-28 0,0 1-6 0,4 5-7 15,0-12-4-15,4 4-22 0,3 0-44 0,3-2-50 16,5-1-41-16,2-2-29 0,3-2-43 0,5 0-26 15,5-2-20-15,2-2-15 0,3-2-13 0,2 1-10 16,-2-3-9-16,3 3-6 0,-1-4-9 0,0 1-5 16,0-3-40-16,-4 2-66 0,-4 1-82 0,1 0-76 15,-10 4-64-15,-1 1-91 0,-8 4-155 0,-4 1-370 16,-3 4-505-16</inkml:trace>
  <inkml:trace contextRef="#ctx0" brushRef="#br0" timeOffset="45369.49">23644 16836 198 0,'-5'-14'493'0,"0"2"-81"0,2 1-55 0,-1 0-10 0,2 2 16 0,-1-1-59 0,1 3-55 0,0 0-46 15,0 2-35-15,2 5 37 0,0 0 16 0,4-7-6 16,-4 7-15-16,11 8-37 0,-1 2-12 0,3 2-32 16,4 3-19-16,2 6-28 0,4 3-8 0,1 3-14 15,2 0-10-15,-3 4-12 0,2-1 1 0,-2 1-7 16,0-2-7-16,-2 0-8 0,-1 0-6 0,-1-7-72 0,-5 0-97 16,2-2-136-16,-5-2-80 0,-2-5-51 15,-2-1-64-15,-1-5-422 0,-6-7-492 0</inkml:trace>
  <inkml:trace contextRef="#ctx0" brushRef="#br0" timeOffset="45597.84">23732 16764 292 0,'-6'-33'444'0,"3"7"-103"0,2 1-65 0,2 1-50 16,3 2-15-16,2 0-12 0,3 3 0 0,2 3-11 16,2 0-19-16,2 4-21 0,-1 4-23 0,0 2-5 15,2 2 4-15,-3 3-11 0,2 4-10 0,-2 0-16 16,0 3-15-16,2 3-13 0,-6 0-2 0,0 4-7 15,0 0-11-15,-5-1-6 0,-3 2-7 0,-1 0-3 16,-4 2-6-16,-1 0 0 0,-5 0-3 0,-1 2 4 16,-3-2-16-16,1-1 14 0,-1-1-16 0,-3-1-4 15,6-2-38-15,-1-3-68 0,1-1-55 0,2-3-92 16,9-4-86-16,-14 1-126 0,14-1-298 0,-6-8-283 16</inkml:trace>
  <inkml:trace contextRef="#ctx0" brushRef="#br0" timeOffset="45847.71">24356 16074 138 0,'9'-8'718'0,"-3"1"-161"0,-6 7-98 16,3-5-37-16,-3 5-50 0,-11 2-11 0,1 7-9 0,-6-1-41 16,-4 4-26-16,-4 5-7 0,-5 4-36 0,-1 4-24 15,2 4-48-15,-1 0 12 0,3 7-56 0,-2 9-1 16,8-6-47-16,0 4 27 0,6 1-18 0,4 4 12 15,5-3-31-15,5 5-5 0,5 0 30 0,8-1-36 16,5 6 11-16,6-1-34 0,4-2 13 0,4-4-10 16,5-3-6-16,2-3-3 0,3-6-7 0,1-2-24 15,-4-10 10-15,0-2-55 0,3-8-55 0,3-1-117 16,-3-3-113-16,-3-8-132 0,-1 0-85 0,1-6-133 16,5-3-525-16,-4-7-817 0</inkml:trace>
  <inkml:trace contextRef="#ctx0" brushRef="#br0" timeOffset="46396.82">25109 16196 345 0,'-11'-17'619'0,"-2"2"-117"0,-3 0-63 16,-3 6-3-16,-3-1-27 0,-1 4-17 0,-4 3-19 16,0 0-20-16,-1 3-28 0,0 5-43 0,-4 1-27 0,1 2-22 15,2 6-21-15,-4 5-35 0,2 7-10 0,3 1-41 16,4 4 9-16,1 2-42 0,4 3 1 0,3 0-37 15,6 2 9-15,5-5-32 0,5 1 13 0,2-1-27 16,9-1 1-16,1 4 6 0,9-3-4 0,1 0-5 16,3-4-5-16,3-3-1 0,2-3-7 15,0-3 16-15,4-3-20 0,-4-5-1 0,0-2 4 0,0-4-3 16,-3-4-6-16,1-2-5 0,0-1-34 0,-2-5-68 16,-3-1-80-16,-1 0-58 0,-1-5-77 0,-5-2-25 15,0-3-28-15,-3-3-1 0,0 1 5 0,-5-3 31 16,-3 1 30-16,-1-3 32 0,-2 2 61 0,-3 3 31 15,-2 0 52-15,-2 2 12 0,1 0 36 0,-5 3 17 16,-1 0 2-16,1 3 44 0,-2 0 27 0,-3 3 26 16,-2 0 16-16,0 4 8 0,-2-1 7 0,-1 4 11 15,-2-1 0-15,-1 4 10 0,-3-1-2 0,-1 4-1 0,2 1-2 16,0 0-10-16,3 2 5 0,-2-2 0 16,3 5-2-16,2-3 1 0,0 2-9 0,5-2-1 15,1 0 27-15,3 0 33 0,1 0 29 0,4-3 10 0,4-5-7 16,-4 9-9-16,4-9-15 0,7 5-18 0,-7-5-14 15,10 3-8-15,-10-3-12 0,16-2-8 0,-7 1-12 16,2-4 0-16,0 2 14 0,1-3 2 16,-1 1-9-16,2-3-8 0,-2 2-4 0,1-3 1 0,-1 5 15 15,-3 0-13-15,0-1-1 0,1-1-16 0,-2 3-1 16,0 0-3-16,0-2-14 0,4 2 3 16,-2-2-15-16,1 2 7 0,1 0-20 0,0-3-14 15,0 4-45-15,4-3-69 0,0 1-85 0,0 1-93 0,0-3-65 16,2 0-71-16,-2 2-56 0,4-4-436 0,0 1-526 15</inkml:trace>
  <inkml:trace contextRef="#ctx0" brushRef="#br0" timeOffset="46881.2">25298 16321 359 0,'0'0'582'0,"0"0"-81"0,0 0 2 0,0 0 23 0,0 0-30 0,0 0-23 0,0 0-55 16,3-6-19-16,-3 6-97 0,0-7-23 0,0 7-23 15,-2-10-67-15,2 10-29 0,2-11-32 0,1 3-3 16,1 0-20-16,0-2-21 0,2 3-12 0,1-5-14 16,1 3-11-16,1-1-8 0,2 0-6 0,-1 2-6 15,1 0 5-15,-3-2-14 0,0 6-6 0,-1-2-5 16,0 2-2-16,-7 4-1 0,11-5 0 0,-11 5 0 16,7 9-3-16,-4-5-1 0,-3 5 9 0,0 3 13 0,-5 3-24 15,0 2 19-15,-1 3-18 0,-3-1 16 16,0 1-21-16,0-1 18 0,0 0-19 0,1 0 15 0,-2-3-22 15,5-3 22-15,-1-1-13 0,2-1 12 16,-1-2-13-16,0 0 19 0,1 0-21 0,1-4 20 16,3-5-19-16,-2 9 20 0,2-9-21 0,0 0 19 0,12 0-18 15,-3-4 15-15,2 1-14 0,1-3 14 16,0 2-16-16,2-1 14 0,1 1-12 0,-2-2 15 0,2 1-16 16,-1 3 15-16,2 0-19 0,-2-1 17 0,0 3-11 15,1 0 10-15,-2 3-18 0,2 0 21 16,-1 2-21-16,-3 3 18 0,0-2-15 0,-1 1 20 0,-3 2-19 15,-2-1 17-15,1 0-17 0,-3 1 19 0,-2 1-12 16,-1-2 11-16,-2 2-16 0,-1-1 22 0,-2 0-18 16,-2 1 16-16,0-1-17 0,-5-1 17 15,2 2-22-15,-4-4 23 0,1-1-18 0,-3-2 12 0,2 0-27 16,-2-1 5-16,-2-4-75 0,-1-1-59 0,2-3-95 16,-2-1-57-16,1-2-87 0,1-2-25 0,1-2-5 15,3-3-43-15,3-3-9 0,0 0 0 0,2-4-2 16,3-7-310-16,1-2-300 0</inkml:trace>
  <inkml:trace contextRef="#ctx0" brushRef="#br0" timeOffset="47114.38">25338 15893 146 0,'11'-26'503'0,"3"2"-79"0,0 2-71 0,4 3-10 0,-2 7-7 0,6 2 4 0,2 3 2 0,1 3 6 0,4 4-16 0,4 5-26 16,4 2-8-16,4 5-35 0,0 3-28 0,-1 1-25 15,-3 3-14-15,-3 2-27 0,-4 1-20 0,-5-2-11 16,-3 3-50-16,-4-2 27 0,-3 2-13 0,-1 0-9 15,-5-1-9-15,-2-3-12 0,-2 5 0 0,-4-5-30 16,-2 1 5-16,-3 3-22 0,-1 0 8 0,-3-1-26 16,-2 3 14-16,0-5-24 0,-1 1-33 0,1-3-95 15,0-2-74-15,1 0-92 0,0-2-65 0,1-3-70 0,-2 0-20 16,3-1-66-16,-1-3-60 0,0-2-427 0,1-3-607 16</inkml:trace>
  <inkml:trace contextRef="#ctx0" brushRef="#br0" timeOffset="47547.66">26353 15596 583 0,'16'6'607'15,"-9"-2"-98"-15,2 8-46 0,0 0-53 0,1 4-78 16,2 1-41-16,-1 1-28 0,5 6-25 0,-5 0-40 15,6-1-18-15,-3-1-31 0,0 2-23 0,1 0-33 16,-1-1-21-16,2-1-13 0,-2-2-12 0,-3-2-7 16,1-1-8-16,-2-2-8 0,-1-2-3 0,-1-2-2 15,-2-1 4-15,-1-2 9 0,-2-4-5 0,-3-4-11 16,3 5 4-16,-3-5-2 0,-8-3-5 0,1-3-2 16,-3-5 4-16,-4-3-7 0,-3-6 8 0,-6-8-11 15,0 1 7-15,-1-6-5 0,1-3 5 0,1-1-8 0,-1-3 12 16,5 0-5-16,2-1 2 0,4 1-6 0,3 1 3 15,4 3-8-15,5 8 7 0,0 0-7 16,8 3 5-16,-2 2-6 0,3 2 4 0,5 3-13 0,0 3 16 16,2 2-13-16,0 7 7 0,2 1-7 0,-1 5 7 15,-1 3 2-15,2 1-4 0,1 5 1 0,-3 3-1 16,0 3 7-16,-4-1-9 0,-1 3 7 16,-2 2-7-16,-2-1 7 0,-5 0-12 0,0 0 14 0,-4 1-12 15,0-2 7-15,-5 4-7 0,-2-1 8 0,-5-1-5 16,-1 2 5-16,-2-3-13 0,1 0-27 0,-1-4-74 15,2-2-62-15,-1 0-77 0,5-4-83 16,1-1-51-16,1-3-88 0,9-4-69 0,-12 0-333 0,12 0-426 16</inkml:trace>
  <inkml:trace contextRef="#ctx0" brushRef="#br0" timeOffset="47780.8">26843 15062 382 0,'7'-13'640'0,"0"3"-153"0,-1 4-33 0,-6 6 18 16,5-6-11-16,-5 6-12 0,0 0-36 0,-5 12-35 16,-1-1-45-16,-2 5-61 0,-6 8 14 0,1 1-83 15,-5 9-31-15,2 4 24 0,-1 2-33 0,4 1-20 16,1 3-27-16,4 0-19 0,1 1-7 0,6-7-33 0,5 6 8 16,4-1-34-16,6-4 10 0,4 0-24 15,6-3-1-15,4-3-5 0,4-2-5 0,3-5 1 16,5-2-4-16,0-4-29 0,2-3-83 0,4-2-129 15,-1-5-161-15,1-3-159 0,-8-3-115 0,-2-4-744 16,3-4-1023-16</inkml:trace>
  <inkml:trace contextRef="#ctx0" brushRef="#br0" timeOffset="48514.35">27539 15291 375 0,'-9'4'645'0,"0"2"-106"0,-1 2-64 0,0 5-44 0,0-2-58 15,0 5-27-15,-1 0-34 0,5-1-24 0,1-1-23 16,-3 2-24-16,4 0-42 0,-1-3-20 0,3 2-43 16,-2-4-13-16,2 1-40 0,-2-2-5 0,3-1-24 15,-1-1 28-15,-1-2 9 0,1 0-3 16,2-6-14-16,-4 5-17 0,4-5-11 0,0 0-6 0,-8-11-10 16,7 3 1-16,-2-3-10 0,-2-3 3 0,3-2-41 15,-5-5 40-15,2-1-34 0,1 0 3 0,-2-8 27 16,-2 1-34-16,1 0 37 0,2-5-14 0,-1 1 1 15,2 0-5-15,3 0 0 0,0 5-2 0,1 2 0 16,1 2 1-16,2 2-6 0,1 5-1 0,2 2 0 16,4 3-2-16,0 4 3 0,3 3-2 0,0 5-1 15,1 4 7-15,5 5-7 0,-3 3 3 0,5 6-1 16,-4 0 1-16,-2 4-33 0,2 0 22 0,-4 3-23 16,1 1 24-16,-4-1 0 0,-1 0-11 0,-4-1-15 15,1-2-26-15,-2 1-38 0,-4-4-21 0,0 2-18 16,-2-4-5-16,-3-1-18 0,-2 1-7 0,1-2-22 0,-2-3-19 15,-3 1 4-15,0-3 7 0,1-2 38 16,-4-1 7-16,1-1 41 0,-2-4 14 0,2 0 34 16,-3-2-3-16,0-2 32 0,0-2-1 0,2 0 13 0,-3-4 11 15,2 1 14-15,-3-3 16 0,1 2 27 16,2 1 27-16,2 0 31 0,0 0 18 0,3 1-12 16,1 1-18-16,3 1-17 0,6 4-13 0,-7-8-10 15,7 8-9-15,8-8-4 0,0 5-5 0,3-1-5 0,4 0 9 16,0 0 9-16,4-1 0 0,2-1-4 0,0-1 1 15,1 0 16-15,-1-2-7 0,1 0-1 16,4-5-8-16,-1 2-6 0,-1-5-3 0,-1 1 0 16,-1-3-3-16,-1 1-9 0,-5-2 22 0,1-3-12 0,-4 0-4 15,-1-2-7-15,-3 0 3 0,-2-2-9 0,-3 1 1 16,-1-2-5-16,-3 0 3 0,-1-5-8 0,-4 0 6 16,1 2 1-16,-2-1 28 0,1 6 29 0,-2 1 10 15,2 5 6-15,3 2-14 0,-2 6-14 0,1-3-11 16,1 6-10-16,-1 2-3 0,3 7 10 0,0 0 40 15,0 0 6-15,-1 16-14 0,6 0 11 0,0 6-8 16,8 9 16-16,0 4-13 0,3 5 20 0,0 1-1 16,3 0-11-16,-1-1-58 0,1 2 46 0,0 1-56 15,-1-1 36-15,1-3-5 0,-2 1-5 0,1-2-9 16,-3-1-11-16,0-3-6 0,-3-5-10 0,-1-3-42 16,-2 0-66-16,0-4-76 0,-1-2-78 0,-1-1-96 15,-3-4-77-15,0-1-2 0,1-3-37 0,-1-3-32 16,1-2-46-16,-5-6-397 0,8 5-516 0</inkml:trace>
  <inkml:trace contextRef="#ctx0" brushRef="#br0" timeOffset="48817.33">28144 14999 296 0,'2'-25'541'0,"0"2"-93"0,-1 2-33 0,0 3-35 0,-1-1-35 0,-1 7-35 0,0-1 3 0,-2 3 23 0,-2 3-8 0,0 2-15 0,5 5-17 16,-18-3-30-16,8 7-31 0,-4 1-3 15,1 4-38-15,-4 1-13 0,4 5-24 0,-2 1-17 0,5 1-17 16,0 2-24-16,-2 2-21 0,6 0-10 0,1 1-12 16,3 1-53-16,2-2 39 0,2 1-46 0,1 0 44 15,5-1-51-15,2-2 45 0,2 0-48 0,1 0 44 16,3-4-46-16,0-1 42 0,3-3-49 0,1 0 47 16,1-3-48-16,0-2 45 0,0-3-59 0,-1-1 13 15,2-3-89-15,-2-1-30 0,3-3-19 0,-1-2-51 16,-3-1-71-16,-1-2-54 0,0-2-10 0,-1-1 8 15,-4 1 31-15,-4 0 18 0,1 1 42 0,-4 0-10 16,-1 1 10-16,-5 2 5 0,1 2 17 0,-2 0 5 16,-3-1-9-16,-1 3-21 0,-4 1-56 0,2-1-137 15,-4 2 79-15</inkml:trace>
  <inkml:trace contextRef="#ctx0" brushRef="#br0" timeOffset="48997.66">28033 15206 399 0,'0'0'451'0,"7"-6"-64"0,-1 0-83 0,4 1-28 0,1-3-19 16,3-1-30-16,0-1-23 0,5-3-31 16,-1 1-29-16,5-3-31 0,0 0-22 0,0-1-22 15,3 0-12-15,-3 0-13 0,2 0-7 0,2 0-11 0,-3 1-15 16,1-2-74-16,-3 1-47 0,-1 0-71 0,-4 4-65 16,-3-2-72-16,-3 2-105 0,1 0-183 15,-6 1-116-15</inkml:trace>
  <inkml:trace contextRef="#ctx0" brushRef="#br0" timeOffset="49429.66">28404 14851 261 0,'0'0'387'0,"-6"3"-46"16,6-3-13-16,0 0-11 0,0 0-13 0,0 0-12 15,4 7-20-15,-4-7-27 0,0 0-25 0,18 0-29 0,-18 0-16 16,16 0-28-16,-16 0-2 0,22-3-8 0,-10 2 2 16,0-1-20-16,-1 2 4 0,0-1-12 15,-1 1-1-15,-10 0-15 0,16-3 9 0,-16 3-21 0,14-2-1 16,-14 2-23-16,11-1-3 0,-11 1-4 0,0 0 34 15,13 4-2-15,-13-4 6 0,1 11-16 0,-1-4 14 16,0 4-28-16,-2 1-9 0,0 3-10 0,-3 1-5 16,3 1-6-16,-1 0-4 0,1-1 2 15,-1 0-8-15,2-1-8 0,0-2 3 0,-1 0-3 0,2-1-1 16,0-3-3-16,0 1 8 0,0-3 13 0,2-1 1 16,0-1-4-16,-2-5-2 0,9 6 2 0,-9-6 4 15,0 0 1-15,19-1-1 0,-8-2-9 0,-1-2 1 16,0 0-1-16,0-1 0 0,5 2-3 0,-2 0 3 15,1-2-1-15,0 3-6 0,0 1 1 0,-1-1 3 16,1 3 2-16,0 0 0 0,-1 2 7 0,0 1-1 16,-2 0-3-16,0 1-1 0,-1 2-3 0,-1 1-4 15,-1 1-1-15,-1-1-4 0,-3 2 3 0,1 0-3 16,-2 0 0-16,-1 0-3 0,-2 0 0 0,0-1-42 16,0 2 49-16,-4-1-43 0,-1 0 47 0,1 0-50 15,-4 0 55-15,0-3-50 0,-1 3 50 0,-4-2-50 0,0-1 51 16,-2-1-54-16,-2 1 26 0,-2-3-77 15,-3-1-25-15,-1-2-99 0,-3-2-68 0,-4 0-89 16,-2-3-77-16,-4-2-60 0,2-2-122 0,-7-3-533 0,5-3-766 16</inkml:trace>
  <inkml:trace contextRef="#ctx0" brushRef="#br0" timeOffset="49630.24">28707 14480 636 0,'27'-3'628'0,"3"3"-46"0,-2 3-5 0,4 7-58 0,2 3-36 0,1 5-22 0,-3 4-71 16,0 3-27-16,-3 2-31 0,-1 5-53 0,-1 3-50 15,-2 2-28-15,2 7-52 0,-9-2-16 0,0 0-43 16,-6-1-17-16,-2 3-13 0,-8-1-9 0,-2-3-54 16,-7 5 33-16,-5 0-106 0,-11 7-114 0,-6-2-201 15,-11 3-197-15,-5-2-200 0,-12-1-554 0,-15 8-945 16</inkml:trace>
  <inkml:trace contextRef="#ctx0" brushRef="#br0" timeOffset="52130.58">26036 12731 13 0,'0'0'328'0,"16"-1"-98"0,-16 1-39 0,11-3-34 0,-3-1-12 0,-2 0-15 0,3-1 16 15,3-1-20-15,0-2 9 0,-1-1-17 0,1-1 11 16,-1 0-11-16,-1-2-4 0,1 0-8 0,-2 0-4 16,-2-1-11-16,-1-1-12 0,-2 2-6 0,0-3-11 15,-2 0-8-15,-3 2-16 0,-3-1-3 0,-1-2-9 16,-5 0-7-16,0-1 1 0,-6-1 10 0,-2-1-21 16,-5 2 21-16,-1-3-25 0,-7 2 22 0,-1-1-24 15,-1 2 22-15,-3 2-21 0,1 1 28 0,-5-1-22 16,2 2 21-16,-3 2-7 0,-1 1 14 0,-3 3-6 15,-5-1-24-15,0 4 20 0,-3 1-25 0,-5 1 20 16,-6 2-18-16,-9 0 19 0,-6 4-6 0,0 0 36 16,0 3-20-16,-3 1 11 0,-1-1-12 0,-2 6 12 15,-3-1-16-15,-4 4-8 0,-20 5-2 0,3 2 7 0,-1 0-9 16,21-1-3-16,-17 5 0 0,1 0-2 16,3 2-2-16,15-4-5 0,-14 5 2 0,15-5-3 15,-14 7 1-15,19-6 2 0,0-1-2 0,1 4 25 16,0-3-4-16,1 3 9 0,-3-1-9 0,2 2 2 15,-15 6 46-15,-1 0-18 0,4 0-8 0,0 4-13 0,14-6-8 16,-10 7-6-16,0 2-1 0,4 3-9 16,1 0-3-16,2 3 4 0,2 0-5 0,14-7-3 15,-3 2 1-15,5 0 4 0,2 1-6 0,5-1 3 16,1 2 2-16,4 0 0 0,3 0 0 0,4-1-7 0,5 0 3 16,2-1-2-16,5 0 2 0,2 0 2 0,7-6 2 15,0 0 36-15,5 1-1 0,1-1-5 0,1 2-5 16,3-2 5-16,1-1 1 0,2 1-12 15,6-4 6-15,-1-1-7 0,4-1 2 0,2 2 26 0,2-2-4 16,3 3 2-16,4 3 4 0,3-1 1 0,5 1 0 16,1-3-9-16,7 1-7 0,3-4-6 0,8 3 0 15,5-2 6-15,6-2-7 0,3-5 3 16,4-2 5-16,2-2 1 0,6-4-5 0,3-4-7 0,3-3-3 16,4-4-6-16,9-2-2 0,2-3 1 0,1-4 5 15,4 1 6-15,-1-5-21 0,2-1 21 0,0-2-25 16,4-1 19-16,0 1-24 0,2-1 21 0,3-3-11 15,0 1 27-15,-3 0-29 0,-1-1 31 0,1 0-37 16,-2-1 0-16,5-1 0 0,17-2 0 0,0 1-3 16,-1-5 2-16,-2 2 6 0,-1-1-3 0,-1-1 1 15,4-4-3-15,4-3 32 0,5 0-39 0,1-6 33 16,-1-2-37-16,2-5 30 0,-1-1-37 0,4-4 32 16,1-2-34-16,-1-4 33 0,-3 1-32 0,-4-2 37 15,-6-1-41-15,-4 3 13 0,-6 0-1 0,-8 1 0 16,-3 0 32-16,-8 3-38 0,-20 4 34 0,-1 2-32 15,-4-2 34-15,-6 1-2 0,-2-2-4 0,-8-2-41 16,1 2 37-16,-8-3-32 0,-3 0 35 0,-3-2-33 16,-4 2 4-16,-3-1 17 0,-7 5 0 0,-2 0 1 15,-4-2 0-15,0-1 39 0,-5-3-48 0,1 3 40 0,-3-4-24 16,-2-1 38-16,-4 1-54 0,0-2 44 0,0-2-51 16,-4 0 3-16,-2 1 5 0,-3 2 20 0,-4-8-4 15,-3 4-1-15,-4 3 36 0,-4 0-51 16,-7 4 34-16,-2 4-43 0,-6 0 46 0,-7 5-50 15,-4 3 43-15,-7 2-48 0,-5 3 48 0,-10 4-46 16,-4 2 43-16,-11 4-2 0,-8 4-5 0,-2 4-44 16,-8 4 44-16,-22 2-40 0,-8 7 44 0,-5 5-46 15,-4 6 50-15,-2 5-50 0,-8 9 47 0,-6 2-42 16,-7 9-3-16,-4 8 6 0,-35 18-13 0,2 7-36 16,0 8-50-16,4 5-60 0,7 4-75 0,6 2-63 0,3 1-76 15,9 5-78-15,6 4-98 0,8 2-578 0,32-18-759 16</inkml:trace>
  <inkml:trace contextRef="#ctx0" brushRef="#br0" timeOffset="53196.8">23180 13477 12 0,'-3'-15'654'0,"2"2"-196"0,-4 3-68 0,3 1-76 0,-1 0-62 16,-1 2-47-16,0 0-49 0,4 7-16 0,-4-9 11 16,4 9 18-16,0 0 18 0,-11-1 14 0,11 1-10 15,-4 8-9-15,4-8-29 0,0 15-16 0,6-5-17 0,-2 1-11 16,5 3-2-16,2-1-16 0,1 2 1 16,2-1-3-16,0-1-22 0,2 0 6 0,0-2 6 15,-4-2 1-15,1-1-8 0,-1-2 31 0,0-1-22 16,-1-3 6-16,2-2-8 0,-1-3 25 0,3-5-49 15,-1-4 21-15,5-6-45 0,-3-5 20 0,3-8-39 16,-3-5 32-16,1-4-46 0,-2-3 6 0,-1-12-4 16,2-1 7-16,-5-5-3 0,2-1-1 0,0-2 4 15,-2-6 30-15,1-4-49 0,-1-2 40 0,1-3-44 16,0-4 3-16,1-1 14 0,4-2-7 0,-2 0-2 0,6-17 38 16,0 1-21-16,1-1 10 0,6 2-44 0,-1 5 0 15,1 16 13-15,0 4-8 0,2 7-27 16,-2 3-8-16,0 7-28 0,-5 10 5 0,-4 11-2 15,-1 5-43-15,-5 9-53 0,-3 7-26 0,0 6-46 0,-3 3 4 16,-7 8-24-16,7-3 12 0,-7 3-36 0,4 9-2 16,-3 2-37-16,1 7-86 0,-2 1-366 0,0 6-303 15</inkml:trace>
  <inkml:trace contextRef="#ctx0" brushRef="#br0" timeOffset="53863.01">23671 15748 449 0,'-5'-11'555'0,"2"1"-41"0,1 1-57 0,0 3-91 15,0-1-92-15,-1 1-54 0,3 6-44 0,-4-11-37 16,4 11-27-16,0-8-4 0,0 8 45 0,0 0-3 0,0 0-19 16,0 0-19-16,12 3 16 0,-12-3-17 0,11 7-6 15,-3-4-10-15,-2 2-10 0,2-1 6 16,2-1 10-16,0 1 8 0,1-3 13 0,0-1 8 16,1-1-7-16,0-3-1 0,1-3-18 0,3-6-20 0,3-6 22 15,0-3-12-15,0-7-56 0,3-6 40 0,-2-2-58 16,3-10 7-16,2-1-5 0,-1-7-10 0,-1-1 40 15,1-7-48-15,-1-3 39 0,3-5-52 16,-1-4 47-16,7-16-49 0,1 0 0 0,3-2 5 0,-1-1 1 16,-1 3 40-16,2-3-59 0,-3 2 50 0,-6 17-52 15,-4 4-49-15,1 3-30 0,-5 10-49 0,-3 13-52 16,-2 7-100-16,-4 10-123 0,-2 7-33 16,-1 8-48-16,-3 7-74 0,-4 6-386 0,0 0-557 0</inkml:trace>
  <inkml:trace contextRef="#ctx0" brushRef="#br0" timeOffset="54312.74">25571 16908 381 0,'0'9'797'0,"-2"-3"-147"0,2-6-113 0,-2 10-113 0,2-10-80 0,-1 9-49 0,1-9-41 16,-1 6 5-16,1-6-9 0,0 0 12 0,0 8-31 16,0-8 3-16,0 0 1 0,0 0-12 0,0 0-29 15,0 0 4-15,0 0-23 0,9-12-27 0,-4-1 1 16,0 0 5-16,1-7-42 0,1-4 43 0,-1-4-9 16,4-3-24-16,-2-11-24 0,0-2-4 0,-2-4 2 15,4-3-15-15,-1-14-17 0,0-3-11 16,1-5-46-16,1-2 4 0,-1-3 33 0,0-6-55 0,-1-3 15 15,-1-5-50-15,-1-2-120 0,1-4-16 0,-2-19-100 16,-3 20-89-16,-1-22-94 0,-2 19-102 0,0 1-22 16,-1 2-89-16,1 1-629 0,0 7-909 15</inkml:trace>
  <inkml:trace contextRef="#ctx0" brushRef="#br0" timeOffset="56551.86">21866 13809 9 0,'7'9'641'0,"-2"-1"-171"0,0-1-129 0,-3-1-53 0,2-1-80 15,-4-5-15-15,7 9-65 0,-7-9-7 0,5 8-32 16,-5-8 29-16,4 7 46 0,-4-7-29 0,0 0-2 15,0 0-12-15,0 0-5 0,-7-4-22 0,7 4-8 16,-5-13-20-16,0 5 23 0,2-3-10 0,-3-3-8 16,2-1-12-16,0-2 7 0,-1 0-8 0,3-3-12 15,-2-3-8-15,0-1-3 0,1-1-2 0,-3 0-5 16,2-6-5-16,-1-1-4 0,1-2 0 0,-2 1-1 16,-1-6-4-16,-3 0 0 0,1-1-2 0,0 1 0 15,-1-1-6-15,-1-1 13 0,2 0-3 0,-3 1 5 16,2 1-1-16,-2-2 2 0,0 1-11 0,0 0 3 15,-2-2-2-15,-1 2-4 0,-2-2-2 0,2 1 2 0,-3-3 7 16,1 1 20-16,-2-1-1 0,4-1 8 16,-2 2 5-16,-2 0 2 0,5-2-12 0,-3 3-5 15,3 3-6-15,-2-1-3 0,2 4 0 0,1-1 3 16,-1 1-8-16,2 1-5 0,0 6 9 0,1-5-10 0,0 3 1 16,-1 2-8-16,3-1 5 0,-1-2-2 15,-1-2 2-15,0-1-6 0,-1-2 2 0,1 1-5 16,2-2 11-16,0 3 1 0,-2-2 16 0,1 1-15 15,-2 0 1-15,3 1-1 0,0 3-5 0,0 0 2 0,-5-2 1 16,5 4 7-16,-6-4-17 0,0 2 1 0,-3-1 1 16,-1 1-1-16,-3 0 7 0,-4 0-13 0,2-4 15 15,-4 1-15-15,-5-5 10 0,1 1-8 16,-3 0 9-16,2-1-9 0,-1 2 9 0,-1-1-15 0,6 7 22 16,-1 0-14-16,0 3 15 0,0-3-11 0,2 3 0 15,-1 1 0-15,2-1-7 0,-1 4 6 16,0-1 9-16,1-1-13 0,-3 3 12 0,2 1-6 0,-1-2 1 15,-2 2-13-15,0 0 3 0,1 0-1 0,-2 1 1 16,-1-2 1-16,-1 2 0 0,0-1 12 0,-1 0-12 16,2 1 11-16,-4-1-17 0,3 0 16 0,-2 2-14 15,1-1 12-15,-3-1-13 0,4 2 17 0,0 0-15 16,-2 1 15-16,3-1-18 0,-1 0 15 0,-1 2-13 16,3 0 14-16,-2 0-12 0,-2 1-3 0,2 0 5 15,0 0 0-15,-3 2-2 0,0-1 0 0,0 1 5 16,-4 0-3-16,2 2-1 0,-4 2 2 0,-4-3 2 15,2 3 0-15,-2 1-1 0,-3 1-4 0,4-1 3 16,-1 3 1-16,2 0 2 0,3 0-2 0,3 4-2 16,0-1 3-16,3 1-2 0,-1 0-1 0,3 2 2 15,-3-1-2-15,4 3 5 0,-3 0-4 0,-3 2 1 16,2 1-2-16,-5-1-1 0,-4 3 0 0,-4 1 4 16,3 0-2-16,-4 2 2 0,-1 1-2 0,-1 0 0 15,-1 1 2-15,-2 1-1 0,-5 3-5 0,-2 0 7 16,2 0-3-16,1 3 11 0,7-4-15 0,-5 1 12 15,8 1-12-15,1-3 13 0,-1 3-16 0,3-2 18 16,0-1-16-16,1 1 12 0,2 2-13 0,0-3 14 16,3 2-12-16,-3 1-2 0,5-1 2 0,-1 1 5 15,2 1-2-15,-2 1 0 0,4-1-1 0,0 2 2 16,3-1 3-16,-1 2-5 0,2-1 4 0,1 2-5 0,0-1 16 16,3 2-15-16,0 2 15 0,1 0-12 15,3 0 7-15,2 1-11 0,3-2 5 0,0 3-7 16,5-1 4-16,0 3 0 0,1 1 0 0,4 0-1 0,3 3 3 15,1-1 0-15,3-3 12 0,4 1-13 0,3 3 1 16,1 0 0-16,3 0 2 0,6 5-2 0,-2-4 2 16,1 1 3-16,4 0-1 0,-4-2 7 0,2-5-11 15,1 3 8-15,-3-2-11 0,3-4 15 0,-3 1-12 16,3 1 9-16,-3-1-12 0,0-2 11 0,-1-5-12 16,-2 1 12-16,2 0-15 0,-3-2 4 0,-1 0 3 15,1-4-4-15,-2 1 1 0,-2-2-2 0,1-3 0 16,-2 1-10-16,1-1-22 0,-2-2-39 0,0 0-40 15,-1 1-56-15,-3-7-59 0,1 9-51 0,-1-9-28 16,-3 9-17-16,3-9-32 0,-9 5-14 0,9-5-13 16,-10 2-413-16,10-2-324 0</inkml:trace>
  <inkml:trace contextRef="#ctx0" brushRef="#br0" timeOffset="56862.98">16849 11303 421 0,'-12'-17'391'0,"0"-1"-57"0,1 1-40 16,0 1 2-16,2 4-73 0,1 1-24 0,2 3-60 15,-1 1-11-15,2 3-36 0,5 4 41 0,0 0 2 16,0 0 14-16,-11 4-36 0,11 5 24 0,0 1-23 16,1 2 32-16,3 4-32 0,1 4-4 0,4-1 18 0,1 5-7 15,5 0-28-15,-2 2 29 0,6-2-18 16,1 2-15-16,1 0 12 0,0-6-11 0,-1 1-12 16,2-2 14-16,-2-3-9 0,1-2-9 0,-2-3-8 15,0 0 30-15,-2-2-10 0,1-2-8 0,-3-3-5 0,3 0 0 16,-1-3-8-16,-1-2-14 0,2-3-2 15,4-3-9-15,1-1-5 0,2-5-1 0,3-3-8 16,2-4-3-16,-2-3-6 0,3-4-7 0,-3-2 3 0,1-3 0 16,-2-1-5-16,-3-5-1 0,4-8-5 15,-5-1 1-15,-3 3 0 0,-4 2-5 0,0-2-1 0,-3 1 9 16,-1 1-7-16,-3 3-1 0,-1 8-2 0,-3 2-44 16,-3 4-129-16,0 5-133 0,-2 2-139 0,-2 5-161 15,-2 2-693-15,1 5-907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46:30.5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9922 3587 238 0,'-5'-10'616'0,"-2"4"-127"0,2 1-60 0,0 1-21 0,1-1-44 16,4 5-25-16,-6-8-27 0,6 8-23 0,-5-6-34 15,5 6-6-15,-5-5-9 0,5 5-3 0,0 0-15 16,-3 7-6-16,3-7-25 0,3 15-5 0,-2-4-74 16,3 3 28-16,0 2-64 0,0 4 2 0,1 1-17 15,2 4 38-15,-2 3-60 0,2 0 34 0,1 0-58 16,2 0 50-16,-4 2-59 0,3-1 37 0,0-2-50 16,1 0 39-16,-1 0-73 0,-1-5-7 0,1-2-93 15,-3-1-73-15,3-1-86 0,-4-2-106 0,2-2-53 16,-1-3-85-16,-2 0-64 0,0-4-436 0,-2-1-662 15</inkml:trace>
  <inkml:trace contextRef="#ctx0" brushRef="#br0" timeOffset="267.36">9833 3767 1 0,'-7'-16'722'0,"2"0"-194"16,1 2-127-16,3 0-65 0,-1 2-33 0,5-1-32 0,1-2 4 15,1 5 19-15,4-5-4 0,1 4-10 0,6-3-29 16,0 3-36-16,2-2-32 0,0 4-42 0,4 1-24 15,-2 0-21-15,1 4-20 0,-2-1-16 0,-1 3-11 16,1 0-10-16,-5 2-6 0,1 2-9 0,2 0-1 16,-3 3 10-16,-1-1 5 0,-3 4 3 0,0 0 5 15,-2 1-18-15,-4 1 17 0,-3 1-26 16,-1 1 17-16,-4 3-24 0,-1-1-4 0,-3-2 17 0,-2 3-24 16,-3-1 18-16,-1 0-25 0,0-3 24 0,3 2-23 15,-2-6 11-15,0 0-17 0,2-1-40 0,-1-1-92 16,3-1-85-16,9-4-74 0,-16 1-33 0,16-1-80 15,-12-5-52-15,8-1-67 0,4 6-372 0,0-14-473 16</inkml:trace>
  <inkml:trace contextRef="#ctx0" brushRef="#br0" timeOffset="500.45">10287 3502 535 0,'11'-4'573'15,"-2"-1"-105"-15,-3 3-60 0,-6 2-24 0,12-7-32 16,-12 7-4-16,6-3-24 0,-6 3-11 0,0 0-31 0,0 0-24 15,0 0-49-15,0 0-30 0,-6 7-17 0,-1-1-20 16,-1 2-7-16,-2 3-16 0,3-1-42 0,-2 3 24 16,1 2-49-16,-1 0 33 0,3 3-43 15,-1-4-17-15,5 2-6 0,-1 1-2 0,2 0-3 16,2-2-1-16,2 2-3 0,3-2 37 0,1-1-49 16,4 0 39-16,2 1-47 0,3-3 43 0,-3-2-48 15,6-1 25-15,-2-3-50 0,1-2-34 0,-2 2-79 16,2-3-90-16,-2-3-118 0,0 0-69 0,-2-4-107 15,0 1-107-15,-1-1-374 0,0-2-627 0</inkml:trace>
  <inkml:trace contextRef="#ctx0" brushRef="#br0" timeOffset="884.25">10460 3543 425 0,'0'0'567'0,"0"0"-153"16,0 0-46-16,0 0 16 0,5 5-6 0,-5-5 6 15,9 4-10-15,-9-4-20 0,14 5-43 0,-5-2-49 16,3 1-49-16,1-2-42 0,3 2-36 0,3-1-23 16,0 1-16-16,3 3-7 0,1-4-25 15,-1 0-17-15,-3-1-22 0,0 2-27 0,-1-4-33 0,1 4-42 16,-2-3-43-16,-3-1-44 0,-1 0-53 0,-2 0-35 16,-2-3-19-16,0 0 21 0,-4-1 30 0,-5 4 25 15,5-10 48-15,-5 2 17 0,-2 0 42 0,-6-2 0 0,2 0 34 16,-3-3 1-16,-4-2 44 0,-1 5 14 15,1-5 59-15,-2 1 38 0,3 5 28 0,1-1 38 16,0 2-4-16,4-1-16 0,-1 4-35 0,2 0-16 16,6 5-7-16,-9-5 33 0,9 5 7 0,-4 7 22 15,4-7-23-15,-4 12 14 0,4 1-13 0,0-2 8 16,0 3-18-16,-1 0 0 0,-2 4-2 0,2 0-47 16,-4 0 18-16,1 3-45 0,-1 1-8 0,-1-2-6 15,-1 1 23-15,-3-2-44 0,4-3 15 0,-1-1-82 0,-2-2-81 16,2 0-99-16,0-7-123 0,1 0-70 0,6-6-104 15,-12 7-92-15,12-7-358 0,-9-7-581 0</inkml:trace>
  <inkml:trace contextRef="#ctx0" brushRef="#br0" timeOffset="1133.36">10726 3334 569 0,'0'0'568'0,"20"-2"-59"0,-20 2-3 16,21 2-37-16,-10 1-51 0,1-2-20 0,0 3-46 15,5-1-35-15,-2 0-50 0,2 2-62 0,2 1-41 16,2 1-26-16,-3 2-31 0,2 0-22 0,-3 1-17 16,-1-2-12-16,0 4-9 0,-1 0-11 0,-5-1-1 15,0 1-8-15,-6 2-6 0,1 0-5 0,-2 1-1 16,-3 0-19-16,-3-1 20 0,-1 3-24 0,-1-3 27 16,-5 4-30-16,1-3 11 0,1 0-43 0,-2-2-41 15,0-1-60-15,1 1-49 0,1-5-50 0,1 1-49 16,-1-3-17-16,3 0-64 0,5-6-55 0,-8 4-77 15,8-4-373-15,0 0-434 0</inkml:trace>
  <inkml:trace contextRef="#ctx0" brushRef="#br0" timeOffset="1599.98">10475 4623 337 0,'-4'-6'664'0,"4"6"-128"0,-6-7-52 0,6 7-58 0,-4-7-62 0,4 7-34 0,-7-6-34 15,7 6-2-15,0 0 7 0,0 0-16 0,0 0-50 16,0 0-28-16,1 10-28 0,5-2-32 0,-1 3-23 15,3 2 2-15,1 2-19 0,4 3-19 0,-3 1-14 16,6 1 28-16,0 3-66 0,0-1 43 0,1 0-61 16,0 0-5-16,-2 0 0 0,0-2-20 0,-3-2-35 15,3-1-59-15,-6-3-72 0,2-2-61 0,-4-1-46 16,1-2-48-16,-3-3-10 0,-1 0-66 0,-4-6-14 16,0 0 4-16,0 0 9 0,0 0 10 0,-8-10-25 15,-1-1-177-15,0-5-111 0</inkml:trace>
  <inkml:trace contextRef="#ctx0" brushRef="#br0" timeOffset="1799.89">10541 4720 831 0,'-15'-23'383'0,"1"2"-55"0,4 2-9 0,1 3-62 16,4 1-7-16,0 2-43 0,1 1 14 16,4 1-14-16,0 1 12 0,4 2 1 0,2 1-13 15,1-1-12-15,0 4-23 0,4-1-13 0,0 3-11 0,1 1-28 16,-12 1-21-16,25 1-15 0,-13 0-13 0,0 3-13 16,0 0-11-16,-2 0-8 0,2 2-4 15,-6 0-10-15,2 1 2 0,-3 1-5 0,1 1 7 16,-6 2-8-16,0-2 7 0,-1 2-12 0,-4-1 5 0,-1 2-14 15,-2 0 13-15,-1-2-16 0,-4-1 8 0,4 0-14 16,-1-2 6-16,0-3-54 0,1 0-85 0,9-4-107 16,-16 0-106-16,9-4-88 0,2-2-105 0,2-2-505 15,2-4-665-15</inkml:trace>
  <inkml:trace contextRef="#ctx0" brushRef="#br0" timeOffset="2033.71">10813 4388 462 0,'0'0'691'16,"0"0"-138"-16,0 0-86 0,0 0-61 0,0 0-31 16,0 0-21-16,0 0-23 0,0 0-37 0,-8 6-23 15,8-6-48-15,-6 9-36 0,2-2-22 0,-1 1-27 16,2 1-26-16,-2 3-19 0,4 0 4 0,-1 1-10 16,1-1-4-16,2 3-3 0,2-2-5 0,0 3-10 15,2-2-8-15,1-1 1 0,-1-1-11 0,4-1-8 0,0-1-2 16,1-1-17-16,2-2-26 0,-2 0-25 15,3-3-39-15,-3-1-50 0,2-2-66 0,0-1-89 16,1 0-106-16,-1-2-52 0,-2-1-142 0,-1-2-618 16,1-1-803-16</inkml:trace>
  <inkml:trace contextRef="#ctx0" brushRef="#br0" timeOffset="2399.96">10937 4378 222 0,'-3'-8'855'0,"3"8"-221"0,0 0-136 0,-2-7-113 15,2 7-43-15,0 0 6 0,0 0 13 0,2-4-14 16,-2 4-8-16,0 0-83 0,13-2-44 0,-13 2-36 16,16 2-34-16,-4-1-26 0,1 0-20 0,-2-1-24 15,5 3-12-15,-4-1-14 0,4-1-7 0,-3-1-7 16,-2 2-11-16,3-2-14 0,-1 1-19 0,-2-2-24 16,-11 1-32-16,21-3-25 0,-12 0-28 15,-2-1-15-15,0-2 10 0,-2-1 21 0,-1-1 20 0,-3-1 18 16,0-2 12-16,-1 2 15 0,-1-4 19 0,-1 1 27 15,-1-1 39-15,-1 1 48 0,0 1 47 0,0 1-4 16,2 0 30-16,-1 2-68 0,-2-1 24 0,3 4-70 16,-1-1 35-16,3 6-63 0,-1-8 47 0,1 8-56 15,0 0 74-15,2 6-41 0,1 2 46 0,3 3-36 16,-1 0 41-16,2 6-48 0,1 2-5 0,-2 2 4 16,4 0 2-16,-2 1-8 0,0 0-7 0,2-1-9 0,-3 2-4 15,1-1-4-15,0 1-6 0,-1-3 1 16,1 0-9-16,-3-4-25 0,-1 0-57 0,1-2-69 15,-1-3-66-15,0 0-78 0,-2-1-135 0,-2-10-65 0,1 8-156 16,-1-8-678-16,0 0-926 0</inkml:trace>
  <inkml:trace contextRef="#ctx0" brushRef="#br0" timeOffset="2620.08">11277 4063 539 0,'6'-4'761'0,"-6"4"-133"0,14 0-67 0,-5 3-73 0,0 2-36 15,1 1-36-15,2 3-49 0,-2-2-8 0,3 5-99 16,1 0 22-16,0 1-99 0,1 0 11 0,-1 2-78 16,2 2 32-16,0 2-73 0,1 0 25 0,-2 0-63 15,-1-2-5-15,-1-1-3 0,-2 3-4 0,1-1 1 16,-2 0-12-16,-2 0-11 0,-3-1-36 0,-1 1-16 16,-3-1-28-16,-1 2-39 0,-1-1-38 0,-4 2-42 15,-2 1-58-15,-2-1-59 0,-2-1-25 0,-3 1-56 16,-1 2-81-16,2-6-88 0,-1 1-417 0,0-2-572 15</inkml:trace>
  <inkml:trace contextRef="#ctx0" brushRef="#br0" timeOffset="3066.29">11558 4907 1322 0,'2'7'822'0,"-2"-7"-193"16,0 0-132-16,5 6-84 0,-5-6-93 0,0 0-14 16,4 11-52-16,-4-11-24 0,4 11-19 0,1-3 4 0,-1 2-35 15,3 3-33-15,0 0-27 0,2 6-19 0,0-1-16 16,0 1-32-16,4 2 11 0,-3-2-34 16,-1 1 23-16,2-2-21 0,0 1-20 0,-5-4 1 15,4-1-2-15,-6 0-5 0,2-1 31 0,-2-4-32 0,0 1 31 16,-1-1-33-16,-2-1 47 0,-1-8-26 0,-4 8 32 15,4-8-33-15,-8 5 2 0,8-5 25 16,-14-3-38-16,4-2 31 0,-3-2-38 0,1-2 70 0,-2-4-16 16,-2-2-3-16,5-3-7 0,-1 1-8 0,0-8-5 15,2 4-10-15,4-2-6 0,2 2-5 0,3-3-3 16,1 5-11-16,1 0-2 0,3 0 0 0,1 3-2 16,3 0-4-16,-2 3 1 0,3 0 0 0,0 2-1 15,1 4 3-15,1 0-1 0,-2 4-2 0,0 1 0 16,-9 2 2-16,16 0 0 0,-16 0 7 0,14 6-6 15,-10-1 2-15,2 2-4 0,-2 0 1 0,-4 2 0 0,0 0 2 16,0 1 1-16,-6 0-1 0,2 1-18 16,-2-1-28-16,-3 1-44 0,1-1-54 0,-2-2-48 15,1-2-70-15,1 0-87 0,-2-1-119 0,1-4-57 16,9-1-130-16,-13 0-610 0,13 0-877 0</inkml:trace>
  <inkml:trace contextRef="#ctx0" brushRef="#br0" timeOffset="3315.81">11871 4695 596 0,'0'0'959'0,"13"-4"-205"0,-13 4-186 0,0 0-86 0,0 0-64 16,7 4-19-16,-7-4-24 0,-2 12-11 0,-1-5-16 0,-2 3-16 16,1 4-13-16,-3 1-35 0,-1 2-68 15,3 4-43-15,0-1-34 0,-1 1-24 0,4 2-24 0,-2-2-13 16,3-2-2-16,5 0-23 0,-2 3 22 0,3-1-38 15,2 0 18-15,1-2-51 0,2-2 15 0,1 0-52 16,1-3-4-16,2-2-66 0,-1-2-11 0,2-4-82 16,0-1-55-16,2-1-62 0,-2-4-114 0,2-3-85 15,-2-1-13-15,0-4-73 0,1-2-83 0,-1-4-426 16,-2-1-724-16</inkml:trace>
  <inkml:trace contextRef="#ctx0" brushRef="#br0" timeOffset="3684.04">12124 4817 134 0,'-10'3'782'16,"-1"1"-160"-16,1 0-97 0,0 0-64 0,1 0-60 16,0-1-24-16,0 1-4 0,3 0-15 0,6-4-18 0,-13 5-37 15,13-5-20-15,-8 3-22 0,8-3-40 16,0 0-44-16,0 0-23 0,0 0-37 0,0 0-26 16,3-6-16-16,5 0-12 0,-2 1-18 0,3-2-5 15,4 0-11-15,-3 0-4 0,1-1-6 0,1 0 4 0,-2 1 8 16,0 2 4-16,-2 0-3 0,1 0-10 15,-1-1-2-15,-1 3-7 0,-7 3 0 0,12-4-2 16,-12 4 22-16,10 1 7 0,-10-1 2 0,9 9 9 16,-8-1-5-16,0 0-9 0,1 5-4 0,-4-1-4 0,1 1-8 15,-1 3-1-15,-2-1-3 0,0 1-5 0,2-3-2 16,-1 1-2-16,-1 1 4 0,2-3-6 16,0-2 2-16,0-1 3 0,-1 0 4 0,2-1 71 0,-2-2 37 15,3-6 36-15,-2 11-15 0,2-11 59 0,1 7-79 16,-1-7 21-16,0 0-73 0,12-1 31 0,-3-3-65 15,3-2 29-15,1-2-67 0,4-3 0 16,1 1 0-16,-2-3 0 0,2 0-62 0,1 1-76 0,0-5-65 16,-2 3-81-16,0-1-84 0,-3 0-78 0,2-1-128 15,-4 2-101-15,-2-1-146 0,0 2-646 0,-3 0-1085 16</inkml:trace>
  <inkml:trace contextRef="#ctx0" brushRef="#br0" timeOffset="3936.1">12383 4554 748 0,'0'0'927'16,"-2"-5"-187"-16,2 5-164 0,0 0-77 0,0 0-81 15,-3-7-55-15,3 7-23 0,0 0-33 0,11-1 23 16,-11 1-31-16,17 4 40 0,-4-2-42 0,4 3-26 16,1 2-80-16,2 2-8 0,-1 1-60 0,2 1 6 15,2 3-51-15,-3 2 11 0,-1 0-44 0,-1 0 19 16,-5 0-13-16,2 1-8 0,-3 0-9 0,-1 0-2 15,-3 1-21-15,-3-1-8 0,-1-1-8 0,-3 1-6 0,-1-3-17 16,-1 2-15-16,-3-2-19 0,2 1-35 16,-2-3-43-16,-1 1-62 0,-2-4-62 0,2 0-52 15,3-2-80-15,-4-2-116 0,6-5-47 0,-6 4-130 0,6-4-645 16,0 0-937-16</inkml:trace>
  <inkml:trace contextRef="#ctx0" brushRef="#br0" timeOffset="4165.96">13145 4506 1493 0,'0'0'901'0,"0"0"-221"0,-4-6-117 16,4 6-82-16,0 0-54 0,3-9-69 0,-3 9-48 15,6-9-47-15,-1 2-40 0,7-2-45 0,-1 0-39 16,5-1-31-16,2-1-43 0,1 2-50 0,-1-1-51 15,2 0-60-15,-2 2-70 0,-1 1-52 0,-3 1-55 16,2 2-59-16,-5 0-60 0,0-1 3 0,-11 5-89 16,14 2-8-16,-14-2-75 0,5 7-312 0,-5-1-430 15</inkml:trace>
  <inkml:trace contextRef="#ctx0" brushRef="#br0" timeOffset="4316.83">13160 4666 637 0,'-9'11'762'0,"2"-2"-104"0,2-2-83 0,0-2-95 16,5-5-52-16,-4 7-53 0,4-7-51 15,0 0-50-15,15-4-60 0,-6-2-38 0,6-3-40 16,2 1-22-16,3-3-22 0,6-3-24 0,-3-3-10 16,5 3-28-16,2-5-71 0,0-2-77 0,-2 0-143 0,-3 6-120 15,-1-3-137-15,-2 0-226 0,-2 0-297 0,2-1-655 16</inkml:trace>
  <inkml:trace contextRef="#ctx0" brushRef="#br0" timeOffset="4767.14">13745 4111 1160 0,'-7'-10'889'0,"3"1"-146"0,-1 1-181 16,2 0-66-16,1 3-135 0,-3 0-22 0,5 5-93 15,-3-9 26-15,3 9-79 0,0 0 29 0,0 0-73 16,0 0 25-16,0 0-75 0,12 6 19 0,-5 1-60 16,5 2 30-16,2 4-54 0,0 2 26 0,3-4-86 15,-2 3 1-15,0-3-102 0,0 0-38 0,-3-1-53 16,0-3-45-16,-2 3-32 0,0-6-29 0,-2 1-14 0,-8-5-9 16,11 4-26-16,-11-4 10 0,9-5 41 15,-9 5 51-15,7-13 76 0,-6 4 43 0,0-1 98 16,-1-2 39-16,0-3 31 0,-1-1 29 0,0 0 23 15,-2 0 28-15,2-2 54 0,-2 2 82 0,3 2 51 0,-2 1 25 16,-1 1-2-16,2 1-18 0,1 1-60 16,-1 2-28-16,1 8-47 0,0-13 25 0,0 13-18 15,0 0 14-15,10 4 64 0,-5 7-64 0,0 2 40 16,4 6-35-16,2 5 15 0,0 4-51 0,2 4 17 0,2 4-62 16,-2 0-18-16,2-2-15 0,-2 3-11 15,2-2-9-15,-3-2-34 0,0-3 24 0,-1-2-71 0,-1 0-12 16,0-2-89-16,-2-4-93 0,-2-1-80 15,1-3-119-15,-2-3-97 0,0-1-78 0,-3-3-139 0,1-3-488 16,-2-2-839-16</inkml:trace>
  <inkml:trace contextRef="#ctx0" brushRef="#br0" timeOffset="5166.27">14179 4302 521 0,'6'-7'858'0,"-2"0"-175"0,1 1-105 0,-1 1-72 16,3-1-54-16,-2-1 23 0,2 2-67 0,2-1-11 15,-1-1-17-15,1 2-24 0,4-2-27 0,-2 1-36 16,3-1-50-16,0 2-51 0,1 0-39 0,0 0-31 16,-5 2-26-16,3 1-20 0,-3-1-19 0,1 1-9 15,-11 2-15-15,16 0-5 0,-16 0-12 0,14 5-12 16,-10 0-5-16,-2 2-10 0,-1 0-2 0,-2 1 10 16,0 3-12-16,-4 2 5 0,-3-4 2 0,2 4 6 15,-2-2-3-15,2 0 2 0,-2-3 4 0,2 1-2 16,0-4 2-16,1 3 2 0,1-2 3 0,1-3 1 15,3-3 2-15,-8 9 9 0,8-9-9 0,0 0-4 16,3 6-2-16,-3-6 1 0,0 0-5 0,16 0-1 16,-16 0 4-16,19 0-7 0,-19 0 1 0,21 0-2 0,-10 1 1 15,1 1 4-15,-2-1-6 0,3 4 3 0,-3-1 1 16,-1 2-2-16,1 0 2 0,-1 3-4 16,-1-1-19-16,-3 1 28 0,1 0-27 0,-4 2 35 15,-2 0-30-15,-2 0 31 0,0 0-25 0,-6 0 31 0,-1 2-30 16,-1-3 30-16,-8 0-29 0,3 1 27 0,-6-3-29 15,0-2 25-15,-5 1-52 0,-2-5-26 0,1 0-93 16,-4-4-75-16,-7 0-74 0,1-3-184 0,-5-3-159 16,6 2-237-16,-5-4-497 0,1-2-987 0</inkml:trace>
  <inkml:trace contextRef="#ctx0" brushRef="#br0" timeOffset="5866.97">12110 3952 502 0,'0'0'661'0,"0"0"-137"0,0 0-42 16,-13-4-26-16,13 4-14 0,0 0-5 0,0 0-26 16,-10 0 22-16,10 0-98 0,0 0 7 0,0 0-92 0,-4-6-5 15,4 6-89-15,4-4 7 0,-4 4-75 0,10-10 23 16,-2 3-69-16,1-1 13 0,2-1-112 16,2 1-53-16,0-1-62 0,0 0-70 0,-2-1-75 0,2 1-86 15,-3 1-27-15,-1 0-88 0,1 1-54 0,-2 1-461 16,-8 6-647-16</inkml:trace>
  <inkml:trace contextRef="#ctx0" brushRef="#br0" timeOffset="6016.07">12160 4005 86 0,'-2'9'779'0,"1"-3"-216"0,1-6-128 0,4 8-92 0,-4-8-43 16,8 4-33-16,-8-4-33 0,16-4-34 0,-7-1-38 0,4-2-33 15,6-2-25-15,0-2-21 0,3-3-23 0,2-1-96 16,2 1-97-16,-2-3-132 0,-2-2-156 0,4 2-487 15,-5-2-473-15</inkml:trace>
  <inkml:trace contextRef="#ctx0" brushRef="#br0" timeOffset="6515.78">12599 3623 503 0,'-1'-8'574'0,"1"8"-113"15,0-6-41-15,0 6 4 0,-1-8-26 0,1 8-12 16,-1-9-29-16,1 9-35 0,0-8-38 0,0 8-48 15,1-13-50-15,0 7-33 0,3 0-20 0,0-1-16 0,2 1 0 16,-1-1-8-16,0 2-37 0,2-2 20 0,-1 3-47 16,4-2 23-16,-2 3-40 0,1 2 20 15,-9 1-36-15,16-2 27 0,-16 2-37 0,15 2 34 16,-9 2-34-16,2 2 31 0,-3 1-42 0,-3 1 38 16,2 0-40-16,-4 3 43 0,0 2-46 0,-1 1 11 0,-3-2-1 15,1 1 17-15,0-1-18 0,-1-1 9 16,0-1-1-16,2-1 7 0,-1 0 3 0,-1-2-5 15,3 2 4-15,1-9 3 0,-3 9 0 0,3-9-2 0,4 4 1 16,-4-4-6-16,12-1-7 0,-2-3-29 0,1-3-37 16,3-1-43-16,3-2-64 0,-1-3-71 0,0-1-71 15,3-3-44-15,-1-2-21 0,-1 0-31 16,-3-3 28-16,0-1 17 0,-5 2 46 0,-2-6 51 0,0 5 53 16,-5-2 74-16,-2 0 75 0,0-2 64 0,-5 1 70 15,0 1 35-15,0 2 60 0,-3 0 15 0,1 0 39 16,-2 3 44-16,0 3 47 0,1-1 9 0,2 5-8 15,-2-1-26-15,3 5-41 0,0-2-44 0,1 5 2 16,4 5-38-16,0 0 25 0,0 0-4 0,-4 6-12 16,7 6-2-16,2 1-21 0,4 6-4 0,2 3-22 15,5 4-2-15,0 4-1 0,2 1-18 0,3 1-9 16,-1 0-7-16,-1-1-48 0,2 1 28 0,-2-2-42 16,-1 0 26-16,-2-4-41 0,-3-1-2 0,4-3-15 15,-5 1-40-15,0-4-57 0,-2-3-78 0,0 0-61 16,-2-3-62-16,1-1-60 0,-4-4-73 0,0 0-35 15,0-3-122-15,-5-5-675 0,0 0-880 0</inkml:trace>
  <inkml:trace contextRef="#ctx0" brushRef="#br0" timeOffset="6916.28">13272 3339 78 0,'1'-12'1012'0,"0"1"-273"15,-1 2-134-15,0 1-87 0,-1 0-29 0,0-1-36 0,-1 4-32 16,0-1-60-16,-1 0-42 0,-1 0-50 0,-3 2-40 15,7 4-30-15,-12-6-37 0,12 6-32 0,-16-1-25 16,5 2-21-16,1 2-15 0,0 0-14 16,0 2-14-16,1 0-8 0,0 1-7 0,0 0-5 0,1 2 2 15,3 1-10-15,1 0-9 0,0 1-17 0,3 0-9 16,-1-1-3-16,4 3-9 0,-1-4-1 16,3 3-11-16,0-3 4 0,2 1 1 0,2-1-31 15,2 0 8-15,-1-3-5 0,-1-1-9 16,1 0 2-16,1-2 4 0,-10-2 9 0,17 0 9 0,-7-4 14 15,-1 1 5-15,-1-2 7 0,-2 1 10 0,2-5 18 0,-2 2 35 16,-2-2 32-16,-2 2 23 0,1-3 16 0,0 3 21 16,-3 0-3-16,2 2-9 0,-2 5-13 0,0-13-23 15,0 13-17-15,0-9-15 0,0 9-14 0,0 0-5 16,0 0-3-16,0 0-5 0,0 0-6 0,10 11-2 16,-6-2 1-16,1 4-1 0,-1 2-4 0,4 2 1 15,1 2 3-15,0 0-6 0,0 1-33 0,2-1 42 16,-2 0-37-16,0 1 36 0,0-2-63 0,1 0-39 15,-1-2-51-15,-1-2-64 0,1-2-62 0,-3 1-70 16,-1-5-70-16,-1 1-78 0,1-1-76 0,-3-2-159 16,0 0-347-16,-2-6-682 0</inkml:trace>
  <inkml:trace contextRef="#ctx0" brushRef="#br0" timeOffset="7583.49">11427 3299 379 0,'0'0'757'0,"-11"0"-158"0,11 0-78 0,0 0-60 0,-14-3-32 16,14 3-20-16,0 0-33 0,-12 0-10 0,12 0-52 15,0 0-46-15,0 0-34 0,-4-6-44 0,4 6-29 16,8-8-41-16,0 2-30 0,3-3-14 0,1 1-37 16,2-3-71-16,3 1-58 0,-2-2-51 0,1-1-66 15,1 2-76-15,-3 1-67 0,-1 0-30 0,-2 1-42 16,0 1-25-16,-5 2-25 0,-2 1-45 0,-4 5-260 16,6-6-293-16</inkml:trace>
  <inkml:trace contextRef="#ctx0" brushRef="#br0" timeOffset="7732.55">11426 3395 407 0,'7'4'334'0,"-7"-4"-12"0,16 3-56 0,-4-3-20 15,0-4-54-15,4 1-20 0,3-7-39 0,0 0-3 16,5-4-37-16,1-3-8 0,4-4-33 0,-1-1 1 16,0-2-2-16,-2 1-25 0,-1 1-68 0,0-3-121 15,-5 5-144-15,-2-2-339 0,-1 2-157 0</inkml:trace>
  <inkml:trace contextRef="#ctx0" brushRef="#br0" timeOffset="8316.27">12153 2917 53 0,'0'0'640'0,"0"0"-166"16,0 0-81-16,-7 6-37 0,7-6-27 0,-5 3-22 15,5-3-15-15,-7 6-11 0,7-6-18 0,-9 4-20 16,9-4-29-16,-12 9-25 0,5-2-26 0,1-1-9 16,-1 2-26-16,-4 2-12 0,1-1-11 0,-1 2-17 15,-4 2-10-15,2-1-11 0,-2 2 0 0,-1-1 1 16,1 2-2-16,-3-3-9 0,2 1-4 0,0 0-13 16,-2-1-8-16,3-4-5 0,1 3-6 0,1-3-3 15,1-2-1-15,1 2 3 0,2-2-9 0,2-1 16 16,-1-1 13-16,8-4-1 0,-12 2-6 0,12-2-11 15,-8-5-14-15,8 5 2 0,-4-12-9 0,4 4-24 16,1-5 27-16,-1 1-23 0,1 1 28 0,3-3-28 0,-4 1 35 16,3-1-33-16,-2 2 35 0,0-1-17 15,-1-2 53-15,0 5-40 0,1-2 63 0,-1 1-52 16,0 3 52-16,0 0-8 0,2-1-10 0,-2 9-9 16,0-13-7-16,0 13-7 0,1-10-6 0,-1 10-7 15,0-7-5-15,0 7-48 0,0 0 55 0,5 3-51 16,-1 4 57-16,1-1-48 0,-1 4 47 0,5 2-53 0,0 1 52 15,1 2-5-15,3-1-5 0,-3 4 0 0,4 0-7 16,0-2-2-16,-1 0-12 0,2 0-50 0,-2 0-76 16,4-4-71-16,-3 1-62 0,1-1-72 0,-2-1-82 15,1-4-60-15,-4-1-94 0,2-1-121 0,-1-4-290 16,-11-1-573-16</inkml:trace>
  <inkml:trace contextRef="#ctx0" brushRef="#br0" timeOffset="8549.16">12083 2826 691 0,'-6'-16'664'0,"-1"4"-111"0,2 0-48 0,1 2-78 16,-2 1-52-16,2 0-51 0,2 2-25 0,-1 1-36 15,3 6 5-15,-3-6-42 0,3 6 19 0,0 0-46 16,0 0-24-16,11 9 2 0,-4-1-12 0,2 3-19 16,3 1-7-16,2 5-21 0,0 0-21 0,1 3-62 15,3 4 48-15,-1-2-62 0,-1 2 34 0,2 0-9 16,-2 1-12-16,0-3-6 0,1 3-5 0,-3-3-9 0,-1 1-26 15,-2-4-48-15,1 0-81 0,-1-3-72 16,-2-1-58-16,-3-1-63 0,2-2-72 0,-3 0-34 16,2-4-16-16,-2-1-52 0,-3-2-60 0,-2-5-368 0,8 4-513 15</inkml:trace>
  <inkml:trace contextRef="#ctx0" brushRef="#br0" timeOffset="8917.62">12500 2753 628 0,'3'-14'654'0,"0"3"-120"0,0 2-37 16,-2-3-60-16,0 6-46 0,-2-3-35 0,-2 2-47 16,1 1-23-16,-3 0-34 0,-2 2-14 0,-3-1-54 0,1 4-4 15,9 1-46-15,-23 1 16 0,8 4-48 0,0 0 9 16,-1 3-49-16,1-2-16 0,1 5-6 0,0-1-5 16,1 1-2-16,4 0-4 0,-1 2-8 15,2-1-2-15,4 1 3 0,2-1-3 0,2 1 2 0,0-3-44 16,3 0 38-16,3 2-38 0,0-3 38 0,3 0-50 15,1-2 17-15,-1-4-37 0,4 1-1 0,-3-2-14 16,0-2-4-16,3-1 4 0,-3-3 8 0,1 1 11 16,-1-3 19-16,0-2-5 0,-2-1 18 0,-1 0-3 15,-3-1 33-15,1 0 18 0,-2 1 54 0,-1-1 1 16,1 0 19-16,-2 2 7 0,1 1 24 0,-1 0-40 16,0-1 0-16,-1 2-33 0,0 6 4 0,3-8-32 15,-3 8 11-15,0 0-22 0,0 0 14 0,11 8-5 16,-6 1-3-16,4 3-2 0,0 1 1 0,3 3-4 15,-1 1-49-15,4 7 58 0,1-1-46 0,-1-1 44 16,2 5-48-16,-2-4 47 0,-1 2-89 0,0 0-74 16,-2-2-154-16,-3-2-183 0,-2 2-162 0,-4-3-877 15,-3-1-1137-15</inkml:trace>
  <inkml:trace contextRef="#ctx0" brushRef="#br0" timeOffset="20105.36">17276 3816 601 0,'-7'-11'473'0,"3"-2"-112"0,-3 5-74 16,3-1-35-16,-1 0-19 0,1 0-10 0,-1 0-19 0,2 1-13 16,-1 2 14-16,-1-2-27 0,3 2-36 0,2 6-25 15,-4-8-24-15,4 8-12 0,0 0 62 16,0 0 14-16,1 6-25 0,3 3-15 0,5 6-6 0,0 5-18 15,1 4-18-15,4 1-10 0,0 7-10 0,3 1-9 16,-2 0-6-16,2 2-8 0,-2-1-5 0,4 1-3 16,-5-3 6-16,3-1-16 0,-4-2-1 0,1-2 1 15,-3 0-3-15,3-2 0 0,-3 0-6 0,0-2 6 16,-1-2-11-16,-1-3-22 0,-2 0-57 0,-1-3-76 16,2-2-72-16,-2-1-80 0,-1-2-25 0,-2-1-94 15,-1-4-87-15,-2-5-369 0,3 8-441 0</inkml:trace>
  <inkml:trace contextRef="#ctx0" brushRef="#br0" timeOffset="20365.54">17244 3885 130 0,'-8'-30'559'16,"-1"2"-164"-16,5 5-71 0,-1 1-73 0,4 3-5 16,-1 2-24-16,5 2 7 0,0-1-35 0,2 3-7 15,2 0-14-15,2 3-18 0,0 1-26 0,4 3-19 16,-3 3 19-16,3 2-9 0,1 1-10 0,2 3-5 15,0 1-8-15,-2 6-12 0,4-1-7 0,-4 3-11 16,0 2-9-16,-1 0-4 0,-2 0-2 0,-4 2-11 16,-3-1-4-16,-4 2-7 0,-3 0-4 0,-5 2-3 15,-7 3-1-15,-4-2-2 0,-4 3 1 0,-5-2-1 0,-3 0-2 16,-1-4-4-16,5-2-2 0,-1-2-7 0,7-4-7 16,1-1-27-16,2-3-80 0,6-1-109 15,0-3-85-15,12-1-128 0,0 0-171 0,-6-5-294 0,11-1-461 16</inkml:trace>
  <inkml:trace contextRef="#ctx0" brushRef="#br0" timeOffset="21648.46">18152 3438 338 0,'0'0'538'0,"-14"-1"-137"0,5 3-71 16,-5 5-53-16,-1 6-24 0,-3 6-9 0,1 4-13 0,-4 8-14 16,0 2-6-16,3 4-23 0,0 5-9 0,4 2-23 15,2 5-18-15,1 0-18 0,5 0 9 0,5 1 0 16,2 0-20-16,4-3-14 0,4-1 17 16,6-4-15-16,1-1-11 0,4-3-10 0,8-3-2 0,0-3-18 15,3-6-7-15,1 0-13 0,1-4-2 0,2-3-15 16,-1-5 6-16,-2-3-14 0,1-4-2 0,3-3-38 15,-4-4-66-15,3-3-76 0,3-1-78 0,3-5-79 16,-3-3-70-16,-2-2-94 0,1-1-509 0,-9-5-602 16</inkml:trace>
  <inkml:trace contextRef="#ctx0" brushRef="#br0" timeOffset="25398.34">18481 4041 542 0,'0'0'573'0,"-16"-3"-115"0,16 3-66 0,-15-4-34 0,15 4-45 15,-10-3-26-15,10 3-19 0,-10-3-22 0,10 3-34 16,-7-5-33-16,7 5-33 0,0 0-19 0,7-9-14 15,0 4-12-15,5-2-12 0,1 0-6 0,6-3-2 16,1 1-1-16,6-4-6 0,-1 2-7 0,5-3-10 16,4-3 4-16,3 0-12 0,2 0 10 0,0 0-15 15,3-2 12-15,-1 2-31 0,-2-1 8 0,-1 0-18 16,0 4 10-16,-10 0-17 0,-1 1 9 0,-4 4 0 16,-4-1 10-16,-2 3-23 0,-3-3-1 0,-1 4 0 15,-2 0-1-15,-4-1-14 0,-1 1-34 0,-6 6-38 16,4-8-43-16,-4 8-45 0,0 0-52 0,-3-8-56 15,3 8-46-15,0 0-35 0,-11-1-57 0,11 1-69 16,-10 5-381-16,10-5-420 0</inkml:trace>
  <inkml:trace contextRef="#ctx0" brushRef="#br0" timeOffset="25698.55">19225 4026 301 0,'0'-8'730'15,"0"2"-149"-15,-2-2-96 0,1 0-56 0,0 3-32 16,-2-1-34-16,3 6-38 0,-1-11-38 0,1 11-42 16,-3-8-36-16,3 8-41 0,0 0-28 0,-7-3-22 15,7 3-18-15,-9 8-20 0,4 3-10 0,-2 2-7 16,2 1-4-16,-3 5 29 0,2 3-9 0,0-2-38 15,0 2 19-15,3-1-38 0,-1 3 33 16,1-2-40-16,2 0 37 0,-3-2-39 0,4-1 36 0,0-1-46 16,-1 1 1-16,0-2 3 0,2-1-18 0,0-3-28 15,-1-1-47-15,0 1-68 0,3-3-98 0,-3-3-120 16,0 1-126-16,0-8-166 0,0 0-451 0,0 0-731 16</inkml:trace>
  <inkml:trace contextRef="#ctx0" brushRef="#br0" timeOffset="25882.54">18918 4098 833 0,'-8'-6'724'0,"2"2"-159"0,1 1-128 0,5 3-78 16,0 0-35-16,0 0-13 0,0 0 2 0,9 3 4 15,2 1-19-15,6 2-66 0,6 3 25 0,7-2-40 16,5 2 32-16,7 0-37 0,5-2-79 0,-2 0 24 0,1-1-48 16,-1 1 20-16,-7-3-65 0,-2-1 25 0,1 1-58 15,-5-1 14-15,-3 2-88 0,-6-4-2 16,-1 2-104-16,-3-1-89 0,-1-2-132 0,-6 1-149 15,-12-1-117-15,15-1-765 0,-15 1-1002 0</inkml:trace>
  <inkml:trace contextRef="#ctx0" brushRef="#br0" timeOffset="27849.27">18253 3439 111 0,'-2'-15'502'0,"0"2"-113"0,2 3-29 0,-3-3-35 0,3 2-15 0,-3 3-16 15,3-2-32-15,0 2-40 0,0 1-42 16,0 7-34-16,0-12-30 0,0 12-20 0,3-7 69 15,-3 7 11-15,8 2 7 0,-8-2-27 0,12 11 9 16,-3-1-31-16,2 2-14 0,2 3-33 0,1-1-7 0,-2 4-23 16,4 2-3-16,-3 1-18 0,3 1-4 0,-1-1-9 15,-1 1-3-15,1-3-2 0,-3 0-3 0,2-2-7 16,-3 2 2-16,3-4-10 0,-2 0-28 0,-2-1-88 16,3-3-85-16,-4 2-68 0,1-5-76 0,-2-2-77 15,-2 1-72-15,-6-7-439 0,10 1-510 0</inkml:trace>
  <inkml:trace contextRef="#ctx0" brushRef="#br0" timeOffset="28304.43">18358 3407 544 0,'-6'-12'470'0,"2"1"-124"0,1 2-47 16,1-2-28-16,0 1 19 0,2 1-2 0,2 1-1 16,0-3-2-16,2 2-25 0,1-1-29 0,-1-1-42 15,3 4-19-15,0-2-28 0,-2 0-18 0,3 3-25 16,-2 0-13-16,1-1-27 0,0 1-6 0,0 4-13 15,-1-3-4-15,-6 5-11 0,15-3 3 0,-15 3-14 16,12 3 6-16,-7 2-11 0,0 0 5 0,-1 3-9 16,1 4 5-16,-4-1-5 0,-1 3 4 0,-5 4-5 15,3-1 6-15,-5 2-11 0,2 2 10 0,-4-2-9 16,0 0 7-16,4-5-8 0,-1 0 5 0,1-3-5 0,-1 2 8 16,3-5-6-16,-2 1 11 0,2-1-9 15,1-4 8-15,2-4-11 0,-3 6 8 0,3-6-9 16,0 0 5-16,8-3-7 0,-1-1 2 0,4-1-2 15,0-1 7-15,4 0-6 0,1 1 10 0,2 0-8 0,-3 1 9 16,2 1-4-16,-2 1 4 0,0 2-7 16,1 0 9-16,0 2-7 0,3 1 9 0,-3 1-11 15,0 1 12-15,-2 3-11 0,3 0 9 0,-4 0-9 16,0 1 0-16,-1 3-1 0,-1-2 2 0,-1 2 3 0,-3-1 2 16,0 0 15-16,-6 1 4 0,0-1-1 15,-2 0-8-15,-3 2 6 0,-5-2-4 0,-1 0 14 16,-1 0-15-16,-5-3 18 0,2 0-14 0,-5-1 8 0,1-1-14 15,0-2 6-15,2 0-15 0,-2-1 16 0,2-1-23 16,1-2 12-16,2-2-18 0,2-2-54 0,2 1-85 16,2-3-76-16,5 0-59 0,2-3-61 0,4 1-85 15,2-4-109-15,3 0-492 0,5-1-635 0</inkml:trace>
  <inkml:trace contextRef="#ctx0" brushRef="#br0" timeOffset="28598.84">19117 3107 882 0,'0'0'774'0,"0"0"-164"0,0 0-153 16,0 0-91-16,13 0-39 0,-7 3 10 0,4 1-18 15,5 3-17-15,5 4-44 0,4 2-30 0,9 6-9 16,5 4-26-16,6 6-26 0,6 1-37 0,3 6-26 15,-1 2-21-15,0 3-6 0,-1 0-7 0,-2 0-12 16,-3 4-51-16,-4-1 48 0,-5 1-45 0,0 1 39 16,-7 2-51-16,-6-2 42 0,-5-4-5 0,-6-3-7 15,-3 1-13-15,-5-7-1 0,-5 3-11 0,-2-2-26 0,-5-1-21 16,-3-3-66-16,-4 3-9 0,0-6-50 16,0-3-36-16,-4-1-63 0,3-4-102 0,-2-3-84 15,3-3-161-15,0-5-594 0,3-2-819 0</inkml:trace>
  <inkml:trace contextRef="#ctx0" brushRef="#br0" timeOffset="29015.1">20241 3357 207 0,'0'0'554'0,"-11"6"-109"0,11-6-78 0,-7 3 8 16,7-3 14-16,0 0-8 0,-12 3 6 0,12-3-20 16,0 0-23-16,0 0-68 0,0 0-35 0,0 0-64 15,-4-6-11-15,4 6-34 0,13-7 11 0,-5-1-53 16,3 2-14-16,3-4-17 0,4-1-9 0,3 0-9 16,4-3-11-16,1 0-6 0,1 2-6 0,0-1-6 15,1 0-7-15,-3-2-20 0,3 3-55 0,-5-1-82 0,-2 3-54 16,-2 0-69-16,-5 3-66 0,1 0-47 15,-6 2-79-15,-4 0-70 0,-5 5-375 0,7-6-480 16</inkml:trace>
  <inkml:trace contextRef="#ctx0" brushRef="#br0" timeOffset="29182.01">20331 3421 675 0,'0'0'552'0,"0"13"-82"0,0-13-22 0,5 7-17 0,-5-7-27 16,13 5-11-16,-13-5-27 0,18 0-52 0,-4-3-52 15,2 1-60-15,3-2-26 0,4-1-52 0,0-1-6 16,2-2-46-16,-2 3-5 0,7-4-78 0,-2 0-101 16,0-1-125-16,-6 2-109 0,1 0-93 0,-2-4-170 15,-2 1-426-15,-2-1-649 0</inkml:trace>
  <inkml:trace contextRef="#ctx0" brushRef="#br0" timeOffset="29966.19">21177 2919 566 0,'-5'-10'597'0,"5"10"-130"0,-2-7-76 0,2 7-46 0,-3-6-49 0,3 6-4 0,0 0-19 16,-4-7 10-16,4 7-12 0,0 0-7 0,-2-7-45 15,2 7-19-15,0 0-49 0,-3-6-16 0,3 6-39 16,0 0-3-16,1-7-32 0,-1 7-1 0,7-7-21 15,-7 7 12-15,9-8-21 0,-3 3 9 0,2 1-23 16,1-1 12-16,1 0-18 0,-1 2 9 0,0-2-18 16,2 2 14-16,-2 0-17 0,0-1 13 0,-1 1-17 15,2 2 20-15,-10 1-25 0,16 0 22 0,-16 0-22 16,13 1 18-16,-13-1-16 0,11 10 18 0,-7-2-18 16,-2 0 22-16,-2 3-21 0,-2 0 3 0,-1 0 3 15,0 4 0-15,0-1 0 0,-1 1 4 0,-1 0-2 16,0-3 3-16,1 1-2 0,1-3-1 0,-2 0 1 15,3-2-1-15,-1-1 2 0,0 2-2 0,1-4 5 16,2-5-5-16,-3 10 0 0,3-10 1 0,-2 10-2 16,2-10 2-16,2 6-1 0,-2-6 0 0,9 5 4 15,-9-5-4-15,16 1-4 0,-6 1 0 0,0-1-2 0,-1 2 1 16,1-2-3-16,2 2 0 0,-3-1 3 16,2 1 12-16,-2 2-17 0,3 1 16 0,-1 1-13 15,-2 2 15-15,0-1-17 0,1 2 21 0,-3-1-19 16,-2-2 9-16,-1 3-12 0,-2-2 14 0,1 2-11 0,-3-1 16 15,-3 0-16-15,-1 1 18 0,-1-2-12 0,-1 2 13 16,-4-3-15-16,-2 1 15 0,2 0-20 16,-3-2 24-16,0-2-21 0,2 1 20 0,-2-2-10 15,1 0 0-15,1-3-12 0,11 0 13 0,-19 0-88 0,9-5-109 16,3 1-118-16,1-3-74 0,1-2-41 0,2 0-87 16,2-4-110-16,1-1-263 0,4-1-444 0</inkml:trace>
  <inkml:trace contextRef="#ctx0" brushRef="#br0" timeOffset="30199.15">21489 2813 313 0,'5'-6'799'0,"-5"6"-211"0,0 0-126 0,7-3-103 0,-7 3-64 16,0 0 1-16,4 9 14 0,-4-9 9 0,2 10-11 16,-1-1-48-16,2-1-19 0,1 4-25 0,-2 5-19 15,3 1-23-15,-1 2-37 0,4 5 16 0,2 1-22 16,-1 5-25-16,1 0-16 0,2 2 5 0,1 2-29 15,-2 1 3-15,4-1-28 0,-3 0 19 0,1-2-27 16,-2-3 14-16,-2 0-23 0,1-2-1 0,1 2-5 16,-2-2-9-16,1 1-15 0,-1-4-35 0,0 4-31 15,-3-8-94-15,4 0-60 0,-2 0-91 0,-2-2-96 16,2 0-53-16,0-5-89 0,-3-1-92 0,1-4-391 16,1-1-653-16</inkml:trace>
  <inkml:trace contextRef="#ctx0" brushRef="#br0" timeOffset="30415.26">21829 3282 745 0,'-3'-8'646'0,"2"3"-141"15,1 5-81-15,-2-10-61 0,2 10-28 0,0 0 0 0,-4-7-6 16,4 7-7-16,0 0-42 0,0 0-22 16,5 5-45-16,-4 1-19 0,2 2-21 0,1 3-30 15,1 2-26-15,0 1-18 0,0 0-25 0,3 1-13 16,-3 0-8-16,2 3-10 0,1 2-2 0,2-2-10 0,-1 0-38 15,0 0-64-15,1-1-95 0,-1-1-93 0,-2-1-113 16,1-1-83-16,0-4-129 0,1 2-636 0,-2-5-829 16</inkml:trace>
  <inkml:trace contextRef="#ctx0" brushRef="#br0" timeOffset="30698.36">22085 3290 645 0,'0'0'554'15,"-3"-6"-115"-15,3 6-30 0,0 0-29 0,0 0-36 0,-4 8-16 16,4-8-18-16,0 11-15 0,0-4-29 0,0 2-7 16,2-1-48-16,0 2-37 0,1-2-30 0,-1 1-25 15,2 0-11-15,-3-2 10 0,3 0 20 0,1-2 6 16,-5-5 8-16,7 9-16 0,-7-9-9 0,10 4-18 16,-10-4-25-16,13-1-15 0,-4-4-14 0,-3 1 7 15,2-2-28-15,1 0 36 0,-3-1-20 0,-1-2 10 16,0 0-19-16,-1 2 28 0,0-3-8 0,-3 2-1 15,-1-2 2-15,-1 1-5 0,-2 0-7 0,0-1-8 16,-4 2-10-16,1 1-8 0,-4 0-1 16,1 1-11-16,-2 3-13 0,0 0-44 0,-2 1-70 0,13 2-69 15,-23 2-90-15,14-1-115 0,-1 2-126 0,-2 1-97 16,3 0-179-16,2 3-473 0,0-4-871 16</inkml:trace>
  <inkml:trace contextRef="#ctx0" brushRef="#br0" timeOffset="31531.15">25057 3236 340 0,'-2'-15'787'0,"-1"4"-173"0,1 1-75 0,-1 2-128 16,3 0-66-16,-1 1-73 0,0 0-44 0,1 7-44 15,-2-8 7-15,2 8 8 0,0 0 8 0,0 0-29 0,2 8-9 16,0 1-37-16,2 6-9 0,2 1-13 16,-1 4 7-16,3 2-46 0,1 3 9 0,4 1-39 15,-3 2 17-15,2-2-35 0,0 1-3 0,1 0-2 16,-1-1-2-16,-1-3-2 0,1 2-14 0,-1-3-36 15,-2-3-104-15,-1-3-105 0,-1-1-109 0,-3-1-46 0,1-1-52 16,-3-5-58-16,-2 0-89 0,0-8-268 0,-7 9-416 16</inkml:trace>
  <inkml:trace contextRef="#ctx0" brushRef="#br0" timeOffset="31748.38">24927 3338 485 0,'-4'-18'520'0,"0"4"-137"0,4 2-68 0,4 0-32 16,1 1-8-16,7 3-24 0,-1-3 7 0,4 5 17 15,5-1-3-15,3 3-14 0,2 1-28 0,-2 0-32 16,-1 3-43-16,1 0-18 0,1 1-39 0,-3 1-14 16,-2 2-22-16,-1-2-5 0,-1 4-16 0,-2-4 13 15,-2 4-5-15,-3-1 13 0,-3 1-11 0,-1 2 0 16,-5-2-20-16,-2 1 4 0,-5 1-13 16,-1 2-2-16,-5 0-9 0,1-2 9 0,-4 1-12 15,-2 0 5-15,-1-1-32 0,3-1-39 0,-2-1-59 0,3-1-70 16,-1 0-105-16,4-3-86 0,2 0-164 0,9-2-542 15,-15 0-702-15</inkml:trace>
  <inkml:trace contextRef="#ctx0" brushRef="#br0" timeOffset="32030.9">25892 2887 533 0,'9'-4'863'0,"-9"4"-193"0,8-2-134 0,-8 2-112 0,-7 4-54 16,3 1-60-16,-5 1-17 0,-5 5-47 0,-1 1-35 16,-6 7-24-16,-3 6-34 0,-3 2-26 0,4 4-26 15,-2 5 5-15,-3 9-43 0,2 2 14 0,8-5-39 16,3-1 16-16,3 0-31 0,2 1 12 0,6-6 21 16,2-1 3-16,4 0 11 0,6 4-41 0,3-1 42 15,5-4-44-15,3 0 38 0,4-4-51 0,1-1 41 16,6-4-54-16,4-4 44 0,3-1-64 0,2-4 32 15,2-3-71-15,2-2-21 0,-5-7-87 16,-1 0-112-16,-5-4-140 0,4-2-70 0,-3-4-182 0,-1-4-509 16,-2-2-790-16</inkml:trace>
  <inkml:trace contextRef="#ctx0" brushRef="#br0" timeOffset="32317.1">26243 3577 1003 0,'-5'7'855'16,"5"-7"-188"-16,0 0-158 0,0 0-94 0,0 0-44 16,0 0-1-16,0 0-40 0,-1-8-31 0,7 2-28 15,5-4-55-15,8-2-37 0,5-4-40 0,8-3-8 16,4-1-47-16,2 0 3 0,7-2-36 0,6-3 6 15,1 1-28-15,-1-1 23 0,-7 5-41 0,-1 0 25 16,-4 2-26-16,-4 1 16 0,-5 4-24 0,-3 0 4 16,-8 4-51-16,0 1-87 0,-4 1-86 0,-4 1-103 15,-11 6-101-15,9-5-57 0,-9 5-84 0,0 0-87 16,-16 3-403-16,4-1-669 0</inkml:trace>
  <inkml:trace contextRef="#ctx0" brushRef="#br0" timeOffset="32682.07">26349 3714 241 0,'-1'9'813'0,"-1"0"-220"0,2-9-131 16,3 11-66-16,1-3-27 0,4-2-8 0,2 1-23 16,4-1-35-16,2 0-35 0,0 0-35 0,1 0-49 0,3-2-37 15,2 2-28-15,-3 1-24 0,2-1-18 16,0-1-18-16,-3-1-9 0,1 3-25 0,-1-4-22 15,0 1-22-15,0 0-30 0,-4-4-52 0,0 2-51 16,-2-1-57-16,-1-4-42 0,-1 1-35 0,-1-2 31 16,0-1 33-16,-2-3 45 0,0 0 36 0,-3 0 33 15,-1-3 20-15,-1-2 37 0,-1 3 41 0,1-2 40 0,-2 0 55 16,0 2 66-16,0-1 47 0,0 3 5 16,0 1-20-16,0 0-39 0,0 7-22 0,0-13-30 15,0 13-1-15,0 0 8 0,0 0 38 0,0 0 4 16,0 0-25-16,0 12-28 0,0 1 37 0,0 5-31 15,0 1 2-15,1 5-12 0,-1 4 13 0,0-1-14 0,0 3-17 16,0-1-7-16,0 1-10 0,1-3-6 16,-1 1-26-16,3-3-56 0,-2-1-107 0,2-3-168 15,-2-5-160-15,2 0-210 0,0-4-598 0,-3-5-888 16</inkml:trace>
  <inkml:trace contextRef="#ctx0" brushRef="#br0" timeOffset="33814.81">26311 2855 348 0,'0'0'747'0,"-6"-3"-191"0,6 3-121 0,0 0-98 0,0 0-76 16,0 0-32-16,-11 0-14 0,11 0 1 0,2 10 27 15,-2-3-65-15,2 0-22 0,2 4-19 0,0 2-20 16,1 1-17-16,3 1-19 0,-1 4-14 0,1 0-16 16,0 1-6-16,1-1-11 0,0-2-2 0,-2 1-10 15,0-2-2-15,0-2-4 0,-3 0 3 0,3-3-5 16,-5 0 8-16,3-2 10 0,-1-1 44 0,-3 0 13 16,-1-8 25-16,2 8-31 0,-2-8 27 0,0 0-42 15,0 0-11-15,-13-8-7 0,4-1-4 0,0-4-6 16,-3-3-8-16,2-5-23 0,-2-4 16 0,0-2-2 15,2 0 20-15,-2-3-30 0,5 1 27 0,0-3-39 16,3 2 35-16,-1 6-36 0,4-1 29 0,1 5-34 16,1 1 29-16,2 3-36 0,0-1 41 0,4 3-46 15,1 3 34-15,1 4-34 0,1 1 29 0,-1 4-33 16,-9 2 32-16,20 2-29 0,-8 3 20 0,-1 0-25 16,-1 5 29-16,-1 1-21 0,-1 1 20 0,-3 1-27 15,0 2 8-15,-2 0 6 0,-3-1 2 0,-3 4 5 16,-2 1-24-16,-1-1 26 0,-3 0 2 0,0-3 0 15,0-1 1-15,1-2-4 0,-1-1 0 0,2 1-1 16,-1-5 2-16,3 1 0 0,0-3 1 0,1 1-2 16,4-6-12-16,0 0-21 0,0 0-4 0,0 0 1 15,0 0 7-15,17-6 4 0,-5 2 5 0,1 1 1 16,4 2 3-16,-2-2 2 0,4 1 2 0,-3 1-4 16,3 2 2-16,-1 1 6 0,-2 1-3 0,1 0-2 15,-3 1 3-15,1 2 0 0,-3 0-2 0,-2 1 1 16,0 0 17-16,-2 1-14 0,-2 1 24 15,-3-1-24-15,-2 3 15 0,-1-2-11 0,-4 0 16 16,-1 0-18-16,-1 1 16 0,-6-1-15 0,3 1 11 0,-5-4-16 16,2 1 17-16,-3-1-32 0,0-3-35 0,4 0-87 15,-5-3-104-15,3 0-104 0,2-5-87 0,-2-1-112 16,2-1-527-16,2-2-698 0</inkml:trace>
  <inkml:trace contextRef="#ctx0" brushRef="#br0" timeOffset="34064.01">26595 2669 285 0,'15'0'634'0,"2"2"-115"0,3 6-48 0,6 4 2 0,6 4-15 15,4 5-28-15,3 3-10 0,7 5-53 0,3 3-55 16,-3 4-83-16,2 3-9 0,0 0-40 16,-4 4-38-16,0 2-27 0,-3 1-20 0,-2 0-13 0,-4 0-19 15,-3-1-7-15,-4 1-13 0,-8-8-3 0,-3 0-5 16,-4 1-4-16,-3-2-3 0,-6-6-4 0,-4-1-39 15,-4 1 42-15,-4 0-46 0,-1-2 5 0,-4-1 4 16,-6 0 1-16,3-4-8 0,-5-4-11 0,2-1-67 16,2-1-68-16,0-5-89 0,0-2-105 0,4-4-64 15,0-2-137-15,4-2-646 0,9-3-812 0</inkml:trace>
  <inkml:trace contextRef="#ctx0" brushRef="#br0" timeOffset="34301.25">27749 3091 879 0,'0'0'925'0,"-9"-3"-187"16,9 3-172-16,-8-5-94 0,8 5-56 0,-6-3-57 15,6 3-31-15,-3-7-50 0,3 7-25 0,4-10-45 16,4 4-41-16,2-3-34 0,4-1-25 0,6-1-21 15,6 0-25-15,1-1-43 0,2 2-73 0,1-2-75 16,-2 1-64-16,0 3-54 0,-1-3-85 16,-6 3-65-16,0 2-25 0,-6 0-101 0,-1 0-96 0,-5 0-345 15,-9 6-553-15</inkml:trace>
  <inkml:trace contextRef="#ctx0" brushRef="#br0" timeOffset="34464.99">27745 3116 272 0,'-7'8'740'0,"5"-2"-190"0,2-6-113 0,-1 9-61 16,1-9-60-16,7 5-21 0,-7-5-30 0,20 1-10 16,-4-4-34-16,2 1-28 0,5-3-39 0,0 0-35 15,5-1-25-15,2-1-18 0,0 0-32 0,2-1-71 16,-1 0-115-16,-2-3-121 0,-1 1-60 0,-1 1-139 16,-4-3-535-16,-4 1-595 0</inkml:trace>
  <inkml:trace contextRef="#ctx0" brushRef="#br0" timeOffset="35731.87">28487 2478 249 0,'-5'-3'756'0,"5"3"-162"0,0 0-156 0,-6-6-64 0,6 6-119 0,0 0-13 0,0 0-72 16,0 0 21-16,0 0-34 0,-10 4 15 0,10-4-31 16,-1 10 22-16,2-2-58 0,0 2 9 0,-1 2-47 15,6 2 11-15,-3 1-36 0,1 0 16 0,2 1-37 16,1 2-3-16,0 0 2 0,2-1-11 16,0 1-44-16,-1-5-91 0,1-1-108 0,1 1-67 15,-1-4-75-15,2-1-104 0,-2-3-425 0,0-2-471 16</inkml:trace>
  <inkml:trace contextRef="#ctx0" brushRef="#br0" timeOffset="35914.41">28725 2471 421 0,'3'-9'686'0,"-2"0"-167"0,0 2-108 0,-1 7-86 16,2-8-72-16,-2 8-31 0,0 0 22 16,0 0-4-16,2 7 28 0,-2 4-4 0,0 2-36 15,3 4-41-15,-3 4-33 0,2 4 14 0,2 6-32 16,-1 2-19-16,2 0-42 0,-3 4 1 0,5 4-27 0,-1 0-7 15,-1 0-5-15,2 2-7 0,0-4-46 0,-2-3-59 16,-1-2-96-16,-1-2-93 0,1-1-93 0,-2-4-84 16,1-2-79-16,-1-4-511 0,0-4-645 15</inkml:trace>
  <inkml:trace contextRef="#ctx0" brushRef="#br0" timeOffset="36231.23">29010 2906 766 0,'0'0'709'0,"9"-4"-155"0,-9 4-108 16,10-2-45-16,-10 2-22 0,0 0 1 0,13 0-46 15,-13 0-37-15,12 2-74 0,-12-2-26 0,14 6-56 16,-7-1-15-16,-1 1-41 0,2-2-17 0,-4 2-14 16,1 3-9-16,-1-1 9 0,-1 3-26 0,-3-2 9 0,-3 2-24 15,-1 3 19-15,-3 1-27 0,-5-1 21 16,1 1-26-16,-3 0 19 0,0-2-19 0,1-1 14 15,0-2-9-15,3-1 48 0,-2-1-19 0,5-3 33 16,0 1-20-16,-1 0 41 0,8-6-29 0,-10 5 10 16,10-5-31-16,0 0 10 0,0 0-31 0,14-5 15 15,-5-1-28-15,5 0 21 0,3 1-28 0,2-3 14 16,4-1-64-16,0 0-64 0,4-1-62 0,0-3-87 16,-2 4-99-16,2-4-72 0,-2-1-117 0,-4 1-186 15,2-2-294-15,-7 0-647 0</inkml:trace>
  <inkml:trace contextRef="#ctx0" brushRef="#br0" timeOffset="37031.29">30237 2140 595 0,'-4'-13'923'0,"2"6"-245"0,-1-3-122 0,-1 4-144 0,3 0-57 0,1 6-102 0,-4-10-20 15,4 10-75-15,0 0 12 0,0 0-42 0,0 0-17 16,9 6-18-16,-4 1 15 0,3 3 0 0,1 6-25 16,2 2-3-16,0 2-23 0,0 4 0 15,2 3-10-15,0-1-8 0,-1 2-7 0,-1-2-13 0,0 1-26 16,-1-1-34-16,-1-5-80 0,-1 0-64 0,-3-2-106 15,3-3-66-15,-3-2-49 0,-1-1-43 0,0-4-62 16,-4-9-407-16,3 7-490 0</inkml:trace>
  <inkml:trace contextRef="#ctx0" brushRef="#br0" timeOffset="37248.26">30233 2006 331 0,'-4'-15'848'0,"-1"3"-256"0,3 3-90 16,-1-1-153-16,3 2-40 0,0 2-92 0,2 1 24 15,-2 5-19-15,10-9 44 0,-3 4-57 0,2 2 0 16,-9 3-78-16,22-1 6 0,-10 3-61 0,0 0 22 16,2 4-58-16,0 0 35 0,-1 1-45 15,-1 4 32-15,-1-2-51 0,-2 2 34 0,-1 0-49 16,-4 2 2-16,-3 0-8 0,-2 0-12 0,-3 4-19 0,-4-1-21 16,-2 0-24-16,-3 0-35 0,0-3-52 0,-2 2-63 15,2-8-54-15,-1 4-48 0,1-5-38 16,3-4-105-16,-1-2-387 0,11 0-421 0</inkml:trace>
  <inkml:trace contextRef="#ctx0" brushRef="#br0" timeOffset="37497.28">30723 1617 400 0,'11'-5'908'0,"-3"0"-251"0,-8 5-97 0,11-5-153 16,-11 5-42-16,0 0-86 0,0 0 5 0,0 0-62 15,0 0 31-15,-11 10-61 0,3-2 23 0,-5 7-67 0,1 2 24 16,-4 5-69-16,-2 8 19 0,1 3-61 0,1 3-12 16,3-1-12-16,1 3-2 0,3 1-5 0,3-5-27 15,5-1 31-15,1 3-30 0,3-1 22 0,5 3-24 16,3-3 28-16,4 1-20 0,3-2 15 0,5-2-12 16,3-3-23-16,2-4-38 0,3-3-59 15,1-2-78-15,1-5-64 0,-4-3-153 0,2-4-70 16,-3-3-107-16,1-2-547 0,-3-6-741 0</inkml:trace>
  <inkml:trace contextRef="#ctx0" brushRef="#br0" timeOffset="38018.36">31068 1753 223 0,'-7'-5'822'0,"0"1"-229"0,7 4-127 15,-9-5-106-15,9 5-82 0,0 0-51 0,-12 2-41 16,12-2-29-16,-2 8-20 0,2-8-24 0,-2 9-20 0,2-9-20 15,2 12-16-15,-2-12-7 0,0 12-11 16,0-12-4-16,1 9-7 0,-1-9-3 0,1 10 0 16,-1-10 18-16,0 0 56 0,-1 9 64 0,1-9-1 15,0 0-67-15,0 0 20 0,-5-5-48 0,5 5 46 16,-4-11-32-16,3 2 24 0,0-2-56 0,-1-3 27 16,2 2-56-16,2-2 35 0,-1-1-50 0,1 0 41 15,3 1-50-15,-2 3 37 0,1 1-46 0,0-1 44 0,2 2-52 16,1 1 45-16,1 2-47 0,1 1 44 15,0 1-48-15,-9 4 49 0,21 1-51 0,-11 2 47 16,0 2-32-16,-1 1 31 0,-1 1-43 0,-2 2 39 16,-1-2-44-16,2 3 43 0,-5-1-42 0,-2 0 42 15,0 1-42-15,-1-2 49 0,-5 2-44 0,-1 0 46 16,1-3-42-16,-1 1 43 0,0-2-45 0,-1 1 47 16,0-2-47-16,3 1 48 0,1-2-46 0,4-4 44 15,-10 7-43-15,10-7 39 0,0 0-46 0,-2 5 34 16,2-5-38-16,0 0 45 0,10 3-49 0,-10-3 49 15,13 4-43-15,-13-4 47 0,16 4-47 0,-7 2 43 16,0-3-37-16,3 3 45 0,-3 0-44 0,2 0 40 16,-2 1-49-16,0 2 43 0,-3-2-41 0,2-1 29 15,-3 4-37-15,0-3 41 0,-1 1-39 0,-3-1 44 16,-1-1-39-16,0 2 45 0,-4-3-42 0,1 0 44 16,-2 0-41-16,-2-1 38 0,0-1-29 0,-2 0 34 15,9-3-43-15,-21 0 41 0,11 0-39 0,0-3 38 16,-1 2-44-16,2-4-79 0,1 2-120 0,1-2-133 15,1-2-108-15,1-1-72 0,2 1-485 0,1 0-635 16</inkml:trace>
  <inkml:trace contextRef="#ctx0" brushRef="#br0" timeOffset="38274.08">30950 2169 577 0,'-4'7'981'0,"-1"-1"-214"0,3 0-175 0,2-6-94 0,-5 7-92 16,5-7-28-16,0 0-60 0,0 0-20 0,11 1-80 15,-1-3-23-15,9-3-38 0,6-2-30 0,7-1-31 16,7-3-20-16,5-1-11 0,2 0-16 0,1-3-10 16,2 1-8-16,-1-1 27 0,2 0-43 0,-3-1 27 15,-1 1-42-15,-2 0 31 0,-6 4-43 0,-7 0 32 16,-3 1-64-16,-8 3-14 0,1 1-141 0,-5-1-65 15,-4 4-87-15,-4 0-73 0,-8 3-30 0,0 0-48 16,0 0-33-16,0 0-462 0,-16 6-596 0</inkml:trace>
  <inkml:trace contextRef="#ctx0" brushRef="#br0" timeOffset="39064.23">31309 2625 164 0,'-10'2'974'0,"10"-2"-272"0,-13 4-92 0,13-4-149 0,-12 2-29 0,12-2-79 16,-9 3 17-16,9-3-63 0,0 0-30 0,-11 3-23 16,11-3-19-16,0 0-25 0,0 0-19 0,-9 3-29 15,9-3-25-15,0 0-25 0,0 0-19 0,0 0-21 16,13-4-14-16,-4 2-7 0,3-1-6 0,-1-1-1 16,3 0-15-16,0-2-5 0,0 0-3 0,4 0-7 15,-4-1 0-15,4-2-6 0,3 2-2 0,-7 0 25 16,2 0 4-16,-2 0 0 0,-1 1-5 0,-3 1-2 15,-1 2-7-15,0-1-8 0,0 0-6 0,-2 1 3 16,-7 3-13-16,11-5-2 0,-11 5 3 0,9 3-8 0,-9-3 6 16,2 10-1-16,-3-1 2 0,0 3 8 15,-5 3-3-15,2 1 0 0,-4 2 2 0,2 1 1 0,-1 0-1 16,-2-3 0-16,4 0 0 0,0-1 0 16,-1-1-1-16,1-2-16 0,0-1 19 0,1-1-19 15,1-1 20-15,-1-2-10 0,2 0 16 0,-1 0-22 16,3-7 29-16,-4 11-15 0,4-11 27 0,-5 9-13 15,5-9 19-15,1 9-24 0,-1-9 14 0,8 3-25 16,-8-3 19-16,16-3-27 0,-4 1 17 0,1-1-8 16,4-4-25-16,-2 0-54 0,4-2-63 0,0-1-115 15,3-7-152-15,-1 0-188 0,0-3-60 0,1-5-134 0,-2-2-443 16,0-5-839-16</inkml:trace>
  <inkml:trace contextRef="#ctx0" brushRef="#br0" timeOffset="39350.04">31657 1762 577 0,'-8'-9'851'15,"1"2"-204"-15,2 2-151 0,1-1-110 0,4 6-81 16,-2-8-57-16,2 8-49 0,6-7-21 0,-6 7 1 0,19-3-13 16,-5 5 17-16,6 2-23 0,8 5 4 0,2 3-8 15,7 7-62-15,1 3 31 0,0 3-56 0,5 7 19 16,-4 2-50-16,0 3 37 0,-9-6-59 0,0 2 46 15,0 9-27-15,-5-6-4 0,-2 3-4 0,-4-1-4 16,-3 5-3-16,-2-2 0 0,-3 1 38 0,-2 2-52 16,-4-1 39-16,-3 1-44 0,-2-6 32 0,0-2-49 15,-3-1-18-15,0-3 1 0,-2-2-7 0,0-5-9 16,-1-2-17-16,1-2 15 0,-2-2-72 0,2-4 4 0,0-1-78 16,-1-3-42-16,0-3-132 0,-2-2-103 15,8-6-84-15,-9 5 13 0,9-5-350 0,-9-8-455 0</inkml:trace>
  <inkml:trace contextRef="#ctx0" brushRef="#br0" timeOffset="39614.82">32385 1919 822 0,'0'0'962'15,"0"0"-185"-15,-1-10-181 0,1 10-61 0,0 0-110 16,1-7-15-16,-1 7-94 0,0 0-22 0,2-8-71 16,-2 8-7-16,6-10-75 0,-1 4 6 0,4-1-30 0,3 1-21 15,0-2-26-15,4 0-14 0,-1 3-26 0,3-1-32 16,-1-2-30-16,0 4-50 0,-1-2-73 0,0-1-73 16,-1 2-80-16,-3 2-103 0,-2-1-51 0,1 1-73 15,-11 3-32-15,12-4 0 0,-12 4-339 0,0 0-471 16</inkml:trace>
  <inkml:trace contextRef="#ctx0" brushRef="#br0" timeOffset="39748.57">32319 2016 488 0,'-1'10'434'0,"1"-10"-83"0,9 5-66 0,-9-5-23 0,15 1-47 0,-2-1-11 16,-1-2-48-16,6-1-22 0,0 0-31 0,5-2-23 15,0-1-2-15,0 0-21 0,0-3-147 16,2 1-145-16,0-3-126 0,-1-2-323 0,-2-1-192 15</inkml:trace>
  <inkml:trace contextRef="#ctx0" brushRef="#br0" timeOffset="40168.12">32752 1319 489 0,'0'0'755'0,"-9"-5"-170"16,9 5-136-16,-7-2-93 0,7 2-87 0,0 0-41 0,0 0-39 15,-11 2-12-15,11-2-47 0,-5 9-3 0,5-9-17 16,3 15 12-16,-1-7-29 0,3 4-18 0,2 0-13 16,1 1 17-16,4 2 3 0,0 0 7 0,-1-2-5 15,1-2-1-15,-1-2 3 0,2 1-11 0,-1-3-5 16,-2 0-13-16,1-3-10 0,1-2-5 0,-2-1-9 15,1-2-9-15,1-1-8 0,-2-2-3 0,2 0 1 16,-3-4 2-16,0 0-9 0,1-2 15 0,-2-2-22 16,-1 0 42-16,-3 0-9 0,1-1 8 0,0-1-2 0,-5 3 22 15,3-2-13-15,-3 4 6 0,0-4-15 0,1 3-3 16,-2 2-13-16,-2-2 9 0,1 2-13 16,-2 3 0-16,0 1-13 0,4 4 2 0,-10-4-5 0,10 4 3 15,-9 4 3-15,5 1-8 0,0 0 3 0,2 7 9 16,2-1 2-16,1 3-5 0,4 3-38 0,1 3 42 15,3 5 3-15,4 0-5 0,1 0-3 0,0 0-12 16,4-1-48-16,-1 1-76 0,-1-3-83 0,2 1-108 16,-2-3-110-16,0 1-100 0,-3-3-61 0,0-3-500 15,-4-3-707-15</inkml:trace>
  <inkml:trace contextRef="#ctx0" brushRef="#br0" timeOffset="40385.98">32869 1870 821 0,'-7'6'702'0,"7"-6"-64"16,-8 4-78-16,8-4-43 0,0 0-31 0,0 0-28 16,11-4-63-16,-4-1-71 0,5 0-53 0,2-1-58 15,2-2-40-15,4 0-31 0,1-1-31 0,4-2-21 16,3 0-17-16,0 0-13 0,1 0-12 0,2 2-10 16,-2-4-12-16,1 2-2 0,-3 2-21 0,-4 0-48 0,-2 1-59 15,-3 2-149-15,-1-1-98 0,-4 2-112 16,-1 0-68-16,-4 3-113 0,-8 2-40 0,8-5-286 15,-8 5-557-15</inkml:trace>
  <inkml:trace contextRef="#ctx0" brushRef="#br0" timeOffset="40715.03">33017 2066 263 0,'-3'8'485'0,"2"0"-73"0,1-8-67 0,-3 9-19 0,3-9-18 16,-1 10-4-16,1-10-19 0,-1 6-18 0,1-6-30 15,-2 6-25-15,2-6-26 0,-2 7-25 0,2-7-18 16,-1 6-10-16,1-6-19 0,-2 8-12 0,2-8-21 16,-3 7-18-16,3-7-13 0,0 8-7 0,0-8-9 15,0 9 4-15,0-9-16 0,3 9 17 0,1-2 28 0,0-1-24 16,1-1 49-16,2 4-57 0,0-4 39 16,3 2-55-16,1 0 38 0,-1 0-50 0,1 2 36 0,1 0-48 15,1-2 43-15,-2 0-5 0,1 2-7 0,2 1-3 16,-3-1-5-16,3 1-6 0,-1 1 0 0,2 1-5 15,-2 0-5-15,-2-2 5 0,0 1-5 0,-1 0 0 16,-1 1-5-16,0-2 0 0,-3-1-13 0,1-1-47 16,-2 3-41-16,-1-3-57 0,-3 0 5 0,2 0-6 15,-5-1 19-15,1-3-35 0,1-4-11 0,-8 10-45 16,8-10-2-16,-14 5-39 0,14-5-22 0,-20-1-5 16,7-3-5-16,-4-2 7 0,3 0-27 0,-5-3-238 15,3-3-80-15</inkml:trace>
  <inkml:trace contextRef="#ctx0" brushRef="#br0" timeOffset="40847.24">33054 2194 731 0,'2'-9'706'0,"2"1"-129"0,1 0-56 0,2 1-69 0,2-2-21 15,3 0-23-15,0 0-25 0,6-2-41 0,2 2-73 16,6-2-46-16,3 1-45 0,-1-1-37 0,4 1-32 16,-1 1-40-16,0 0-148 0,1 0-239 0,-2 1-268 15,-2-3-861-15,-5 1-1062 0</inkml:trace>
  <inkml:trace contextRef="#ctx0" brushRef="#br0" timeOffset="50067.84">27395 12420 1065 0,'0'0'739'0,"0"0"-148"0,-16 1-137 0,16-1-89 0,0 0-71 0,-10 1-61 16,10-1-42-16,0 0-42 0,0 0-26 0,0 0-17 16,-14 0 1-16,14 0-4 0,0 0 15 0,0 0-7 15,0 0 12-15,-4 6-18 0,4-6-2 0,0 0 0 16,6 8-5-16,-6-8 0 0,8 3 6 0,-8-3 1 16,9 4 12-16,-9-4 15 0,13 0 5 15,-13 0 9-15,17-4 19 0,-7-1-5 0,5-3-22 0,1-4-22 0,7-7-21 16,3-8-15-16,6-2-43 0,4-10 19 15,5-4-12-15,1-5-12 0,-1-3 25 0,5-4-49 16,0-4 34-16,12-9-42 0,-1-2-4 0,-7 12-3 16,1 2-4-16,0 3-20 0,-1 3-41 0,-3 4-86 15,-4 6-85-15,-6 2-131 0,-9 12-160 0,-8 3-140 0,-8 6-922 16,-5 5-1249-16</inkml:trace>
  <inkml:trace contextRef="#ctx0" brushRef="#br0" timeOffset="52564.42">13934 13091 289 0,'-12'-2'497'0,"0"-2"-122"0,1 2-85 0,2-1-66 0,0 0-39 16,-1 1-34-16,10 2-29 0,-15-3-25 0,15 3-13 15,-16-1-20-15,16 1-13 0,-13-2-12 0,13 2-6 16,0 0-7-16,-16-1-6 0,16 1-3 0,0 0 0 16,-9 4 2-16,9-4-4 0,0 0-1 0,-4 5 1 15,4-5-20-15,7 6 20 0,-1-4-25 0,4 2 27 16,3-2-27-16,5 1 22 0,5 5-11 0,1-5 20 15,8 2-19-15,6-3 12 0,1 4-14 0,8-4 23 0,3 1-5 16,2 0 3-16,6-2 16 0,1 1-13 16,6-1 30-16,9 2-39 0,4-2 61 0,0 2-18 15,2-1-27-15,1-2 16 0,-1 0-8 0,3 0-6 16,-1 1-9-16,1-1-4 0,3 0-23 0,1 0 21 16,0 0-24-16,1 0 23 0,-1 1-21 0,2-1 20 15,-2 0-6-15,1 2 3 0,4-2-8 0,0 0 2 0,0 0-23 16,4 0 34-16,0-2-2 0,1 1-2 15,-1 0-5-15,1-1 1 0,2-1 1 0,0 1 1 16,1-1-4-16,0 2 9 0,-2-1 5 0,3-2 4 0,-4 1 15 16,0-2 4-16,-2 2-10 0,2 0 5 0,0-1 12 15,-1 2-6-15,3-3-7 0,0 2-3 0,-2 0-5 16,0 2-2-16,-1-3 1 0,4 2-3 0,-3 0-7 16,3 0-5-16,-1-1-4 0,4 1 2 0,-1-1-3 15,-1 3-5-15,-1-3 4 0,-1 2-1 0,-1-1-3 16,2 2-2-16,0-1 0 0,-2-2-2 0,3 2-3 15,-2-1 5-15,-5-1-2 0,2 0 2 0,-1 3-3 16,-1-3 0-16,-2 2 3 0,2-1 10 0,0-1 5 16,-2 0 2-16,0 1-2 0,0-1 0 0,-1 1 2 15,-3-1 8-15,3 0 0 0,-2 0-7 0,1-2 6 16,-1 1-3-16,3 2-2 0,-1-3-3 0,0 1-1 16,-4 0 6-16,1 0 21 0,0 0-23 0,-1 0 16 15,0 1-21-15,1-1 11 0,1 0-22 0,-3 1 4 0,2-1-4 16,-1 1 0-16,0-3 14 0,-1 3-13 15,-2-2 12-15,2 1-16 0,1-3-1 0,1 1-2 16,0 1 1-16,1-2 3 0,0 1 13 0,0 1 9 16,1-3 3-16,-1 2 0 0,-1 0-2 0,0-1-3 0,0 3 5 15,3-2-3-15,-1 0-4 0,0 1-4 16,-4 1-2-16,4 0-1 0,-4-3-2 0,1 3 4 16,-1 0 0-16,2 0-1 0,-2-3-3 0,2 1-2 0,0 1-2 15,0-1-3-15,-2 2 4 0,-3-1-2 0,3 0 2 16,-3-2 4-16,0 4-4 0,-3-2 1 0,-2 1 2 15,2-1-9-15,-1 0 14 0,-1 4-9 16,-2-4 7-16,0 4-9 0,-1-3 4 0,-12 1-7 0,1 1 2 16,-2-1 6-16,2 2-8 0,9-4 10 0,-8 4-4 15,9-4 4-15,-1 3-7 0,1-1 4 0,-11 0-4 16,1 1 19-16,-2-1-9 0,-2 2 16 0,-1-3-14 16,0 2 0-16,-6 1-1 0,-1-1-2 15,-4 0-3-15,-7 1 11 0,-6 0 15 0,-6-1 5 0,-2 1 5 16,-5 1 1-16,-3-2-9 0,-1 2-3 0,-3 0-3 15,-1-1-11-15,-2 1-2 0,-12 0-4 0,19 0-7 16,-19 0 0-16,10 0-3 0,-10 0 6 16,0 0-11-16,-2 7-22 0,-7-3-102 0,-7 2-168 0,-8 0-223 15,-8 0-373-15,-13 3-355 0,-7-6-850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51:04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29146 11387 382 0,'-4'-6'770'0,"0"1"-142"0,0 0-130 0,4 5-118 0,-6-6-82 0,6 6-44 0,0 0-9 15,-7 8-11-15,6 3-6 0,1 2-16 0,1 7-38 16,1 3-28-16,3 9-14 0,1 8-31 0,2 2-17 16,2 0-20-16,0 2-7 0,2-1-18 0,2-1 0 15,-1-1-14-15,1 0 4 0,-2-3-12 0,1 0-3 0,1-6-4 16,-3-4-30-16,-1-3-99 0,-1-6-101 15,-2-1-74-15,-1-2-75 0,-4-7-116 0,2 0-155 0,-4-9-274 16,0 7-484-16</inkml:trace>
  <inkml:trace contextRef="#ctx0" brushRef="#br0" timeOffset="247.37">29019 11516 379 0,'-4'-31'579'0,"2"5"-139"0,4 1-72 0,2 3-95 0,6 2-9 16,3-3-50-16,6 5 9 0,3 6-8 0,4-1 18 15,2 5-2-15,-1 4-12 0,1 2-8 0,0 4-28 16,4 3-28-16,-2 4-25 0,0 2-21 0,-5 1-22 16,-3 5-7-16,0 2-8 0,-4 1-7 0,-4 1 0 15,-5-2 3-15,0 2-6 0,-7-4-17 0,-2 2-2 16,-1 0-16-16,-7 3 2 0,-3 2-12 0,-5-1 8 16,-7 3-16-16,-5-4 11 0,0 0-15 0,-1-2 10 15,-2-2-13-15,4-4 6 0,2-3-29 0,4-3-43 16,0-1-63-16,4-3-87 0,4-1-74 0,13-3-90 15,-20-3-112-15,15-1-156 0,3-3-277 0,4-1-495 16</inkml:trace>
  <inkml:trace contextRef="#ctx0" brushRef="#br0" timeOffset="500.02">29990 11181 1120 0,'6'-9'768'0,"-4"1"-140"15,-2 8-127-15,-8-7-73 0,8 7-62 0,-23-1-34 16,8 4-57-16,-7 2-47 0,-4 7-34 0,-4 3-22 16,-2 4-21-16,-1 5-29 0,1 3-19 0,1 2-21 15,3 3-9-15,4 3-10 0,2 0-18 0,4-1-11 0,3 2-5 16,5-1 34-16,5-1-57 0,3-7 46 0,4-1-48 16,4 4 54-16,2-3-56 0,6-2 47 0,1-2-32 15,4-4 20-15,4-3-49 0,0-1-18 16,4-7-25-16,4-2-56 0,-2-1-77 0,3-5-95 0,3-3-100 15,2-5-61-15,2-2-98 0,0-5-126 0,-3-2-357 16,-3-5-635-16</inkml:trace>
  <inkml:trace contextRef="#ctx0" brushRef="#br0" timeOffset="1064.85">30251 11273 159 0,'0'0'739'0,"0"0"-160"0,-13 3-80 0,8 5-69 16,1 1-56-16,-3 3-36 0,2 2-26 0,1 4-16 15,0 2-28-15,1-1-40 0,3 6-48 0,0-1-25 16,2 2-40-16,0 1-14 0,2-1-22 0,0 2-13 16,0-4-16-16,0-2-10 0,1 1-7 0,-3-5-6 15,2-2-1-15,-1-1-4 0,-1-3 9 0,-2-1 29 16,3-1 4-16,-3-10-33 0,1 9 18 0,-1-9-34 16,0 0 17-16,-5-10-27 0,1-1 21 0,-1-2-26 15,-1-8 25-15,1-2-33 0,-3-7 6 0,1-1 0 16,0-7 24-16,-1-2-21 0,2-1 20 0,3 7-26 15,3-1 25-15,3 2-2 0,2 2-8 0,1 3-5 16,7 3-1-16,0 3 1 0,5 3-6 0,-2 5 3 16,2 3 0-16,1 3 0 0,-1 5-5 0,1 0 2 0,-3 4-20 15,2 2 24-15,-4 1-19 0,2 2 21 16,-4 2-20-16,-1-1 18 0,-2 3-23 0,0-1 29 16,-4 3-25-16,0 0 27 0,-5 1-22 0,-5 4 3 0,-2 2 6 15,-4-2 1-15,-4 1-2 0,2-2 3 0,-1-2 0 16,0 0 1-16,3-4 0 0,-1-1 7 0,3 0-4 15,0-4-4-15,9-5 3 0,-10 5-3 16,10-5 1-16,0 0 1 0,0 0-5 0,10-6 5 0,-1 2-7 16,2 2 1-16,2-3 1 0,3 3-2 0,0 0 1 15,1 1-2-15,2 1 1 0,2 0 2 0,-1 1-3 16,-1 3 4-16,2 1 3 0,-2 2-1 0,1 0 0 16,-4 3-1-16,0 0 3 0,-3 2 20 0,-3-1-30 15,-1 2 28-15,-1-1-24 0,-3 2 36 0,1-1-26 16,-4-1 37-16,-1-1-32 0,-2 2 26 0,-3-2-36 15,-1 0 44-15,-2 0-45 0,-2 0 42 0,-2-5-43 16,-2 1 45-16,2 0-52 0,-5-4 44 0,1-1-49 16,-2-2 43-16,-2-2-49 0,1-1-31 0,-3-4-31 15,1 0-68-15,-1-4-78 0,3 0-101 0,2-5-94 16,1 0-105-16,2-1-146 0,4-4-355 0,2-1-642 16</inkml:trace>
  <inkml:trace contextRef="#ctx0" brushRef="#br0" timeOffset="1248.07">30746 11048 95 0,'34'5'847'0,"7"7"-177"0,-4 1-76 0,0 3-65 0,-1 4-38 15,-3 2-64-15,-1 1-46 0,-5 1-61 0,-3 5-83 16,-3-1 24-16,-6 4-73 0,-3-3 9 0,-6 2-88 0,-3 2 25 16,-3 0-27-16,-3 3-22 0,-5 6-18 0,-4-2-9 15,-4 2-9-15,-2-3-20 0,-10 7-32 16,0-4-104-16,-8-2-57 0,1-3-85 0,-4-1-99 15,3-8-67-15,-2-3-58 0,0-1-123 0,-1-5-505 0,0-1-717 16</inkml:trace>
  <inkml:trace contextRef="#ctx0" brushRef="#br0" timeOffset="6315.1">14726 15541 301 0,'-5'-12'634'0,"0"-4"-90"0,1 5-87 16,-1-4-63-16,0 7-58 0,1-3-67 0,0 4-58 16,0-2-41-16,4 9-21 0,-4-6 35 0,4 6 31 15,-1 8-2-15,2 2-26 0,2 7-7 0,-1 6-24 0,4 8-7 16,0 8-35-16,4 6-13 0,-1 1-14 15,3 3-15-15,2 9-3 0,-1-1-6 0,0 1-11 0,2 1-10 16,-1-4 12-16,-3-6-32 0,1-2 17 0,-1-2-29 16,-1-4 18-16,1-1-26 0,-1-3 18 15,-3-7-57-15,1-3-51 0,-3-7-100 0,3-1-110 16,-4-2-107-16,-2-5-122 0,0-3-149 0,-4-1-354 0,2-8-644 16</inkml:trace>
  <inkml:trace contextRef="#ctx0" brushRef="#br0" timeOffset="6581.46">14665 15730 366 0,'6'-21'749'15,"2"2"-176"-15,-1 1-116 0,4 1-101 0,3 3-81 16,2 0-33-16,7-1 19 0,4 1-3 0,4 3-9 16,5-3-11-16,-3 5-23 0,0 0-31 0,0 2-38 15,1 0-27-15,-5 4-25 0,-1 1-17 0,0 2-12 16,-2 2-17-16,-1 1-9 0,-4 4-9 0,-1 0-4 15,-2 4-7-15,-8 0-2 0,2 3 6 0,-5 1-7 16,-4 2-2-16,-4 1-1 0,-7 3-3 0,-2 5-3 16,-9 4-1-16,-3-2-1 0,-5 0 0 0,-2 0-3 15,-2-1-2-15,-1-2 2 0,0-3-1 0,0 0-13 16,0-3-10-16,5-6-61 0,0 0-84 0,6-4-90 0,0-2-73 16,5-4-71-16,2-2-105 0,14-1-565 15,-21-2-686-15</inkml:trace>
  <inkml:trace contextRef="#ctx0" brushRef="#br0" timeOffset="7396.95">15833 15305 545 0,'-4'-7'729'0,"4"7"-140"0,-9-3-87 0,9 3-76 16,-18 10-63-16,6 3-24 0,-3 10-25 0,-5 7-42 16,-2 4-34-16,-5 10-45 0,-4 6-38 0,2 0-28 15,-3 6-25-15,0-1-20 0,0 1-9 0,3 1-24 16,1 0 4-16,4 0-6 0,4-1-1 0,1-1-9 16,10-10 25-16,3 0-23 0,6-7 24 0,5-3-36 15,5 2 24-15,9-5-36 0,6-3 27 0,4-7-36 16,8-2 25-16,0-4-37 0,7-6-10 0,3-6-69 15,-5-2-49-15,8-5-60 0,-2-6-81 0,4-1-93 16,-3-6-56-16,4-6-127 0,-10 3-565 0,2-11-731 0</inkml:trace>
  <inkml:trace contextRef="#ctx0" brushRef="#br0" timeOffset="7731.39">15939 15366 353 0,'0'0'818'0,"2"-7"-194"0,-2 7-128 0,2-7-124 16,-2 7-74-16,0 0-50 0,5-6 31 0,-5 6-9 15,11 2-15-15,-3 0-38 0,3 3-16 0,4 0-39 16,4 1-15-16,2 3-35 0,5 2-11 0,2 1-9 16,4-2 14-16,6 2-36 0,-2 0-19 0,1-1-10 15,-4 0-7-15,-2-3-7 0,0 3-6 0,-3-3-5 0,-4-2-16 16,-3 3-40-16,-4-3-55 0,1-2-64 16,-5 1-72-16,-1-1-64 0,-2-1-38 0,-10-3-49 15,9 3-45-15,-9-3-28 0,0 0-31 0,0-9-308 16,-4 2-319-16</inkml:trace>
  <inkml:trace contextRef="#ctx0" brushRef="#br0" timeOffset="7914.08">16371 15225 645 0,'-4'-19'544'0,"0"3"-74"0,2 1-80 15,0 4-80-15,1 1-74 0,0 3 29 0,1 7 40 0,2-6 7 16,-2 6-12-16,4 6-25 0,0 1-10 0,0 3-38 16,-2 5-31-16,-2 2-11 0,0 3-26 15,-2 5 30-15,-2 2-51 0,-2 3 35 0,-2 3-23 0,-1 2-29 16,-4 3 0-16,2-5-19 0,0-2-21 0,-1-2-12 15,0 0-14-15,-2-4-12 0,4 0-23 16,1-5-50-16,-1-1-82 0,2-4-82 0,4-2-88 0,-2 0-130 16,1-3-110-16,0-2-194 0,0-3-575 0,5-5-895 15</inkml:trace>
  <inkml:trace contextRef="#ctx0" brushRef="#br0" timeOffset="8181.23">16083 15840 998 0,'-15'9'959'0,"2"-2"-231"0,0 1-146 0,3-2-117 16,0 0-90-16,2-1-77 0,0 0-60 0,5-1-68 16,3-4-9-16,0 0-37 0,2 8 8 15,-2-8-54-15,18 0 21 0,3-2-46 0,4-1 17 0,11-3-16 16,9-2-14-16,6-3-1 0,10-3-14 0,3-4 0 15,1 1-6-15,2-2-4 0,-3 0-3 0,-3-1 0 16,0 0-33-16,-2 2 33 0,-12 1-35 0,-3 2 30 0,-3 1-42 16,-10 2-34-16,-2 2-72 0,-7 3-80 15,-1 0-82-15,-8 0-63 0,0 4-36 0,-4-1-45 16,-9 4-60-16,9-2-508 0,-9 2-624 0</inkml:trace>
  <inkml:trace contextRef="#ctx0" brushRef="#br0" timeOffset="8480.89">16380 16233 1132 0,'0'0'871'0,"-9"-6"-186"0,9 6-158 15,-8-3-106-15,8 3-87 0,0 0-63 16,0 0-37-16,-8 5-32 0,8-5-30 0,2 13-28 0,-1-1-29 16,0 0-16-16,2 3 12 0,-1 3-51 0,5 3 15 15,-1 2-38-15,1 5 21 0,2-1-44 0,-1 1 26 16,1 0-35-16,2-2 0 0,-1 0-2 0,1-1-3 16,-3-2-22-16,1-4-74 0,1 1-97 0,-1-4-118 15,-1-1-97-15,1-2-94 0,-4-1-126 0,1-5-451 16,-3 0-696-16</inkml:trace>
  <inkml:trace contextRef="#ctx0" brushRef="#br0" timeOffset="8917.74">16326 16368 38 0,'-9'-17'852'0,"1"0"-189"0,1 1-146 0,2 3-107 16,1 0-83-16,1-2-18 0,1 1-30 15,2 3-21-15,2-4-18 0,2 1-26 0,4-3-29 16,3 3-24-16,2-1-7 0,4-1-19 0,2 0-3 15,4 1-33-15,1 2-5 0,4 1-27 0,0 3 7 16,-6 3-30-16,5 1 11 0,-5 4-29 0,-1 2 16 16,-1 1-31-16,1 3 17 0,-5 2-10 0,0 3 4 15,-2 2-9-15,0 2-2 0,-9 0-3 0,-1 1-2 0,-2 2-3 16,-4 1 28-16,-4 4-35 0,-3-2 26 0,-5 1-32 16,-3 1 34-16,-1-2-31 0,-2-3 25 15,3-1-28-15,-2-2 34 0,4-2-7 0,1-2 30 16,2-2-32-16,2-1 26 0,1-2-38 0,9-5 31 0,-9 4-35 15,9-4 26-15,7-4-33 0,3 1 2 0,1-3-2 16,8 1 4-16,3-2 5 0,4 1-1 0,3-1-2 16,-1 3-4-16,5 0 6 0,2 1 1 15,-4 2 0-15,-1 0 5 0,2 2-6 0,-2 0 3 0,-1 2-5 16,-1 1 2-16,-2 0 0 0,-2 3-1 0,-5-1-3 16,0-2 13-16,-6 4-9 0,-2-1 1 0,-3 0 1 15,-4 1 7-15,-4-1-8 0,-2 4 4 0,-6 1 3 16,-5 0 8-16,-5 1-13 0,-5 0 1 0,0 0 0 15,-5-1-2-15,-1 0-4 0,1-1 8 0,1-2-7 16,-3 0 4-16,7-5-8 0,4 1-30 0,0-3-64 16,2-1-49-16,3-5-109 0,-1-1-115 0,3-3-66 15,1-4-108-15,5-6-145 0,2-4-313 0,1-5-605 16</inkml:trace>
  <inkml:trace contextRef="#ctx0" brushRef="#br0" timeOffset="9197.32">17097 15143 821 0,'-3'-13'874'0,"3"3"-182"0,-1 2-168 0,1 8-98 16,0 0-74-16,0 0-37 0,0 0 3 0,10 17-72 15,0 0-18-15,8 12-17 0,5 5-23 0,9 12 50 16,7 4-40-16,4 3-32 0,4 1-23 0,2 2 2 0,11 12-28 15,-12-13-23-15,2 2-58 0,-5-1 31 16,0-2-48-16,-7 1-3 0,-3 0 32 0,-7 1-65 0,-5-1 31 16,-9-10-36-16,-7 3-20 0,-4-2-19 0,-7 0-34 15,-7-2-41-15,-5 0-24 0,-12 3-12 0,-4 0-33 16,-4-6-10-16,-7-2-53 0,-2-3-58 0,-3-4-44 16,-3-2-75-16,1-5-73 0,-3-1-558 0,7-10-691 15</inkml:trace>
  <inkml:trace contextRef="#ctx0" brushRef="#br0" timeOffset="11646.63">11572 14941 146 0,'-19'-4'366'0,"3"1"-99"0,-3-1-34 0,0 1-47 0,0-2-20 0,-4 1-35 0,1-1-8 16,-1 1-26-16,0 0 13 0,3 1-19 0,2 0 17 16,0 0 2-16,1 0-6 0,4 0-12 0,2 2-16 15,0-1-13-15,0 1-6 0,2-2-16 0,9 3-8 0,-15 0-4 16,15 0-14-16,0 0 5 0,-12-2-5 16,12 2 0-16,0 0-5 0,0 0 1 0,8 7-3 15,1-4 18-15,1-1-3 0,6 4-6 0,0-3 0 16,2 3 10-16,8-3 3 0,1-1-4 0,1 3-3 15,6-1-1-15,2-1 2 0,4-1-8 0,-1 1 5 16,1 1-1-16,7-1 1 0,-1 1 3 0,4 1 5 16,-1-2-3-16,2 2 5 0,2-1 18 0,0-1-11 15,2 1 3-15,2-1 5 0,3 0 4 0,0 0 0 0,2 0-11 16,2-1-8-16,-2-2-1 0,14 1-4 0,0 1-9 16,1-2-4-16,2 0-1 0,0-2 4 0,2 1 0 15,1 1 1-15,-3-2-2 0,3-1 0 16,-2 0-2-16,-2 0-2 0,1 1 2 0,-2 1-8 0,1-2 0 15,0 2 3-15,-1-1 1 0,-3 1 7 0,-10 0-1 16,1 1-1-16,1 0 24 0,-2-2-1 0,0 2-5 16,0-1-6-16,1 1-6 0,0 0-2 0,2-2-3 15,9 2 0-15,-9 0 1 0,8-1-10 0,2 1 7 16,-3-2-8-16,-7 2-3 0,8-2 1 0,-1 2 19 16,-10-3-1-16,13 2-7 0,-2-1 2 0,-1-1-2 15,-2 0-2-15,1-1-4 0,1 2-1 0,-13-2 4 16,2 1 4-16,-1 0 0 0,0 0 2 0,-1 0-4 15,-2 2-1-15,1-2 2 0,-4 2 13 0,3-1-4 16,0 0-5-16,0 0-2 0,-1 0-2 0,2 1-3 16,2-1-1-16,-1-2 6 0,2 2-10 0,8-2 0 15,-8 0 23-15,10 0 8 0,-3-2-2 0,-1 1 12 16,3-2-4-16,-2 0-4 0,0-1-5 0,2-1-6 16,-3 2 1-16,1-2 1 0,-1 0-3 0,1 1-7 0,-3-2-1 15,-1 2-3-15,-10-1-4 0,3 3 3 0,6-4-6 16,-6 1-1-16,8 0-1 0,-1-1-1 15,3 0-1-15,-1 1-1 0,2-1-1 0,1-1-4 16,-1 1 9-16,1-2-4 0,-3 1 16 0,0 0-4 0,0-1 12 16,-2 2-3-16,-1-3-4 0,2 1-2 0,-2 1-5 15,-9 3 0-15,8-4-3 0,-10 3 1 16,-1-1-6-16,2 1 1 0,-4 1 1 0,-3 1-1 16,-2 0 1-16,-3 1-1 0,-10 0 1 0,-2 0-6 0,-4 3 8 15,-7 0 2-15,-2 0-1 0,0 0 0 0,-2 2-3 16,-4-2-2-16,0 2 1 0,-2-2-6 0,-10 3 3 15,17-2-2-15,-17 2-9 0,0 0-50 16,0 0-136-16,0 0-155 0,-13 2-203 0,-6-2-727 0,-9 0-885 16</inkml:trace>
  <inkml:trace contextRef="#ctx0" brushRef="#br0" timeOffset="12964.74">16662 16691 213 0,'5'-7'372'0,"-5"7"-114"0,4-5-42 0,-4 5-35 0,3-6-39 0,-3 6-24 0,0 0-22 16,5-6-19-16,-5 6-16 0,0 0-9 0,0 0-12 16,5-6-14-16,-5 6-37 0,0 0-70 0,0 0-95 15,10-2-321-15,-10 2 11 0</inkml:trace>
  <inkml:trace contextRef="#ctx0" brushRef="#br0" timeOffset="21346.94">18577 15629 201 0,'0'0'748'0,"0"0"-153"0,0 0-120 0,0 0-101 0,-4-5-81 0,4 5-61 16,4-6-35-16,-4 6-33 0,10-7-22 0,-5 1-31 16,4 1-18-16,1-2-17 0,4 0-14 0,4-3-13 15,1 2-9-15,9-3-9 0,-1 0-4 0,1-1-6 16,4 1-2-16,5-2-2 0,-5 1-1 0,-2 1-9 16,-1 3-3-16,-5 1-49 0,-3 0-130 0,-3 1-93 15,-4 3-105-15,-3-1-113 0,-11 4-350 0,9-1-374 16</inkml:trace>
  <inkml:trace contextRef="#ctx0" brushRef="#br0" timeOffset="21514.17">18542 15848 420 0,'0'0'602'16,"9"6"-144"-16,-9-6-98 0,17 1-76 0,-5-2-59 15,9-4-42-15,3 1-34 0,8-6-28 0,8-3-23 0,4-1-15 16,4-3-22-16,9-5-11 0,3 2-19 15,-1-2-46-15,-2 3-77 0,-13 6-110 0,-3-1-204 16,-12 6-359-16,-7 1-279 0</inkml:trace>
  <inkml:trace contextRef="#ctx0" brushRef="#br0" timeOffset="22647.02">20244 15356 366 0,'-1'-13'716'0,"1"3"-135"0,0 2-116 0,0 8-111 15,-2-10-60-15,2 10-32 0,0 0-5 0,3 9-22 16,0 0-31-16,3 5-18 0,-2 1-26 0,1 8-25 16,0 1 1-16,3 4-31 0,1 3-18 0,-1 1-12 15,-1 0-20-15,1 0-12 0,2 0-10 0,-2-1-7 16,0 0-4-16,-2-2-3 0,3-1-4 0,-3-6-12 15,-2 2-52-15,1-4-93 0,-3-3-100 0,0-3-90 16,-3 0-102-16,0-4-131 0,-3 0-396 0,-3-5-547 16</inkml:trace>
  <inkml:trace contextRef="#ctx0" brushRef="#br0" timeOffset="22880.26">20110 15363 68 0,'7'-22'700'0,"5"4"-159"0,1-3-115 0,4 6-71 15,1 1-53-15,5 0-53 0,1 2-16 0,4 2-5 16,1 3 6-16,0 1-11 0,0 3-28 0,-1-2-32 0,3 5-6 16,-3 2-35-16,-1 2-19 0,0 1-25 0,-6 0-14 15,0 4 16-15,-2 1-6 0,-6 1-4 16,-2 1-7-16,-6 1-13 0,-2 2-9 0,-4-2-5 16,-3 5-7-16,-5-1 0 0,-8 5-5 0,-2-1-4 0,-3 4-4 15,-6-4-4-15,1 1-1 0,-1-6-3 0,4 0 3 16,0-3-4-16,4-3 2 0,3 3-11 15,2-7-24-15,3 0-129 0,1-4-166 0,11-2-111 0,0 0-185 16,-10-2-470-16,10 2-703 0</inkml:trace>
  <inkml:trace contextRef="#ctx0" brushRef="#br0" timeOffset="23163.81">21085 15205 964 0,'0'-11'831'0,"-1"3"-169"0,-5 1-142 0,-1 2-82 16,-2-1-53-16,-2 4-67 0,-3 2-59 0,0 2-42 15,-4 1-45-15,-4 5-3 0,-2 3-53 0,-2 5-10 16,1 5 7-16,-2 4-52 0,5 3 8 0,2 3-17 16,3 1-9-16,5 4-10 0,5-6-10 0,3 2-1 15,3-1-7-15,3 1 3 0,6 0 6 0,0 0 6 16,3 4-3-16,6-4 2 0,1-2-6 0,2-1-4 15,4-6-4-15,-2-2-20 0,1-4-24 0,0 0-34 16,4-6-43-16,-5-2-51 0,-2-2-77 0,1-3-105 16,-1-4-63-16,-3-2-87 0,0-2-99 0,0-4-459 15,1-5-666-15</inkml:trace>
  <inkml:trace contextRef="#ctx0" brushRef="#br0" timeOffset="23397.59">21170 15259 239 0,'-7'-10'809'0,"7"10"-210"0,-5-6-140 16,5 6-103-16,0 0-72 0,0 0-9 0,0 0 13 15,0 0-20-15,13 5-7 0,-4 1-31 0,1 1 12 16,5 5-57-16,1-1-24 0,5 3-39 0,4 2-5 16,-2 3-21-16,1-3-25 0,2 1-3 0,-2 2-10 15,-1-2-10-15,0 1-9 0,-3-1-4 0,1 0-14 16,-6-3-6-16,3-2-7 0,-5-1-50 0,-3-2-78 15,3 1-72-15,-7-4-89 0,1-1-72 0,-7-5-44 16,5 5-61-16,-5-5-22 0,0 0-42 0,-4-10-272 16,-1 3-320-16</inkml:trace>
  <inkml:trace contextRef="#ctx0" brushRef="#br0" timeOffset="23563.48">21439 15282 622 0,'-5'-9'573'0,"3"1"-148"0,2 8-69 15,-4-10-32-15,4 10-15 0,0 0-3 0,-13 3-13 16,8 2-1-16,-3 3-13 0,-1 3-39 0,-1 0-5 15,0 4-31-15,-2 2-24 0,0 1-34 0,-4 2-25 16,0 3-23-16,0 0-19 0,-2 0-17 0,2 1-9 16,-1-1-8-16,-2 0-15 0,5-2-8 0,-4 1-27 15,5-2-100-15,2-2-144 0,-1-1-148 0,2-1-128 0,2-1-187 16,-1-3-317-16,3 0-642 0</inkml:trace>
  <inkml:trace contextRef="#ctx0" brushRef="#br0" timeOffset="23963.38">21885 15316 1087 0,'0'0'896'0,"9"-4"-212"0,-9 4-145 0,0 0-119 15,11-1-69-15,-11 1-75 0,6 3-37 0,-6-3-65 16,6 8-16-16,-6-8-43 0,3 11-11 0,-1-7-35 15,-2 3-1-15,2 1-12 0,-1 0-14 0,0-2-7 16,-1 3-2-16,0-1-15 0,0-1-3 0,0-7 0 16,0 12-1-16,0-12 5 0,0 11 1 0,0-11 6 15,0 7-5-15,0-7-4 0,0 0-4 0,-11-2-1 16,3-1-21-16,3-4 26 0,-3-3-17 0,0-2 40 16,1-3-36-16,1-4-3 0,0 3 31 0,4-6-24 15,-1 3 45-15,3-2-36 0,0 2 37 0,3 0-48 16,1-2 49-16,2 2-17 0,2 2-49 0,2 0 45 15,0 3-47-15,4 3 44 0,-2 3-51 0,3 1 48 16,-1 3-46-16,0 4 46 0,4 2-45 0,0 4 55 16,0 3-33-16,2 2 45 0,-3 2-46 0,3 5 3 15,-2-1 18-15,0 4 37 0,-1 0-46 0,-3 1 40 16,-1 0-11-16,-4-1-11 0,-2 1-15 0,-3-2-24 0,0-1-65 16,-4 1-98-16,-1-1-121 0,-2-2-164 0,-5 2-108 15,1-1-199-15,0-5-486 0,-4-1-856 16</inkml:trace>
  <inkml:trace contextRef="#ctx0" brushRef="#br0" timeOffset="24546.45">22459 15129 882 0,'0'0'852'0,"19"0"-177"15,-19 0-136-15,13 5-82 0,-8-2-80 0,3 5-39 16,-3-1-73-16,-1 0-26 0,0 2-52 0,0 2-40 15,-2-3-22-15,1 5-24 0,0-2 9 0,-1 1-49 16,-2 0 10-16,2-1-36 0,-2 0 16 0,0 0-37 16,0-3 26-16,0-1-36 0,0 0 35 0,0-7-34 15,0 12 29-15,0-12-37 0,-4 6 30 0,4-6-36 16,0 0 37-16,-12-9-44 0,7 3 6 0,-2-4 6 16,3-3 41-16,-3-2-43 0,3-2 37 0,1 0-37 15,1-2 32-15,2-2 4 0,0 2-2 0,2-2-1 16,1 0-10-16,1 0 0 0,3 2-4 0,-2 1-1 15,2 3 4-15,2 1-2 0,0 2-5 0,2 2-2 16,-2-2-2-16,5 4 1 0,-2 1-4 0,3 2 6 16,-2 0-9-16,0 2 0 0,-1 3 0 0,1 0-1 15,0 1 2-15,-3 3-1 0,0-1 1 0,1 3-1 16,-4 2-38-16,-3 1 45 0,0 1-41 0,-3 1 46 16,-3 3-41-16,-2 1 45 0,-1-1-48 0,-2-1 9 15,-2 1 4-15,3-2 20 0,-2-1 25 0,1 2-46 16,-1-5 4-16,4 1 5 0,-1 0 1 0,1-2 2 15,0-1 4-15,-1 0-1 0,5-6-1 0,0 9 6 16,0-9-5-16,5 4 2 0,-5-4 1 0,13 4 3 0,-13-4-3 16,17 5 2-16,-8-3-3 0,0 0-2 0,2 0 5 15,-2 2-3-15,3-1 3 0,-1 1 4 0,-1 1-6 16,4 2 1-16,-3 0 2 0,0 1 0 0,-1 0-2 16,-1 2-1-16,0 0 5 0,-2-1 37 0,0 1-52 15,-3-1 40-15,-1 1-45 0,-1-2 44 0,0 2-43 16,-4-1 34-16,2-1-39 0,-5-1 40 0,1 1-38 15,-5-2 39-15,2 0 0 0,-4-1-7 0,-1 1-2 16,0-5-6-16,-1 1-35 0,-2-1 20 0,1-1-64 16,0-3-47-16,-3 0-73 0,2-2-96 0,0-4-81 15,1 2-60-15,2-5-146 0,2 1-580 0,2-6-773 16</inkml:trace>
  <inkml:trace contextRef="#ctx0" brushRef="#br0" timeOffset="24747.48">22789 14883 119 0,'10'-7'792'0,"0"4"-218"16,-10 3-66-16,20 3-20 0,-8 4-60 0,1-1-29 16,5 4-25-16,-3 3 1 0,2 0-70 0,2 3-13 15,0 3-77-15,2 0 10 0,-1 1-80 0,6 3 13 16,-1 2-77-16,-4-3 26 0,-3 0-65 0,-2-1-13 0,0 2-20 16,-5-3-19-16,-3 0-29 0,-4 1-45 15,-3-2-72-15,-5 2-92 0,-4 1-85 0,-7 2-42 16,-8 3-39-16,-3 1-28 0,-7 0-36 0,-4-2-41 15,-8 3-292-15,-6-1-344 0</inkml:trace>
  <inkml:trace contextRef="#ctx0" brushRef="#br0" timeOffset="25013.17">20551 16113 724 0,'-52'10'689'0,"8"-3"-121"0,11-1-101 16,6 0-93-16,5-3-67 0,3 0-48 0,3 1-26 15,5-1 29-15,11-3-18 0,0 0-17 0,0 0-49 0,18 3-19 16,7-6-25-16,14-1-2 0,16-2-9 0,21-3-6 16,8-1-30-16,8 0 32 0,6-1-53 0,26-2 47 15,4 0-61-15,5 0 56 0,4-1-52 0,-3-1 37 16,1 1-58-16,2 0 34 0,-1 1-13 0,-1-2-8 16,-5 3-10-16,-2-1-7 0,-4 0-8 0,-23 5-3 15,0-3-6-15,-4 1-5 0,-3 2 0 0,-6 0-5 16,-8-1-17-16,-7 3-47 0,-17 2-66 0,-11-2-119 15,-8 3-102-15,-14 1-94 0,-9 2-61 0,-14 0-87 16,0 0-133-16,0 0-278 0,-14 2-601 0</inkml:trace>
  <inkml:trace contextRef="#ctx0" brushRef="#br0" timeOffset="25463.57">21612 16271 699 0,'-19'8'782'0,"3"-3"-185"0,2 3-129 0,3 2-99 16,1 3-70-16,5 3-44 0,1 5-12 15,2 2 14-15,4 4-38 0,0 0-24 0,2 6-50 0,2 1 4 16,1 5-37-16,-1 2 2 0,3-2-38 0,1 2 17 16,-1-1-31-16,0 0 6 0,1-3-28 0,-2-6 14 15,0-2-23-15,-2-2 17 0,-2-6-24 0,4 0 20 16,-6-4-32-16,3-3 22 0,-1-2 10 0,-3-1 64 15,1-1-41-15,-2-10 9 0,-3 8-37 0,3-8 17 16,-9-2-36-16,2-5 27 0,-5-6-25 0,-2-6-7 16,-4-5-1-16,-4-6-2 0,3-6-2 0,-1-2 19 15,1-5-21-15,3 1 28 0,1-4-24 0,3 1 25 16,5-1-23-16,3 3 31 0,3 7-20 0,3 2-8 16,3 3-3-16,4 2-8 0,5 4 3 0,2 3-4 15,4 5 3-15,4 2-5 0,1 5 0 0,0 6-5 16,2 2 16-16,0 5-19 0,0 2 15 0,2 3-20 0,-1 5 20 15,-2-1-29-15,-4 6 33 0,-1-2-24 16,-5-1 19-16,-2 1-18 0,-4 0 16 0,-5-1-19 0,1 1 20 16,-6-3-18-16,-6 4 15 0,-2 1-22 15,-3-3 22-15,-6 2-28 0,-3-3-1 0,-3 1-57 0,0-2-29 16,1-4-41-16,3 0-29 0,2-3-68 0,1-2-68 16,2 0-89-16,3-3-41 0,11-1-120 0,-15-5-606 15,15 5-783-15</inkml:trace>
  <inkml:trace contextRef="#ctx0" brushRef="#br0" timeOffset="25696.51">22241 16165 399 0,'16'-7'859'0,"-4"0"-190"0,-6 4-131 0,-6 3-106 0,0 0-55 0,0 0-27 16,-6 8-21-16,-6 1-31 0,-7 5-28 15,-5 3-40-15,-7 6-2 0,-1 2-28 0,0 4-20 0,0 2-28 16,0 1 43-16,4 0-34 0,3 1 6 0,4 0-24 15,3 0 5-15,7-4-27 0,4-1 6 0,4-3-25 16,5 0-18-16,3-1-12 0,4 2-16 0,8-2-32 0,1-3-40 16,3 0-52-16,5-5-65 0,2-1-75 15,0-3-74-15,5-3-74 0,-1-3-73 0,-2-6-51 16,0 0-32-16,4-6-52 0,-2-6-51 0,3-3-399 16,-1-7-619-16</inkml:trace>
  <inkml:trace contextRef="#ctx0" brushRef="#br0" timeOffset="26230.87">22529 16494 652 0,'7'-18'452'0,"-1"3"-10"0,-2 0-36 15,0 3-37-15,-1 1-58 0,-1 1-46 0,3 3-10 16,-5 7 12-16,4-7 20 0,-4 7-24 0,0 0-30 0,1 7-27 16,-1-7-26-16,0 15-46 0,0-6-3 0,0 3-19 15,-1 0-5-15,1-1-38 0,-1 1 4 16,1 2-26-16,-2-3 10 0,1 2-32 0,-1-2 17 0,-1 1-28 16,2-2 17-16,0 1-24 0,-1-2 19 0,0-3-18 15,0 1 65-15,1-1-11 0,1-6 13 0,-4 8-38 16,4-8 22-16,0 0-39 0,-9-5 23 15,3-4-29-15,2 1 22 0,0-9-31 0,-1-1 33 0,3-4-27 16,-1-5 31-16,-1-4-14 0,4-3 7 0,0 0-3 16,3-2-1-16,2 0 11 0,0 5-5 0,1 0-46 15,3 2 48-15,-1 7 1 0,0 1-7 0,3 2-5 16,-1 3-7-16,3 2-6 0,0 3-1 0,0 4-5 16,1 1-44-16,-2 4 52 0,1 3-50 0,1 0 51 15,-1 5-5-15,-1 0-5 0,-2 2-5 0,-2 4 3 16,-2-1-3-16,0 3 15 0,-3-1-22 0,-3 2 18 15,-3 0-22-15,-2 1 20 0,-2 1-18 0,-4 1 16 16,-3 0-20-16,0-2 20 0,1-1-20 0,-2-2 19 16,2-4-16-16,1 0 18 0,1-1-13 0,2-3 9 15,-1-1-18-15,4 0 20 0,6-4-17 0,-11 2 18 16,11-2-24-16,0 0 27 0,3-9-25 0,-3 9 20 0,13-6-19 16,-2 3 11-16,0-1-15 0,0 1 24 15,4 0-14-15,0 3 13 0,0 0-21 0,-1 0 21 16,2 5-17-16,0-3 16 0,-1 2-19 0,-1 0 18 0,0 0-17 15,-2 5 17-15,-2-2-19 0,0 1 24 16,-2-1-22-16,-2 3 17 0,-2-2-14 0,-4 2 20 0,1-1-16 16,-2 3 12-16,-1-2-17 0,-5 0 18 0,1 2-29 15,-7 0 32-15,3-3-20 0,-6 3 20 0,0-2-20 16,-1 0 17-16,-1-2-31 0,2-2-19 0,0-1-82 16,1-2-35-16,2-2-81 0,-1-1-54 0,0-1-79 15,4-2-70-15,-2-4-50 0,5-2-71 0,0-4-107 16,5-2-262-16,0-6-506 0</inkml:trace>
  <inkml:trace contextRef="#ctx0" brushRef="#br0" timeOffset="26413.7">22823 16093 634 0,'21'-1'603'0,"-2"2"-103"0,4 4-13 0,4 5-14 0,0 5-35 0,6 4-11 0,-2 1-58 16,-1 5-13-16,-4 1-83 0,-1 2 10 0,-5 1-73 15,-3-1-6-15,-4-1-58 0,-3-1-11 0,-3-2-39 16,-5 2-4-16,-2-3-35 0,-5 2 10 0,-5 3-40 15,-1-1 0-15,-9 2-5 0,-1-1-7 0,-6-2-19 16,-4-1-80-16,2-1-100 0,-6-4-92 0,3 3-95 16,-2-7-70-16,-3 0-98 0,2-3-141 0,5-3-368 15,-1-1-665-15</inkml:trace>
  <inkml:trace contextRef="#ctx0" brushRef="#br0" timeOffset="27196.75">24089 15566 637 0,'0'0'720'0,"0"0"-158"15,0 0-121-15,0 0-104 0,-2-7-76 0,2 7-41 16,7-8-36-16,2 2-18 0,1-2-29 0,3 0-6 16,5-3-23-16,2 1-24 0,3-4-13 0,5 3-14 15,0-1-10-15,2-3-12 0,0 2-9 0,0 2-62 16,-2-1-111-16,-1 1-68 0,-4 3-89 0,-4 0-98 0,-4 2-120 16,-3 2-299-16,-5 1-355 0</inkml:trace>
  <inkml:trace contextRef="#ctx0" brushRef="#br0" timeOffset="27363.91">24113 15696 525 0,'-4'8'555'15,"4"-8"-145"-15,-1 10-78 0,1-10-46 16,6 4-12-16,-6-4-35 0,22 0-30 0,-5 0-30 0,5-4-33 16,5-1-27-16,7-3-19 0,5-2-19 0,5-1-20 15,-3-1-6-15,0 0-15 0,-1 2-55 16,-8 1-94-16,0-1-95 0,-2-1-156 0,-5 1-558 0,-4 2-486 15</inkml:trace>
  <inkml:trace contextRef="#ctx0" brushRef="#br0" timeOffset="28363.68">25906 15233 649 0,'-8'-12'629'15,"0"0"-122"-15,2 3-103 0,1 2-81 0,-1 0-60 16,1 4-32-16,5 3-19 0,-9-4-28 0,9 4-1 16,-7 5-26-16,5 2-21 0,2 4-3 0,2 3 14 15,3 5-25-15,2 3-25 0,2 5-22 0,6 5-11 0,-1 4-19 16,5-2-2-16,-2 3-16 0,-1-4-2 0,1 2-9 16,-2-3 0-16,-2-4-13 0,-1-2-35 15,-1-1-128-15,-4-4-100 0,-1-3-40 0,0-3-53 0,-4-3-45 16,-2-3-59-16,0-9-403 0,-8 7-410 15</inkml:trace>
  <inkml:trace contextRef="#ctx0" brushRef="#br0" timeOffset="28580.82">25825 15299 453 0,'-5'-23'395'0,"5"2"-88"0,4 2-20 0,1-2-50 16,4 4 5-16,1 2-13 0,7 0-22 0,0 3-26 15,3 2-18-15,3 3-20 0,0 2-4 0,-4 3-31 0,3 2 16 16,-2 1 3-16,0 3-23 0,-3 0-21 0,0 2 37 15,0 2-7-15,-4-1-20 0,-2 2-4 0,-3 1 5 16,-3-1-18-16,-3 3-14 0,-3-2-11 0,-1 1-9 16,-6 1-10-16,-4-1-2 0,-2 2-9 0,-5 1-5 15,-3-3-4-15,-3 1-1 0,2-2-3 0,1-2-4 16,0 1-4-16,1-3-10 0,3-2-73 0,2 0-74 16,1 0-79-16,6-4-79 0,9 0-112 0,-11 0-150 15,11 0-244-15,2-8-355 0</inkml:trace>
  <inkml:trace contextRef="#ctx0" brushRef="#br0" timeOffset="28879.55">26710 15066 701 0,'0'0'543'0,"-8"-5"-65"0,8 5-34 0,-13 2-61 16,2 4-36-16,-1 2-34 0,-3 6-8 0,0 0-24 0,-3 8-56 16,-2 6-4-16,3 4-19 0,1 2-32 0,0 4-25 15,4 1-13-15,3 2-15 0,4 2-18 16,3-7 6-16,3 2-17 0,4 2 6 0,5-1-11 16,2-1 9-16,4-5-19 0,4-2-12 0,3-5-12 0,2-1-10 15,2-3-7-15,-3-6-8 0,3-5-45 0,1 0-47 16,-4-5-65-16,2-4-130 0,-4-2-124 15,-2 0-91-15,-1-2-117 0,-2-3-636 0,1-5-838 16</inkml:trace>
  <inkml:trace contextRef="#ctx0" brushRef="#br0" timeOffset="30063.38">26946 15075 595 0,'5'-9'513'0,"1"2"-115"0,-3 3-83 15,-3 4-43-15,9-6 11 0,-9 6 8 0,12 0 13 16,-6 3-29-16,3 3-2 0,0 2-11 0,0 5-42 15,0-1-40-15,2 5-29 0,-2 1-37 0,-1 2-12 0,2 2-29 16,0 1-3-16,1 4-21 0,-2-2-8 0,0 0-7 16,-2-2-10-16,-2 0-7 0,4-1-1 0,-4-2-9 15,1-3-97-15,-1-2-133 0,0-1-86 16,-3-1-40-16,3-4-93 0,-2-3-89 0,-3-6-390 0,0 0-492 16</inkml:trace>
  <inkml:trace contextRef="#ctx0" brushRef="#br0" timeOffset="30463.35">27066 15156 471 0,'-2'-21'479'16,"-1"2"-78"-16,3 2-57 0,1 1-30 0,3-1-30 16,0 3-32-16,1-1-21 0,2 0-23 0,2 1-20 15,0 3-7-15,1-1 1 0,1 3-21 0,2-1-12 16,4 3-13-16,-3 0-22 0,4 2-21 0,-2 2-11 16,-1 0-24-16,0 3-9 0,0 0-16 0,-4 0-1 15,1 3-10-15,-1 0-1 0,-3 4-8 0,0-1 2 16,-4 0-7-16,-2 5 2 0,-2-1-4 0,-2 4 0 15,-3 0-5-15,-4 4 5 0,-2-2-4 0,-3 0 1 16,0-1 2-16,2 1-3 0,-1-3 0 0,1-2-2 16,2 1-1-16,1-4 2 0,1 0 0 0,1-1 1 15,0 0 0-15,2-4-2 0,5-3 2 0,0 0-1 0,3 6 0 16,-3-6-3-16,16 0 1 0,-4-1-1 16,2-1 0-16,3 2 0 0,0 0 0 0,1 0 1 15,1 0 1-15,-2 3-3 0,4 0 2 0,-5 0 1 16,3 3-1-16,-2-2 2 0,-2 2-1 0,1 3 1 15,-4-2 1-15,0 3 6 0,-2 0 4 0,-3 1 1 16,-4-2 2-16,1 3 3 0,-4 0 2 0,-4-2 10 16,-1 3-5-16,-4-1-7 0,-3 2 0 0,-3-3-6 15,0 2-1-15,-3-1-1 0,-1-4-3 0,-1 3 1 0,0-4-5 16,-1 0-14-16,2-4-47 0,2 1-88 0,2-4-91 16,2 0-98-16,1-5-99 0,2 0-108 15,5-3-405-15,1-3-530 0</inkml:trace>
  <inkml:trace contextRef="#ctx0" brushRef="#br0" timeOffset="30678.91">27541 14873 465 0,'10'-7'706'0,"-1"4"-165"0,-9 3-45 0,14 1-7 0,-7 3-60 0,0 5-16 0,0 3-26 16,1 3-59-16,2 5-39 0,-1 5-20 15,0 5-40-15,0 0-55 0,1 8 9 0,-1 3-74 0,2 1 18 16,-1 2-26-16,1-2-22 0,-2 3-19 0,1-2-9 15,1-1-13-15,-2-1-10 0,1-2-5 0,-1-3-9 16,-1-4 0-16,0-2 0 0,-1 0-9 0,-1-7-24 16,-1-2-70-16,1 0-88 0,-3-4-116 0,-1-1-118 15,1-2-72-15,-4-1-122 0,-1-2-653 0,-1-2-867 16</inkml:trace>
  <inkml:trace contextRef="#ctx0" brushRef="#br0" timeOffset="31597.42">28178 15262 21 0,'5'-4'749'0,"-5"4"-194"0,4-9-119 15,-4 9-48-15,0 0-61 0,0 0-30 0,0 0-2 16,-11 6-29-16,4 0-29 0,-3 6-32 0,1-1-12 16,-1 4-31-16,-3 2-29 0,3 3-34 0,-2 3-17 15,-2 0-20-15,4 2-7 0,-3 0-13 0,4 1-7 16,0-1-12-16,-1-3 3 0,3 0-13 0,0-1 2 0,1-1-27 16,1-5-81-16,1 0-128 0,-1-1-112 15,1-2-77-15,1-5-144 0,-1 0-414 0,4-7-556 16</inkml:trace>
  <inkml:trace contextRef="#ctx0" brushRef="#br0" timeOffset="31780.31">27973 15330 456 0,'1'-10'767'0,"-1"2"-190"0,0 8-119 16,1-10-95-16,-1 10-45 0,0 0-37 0,6-4-18 16,-6 4-11-16,8 6-32 0,-3-2-29 15,7 4-4-15,0 1-31 0,5 3-35 0,5 3-23 16,2 1-11-16,2-1-26 0,4 1-2 0,5 1-17 0,1-3-8 15,-2 1-14-15,-3-4-2 0,1-1-40 0,-4-1-125 16,-3-1-150-16,-2 0-112 0,-5-5-141 0,-1 1-579 16,-4-3-745-16</inkml:trace>
  <inkml:trace contextRef="#ctx0" brushRef="#br0" timeOffset="32013.32">28367 14973 223 0,'0'-15'703'0,"3"1"-181"0,0 5-118 16,-1 1-62-16,4 3-10 0,-6 5-5 0,13-3-11 16,-1 5-7-16,3 2-15 0,0 1-33 0,7 6-56 15,4 2 5-15,6 4-36 0,-2 2-46 0,2 3-25 16,-2 2-18-16,-2-1-16 0,-3 4 16 0,-3 0-30 16,-3 3 11-16,-6-3-12 0,-3 2 1 0,-3-1-11 15,-5 0-8-15,-4 4-5 0,-5-1-10 0,-6 7-3 0,-2-3-18 16,-7 1-21-16,-2-2-43 0,0-2-28 15,-4-2-56-15,-1-4-74 0,3 1-81 0,0-5-74 16,3-4-88-16,4-3-107 0,1-3-430 0,5-5-603 16</inkml:trace>
  <inkml:trace contextRef="#ctx0" brushRef="#br0" timeOffset="32479.27">29206 15022 692 0,'9'-4'814'0,"-9"4"-174"0,11-3-140 0,-11 3-74 15,7 7-63-15,-4 2-50 0,1 1-58 0,1 7-35 16,-2 0-39-16,2 5-31 0,-1 4-20 0,2 5-27 16,-2 1-23-16,4 3-4 0,-2 4-28 0,-1-4-1 15,2-1-19-15,-2-1 7 0,2-1-8 0,-3 0-6 16,1-7-15-16,-1-3 7 0,-3-4-11 0,3 0 11 15,-2-4-11-15,-1-2 16 0,-1-6-19 0,0-6 10 16,-4 8-11-16,4-8 11 0,-8-3-12 0,3-5 4 16,-2-1-9-16,2-8 11 0,-1-2-20 0,0-3 20 15,-1-8-15-15,1-1 3 0,1-2-8 0,1-8 11 16,0-2-4-16,2-1 9 0,1 6-7 0,1 1 11 16,0 0-4-16,2 4 9 0,1 1-9 0,1 6 12 15,-2 0-10-15,6 4 10 0,-2 1-12 0,1 3 9 16,0 0-11-16,3 6 6 0,-1 1-4 0,2 2 12 15,1 2-16-15,-1 4 10 0,0 1-10 0,0 4 11 16,2 1-12-16,-2 1 11 0,1 2-12 0,-1 1 11 16,-2 1-11-16,-2 1 13 0,0-1-12 0,-5 2 11 15,1-1-11-15,-3 2 10 0,-3-1-7 0,-3 2 7 16,-6 0-8-16,-2 0 15 0,-2 1-14 0,-4-3 6 16,-1 1-25-16,-2-2-46 0,2 0-59 0,-2-1-74 15,2 0-76-15,5-2-50 0,0-1-51 0,5 0-90 0,-1-2-134 16,12-3-253-16,-11 1-403 0</inkml:trace>
  <inkml:trace contextRef="#ctx0" brushRef="#br0" timeOffset="32729.14">29845 14793 205 0,'21'-9'773'0,"-4"2"-136"0,-2 1-132 0,0-1-76 0,-4 4-36 0,-11 3-13 0,14-3-5 16,-14 3-45-16,0 0-2 0,1 11-76 15,-8-3-31-15,-4 2-17 0,-4 5-31 0,-5 4-30 16,-6 6-22-16,-2 2-17 0,1 4-22 0,0 0-15 16,3 0-11-16,2 2-9 0,4 2-9 0,1-1-3 0,6 2-42 15,3-5 41-15,5 2-9 0,4-4-8 0,3 1-13 16,4 2 7-16,3 2-6 0,8-4 0 0,2-1-2 16,0-4-4-16,6-3 5 0,-1-5-88 0,1-3-55 15,1-3-107-15,2-1-112 0,-4-5-109 0,1-3-84 16,-2-4-132-16,2-3-401 0,1-3-701 0</inkml:trace>
  <inkml:trace contextRef="#ctx0" brushRef="#br0" timeOffset="33113.44">30063 14993 108 0,'-5'-3'690'0,"5"3"-193"15,0 0-97-15,0 0 7 0,0 0-17 0,0 0-15 16,0 7-35-16,5 0-24 0,3 1-31 0,2 0-33 15,2 3-49-15,3 1-14 0,0 3-44 0,7-1-16 16,0 2-35-16,0 1-14 0,1-1-20 0,-1 0-9 0,0-1-8 16,1 1-9-16,-4-4-5 0,-2-1-9 15,0 0-4-15,-4-4-6 0,-1 0-18 0,-2 0-37 16,-2-3-93-16,-8-4-94 0,15 0-24 0,-15 0 3 16,9-9 7-16,-6 0 6 0,-2-1 43 0,-1-5 7 15,0-1 31-15,0-5 32 0,-2-2 41 0,-2-2 35 0,0 1 41 16,-1-1 58-16,1 2 40 0,-2 1 58 15,2 3 26-15,0 4-10 0,0 1-27 0,2 1-23 0,-1 4-2 16,-1 4 24-16,4 5 19 0,-11-3-9 0,3 6-11 16,0 4 12-16,-3 3-36 0,-1 4-10 0,1 4 6 15,-4 4 16-15,2 0-37 0,-4 2 2 0,6 1-10 16,-5 0-9-16,2 1-32 0,0-1 20 0,0-1-16 16,1 0-8-16,-1-4-6 0,1-1-25 15,3-3-78-15,-1-1-89 0,3-2-115 0,-2-5-116 0,2 1-73 16,1-4-153-16,7-5-476 0,-11 4-718 0</inkml:trace>
  <inkml:trace contextRef="#ctx0" brushRef="#br0" timeOffset="33346.61">30429 14777 601 0,'19'-8'629'15,"-1"5"-93"-15,2 1-30 0,-2 4-21 0,5 3-24 16,0 3-32-16,4 2-51 0,-3 3-8 0,1 1-91 15,0 5-2-15,1 3-62 0,-1 4-19 0,-2-1-57 16,-2 3-6-16,-1 1-42 0,-1 1 18 0,-1 0-38 16,-6-3-14-16,-1 1-8 0,-4 2-12 0,-3-5-7 15,-4 2-6-15,-3 0 11 0,-5 2-27 0,-3 0 13 16,-8 3-29-16,-3-5-11 0,-5 1-84 0,-4-2-36 16,-2-3-83-16,-3-2-74 0,-1-1-99 0,-4-3-64 15,-5 0-97-15,0-3-150 0,-4-3-312 0,-2-4-626 16</inkml:trace>
  <inkml:trace contextRef="#ctx0" brushRef="#br0" timeOffset="33746.22">26110 16218 485 0,'-35'1'840'15,"5"-1"-181"-15,1-1-137 0,1 1-96 16,3 0-81-16,5 0-53 0,2-1-48 0,2 1-12 0,16 0-10 16,-16-1-25-16,16 1-35 0,9-7-4 15,13 2-21-15,19-5-9 0,23-4-7 0,16-1-19 0,33-4 32 16,18-1-23-16,14-2 32 0,16 1-33 15,13 0 35-15,12-1-20 0,8 0-16 0,50-3-21 0,-1 0 0 16,-2 0-36-16,-41 6 5 0,45-7-22 0,-2 1 6 16,-47 6-7-16,-2-2 12 0,2 4 5 0,-5 3 36 15,-5-1-28-15,-10 2 12 0,-11 1-10 0,-9 2 17 16,-9-1-26-16,-12 1 8 0,-11-1-19 0,-28 3 8 16,-10-2-24-16,-10 1 14 0,-19 1-22 0,-9 0 10 15,-4-3-25-15,-14 3 0 0,-7-2-58 0,-7-1-52 16,-9-1-96-16,-7 2-63 0,-7-3-134 0,-10 0-151 15,-10-2-92-15,-12 0-135 0,-9 2-587 0,-14-3-967 16</inkml:trace>
  <inkml:trace contextRef="#ctx0" brushRef="#br0" timeOffset="35945.9">24394 17265 688 0,'-4'-11'632'0,"0"2"-124"0,2 2-129 0,2 7-61 16,-3-8-91-16,3 8-6 0,0 0-44 0,0 0 27 15,0 0-25-15,3 14 4 0,-1-4-18 0,2 4 27 16,5 4-58-16,0 1 11 0,1 7-61 0,1-1-17 15,1 3-16-15,1 4-14 0,0 3-1 0,0-2-9 16,-2 2 23-16,-1-3-39 0,-1-2 26 16,0 1-37-16,-4 1 29 0,4-3-38 0,-5-4 28 0,0-3-87 15,0-5-73-15,-3 1-69 0,3-3-54 0,-3-4-45 16,1 0-85-16,-2-11-59 0,-2 8-473 0,2-8-499 16</inkml:trace>
  <inkml:trace contextRef="#ctx0" brushRef="#br0" timeOffset="36196.5">24386 17187 624 0,'4'-20'496'0,"-1"2"-108"0,3 3-82 0,4-1-69 15,3 2-33-15,1 2 9 0,4 1-1 16,5 3 12-16,1 1-6 0,-1 0-29 0,4 3-32 16,1 0-28-16,0 3-26 0,-1 2-22 0,-1 3-15 0,-3 0 14 15,-1 4-45-15,-3 1 23 0,-4 3-43 0,-1 1 27 16,-6 1-37-16,-3 0 57 0,-4 3-29 0,-2-1 20 15,-5 3-34-15,-5 1 23 0,-3 3-36 16,-4-2 26-16,-6 4-25 0,-1-2 26 0,-4-1-38 0,1-1 31 16,3-5-32-16,-1 0 3 0,3-3-5 0,3-2-29 15,-1-2-63-15,7-2-36 0,1-2-114 16,-1-1-89-16,4-1-93 0,10-3-117 0,-13-3-252 0,13 3-327 16</inkml:trace>
  <inkml:trace contextRef="#ctx0" brushRef="#br0" timeOffset="38129.44">25402 16893 913 0,'7'-14'836'0,"-3"0"-129"0,-2 3-161 0,0 0-95 0,-2 3-93 16,-2 2-57-16,-2 1-50 0,4 5-38 15,-16 0-18-15,2 5-14 0,-3 4-16 0,-7 7-13 16,-4 9 8-16,-2 5-41 0,-4 10 3 0,-1 7 2 0,4 2 15 16,3 4-5-16,4 3 10 0,4 1 22 0,4 2-18 15,5 2 21-15,6-7-36 0,4 3 15 16,3-1-19-16,8 8-3 0,2-1-21 0,6-3-15 0,2-5-34 16,6-2-32-16,2-5-26 0,2-5-37 0,0-10-43 15,2-3-44-15,2-5-4 0,2-4-64 0,2-4-19 16,-2-4-131-16,-4-5-106 0,-4-5-150 0,-6-1-77 15,2-5-85-15,-1-3-464 0,0-3-833 0</inkml:trace>
  <inkml:trace contextRef="#ctx0" brushRef="#br0" timeOffset="41745.51">25696 16976 119 0,'0'-8'379'0,"0"8"-104"0,0-13-62 15,0 13-38-15,0-10-23 0,0 10-24 0,2-9-19 16,-2 9-21-16,0-7-10 0,0 7 4 0,0 0 6 0,0 0 4 16,0 0 11-16,0 0 19 0,0 0-10 0,7 7 0 15,-4-1-7-15,-1 0-14 0,1 1 2 0,-2-1 15 16,2 2-19-16,-1 2-17 0,1-4 28 0,-2 2-15 16,1-3-5-16,-2-5 56 0,2 11-29 0,-2-11 14 15,3 9 8-15,-3-9 8 0,3 9-14 0,-3-9-5 16,2 6-9-16,-2-6-18 0,0 0-13 0,2 9-19 15,-2-9-10-15,0 0-10 0,0 6-5 0,0-6-8 16,0 0-1-16,0 0-9 0,3 6-2 0,-3-6-2 16,0 0-4-16,0 0 1 0,0 0-2 0,2 5-3 15,-2-5-1-15,0 0 1 0,0 0-2 0,0 0 4 16,0 0-5-16,0 0-1 0,0 0 2 0,2 7 1 0,-2-7 0 16,0 0-3-16,0 0 1 0,0 0-2 0,0 0 2 15,0 0-1-15,0 0 2 0,0 0-4 0,0 0 2 16,0 0 0-16,0 0 0 0,0 0 4 0,0 0-4 15,0 0 1-15,0 0 0 0,0 0-6 0,0 0 5 16,0 7-2-16,0-7 2 0,0 0 1 0,-2 10 33 16,2-10-8-16,0 12 1 0,0-3-13 0,0 0 33 15,0 1-42-15,0 2 58 0,0 1-42 0,2 1 34 16,-2 0-51-16,2 2 41 0,-2-2-48 0,0 3-1 0,0-2 5 16,1 1-3-16,1-4 0 0,-2 1 0 0,1-2 2 15,0 0-1-15,-1-1-7 0,0-3-16 16,0 1-49-16,0-8-127 0,2 10-144 0,-2-10-119 0,0 0-105 15,0 0-483-15,0 0-671 0</inkml:trace>
  <inkml:trace contextRef="#ctx0" brushRef="#br0" timeOffset="42262.44">25723 17036 143 0,'0'0'576'0,"0"0"-162"15,-2-6-80-15,2 6-41 0,0 0-19 0,0-7-19 16,0 7-40-16,0-8-40 0,0 8-17 0,0-9-27 16,0 9-15-16,4-11-9 0,-4 11-19 0,5-14-13 0,-2 6 26 15,1 0-3-15,1-1 5 0,-1 0-2 0,3-1 2 16,0 2-17-16,2-3 7 0,0 1-17 0,4 0 16 16,0-1-3-16,2 1 11 0,2 1-7 0,-2 1-7 15,0 2-23-15,1 0-9 0,-1 0-13 0,-2 2-5 16,-2 2-13-16,1 1 5 0,-12 1-14 0,18 1 4 15,-18-1-10-15,11 5 6 0,-8 2-10 0,-1-1 7 16,-3 0-11-16,-3 2 5 0,0 3 0 0,-5 0-1 16,-1-1 2-16,-3 2-3 0,-3 1-2 0,0-1 0 0,0-1-2 15,-2-1 4-15,1-2-4 0,2-1 3 16,0-1-1-16,2 0 1 0,0-1 0 0,4-2-1 16,0 2 1-16,3-2 1 0,6-3-3 0,0 0 1 0,0 0 5 15,5 5-6-15,-5-5 0 0,23 2 0 0,-5-1 0 16,1-1-2-16,0 3 1 0,5 0 1 0,1 2 0 15,0 1 0-15,-3-1-1 0,2 4 2 0,-1 1-5 16,0-2 1-16,-5 3-1 0,1 0 3 0,-5 0-1 16,-1-1 3-16,-4 1-1 0,0 1 5 0,-4 0 0 15,-2 0 36-15,-3-1-39 0,-3 1 44 0,-2 1-46 16,-4 1 43-16,0-3-44 0,-5 3 1 0,-1-2 0 16,-4-2 1-16,1 1 3 0,-3-1-4 0,-2 0 6 0,2-3-3 15,0-1-2-15,-2-2 0 0,5 1 2 0,0-2-2 16,3-2 1-16,1-1-5 0,1 0-36 15,-1-1-72-15,5-2-61 0,0-2-110 0,4-1-68 0,1 0-45 16,4-1-78-16,2-2-38 0,3-4-354 0,6-3-415 16</inkml:trace>
  <inkml:trace contextRef="#ctx0" brushRef="#br0" timeOffset="42562.52">26296 16769 160 0,'0'0'768'0,"2"-10"-178"0,-2 10-132 0,3-8-81 15,-3 8-81-15,0 0 40 0,0 0 12 0,0 0-5 16,8 5-19-16,-7 4-36 0,0 3-48 0,-1 7-38 16,1 1 22-16,-2 7-52 0,0 9 48 0,-2 8-39 15,-2 1 30-15,-1 4 19 0,-1-2-28 0,-3 1-42 16,1 2-39-16,-1-1 11 0,-1-1-39 0,0-1 8 0,2 1-26 15,-1-1 13-15,1-2-17 0,-1-2-16 0,0-1-14 16,1 0-6-16,0-6-10 0,2-6-19 0,0-1-28 16,3-5-36-16,-1-3-4 0,1-1-86 0,1-5-8 15,-1 1-92-15,3-4-53 0,0-1-172 0,1-3-103 16,0-8-98-16,1 10-103 0,-1-10-378 0,0 0-767 0</inkml:trace>
  <inkml:trace contextRef="#ctx0" brushRef="#br0" timeOffset="42847.97">26707 17162 661 0,'0'0'764'0,"0"-6"-169"15,0 6-117-15,0 0-79 0,0-8-85 0,0 8-35 16,0 0 3-16,0 0-16 0,0 0-21 0,-5 7-31 15,3 2-18-15,-2 0-33 0,0 5-19 0,-4 0-27 16,1 4-23-16,0 3-18 0,-3-1-11 0,1 1 0 16,-1 3-27-16,-2 2 20 0,1-2-27 0,1 0 21 0,2-2-33 15,-2 0 20-15,1-2-27 0,0-1 23 16,1 2-38-16,-1-2 24 0,1-2-32 0,3-2-1 0,-1-1-46 16,0-2-34-16,2-2-65 0,-1-1-77 15,2-1-72-15,-1-2-110 0,2 0-104 0,2-6-79 0,0 0-434 16,0 0-647-16</inkml:trace>
  <inkml:trace contextRef="#ctx0" brushRef="#br0" timeOffset="43062.51">26509 17284 738 0,'0'-11'767'0,"0"0"-171"16,1 3-133-16,-2 1-71 0,1 7-97 0,1-10 23 0,-1 10 18 16,0 0-36-16,0 0-20 0,0 0-39 0,9 1-57 15,-3 5 3-15,2 2-11 0,0 2-32 0,2 2-25 16,3 3-17-16,0 0 9 0,2-1-3 0,3 5-22 15,1-1-14-15,1-3-27 0,1 1 5 0,2 0-23 16,-2-2 10-16,2-1-27 0,-4 0 9 16,0-1-55-16,0-4-50 0,-1 3-88 0,-4-3-89 0,-1-2-97 15,0 1-69-15,-4-1-27 0,0-1-73 0,-9-5-88 16,14 3-398-16,-14-3-622 0</inkml:trace>
  <inkml:trace contextRef="#ctx0" brushRef="#br0" timeOffset="43945.66">27235 16831 331 0,'3'-14'443'0,"0"1"-99"16,-3 2-60-16,3-1-23 0,-2 3 5 15,2-1-6-15,-1 2-12 0,0-1-40 0,0 3-28 16,-1-2-32-16,-1 8-28 0,6-10-19 0,-6 10-15 0,5-9-4 16,-5 9-12-16,7-6-14 0,-7 6-6 0,4-2-11 15,-4 2-9-15,0 0-6 0,8-6-5 0,-8 6 3 16,0 0-12-16,5-5 1 0,-5 5 1 0,0 0-15 16,0 0-22-16,0 0-45 0,0 0-33 0,0 0-17 15,0 0-15-15,0 0 10 0,0 0-21 0,0 0 2 16,0 0 15-16,0 0 19 0,0 0 19 0,0 0 19 15,0 0 14-15,0 0 12 0,0 0 12 0,0 0 21 16,0 0 16-16,0 0 15 0,0 0 10 0,0 0 17 16,0 0 17-16,0 0 19 0,-4-7-9 0,4 7 24 15,0 0 0-15,-6-6 11 0,6 6-10 0,-5-5 1 16,5 5-7-16,-8-3-7 0,8 3-2 0,0 0 3 16,-6-6-7-16,6 6-10 0,0 0-15 0,-7-6-10 15,7 6-9-15,0 0-8 0,0 0-9 0,-4-4-40 16,4 4-51-16,0 0-28 0,0 0-37 0,0 0-10 15,-12 0-29-15,12 0-1 0,-9 4 12 0,9-4 13 16,-11 3 29-16,11-3 27 0,-12 3 13 0,12-3 19 16,-12 3 12-16,12-3 11 0,-10 2 13 0,10-2 8 15,-11 1 30-15,11-1 18 0,0 0 16 0,-15 1 22 16,15-1 14-16,0 0 9 0,-15-1 3 0,15 1 16 0,0 0-9 16,-11-3 18-16,11 3 11 0,0 0 18 0,-11-4 25 15,11 4 17-15,0 0-16 0,-6-7-26 16,6 7-23-16,0 0-1 0,-1-10 6 0,1 10-10 15,2-7 10-15,-2 7-17 0,5-10 3 0,-5 10-17 0,9-6-1 16,-9 6-9-16,8-7 3 0,-8 7-23 0,11-6-2 16,-11 6-17-16,13-1 8 0,-13 1-4 0,14 4 40 15,-5 3-6-15,3 2 20 0,-2 4 8 16,1 4-9-16,2 6 0 0,1 1-21 0,-2 5 32 0,1 6-13 16,3-1-5-16,-4 3-32 0,2 1 1 15,-3 0-14-15,3 1-13 0,-5-2-9 0,2-1-3 0,-1-5-10 16,-4 0 0-16,-1-1-3 0,-2-5-5 0,-2 0-1 15,-2-1 2-15,-2-2 30 0,-2 0-4 0,-3-2-4 16,-2-1-18-16,-1-1 11 0,-3-1-22 0,-2-1 19 16,-3-3-23-16,1-1 16 0,-2-1-19 0,-2-2 5 15,3 0-55-15,-3-3-47 0,6-3-94 0,0 0-78 0,1-2-115 16,2-1-113-16,1-3-72 0,4-1-133 0,3-2-518 16,2-3-832-16</inkml:trace>
  <inkml:trace contextRef="#ctx0" brushRef="#br0" timeOffset="44378.99">27691 16817 449 0,'13'-7'853'0,"-4"1"-182"0,-3 1-136 0,2 2-93 0,-8 3-37 16,13-3-16-16,-13 3-45 0,10 8-40 0,-5 0-51 15,-1 1-42-15,2 6-6 0,-2 1-67 0,3 6 0 16,-4 2-47-16,4 5-4 0,-2-1-17 0,1 4-13 15,-2-2-11-15,3 1-13 0,-5-2-4 0,3-3-5 16,-1-2-11-16,0 0 5 0,0-4-3 0,-2-1-6 16,-1-4 2-16,2 1-4 0,-2-4 3 0,1-1 7 0,-2-2 6 15,0 0 0-15,0-9-8 0,-2 8-2 0,2-8-2 16,0 0-1-16,-10-4-4 0,5-4 4 0,1-3-2 16,0-4 3-16,1-8-4 0,-1-2-28 0,1-5 32 15,1-4-21-15,0-3 28 0,1-1-19 0,-1-8-3 16,4 1 27-16,-1 0-20 0,3 4 27 0,1 6-22 15,-1 3 21-15,3 2-16 0,0 5 14 0,-1 5-22 16,2 1 17-16,1 1-24 0,-2 5 19 0,1 1-22 16,0 2 16-16,1 3-22 0,0 0 23 0,-1 6-23 15,-8 1 21-15,14-2-23 0,-14 2 25 0,13 3-21 16,-13-3 19-16,7 9-21 0,-7-9 22 0,4 10-23 16,-5-4 21-16,0 1-17 0,-3-1 16 0,-1 3-17 15,-3-1 1-15,-4 2-7 0,1-2-15 0,-6 2-16 16,1-1-50-16,-2 1-39 0,1-1-44 0,2-2-59 15,0 0-85-15,2 0-76 0,1-1-19 0,1-1-85 16,2-1-54-16,9-4-450 0,-12 7-611 0</inkml:trace>
  <inkml:trace contextRef="#ctx0" brushRef="#br0" timeOffset="44662.97">28270 16562 16 0,'21'-13'876'0,"-6"1"-158"0,0 0-96 0,-3 3-114 0,-2-1-65 16,0 5-64-16,-2 0-40 0,-8 5-44 0,6-5-14 16,-6 5-42-16,-3 6 12 0,-4 1-48 0,-7 7 2 15,0 5-52-15,-5 4 7 0,-2 7-33 0,-2 3-19 16,0 3-19-16,3 0 1 0,3 3-11 0,0 1 4 0,2-1-26 16,4 2 14-16,1-2-9 0,5-5 18 15,3-1-5-15,2-5-8 0,2 1-12 0,1-4-10 16,5 2-9-16,3-3-10 0,2 0-17 0,1-6-25 15,0-2-30-15,4-2-47 0,0-2-47 0,1-3-72 16,-3-3-82-16,2-1-70 0,-2-3-126 0,1-2-55 16,-2-4-68-16,1-1-90 0,1-5-335 0,-4-3-654 0</inkml:trace>
  <inkml:trace contextRef="#ctx0" brushRef="#br0" timeOffset="45012.71">28401 16783 196 0,'-7'-8'814'0,"3"2"-225"0,-1 1-119 15,5 5-97-15,-6-3-19 0,6 3 31 0,0 0-23 16,0 0-41-16,4 7-42 0,-2-1-31 0,6 1-58 16,1 5-22-16,2 0-48 0,3 1-7 0,4 2-37 15,2 1-2-15,1 2-29 0,2-4 5 0,-2 4-11 16,2-3-4-16,-4-3-8 0,-1 0-20 0,-2 0 8 16,0-1 0-16,-4-3-8 0,0 0 0 0,-2-1-5 15,0-1-4-15,-3-3-45 0,-1 2-32 0,-6-5-25 0,0 0-30 16,0 0 1-16,8-5 1 0,-8 5 12 0,-4-14 22 15,2 3 19-15,-4-2 9 0,1-1 11 16,-1-2 5-16,-2-3 18 0,2 2 32 0,-1 1 38 0,2 3 21 16,0-2 19-16,1 3 17 0,-1 2-18 0,0 0-6 15,3 1-20-15,-2 2 4 0,1 1-3 0,3 6 20 16,-9-4 4-16,9 4 22 0,-12 5-10 0,4 1-13 16,-4 4 8-16,0 3-35 0,-3 1 14 0,0 2-36 15,-2 3 21-15,0 0-31 0,-1 0 10 0,0 0 0 16,-1 1-7-16,2-1-4 0,-1-1-8 0,3-3-6 15,0 0-55-15,2-2-114 0,1-3-106 0,3 1-132 16,0-3-95-16,2-2-96 0,3 0-480 0,4-6-700 16</inkml:trace>
  <inkml:trace contextRef="#ctx0" brushRef="#br0" timeOffset="45262.87">28661 16570 846 0,'9'-12'709'0,"2"3"-150"0,-1 2-44 16,2 1-19-16,1 4-31 0,1 2-11 0,4 2-85 0,4 4-17 16,1 3-70-16,4 2-16 0,5 7-12 0,0 4-25 15,0 2-59-15,0 2-8 0,-2 3-7 0,0 2-18 16,-5 5-40-16,-2-3 43 0,-2 4-35 0,-5 0-4 16,-4 1-38-16,-4-5 6 0,-7 2-33 0,-2-3 11 15,-5 2-13-15,-4 1-24 0,-6 2 14 0,-4-5-29 16,-3-1-4-16,-2-1-79 0,-5-4-44 0,0-2-49 15,-1-3-62-15,-2 0-95 0,0-4-126 0,-1-1-111 16,4-4-83-16,-4-4-164 0,4-1-317 0,0-4-752 0</inkml:trace>
  <inkml:trace contextRef="#ctx0" brushRef="#br0" timeOffset="46229.17">29376 16805 971 0,'-4'-8'813'0,"1"-2"-154"0,-2 3-137 15,1-1-76-15,3 0-70 0,-1 2-1 0,0-1-65 16,2 7-5-16,0-11-58 0,2 4-19 0,4 0-56 16,5-1-8-16,4-1-51 0,6 1 1 0,9-3-43 15,8 0 6-15,2-2-35 0,4 1 12 0,1 0-14 16,4 1 14-16,-3 1-26 0,0 0 10 0,-5 0-25 16,-7 4 6-16,-3 0-42 0,-6 1-7 0,-2 0-119 15,-4 2-103-15,-5 0-145 0,-3-2-118 0,-11 5-82 16,7-6-156-16,-7 6-353 0,-9-4-722 0</inkml:trace>
  <inkml:trace contextRef="#ctx0" brushRef="#br0" timeOffset="46429.49">29524 16405 244 0,'0'0'799'16,"-11"-1"-209"-16,11 1-116 0,0 0-65 0,-2 11-23 15,4-2-31-15,1 3-10 0,2 0-23 0,-1 4-39 0,1 1-63 16,0 3-36-16,3 2-47 0,0 1 2 15,-1 4-8-15,1-1-13 0,1 2-42 0,1 1 8 16,-1 0-37-16,0 0 7 0,1 0-32 0,-1 0 13 0,-1-1-24 16,0 1 19-16,-1-7-30 0,0 1 1 0,-2-1-80 15,1-1-123-15,-2-1-83 0,4-3-115 16,-3-1-97-16,-3 0-77 0,4-1-506 0,-3-4-698 0</inkml:trace>
  <inkml:trace contextRef="#ctx0" brushRef="#br0" timeOffset="46711.7">30226 16448 449 0,'-2'-14'975'0,"2"3"-177"16,0-1-175-16,-1 5-125 0,1-3-99 0,0 10-68 15,-1-8-56-15,1 8-21 0,0 0-35 0,2 7 6 0,2 4-41 16,-3 3-14-16,3 5-30 0,0 6-25 0,1 4-47 15,2 3 9-15,0 6-33 0,3 0 13 16,-2 4-35-16,1-2 20 0,0 2-32 0,-1-3 17 0,-1 3-5 16,0-9-5-16,0 1-4 0,-3 0-5 0,0-5 0 15,-3-2-2-15,2-2-13 0,-2-5-35 0,-1 0-65 16,0-3-66-16,1-2-38 0,-1-1-109 0,0-3-75 16,-1-3-82-16,1-8-144 0,-1 9-549 0,1-9-782 15</inkml:trace>
  <inkml:trace contextRef="#ctx0" brushRef="#br0" timeOffset="46979.89">30210 16334 411 0,'-4'-23'696'16,"-1"1"-167"-16,4 3-108 0,-3 3-51 0,4-2-32 16,0 5 4-16,3-1-19 0,-1 4-37 0,5-2-45 15,0 2-33-15,4 1-46 0,1 3-27 0,2 2-17 16,2 2-9-16,2 4-32 0,0 1-7 0,1 1-18 0,0 4-5 15,1 2-19-15,-3 3 15 0,0-3 1 16,-3 6-7-16,0-1 6 0,-5 2-6 0,-2-3-3 16,1 2-6-16,-7-1-1 0,0 0-2 0,-2 0-2 0,-3 0-4 15,-6-3-3-15,1 3 1 0,-4-3-11 0,-4-2-1 16,-1 1-3-16,0-4-12 0,-1-1-23 0,2-5-55 16,-2 1-52-16,0-2-61 0,3-2-29 0,1-4-90 15,2 0-47-15,3-1-55 0,2-1-13 0,5 0-112 16,1-2-268-16,5-1-345 0</inkml:trace>
  <inkml:trace contextRef="#ctx0" brushRef="#br0" timeOffset="47262.5">30889 16109 67 0,'11'-15'724'0,"-1"4"-147"0,-2-3-108 16,-4 1-44-16,-1 4-24 0,-2-2-30 0,-2 1-34 15,-1 1-26-15,-3 1-22 0,-1 3-7 0,-4 2-50 16,10 3-9-16,-23 4-46 0,5 5-21 0,-4 7-24 16,-2 8-15-16,-2 6 60 0,1 3-54 0,0 5 1 15,0 9-41-15,5-5 2 0,0 9-18 0,4-6-10 16,4 1-25-16,3-1 10 0,3 1-23 0,2-1 42 16,4-6-7-16,4 5 7 0,1-2-27 0,1-3 3 15,5-1-20-15,2-3 8 0,0-2-5 0,2-7-6 0,2-2-20 16,1-4-41-16,1-1-61 0,2-2-76 0,-1-6-83 15,-2-2-67-15,4-2-120 0,-2-5-51 0,-2 0-64 16,3-6-92-16,0-4-364 0,5-4-636 0</inkml:trace>
  <inkml:trace contextRef="#ctx0" brushRef="#br0" timeOffset="47862.52">31004 16238 603 0,'0'0'643'16,"0"0"-100"-16,-14 0-98 0,14 0-24 0,0 0-55 16,-12-1-36-16,12 1-51 0,0 0-51 0,-9-3-41 15,9 3-39-15,-8-5-27 0,8 5-25 0,-6-6-21 0,6 6 13 16,-7-7-9-16,3 2-11 0,1-1-3 15,-1-1-4-15,1-2-15 0,0 1-16 0,1-3 4 16,0 3-12-16,0-3 4 0,2 2-8 0,-2-3 12 16,4 3-15-16,-1-2 12 0,2 1-17 0,-1 1 9 0,4 1-6 15,1-1 6-15,-1 2-12 0,6 1 9 16,0 0-16-16,1 3 13 0,1 0-13 0,0 2 7 16,0 2-11-16,2 2 13 0,-1 1-6 0,-1 5 3 15,-4 0 1-15,3 2-2 0,-3 0-2 0,-2 1 0 16,0 1 0-16,-3 0-1 0,-1-2 2 0,-4 2-3 15,-2-3-2-15,-3 3 2 0,-2 0 1 0,-4-1-2 16,-1 0 4-16,-4-1-4 0,-2-2 14 0,0 1-14 16,2-4-1-16,-1 0-1 0,2-3 2 0,1 2 2 0,2-2 2 15,0-1-1-15,3 1-2 0,9-3 0 16,-17 0-2-16,17 0 1 0,0 0-2 0,0 0 1 0,0 0-1 16,0 0 4-16,11-2-7 0,-11 2 3 0,20 2 0 15,-8 1 0-15,0-2-3 0,1 3 3 0,-2 1 3 16,1-1-3-16,3 2 1 0,-6 1-4 0,1-1 4 15,2 3 41-15,-6-1-51 0,2-1 50 0,-2 1-50 16,-1 0 41-16,-2 1-49 0,-1-1 53 0,0 0-46 16,-2 0 44-16,-2 0-43 0,0 1 5 0,-1-1 6 15,-2 0-3-15,0 1 1 0,-1-2 0 0,-1 2-1 16,0-3 0-16,-3 1 6 0,0-1 0 0,3 0-8 16,-3-1-5-16,1-2-31 0,0 1-21 0,0-3-38 15,9-1-114-15,-19 0-48 0,10-4-86 0,-3 1-69 16,3-3-30-16,-1-1-83 0,0-3-381 0,3 1-477 15</inkml:trace>
  <inkml:trace contextRef="#ctx0" brushRef="#br0" timeOffset="48094.96">30950 16192 636 0,'0'0'576'0,"0"-9"-126"0,0 9-59 15,-4-6-38-15,4 6-39 0,0 0-9 0,0 0 13 0,-5-4-24 16,5 4-22-16,0 0-34 0,-2 6-23 15,2-6-27-15,-4 10-29 0,3-2-34 0,1 0-22 16,-2 2-18-16,1 1 13 0,2 3-12 0,1 0-12 0,-1 2-17 16,3 1-9-16,-2 2-13 0,1 0-7 0,1 2-6 15,1-1-1-15,1 1-7 0,-1 1 0 16,0-2-10-16,2-1-4 0,-2 1-21 0,-1-4-76 0,1 0-94 16,-1-1-71-16,1-1-106 0,-3-1-42 0,3-1-40 15,-3-4-38-15,2 0-54 0,-1-2-308 0,-3-6-393 16</inkml:trace>
  <inkml:trace contextRef="#ctx0" brushRef="#br0" timeOffset="48362.73">31346 16046 511 0,'4'-17'668'15,"-4"2"-65"-15,3 3-97 0,-1 2-74 0,0-2-88 16,0 5-36-16,-2 7 1 0,3-11 2 0,-3 11-10 15,0 0-59-15,6 4 13 0,-5 3-56 0,1 5 40 16,-1 4-19-16,0 7 10 0,-1 5-51 0,-1 6 16 16,0 3-32-16,-2 5-27 0,-1 4 7 0,-1-1-26 15,1 0-24-15,-2 2-17 0,-1-3-14 0,0 1-11 16,-1-2-25-16,2-1 9 0,-1-2-20 0,0-3 13 16,-1-2-24-16,0-3 14 0,2-3-25 0,1-3-2 15,-3-4-92-15,3 0-73 0,1-1-72 0,-1-5-108 16,3-1-91-16,-2-2-113 0,1-2-46 0,1-1-87 15,0-3-516-15,2-7-815 0</inkml:trace>
  <inkml:trace contextRef="#ctx0" brushRef="#br0" timeOffset="48928.78">31562 16336 531 0,'0'-7'563'0,"-1"-2"-99"15,0 1 1-15,1 2-65 0,-2-1-5 0,2 7-59 16,-1-12-27-16,1 12-79 0,0-8-44 0,0 8-11 16,0-9-56-16,0 9-1 0,-1-8-48 0,1 8 13 15,0 0-41-15,0-7 22 0,0 7-39 0,0 0 26 16,0 0-36-16,0 0 34 0,0 0-24 0,-1-7 44 16,1 7-28-16,0 0 5 0,0 0 2 0,0 0 11 15,0 0-10-15,0 0 0 0,0 0-2 0,0 0-7 16,0 0-9-16,0 0-8 0,-2-6-6 0,2 6 5 15,0 0 0-15,0 0-1 0,0 0 5 0,3 12-4 16,-3-12 4-16,4 12 0 0,0-2-6 0,1 1-3 16,1 1-2-16,1 3-1 0,3 2 37 0,1-1-55 15,1-1 46-15,-1 2-56 0,0-3 46 0,1 2-44 16,0-2 47-16,-3-3-53 0,3 0 40 0,-4 0-64 0,1-3-7 16,3-2-140-16,-5 0-76 0,2-2-88 15,-9-4-18-15,14 1-33 0,-14-1 0 0,12-5 36 16,-6-1 43-16,-1-2 50 0,3-3 52 0,-2-3 33 15,1 0 41-15,-1-1 61 0,-1-1 64 0,0-2 73 0,-2 0 35 16,-1 4 39-16,1-2 26 0,0 1 29 0,-2 2 72 16,0 0-12-16,-1 2 29 0,3 0-73 0,-3 3-10 15,1 1-60-15,0 1 24 0,-1 6-28 16,0 0 60-16,0 0-53 0,0 0 87 0,-9 5-49 0,7 4-24 16,-3 6 24-16,-2 1-32 0,1 6 17 15,-2 0-20-15,2 6 6 0,-1 1-16 0,-3 1-1 0,4-2-21 16,-3 2-28-16,1-2-2 0,1 1-13 0,-1-1-12 15,1 0-7-15,0 0-11 0,-1-5 19 0,0 0-17 16,3 0-20-16,-2-1-18 0,0-1-45 0,0-2-55 16,0 0-65-16,3-5-59 0,-1 2-60 0,-2-3-116 15,2-1-41-15,1-1-58 0,0-4-103 0,1-2-438 16,3-5-668-16</inkml:trace>
  <inkml:trace contextRef="#ctx0" brushRef="#br0" timeOffset="49228.42">31895 16011 137 0,'-7'-16'847'0,"2"1"-177"0,1 4-55 0,-1 2-138 0,3-1-35 16,-2 2-99-16,1 1-17 0,3 7-76 0,0-8 45 15,0 8-93-15,0 0-15 0,13 8-26 0,-3 3-5 16,7 8-24-16,3 9 41 0,-2 3-34 0,4 7-26 0,-2 2 6 15,-2 1-41-15,5 10 19 0,-7-8-48 16,0 1 21-16,-4 1-45 0,-1 1 28 0,-2-3-44 16,-5 0 3-16,-3-5-3 0,-1-3 0 0,-5 2 2 15,-1-6-5-15,-6 7-1 0,-1-4 2 0,1-7-3 0,-4-2-3 16,-3-2-1-16,3-2 0 0,-5-2-6 0,3-3-2 16,0-2-43-16,-1-3-74 0,5-3-94 15,1-2-96-15,-2-1-148 0,2-3-66 0,13-2-105 16,-16-2-589-16,9-3-832 0</inkml:trace>
  <inkml:trace contextRef="#ctx0" brushRef="#br0" timeOffset="49648.84">32153 16014 786 0,'2'-10'569'0,"2"1"-91"0,-4 9-49 15,5-7 12-15,-5 7-40 0,9 7 12 0,-4 2-73 16,2 4-30-16,2 4-34 0,2 10-36 0,1 6-18 15,2 3 6-15,-1 4-65 0,-1 2 0 0,2 1-64 16,-1 0 17-16,-1-4-47 0,-3 3 21 0,0-3-48 16,-2-8 30-16,0 1-53 0,-4-7 32 0,0 0-45 15,0-2 3-15,-2-6-8 0,1-1-3 0,-2-4 1 16,0 1-1-16,0-3 2 0,-2-5-1 0,2-5 2 16,-7 6 39-16,7-6-48 0,-10-3 32 0,5-4-47 15,1-4 20-15,-1-3-51 0,-1-5 24 0,2-6-72 0,-2-6 51 16,2-5-54-16,1-6 39 0,-1-2-53 15,4-2 11-15,0 0 15 0,4 2 7 0,-1 3 50 16,4 4-29-16,-2 6 52 0,3 4-26 0,1 0 41 16,1 6-37-16,1 2 45 0,0 5-40 0,3 0 43 0,-2 4-40 15,0 4 46-15,1 0-47 0,-4 5 43 16,-9 1-39-16,22 1 43 0,-12 1-43 0,-5 2 42 16,4 1-37-16,-2 1 41 0,-2 1-44 0,-1 0 40 0,-3 2-39 15,0-2 42-15,-2 1-37 0,-2-1 39 0,-1 3-41 16,-2-2 49-16,-3 0-48 0,-4 1 46 0,2-2-48 15,-6 0 46-15,3-1-54 0,-4-1 3 16,1 0-119-16,1-1-60 0,-1-1-92 0,3-1-83 0,1-1-58 16,13-1-108-16,-19 0-398 0,19 0-523 0</inkml:trace>
  <inkml:trace contextRef="#ctx0" brushRef="#br0" timeOffset="49911.39">32706 15862 201 0,'7'-7'846'0,"-4"1"-183"0,-3 6-91 0,8-6-82 0,-8 6-25 0,0 0-30 0,0 0-59 15,0 0 3-15,-15 5-106 0,6 3-1 0,-3 4-83 16,-1 1 15-16,1 5-52 0,-4 6-19 0,2 1-24 16,-2 7 12-16,2 3-57 0,2 2 18 0,1-2-44 15,4-1 19-15,3-1-41 0,1 0 28 0,3-4-43 16,3 3 31-16,1-3-35 0,3-5 29 0,2 2-34 15,0-4 30-15,2-3-30 0,1-1 28 0,2-2-13 16,0-5-73-16,2 2-52 0,-2-8-135 0,2 1-128 16,-5-3-122-16,3-1-87 0,0-4-102 0,-1-2-459 15,0-3-764-15</inkml:trace>
  <inkml:trace contextRef="#ctx0" brushRef="#br0" timeOffset="50295.46">32807 16084 176 0,'-4'-12'668'0,"-1"2"-145"15,3 2-102-15,-2 1-68 0,1 0-59 0,2 3-21 0,1 4 6 16,0-7-15-16,0 7-23 0,0 0-43 0,10-2-35 16,-1 6-62-16,1-1 10 0,2 5-24 0,-1-1-17 15,3 0-14-15,-1 4-12 0,0-3-10 16,-3 3-10-16,2-3-2 0,-2 2-5 0,-1-4-4 0,-1 0-4 16,-1 1 2-16,0-3-4 0,-7-4 1 0,9 4-5 15,-9-4-10-15,0 0-15 0,7-2-5 0,-7 2-3 16,2-12 6-16,-2 5-9 0,1-3 3 15,0-2 9-15,2 1 0 0,-1-4 5 0,3 1 5 0,-1-3 4 16,0 3 32-16,0-1 5 0,0 1 57 0,-2 5 27 16,2-3 3-16,-1 3-14 0,0 0-21 0,0 2-16 15,-3 7-15-15,4-7 0 0,-4 7 19 0,0 0 25 16,4 5-31-16,-4 2 43 0,-2 2-68 0,2 4 73 16,-2 4-41-16,-2 5 43 0,1 1-45 0,0 2 39 15,-1 2-47-15,1 3 31 0,-1 3 3 0,0-2-2 16,3-2-6-16,-3 0-10 0,2-4-14 0,-1 0-14 15,1 1-5-15,-1-6-13 0,1 1-11 0,-1-4-34 16,2 0-39-16,0-1-34 0,-1-6-42 0,1 2-80 16,0-2-99-16,-1-1-105 0,2-9-102 0,-1 6-43 15,1-6-42-15,0 0-54 0,0 0-277 0,3-12-505 0</inkml:trace>
  <inkml:trace contextRef="#ctx0" brushRef="#br0" timeOffset="50511.71">33113 15786 134 0,'2'-24'793'0,"-2"7"-215"16,1 2-135-16,1 3-42 0,0 3-4 0,-2 9 15 16,8-5-1-16,-8 5-41 0,10 6-22 0,-2 7-47 15,3 3-48-15,1 7-30 0,4 9-66 0,-2 3 20 0,4 4-54 16,-2 2 22-16,0 2-29 0,-3 1-23 0,-1 0-24 16,-2 1-9-16,-5-1-7 0,-4-5-14 15,-5 4-7-15,-3-2-5 0,-5 0-11 0,-6-3-5 0,-3-1 0 16,-13 3-4-16,-3-2-30 0,-5-3-60 0,-3-3-28 15,-6-2-140-15,-2-2-62 0,-4-1-112 0,-4-2-84 16,-4-2-112-16,-2-1-597 0,0-3-827 16</inkml:trace>
  <inkml:trace contextRef="#ctx0" brushRef="#br0" timeOffset="51178.47">27457 18247 867 0,'0'0'647'0,"-10"-3"-146"0,10 3-95 0,0 0-36 16,-9-2-7-16,9 2 2 0,0 0-46 0,0 0-6 16,0 0-84-16,0 0 5 0,4-7-74 0,4 2 13 15,6 0-59-15,1-1 45 0,7-2-66 0,7-2 23 16,10-4-55-16,3 0 41 0,1-1-45 0,3 2 29 15,0-2-43-15,-1 2 26 0,0 0-47 0,-3 1 28 16,-1 0-44-16,-7 4 36 0,-3-2-54 0,-2 2 1 16,-7 2-103-16,1-2-89 0,-6 4-171 0,-3-1-103 15,-3 0-89-15,-2 0-74 0,-2-1-478 0,-5 1-733 16</inkml:trace>
  <inkml:trace contextRef="#ctx0" brushRef="#br0" timeOffset="51395.3">27898 17810 805 0,'-10'-4'603'0,"1"2"-106"0,9 2-137 0,-13-3-48 16,13 3-75-16,-12 3 56 0,12-3-5 0,-9 6 16 15,6-2-50-15,1 4 38 0,0-1-70 0,2 3 3 16,2 3-61-16,0 2 13 0,3 1-64 0,-1 2 27 0,2 3-70 16,1-1 25-16,-1 1-57 0,3 2 28 15,1 3-50-15,-3 1 36 0,2-1-48 0,-3 1 33 0,6-2-45 16,-5-3-6-16,0 1-4 0,0-4-33 15,2 2-61-15,0-1-51 0,0-3-126 0,0 0-51 16,1 0-50-16,-1-3-21 0,3 0-20 0,-1-3-49 16,2-3-447-16,1-1-502 0</inkml:trace>
  <inkml:trace contextRef="#ctx0" brushRef="#br0" timeOffset="51829.25">28693 17917 679 0,'10'-15'963'0,"-2"5"-230"0,2-2-135 0,-2 3-164 16,-3 2-43-16,2-1-121 0,-7 8 23 0,7-4-68 16,-7 4-2-16,10 4 5 0,-8 2 30 0,0 5-58 15,1 3 7-15,1 3-32 0,0 4 28 0,-2 2-37 16,4 2 9-16,-1 6-66 0,3-1 9 0,-3 1-50 16,2 1-15-16,0 0-6 0,0 1-7 0,-1-2-12 15,1-2-5-15,-2-4-7 0,2-3 26 0,-2 1-41 16,1-3 33-16,-4-3-41 0,3-3 30 0,-2-1-39 15,-2 0 31-15,2-6-52 0,-3 0 16 0,0-7-62 16,0 0 28-16,0 0-53 0,-3-7 12 0,2-5 7 16,-2-4 37-16,1-9-16 0,-2-6 37 0,0-3-23 15,-1-10 38-15,0-3-43 0,-3-6 37 0,4 0-40 16,-1-2-2-16,-1 3 7 0,2 0-15 0,1 4 51 16,3 4-18-16,0 8 42 0,0 4-19 0,3 5 31 15,-1 3-27-15,2 3 27 0,1 6-32 0,3 2 30 0,1 1-29 16,0 3 32-16,-1 5-28 0,1-1 29 15,-9 5-29-15,16 0 20 0,-8 3-26 0,0 0 26 0,-1 4 0 16,-2-1-2-16,-1 0 5 0,1 1-13 0,-5 0 4 16,2 0-2-16,-4 2-1 0,1-1 3 15,-3 1-3-15,-1-2-2 0,-1 1-4 0,-4-1-32 16,2-1-52-16,-1 0-65 0,-1 0-49 0,1-1-113 0,0-1-50 16,1-1-56-16,8-3-88 0,-14 1-48 0,14-1-452 15,0 0-618-15</inkml:trace>
  <inkml:trace contextRef="#ctx0" brushRef="#br0" timeOffset="52161.91">29500 17529 98 0,'-4'-7'785'0,"4"7"-156"0,-7-8-131 0,7 8-7 0,-10-5-61 0,10 5 27 16,-14 0-55-16,14 0-45 0,-20 5-36 0,8 1-46 15,-4 4 6-15,-1 3-14 0,-3 6 47 0,-5 6 37 16,2 0 22-16,0 6-57 0,3 0-30 0,1 1-19 16,3 2-33-16,1 1-36 0,2 0-32 0,4-4-25 15,4 1-8-15,1-1-24 0,3-4-97 0,2 2-12 16,4 0 0-16,2 2 0 0,2-3 0 0,1-2 0 0,3-1 0 15,2-4 0-15,3 1 0 0,2-6 0 16,0 2-33-16,3-4-204 0,-2-4-80 0,0-2-13 16,2-2-90-16,-3-2-58 0,-1-4-120 0,3-2-99 15,0-5-78-15,2-1-593 0,-2-6-969 0</inkml:trace>
  <inkml:trace contextRef="#ctx0" brushRef="#br0" timeOffset="52748.55">29727 17592 165 0,'-1'-16'898'16,"0"3"-249"-16,-1 4-111 0,1-1-155 0,0 3-51 16,1 7-57-16,0-8 45 0,0 8-43 0,0 0-12 15,0 0-25-15,11 6-52 0,-4 1-35 0,0 5-9 16,0 1-30-16,-1 1-21 0,3 4-18 0,-1 0-11 16,-1 2-15-16,0-1 35 0,0 0-60 0,-3-2 35 15,0-1-53-15,-1-1 46 0,-1-2-55 0,-2-1 45 16,0-1-52-16,0-2 47 0,0 0-48 0,-4-3 46 15,-1-2-55-15,5-4 58 0,-10 2-54 0,2-5 47 16,2-2-50-16,-2-3 5 0,-1-3 1 0,2-3 4 16,0-5 4-16,-2-1-14 0,2-2 25 0,0-3-2 15,2 0 2-15,3 0 7 0,0 0 11 0,2 0 0 16,0 2 10-16,4 2-17 0,-1 2 3 0,3 3-7 16,3 0-2-16,-1 3 0 0,2 1-4 0,0 3-4 15,2 2 3-15,-2 2 4 0,1 2-11 0,-11 3 4 0,18 0-6 16,-18 0 0-16,17 5 3 0,-11 1 1 15,-2-1 17-15,1 1-17 0,-2 2-29 0,-2-2 35 16,-2 2-28-16,-2 3 27 0,-2-3-26 0,-1 4 35 16,-1-3-34-16,-3 2 27 0,1 0-24 0,-1-1 28 15,-1-1-26-15,2 0 23 0,1-2-2 0,0 1 9 16,1-2-17-16,0 0-3 0,5-2 7 0,2-4-3 16,-3 10 1-16,3-10-3 0,5 9 8 0,0-5-30 15,4 1 31-15,1-1-3 0,-1-1-2 0,2 3-4 0,1-1 2 16,1-1 5-16,1 0 2 0,-1 2-6 0,0 0-1 15,-2-1 0-15,0 2-2 0,-1-1 3 16,-1 0 1-16,-2 1 7 0,-1 0 1 0,-1 0-4 16,-2 1 8-16,0-1 5 0,-3 1 3 0,-1-1-1 0,-4 2 35 15,1 0-44-15,-3-2 31 0,-2 2-46 0,-1 0 1 16,-1-2 2-16,-1 0 0 0,-2-1 37 16,1 0-41-16,-1-1 33 0,0-1-41 0,1 0 28 0,-1-2-80 15,0-1-72-15,2-2-57 0,-1-3-125 0,1 0-68 16,1-3-76-16,2-3-85 0,2 0-42 0,1-5-428 15,5-1-625-15</inkml:trace>
  <inkml:trace contextRef="#ctx0" brushRef="#br0" timeOffset="52946.87">30001 17311 443 0,'17'-7'567'0,"-2"5"-51"16,0 4-42-16,-1 2 24 0,1 3-57 0,-1 5 38 15,0 3-57-15,-1 4-29 0,-2 4-38 0,0 4-66 16,-3 4-5-16,-3 1-26 0,-1 3 7 0,-2 4-15 15,-2 5 3-15,-1 1 9 0,-2 3-63 0,-2-4-19 16,1 1-54-16,-2-1-8 0,0-1-41 0,-1 1 3 16,1-4-34-16,1-4-11 0,-1-2-7 0,3 0-4 15,1-3-8-15,-1-5-24 0,3 1-98 0,1-4-96 16,1 1-68-16,2-3-202 0,1-3-174 0,0-2-115 16,3-2-796-16,1-3-1198 0</inkml:trace>
  <inkml:trace contextRef="#ctx0" brushRef="#br0" timeOffset="53377.92">30434 17793 836 0,'-4'-16'799'0,"0"3"-137"0,-1 0-178 0,0 1-32 16,-1 2-55-16,2 1-2 0,1 0-25 16,-1 2-71-16,1 1-49 0,3 6-51 0,-6-12-36 0,6 12-17 15,-4-10-18-15,4 10-12 0,-2-8-19 0,2 8-9 16,0 0-16-16,1-8-10 0,-1 8-14 0,0 0-11 15,9-5-5-15,-9 5-13 0,9-3 0 0,-9 3-1 16,13-2-6-16,-13 2 1 0,11-1-4 0,-11 1 1 16,13-2-2-16,-13 2-3 0,10-2 0 0,-10 2-5 15,0 0 4-15,13-2-5 0,-13 2-2 0,0 0 0 16,12-1-1-16,-12 1 2 0,0 0-12 0,7 6 27 16,-7-6 7-16,0 8-4 0,-2 0-2 0,-1 1 4 15,-2 2 27-15,0 1-43 0,-3 1 35 0,-1 2-30 16,-1 3 44-16,-1-4-22 0,-1 4 54 0,0-1-51 15,1-2 31-15,0 1-45 0,-1-2 36 0,2-2-39 16,2-1 44-16,-2-2-44 0,4-1 27 0,-1 0-29 16,2 0 56-16,1-2-9 0,-2-2 42 0,2 0 2 15,4-4 30-15,-4 9-25 0,4-9-19 0,2 7-14 0,-2-7-13 16,10 4-16-16,-10-4-8 0,20 0-7 16,-6 0-10-16,4-1-2 0,0-1-9 0,0-2-6 15,6 2 1-15,1-3-18 0,-1-1-42 0,0 0-76 16,2-2-60-16,-1 2-114 0,2-3-74 0,-3 0-194 15,-1-1-136-15,-5 0-105 0,1-1-678 0,-4 1-1118 16</inkml:trace>
  <inkml:trace contextRef="#ctx0" brushRef="#br0" timeOffset="53629.09">30614 17448 765 0,'-4'-13'576'0,"2"4"-106"0,0 0-118 16,2 2-3-16,0 1-32 0,0 6 29 0,6-11-50 0,-6 11 13 15,10-2-58-15,-10 2 34 0,18 4-88 0,-7 5 2 16,4 0-5-16,2 7 12 0,2 0-3 0,0 6 33 16,1 5 6-16,-1 2 29 0,-1 2 11 0,-2 2-42 15,-3 0-34-15,1 2-12 0,-7-3-45 0,-2 1-15 16,0-1-26-16,-5-3-16 0,0 0-19 0,-3 2-8 16,-1 1-24-16,-1-1 2 0,-4-2-21 0,2 1 4 15,-2-4-32-15,0 2-20 0,-3-3-86 0,3-5-21 16,2 1-95-16,-2-2-11 0,0-2-102 0,2-3-23 15,2 1-78-15,0-7-63 0,1 1-58 0,0-3-89 16,4-6-656-16,0 0-911 0</inkml:trace>
  <inkml:trace contextRef="#ctx0" brushRef="#br0" timeOffset="54078.57">31141 17484 966 0,'7'-11'662'0,"2"2"-114"0,-2 4-126 15,-7 5-9-15,11-1-31 0,-3 4 44 0,-1 1-68 16,0 5-42-16,1 1-41 0,-1 5-21 0,2 4-46 16,-1 4-7-16,0 3-68 0,0 3 5 0,-3 1-28 0,2 0 24 15,-3 0-58-15,0-4 17 0,0-1-48 16,-3 0 26-16,1-1-47 0,-2-5 26 0,2-1-38 16,-4-2 28-16,2 0-30 0,-2-3 68 0,-1-2-48 15,-1-1 30-15,-1-1-46 0,-4-5 34 0,2 0-44 0,7-4 39 16,-16-2-45-16,7-4 37 0,-2-5-41 15,-1-3 38-15,1-5-39 0,-2-5 35 0,0-4-34 16,3 0 2-16,-2-9 7 0,3-1-4 0,3 3 0 0,2 0-3 16,4-2 36-16,4 0-42 0,1 1 35 0,4 4-38 15,0 1 41-15,3 5-44 0,-1 1 37 0,6 5-41 16,-3 4 38-16,4 3-38 0,-2 5 36 16,1 2-37-16,-2 3 37 0,2 4-37 0,-2 1 35 0,0 5-35 15,0 0 5-15,1 5 3 0,-7-1 1 0,2 2 6 16,-3 0 1-16,-4 2 0 0,1-1 2 0,-5 1 0 15,2-2 1-15,-6 4-7 0,0-3 7 0,-5-1 4 16,-1 3-4-16,-4-2 0 0,-2-1 1 0,-3-1 1 16,1 0 27-16,-3-1-61 0,1-3-16 0,-1 2-92 15,0-3-22-15,5-2-138 0,0-1-59 0,1 1-100 16,2-3-36-16,13-2-36 0,-15 0-60 0,15 0-30 0,-8-7-295 16,8 7-490-16</inkml:trace>
  <inkml:trace contextRef="#ctx0" brushRef="#br0" timeOffset="54295.28">31622 17176 812 0,'11'-3'697'0,"-11"3"-81"0,16 4-67 0,-13 2-35 0,-1 3-72 0,-2 1 7 16,0 4-73-16,-5 3-7 0,-1 4-55 0,-2-1 12 0,-3 7-62 16,-1 2 6-16,-3 4 0 0,2 3-51 15,-2 2 6-15,3 0-25 0,-2 0-13 0,5 1-32 0,1-7-19 16,2 1-5-16,2-1-15 0,3-5-17 15,0-1-8-15,1-1-28 0,1-3-18 0,2-3-34 0,-1 0-57 16,4-1-41-16,2-1-102 0,1-3-26 16,1-2-78-16,3-4-111 0,1-2-173 0,2-1-144 0,-4-5-97 15,8-2-641-15,0-5-1077 0</inkml:trace>
  <inkml:trace contextRef="#ctx0" brushRef="#br0" timeOffset="54679.17">31828 17492 462 0,'-9'-11'615'0,"0"3"-130"0,2 0-60 16,-1 1 3-16,2 1-16 0,-1 0 15 0,3 2-43 16,-1-1 13-16,1-1-79 0,4 6-11 0,-7-8-78 15,7 8-9-15,0 0-70 0,2-8 3 0,-2 8-62 16,13-3 13-16,-13 3-53 0,15-2 26 0,-15 2-50 16,21 0 25-16,-21 0-38 0,21 1 41 0,-21-1-41 15,21 1 35-15,-21-1-47 0,17 3 33 0,-17-3-44 16,13 5 60-16,-13-5-10 0,8 9 41 0,-8-9-23 15,0 13 28-15,-5-4-41 0,0 1 24 0,-4 0-42 16,0 5 2-16,-5-1 62 0,-1 2-40 0,0-1 26 16,-3 2-48-16,-3-1 30 0,3 3-46 0,2-4 38 15,-1-1-51-15,3-1 37 0,-1-1-42 0,3-1 33 16,2-3-36-16,0 2 47 0,2-3-13 0,0 0 56 0,3-2-11 16,-2 1 40-16,2-1-22 0,5-5 6 15,-2 8-30-15,2-8-8 0,5 2-2 0,-5-2-23 16,18 3 5-16,-6-4-21 0,4-2 10 0,2 2-16 15,5-4-7-15,0 0 0 0,5-1-5 0,2 1-6 16,2-4-11-16,0 2 16 0,-2-2-16 0,2 1-39 16,-2 0-80-16,-2-1-74 0,-5 1-33 0,1-5-146 0,-2 6-127 15,-3-5-160-15,-4 2-99 0,1 0-710 0,-6-3-1109 16</inkml:trace>
  <inkml:trace contextRef="#ctx0" brushRef="#br0" timeOffset="54945.23">32210 17220 113 0,'0'0'960'0,"3"-9"-221"0,-3 9-138 0,4-7-81 16,-4 7 0-16,0 0-63 0,16 0-1 0,-8 4-89 16,2 4 25-16,2 2 2 0,-1 5 55 0,3 6 17 15,2 3-10-15,-2 2 9 0,2 6 17 0,-3 1-128 16,2 5-354-16,-6-1 0 0,0 1 0 0,-4-2 0 15,-2 0 0-15,-3 0 0 0,-3 0 0 0,-2 5 0 16,-4-1 0-16,-2-1 0 0,-6-4 0 0,-2 0 0 16,-7-1 0-16,-2-3 0 0,-4-3 0 0,-1 0 0 15,-5-3 0-15,0 0 0 0,-1-3 0 0,-2-5 0 16,-1 0-820-16,0-3-231 0,0-3-939 0,1-3-1739 16</inkml:trace>
  <inkml:trace contextRef="#ctx0" brushRef="#br0" timeOffset="101043.65">12929 2530 46 0,'-13'-4'732'0,"3"-3"-145"0,-2 1-98 0,1 0-61 0,0-2-67 0,2 1-49 16,-3-3-39-16,3 2-47 0,3-3-38 0,1 1-38 0,2-1-15 16,1-2-20-16,4 0-12 0,3-2-22 15,4-4-4-15,3 3 4 0,7-2 14 0,1 1-25 16,2 1-8-16,4 2-19 0,-1 2 5 0,3 2-21 0,-4 2 1 15,3 4-11-15,-2 1 5 0,0 2-12 16,2 2 8-16,-1 4-8 0,-2-1 4 0,-1 6-9 16,1 3 7-16,-1 5-6 0,-4 3 4 0,-3 8 1 0,-2 5 6 15,-4 5-7-15,-5 2 0 0,-2 4-8 0,-5 2 13 16,0 0 5-16,-2 0 4 0,0 3 8 0,1-1 6 16,2-2-3-16,2 0-1 0,5-2 22 0,0-2 5 15,6 1 6-15,2-4-1 0,4-2-7 0,3-3-1 16,6-5-5-16,4-4-11 0,3-5-8 0,6-2-4 15,7-7-4-15,2-5-11 0,3-4-4 0,1-2-5 16,0-5-5-16,-2-2-13 0,-1-3-1 0,-5-1-10 16,-3-4-12-16,-2-1-2 0,-6-2 1 0,-7 3 7 15,-1-1 7-15,-7 2 7 0,-4 1-12 0,-3 2 27 16,-5-2-16-16,-3 5 24 0,-3 0-21 0,-3-1 25 16,2 8-14-16,-15-4 27 0,4 4-19 0,-5 4 24 15,-2 4 6-15,-1 3-9 0,-3 8-7 0,0 8-1 16,3 6 2-16,4 8 0 0,3 4 10 0,7 3 7 15,5 4-1-15,8 12-32 0,4 2 9 0,5 2-1 16,6 2 47-16,3-3-59 0,2 3 50 0,4-4-56 0,0-2 49 16,2-3-43-16,1 0 54 0,1-6-44 15,-2-1 8-15,4-6 9 0,-5 1-6 0,2-3 1 16,-3-2-20-16,-3-1 19 0,-4-8-24 0,-5 1 22 0,-1 0 1 16,-6-1-12-16,-2-4 0 0,-3-2-1 0,-4 1-2 15,-4-4 3-15,-2 4-3 0,-9 1 1 0,-5 0 1 16,-7 0 0-16,-8-4 1 0,-3 0-1 15,-5-4 5-15,-2-4 11 0,-3-1 2 0,1-5-1 0,1 0-7 16,8-5-6-16,1-1-19 0,6-3-91 0,5-2-125 16,1-2-155-16,4-3-149 0,4-1-167 0,1-4-720 15,6-5-1020-15</inkml:trace>
  <inkml:trace contextRef="#ctx0" brushRef="#br0" timeOffset="101845.22">23544 3805 248 0,'-24'-14'640'0,"-2"-2"-114"0,-6-2-79 0,-2 1-55 0,1 1-82 15,3 4-14-15,2-1-16 0,1 3-27 0,7 3-19 16,3 2-32-16,1-2-27 0,1 6-9 0,4 1 19 16,0 5-27-16,2-2-25 0,0 5-36 0,2 2-1 15,2-1-17-15,5 2 38 0,-1 1-11 0,2 1 60 16,2-2-41-16,1 1 53 0,-1-2-38 0,5-1 61 15,0-2-1-15,1-1-32 0,2-3 10 0,3-1-62 16,5-4 14-16,2-4-61 0,7-4 23 0,7-8-53 16,2-4 28-16,10-7-20 0,1-7-15 0,0 0-9 0,0-5-14 15,2-7-8-15,1-1-50 0,4-5-43 16,12-13-64-16,-2-1-19 0,3-2-42 0,-1-3-66 16,2 1-35-16,-2 1-56 0,-3 4-67 0,-13 12-7 0,-3 1-58 15,-2 6-29-15,-7 6 27 0,-9 11-21 0,-5 7-260 16,-7 8-311-16</inkml:trace>
  <inkml:trace contextRef="#ctx0" brushRef="#br0" timeOffset="102176.85">25025 4209 645 0,'3'16'695'0,"1"-2"-163"0,-2-2-112 0,0-2-102 16,0 2-63-16,-2-1-51 0,0 0-41 0,0 0-27 15,0-1-26-15,0 0 15 0,0-2 42 0,0 0 40 16,0-2 25-16,0-6-3 0,0 13 19 0,0-13-35 16,0 10-12-16,0-10 38 0,3 8-72 0,-3-8 24 15,6 5-52-15,-6-5 30 0,10-2-42 0,-3-2 10 16,4-4-63-16,2-2 21 0,1-6-21 0,5-5-19 15,4-6-14-15,0-5-7 0,2 0-11 0,5-14-27 16,0 1-46-16,3-5-82 0,1-1-20 0,2-3-110 16,2-1-58-16,1 0-90 0,0-2-68 0,2 2-32 15,0 1-113-15,1 1-548 0,-2 3-781 0</inkml:trace>
  <inkml:trace contextRef="#ctx0" brushRef="#br0" timeOffset="102708.8">29817 3638 443 0,'0'0'560'0,"0"0"-82"0,0 0-56 0,0 0-17 16,0 0-27-16,0 0 0 0,-6-6-11 0,6 6-10 15,2-7-47-15,-2 7-23 0,5-13-37 0,-1 3 20 16,3-3-55-16,4-5-20 0,0-4-53 0,8-8-7 16,3-5-42-16,0-3 0 0,8-9-39 0,2-4 5 15,5-1-31-15,-1-3 16 0,3-2-36 0,2-3-17 16,1-1-73-16,0-1-24 0,1-1-82 0,-1-1-47 16,-1 3-129-16,3-1-113 0,-3 3-132 0,-3 0-622 15,-1 4-838-15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52:52.2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14313 11592 600 0,'0'0'720'0,"0"0"-135"16,0 0-135-16,0 0-96 0,0 0-84 0,0 0-42 15,0 0-58-15,8 5-20 0,-8-5-36 0,4 11 2 0,-4-11-1 16,5 11 0-16,-1-2 18 0,1-3 34 16,-2 3-6-16,3-2 17 0,-1 0 3 0,1-2 17 0,1 1 30 15,3-4-33-15,-1 0 4 0,2-3-48 0,6-4 17 16,3-4-59-16,7-7 10 0,6-4-53 0,6-5-13 15,8-7-7-15,5-4-12 0,2-1-12 0,2-4 28 16,3-3-41-16,-3-3 25 0,3-4-36 0,11-11 15 16,-3-3-44-16,-1 1 5 0,-2-3-66 0,-1 4-32 15,-11 8-29-15,1 3-32 0,-2 3-55 0,-3 3-48 16,-3 5-68-16,-4 6-62 0,-10 8-138 0,-7 10-718 16,-4 2-881-16</inkml:trace>
  <inkml:trace contextRef="#ctx0" brushRef="#br0" timeOffset="3384.39">6819 16429 72 0,'-13'-11'713'0,"4"3"-144"0,0 2-100 16,2-1-90-16,0 1-88 0,1 1-47 0,6 5-29 15,-13-6-30-15,13 6-24 0,0 0-14 16,0 0-12-16,-8 4-22 0,8-4-1 0,6 7 0 0,-1-4-3 16,2 4 4-16,2-3-1 0,3 0 10 0,3-1 3 15,3 2 0-15,2-4-11 0,2 1-6 0,6-4-18 16,-1-1-7-16,6-2 4 0,-1-1-25 15,3-5 5-15,3-2-26 0,3-4 5 0,4-3-22 0,5-8 16 16,1-3-25-16,0-2-4 0,0-5-2 0,0-2-7 16,3-2 7-16,-2-1-9 0,1-2 9 0,-1 0-37 15,0-3-16-15,-3 3-50 0,-2 2-22 0,-2 3-38 16,-3 2-59-16,-9 10-73 0,-3 6-79 0,-9 6-61 16,-1 4-53-16,-6 5-84 0,-3 6-280 0,-11 1-385 15</inkml:trace>
  <inkml:trace contextRef="#ctx0" brushRef="#br0" timeOffset="7351.32">6790 18113 67 0,'0'0'284'0,"0"-12"-96"0,0 12-24 0,0-13-46 0,0 6-6 16,2-1-23-16,-4 0 6 0,2-1-13 0,0 1-5 15,0-3 4-15,-2 3-8 0,1-3-10 0,0 2-10 16,-2-1-4-16,1 0 2 0,-2 1-6 0,1-1 12 15,-3 1-15-15,1-1 11 0,-4 0-27 0,1 0 1 16,-1-1-9-16,-2 0 3 0,-1 0 0 0,-2 0-7 0,-1 0 3 16,-3 0-2-16,0 0-1 0,0 0 4 15,-1 1 2-15,-3-1 4 0,-2 0 8 0,0-1-1 16,-2 0 12-16,-1 2-13 0,2 0 14 0,-2-1-10 16,-1 0 10-16,0 2-10 0,0-3 2 0,-2 1-10 0,1 2 6 15,-2-2-9-15,3 2 11 0,-3-1-4 16,3 0-7-16,0 1-4 0,-2-1 0 0,2 1-2 15,0 0-1-15,3 2-3 0,-1-1-7 0,2 2 2 16,-2 1-1-16,1 0-2 0,-1 1 0 0,1 1-5 16,-2 1 4-16,0 2-2 0,-1 0-5 0,1 2 4 0,-1 1-3 15,-5 1 0-15,-2 2-2 0,2 3 9 16,0 0 9-16,-6 2 18 0,2 2 1 0,0 1-11 16,2 2 18-16,0-1-13 0,2 2 12 0,1 0-1 0,0 2 4 15,5-5-16-15,3 3 10 0,-2-1-19 0,2 1 13 16,1 0 1-16,0-1 13 0,1 1 4 0,2 0-6 15,-2 2-4-15,4-3-9 0,0 2-6 0,4-1-7 16,-1 2 0-16,2-1-2 0,-1 0 1 0,4 2-5 16,2 1 2-16,-2 1 1 0,5-2 14 0,1 4 0 15,0 0 21-15,4 1-28 0,1-2 36 16,2 0-43-16,2 1 38 0,5 2-36 0,-1 0 53 0,5-3 5 16,4 1 4-16,5 3 11 0,4-1 9 0,5 2-17 15,1-3 11-15,3-2-26 0,10 6 19 0,3-2-24 16,-1 1 37-16,2-2-21 0,4 1 8 0,-3-2-24 15,0-2 16-15,-5-4-27 0,-1 0 17 0,1-3-20 16,0-1 4-16,2-2-19 0,1-2 7 0,-1-1-23 16,1-4 7-16,2-3-10 0,0-3 12 0,3-3-7 15,-3-3 9-15,5-5-17 0,4-4 8 0,2-1-4 16,-4-3-2-16,-2-4-6 0,-3 3 2 0,-11-1 9 16,-1 1-39-16,-4-2 44 0,-1 3-50 0,-5-5 59 15,-3 0-50-15,-4-1 54 0,-1-1-42 0,-6 2 50 16,-2-2-43-16,-3 0 41 0,-2-1-49 0,-3-1 49 0,-2 5-49 15,-2-2 41-15,0 0-45 0,-5 0 42 16,1 1-42-16,-3 1 41 0,0-2-53 0,-1 1 34 16,-4 3-75-16,0-5 25 0,2 5-84 0,-2 1-22 15,-1 1-102-15,1 0-51 0,-2 0-78 0,1 2-81 16,2 4-65-16,2 0-479 0,0 0-603 0</inkml:trace>
  <inkml:trace contextRef="#ctx0" brushRef="#br0" timeOffset="8516.27">28656 13296 384 0,'0'0'350'0,"3"7"-67"0,-3-7 1 0,0 13-43 15,-3-5-13-15,3 1-51 0,0-1 5 16,0 3-18-16,0 1-3 0,5-4 9 0,-4 4 11 0,5-2 11 16,-1 1-6-16,1 0-15 0,4 0-9 0,-2-1-10 15,1-1-10-15,1 0 2 0,2-2-2 0,-1-1 4 16,1 1 11-16,-1-4-2 0,1 0 5 0,2-1-22 16,1-4 17-16,2-2-43 0,1-4 11 0,2-3-39 15,6-4 19-15,3-9-58 0,0-4 37 0,7-10-51 16,1-3 29-16,-1-3-51 0,2-5 1 0,1-2 21 15,-1-3 40-15,3-4-63 0,0-2 34 0,1-2-6 16,7-16-15-16,-1 0-5 0,-6 14-10 0,-1-3-39 16,0 4-7-16,1 4 0 0,1 0-6 0,-3 7-26 15,1 2-39-15,-2 5-27 0,-4 4-64 0,-4 10-71 16,-4 3-43-16,-3 3-23 0,-6 8-32 0,-3 4-27 16,-3 2 15-16,-2 2 5 0,-2 2-18 0,-2 3-354 15,-6 4-260-15</inkml:trace>
  <inkml:trace contextRef="#ctx0" brushRef="#br0" timeOffset="10752.26">9900 17446 402 0,'-10'6'890'0,"0"-2"-165"0,2-1-139 0,-1 0-133 0,3 2-86 16,6-5-76-16,-12 6-54 0,12-6-46 0,-9 4 2 15,9-4 22-15,-2 6 4 0,2-6 36 0,0 0-24 16,0 0 18-16,10 3-35 0,-2-8 30 0,3 0-39 15,7-4 5-15,4-7-52 0,5-4-5 0,7-5-44 0,3-1-1 16,8-7-35-16,2-5 3 0,3-4-23 16,5-2 0-16,0-6-26 0,1 0 8 0,13-14-20 15,-2-2-36-15,-2-1 3 0,-1-4-38 0,-3-3-49 16,-1-3-87-16,-1-1-80 0,-4 0-84 0,-3-2-102 16,-11 16-79-16,-2-1-40 0,-4 3-116 0,1 1-554 15,-5 1-857-15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56:21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1413 8738 154 0,'-18'0'407'0,"3"0"-125"0,-4 0-14 0,-3 2-54 15,0-2-19-15,-2 0-33 0,-3 0 13 0,-1 0-26 16,1 0-6-16,-1 0 5 0,5 1-19 0,1-1 21 0,2 0-33 16,3 0 3-16,2 2-44 0,5-2 19 0,1 3-35 15,9-3 57-15,-3 7-56 0,11-1 29 0,6-2-46 16,17 7 37-16,12-3-47 0,8 3 35 0,21-3-42 15,6 1 5-15,7-3-14 0,10-5 5 0,7-2 2 16,5-5 30-16,24-4 36 0,-1-3 10 0,7-6 11 16,0 0-7-16,1-4 6 0,-3 0-20 15,1-5-8-15,-1-1-6 0,-2-2-12 0,1-4-12 0,-2 0-11 16,-6-4-1-16,-2-2-7 0,-5-2-2 0,-4-7-7 16,-6 0-6-16,-6-4-6 0,-3-3-4 0,-9-1-1 15,-9-3 0-15,-6 0-5 0,-8 2 1 0,-16 6-1 16,-8 5-3-16,-6-1 6 0,-5 5-2 0,-8 4 7 15,-9 1-7-15,-6 1 2 0,-7 6-4 0,-4 0 0 16,-11-5-2-16,-10 2 0 0,-7 2-2 0,-12 0 3 16,-10 2-1-16,-6 2-2 0,-11 2 9 0,-6 5-11 15,-9 1 6-15,-7 5-9 0,-6 2 13 0,-2 1-12 16,-6 5 7-16,-3 4-9 0,-8 4 5 0,-19 4-6 16,-5 4 4-16,3 5-7 0,1 6 10 0,2 5-2 15,1 6-3-15,2 4-5 0,4 4 9 0,5 6-1 0,9 7 5 16,7 3-1-16,8 4-4 0,11 2 1 0,8 4-1 15,14-1 0-15,14-8 2 0,12 1-2 0,6 0-2 16,9 0-5-16,12 2 15 0,7-9-9 0,9-1 8 16,11 8-3-16,14-6 7 0,8-4-3 0,12-7 4 15,10-3-5-15,9-7 2 0,9-7-9 0,9-7-26 16,9-6-63-16,6-7-68 0,9-5-69 0,22-5-80 16,1-4-40-16,-1-4-80 0,0-3-569 0,-5-4-597 15</inkml:trace>
  <inkml:trace contextRef="#ctx0" brushRef="#br0" timeOffset="4350.39">26688 6804 466 0,'-18'6'510'0,"4"-3"-141"0,1 1-74 0,3 1-77 0,2 2-29 0,0 0-55 16,4 3-5-16,1-1-54 0,6 2 5 0,3 3-30 15,7 3-9-15,5 3-4 0,11 4-6 0,6-2 0 16,16 4 1-16,6 0 14 0,7-3 8 0,9-1 10 15,7-1 19-15,7-3 20 0,7-1 3 0,2-3 17 16,1-2-10-16,1-4 4 0,2-2 21 0,-2-3-11 16,3-6-17-16,0-1-12 0,1-6-2 0,16-7-7 15,-2-7-9-15,-3-5-16 0,-5-5-11 0,1-4-19 16,-4-2 1-16,-2-7-10 0,-6-1-8 0,-3-6-6 16,-6-3-2-16,-9-3-7 0,-2-2 5 0,-9-2-9 15,-17 7 3-15,-7-1-4 0,-5-3 1 0,-7 0 4 16,-8-3-1-16,-9 1-3 0,-8-1 5 0,-9 6-11 15,-10-10 9-15,-9-1-2 0,-12 2 13 0,-17-11-3 16,-11 6 8-16,-12 5 10 0,-13 3-2 0,-15 8 0 0,-14 7-5 16,-14 6-4-16,-7 7-1 0,-13 8-2 15,-8 7-2-15,-8 7-2 0,0 11-4 0,-1 6 0 16,1 10 5-16,3 10 0 0,5 9 1 0,8 9 7 16,12 9-10-16,14 8 6 0,15 4-9 0,18 8-3 15,13 6-2-15,23 8 9 0,16 7 5 0,25-9-6 0,13 3 1 16,16 1-2-16,22 14-1 0,13-3 0 15,12-3 7-15,11-8-1 0,8-7-1 0,7-9 0 16,11-7-3-16,3-9-5 0,3-9-6 0,4-7-3 0,-1-7-18 16,-2-7-18-16,-15-9-82 0,-2-7-106 0,-1-4-118 15,-6-6-197-15,-4-8-570 0,-4-5-732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56:03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10530 4234 399 0,'0'0'474'0,"0"0"-94"0,-6 2-106 0,6-2-41 0,0 0-36 0,0 0-36 15,8 6-24-15,2-4-9 0,8 0-50 0,7 1 10 16,7-1-39-16,9-1 13 0,10 0-16 0,2-1 27 15,4-1-27-15,3 0 27 0,-1-1-25 0,-2 1 12 16,1-2-28-16,-4 2 23 0,-7-1-30 0,-5 2-11 16,-6-1 16-16,-7-1-48 0,-2 2 26 0,-8-1-32 15,-2 1 23-15,-7 0-48 0,-10 0 25 0,0 0-28 16,0 0 35-16,0 0-22 0,-19 3 32 0,0-2-23 16,-8-1 32-16,-5 0-21 0,-4 0 26 0,-3 0-17 15,2 0 28-15,-2 0-26 0,9 0 25 0,-1 2-36 0,4-2-7 16,5 0-71-16,3 1-75 0,5 0-89 15,3 1-483-15,11-2-252 0</inkml:trace>
  <inkml:trace contextRef="#ctx0" brushRef="#br0" timeOffset="1066.36">3662 4178 238 0,'-16'1'390'0,"2"1"-82"0,2-1-54 16,-1 1-51-16,13-2-40 0,-14 0-35 0,14 0-22 0,0 0-8 15,-1-6-10-15,6 3-11 0,4-2-14 0,8-1 2 16,1-2 2-16,5 0 15 0,5-2-27 0,2-1 17 15,6-2-15-15,4 1 20 0,1-2-5 16,-2-1 8-16,5-1 0 0,0 1 3 0,3 1 0 0,0-2 3 16,-1 0-3-16,1 2-13 0,-3 2-5 0,0-1-14 15,-5 4-9-15,-8 3-13 0,-5 2-3 0,-7-2-4 16,-1 5-4-16,-6 1-5 0,-12 0-2 0,10 7-8 16,-13-1-2-16,-7 5-2 0,-8 1 0 0,-10 7 3 15,-8 4-3-15,-6-3 4 0,-14 5 3 0,0 0 1 16,-7 1 9-16,-1-2 3 0,-1-2 1 0,2-2 14 15,6-2 20-15,8-4 28 0,7-3 2 0,8-2 3 16,5 0-21-16,5-3-8 0,6-2-15 0,5 0-7 16,13-4-28-16,-11 3-23 0,11-3-27 0,10-5-47 15,4-1-74-15,8-2-48 0,9-3-37 16,7-4-96-16,3-1-93 0,1-1-379 0,0 2-349 0</inkml:trace>
  <inkml:trace contextRef="#ctx0" brushRef="#br0" timeOffset="2383.26">2190 5967 259 0,'-25'-1'634'0,"4"1"-158"0,1-2-90 15,2 2-70-15,4 0-64 0,-2-1-64 0,6-1-42 0,10 2-34 16,-13-1-19-16,13 1-19 0,-2-7-13 16,2 7-18-16,10-8-5 0,3 2 3 0,2 1-10 15,4-3-5-15,3 1 5 0,6-3-16 0,3 2-5 16,1-1 2-16,1 1-4 0,3-1-23 0,1 2-59 0,-3 0-30 15,1 2-59-15,-2 1-52 0,-5 1-35 16,-2 2-97-16,-5-1-311 0,0 1-167 0</inkml:trace>
  <inkml:trace contextRef="#ctx0" brushRef="#br0" timeOffset="5549.69">5407 7560 37 0,'0'9'724'0,"0"-9"-207"0,-4 6-129 0,4-6-96 0,0 0-144 15,-6 6-161-15,6-6-172 0,-6 4-413 0,6-4-111 16</inkml:trace>
  <inkml:trace contextRef="#ctx0" brushRef="#br0" timeOffset="13465.6">4286 8985 315 0,'0'0'394'0,"0"0"-137"0,-9 3-120 0,9-3-120 0,-4 5-83 0,4-5-266 15,-4 6 211-15</inkml:trace>
  <inkml:trace contextRef="#ctx0" brushRef="#br0" timeOffset="14398.61">6554 9022 56 0,'0'0'155'0,"0"0"-228"0,0 0 25 0</inkml:trace>
  <inkml:trace contextRef="#ctx0" brushRef="#br0" timeOffset="26981.65">5715 9182 335 0,'0'0'433'0,"-10"-1"-86"0,10 1-90 0,0 0-47 0,-8-3-52 15,8 3-21-15,2-4-46 0,6-2 2 0,1 0-29 16,5-2 1-16,5-2-24 0,8-3 8 0,9-2-22 0,5-4 7 16,11-3-36-16,7-2 37 0,1 1-22 15,3 0-1-15,-1 0 2 0,2 2 1 0,-1 0-11 0,-3 2 3 16,-12 5 19-16,1 0-20 0,-5 2 13 15,-2 3-17-15,-9 1 13 0,-6 2-20 0,-4 1 4 0,0 1-7 16,-7 0 8-16,-2 2 1 0,-3 0 13 16,-11 2-14-16,0 0 12 0,0 0-16 0,-3 8 23 15,-11-4-12-15,-9 4 36 0,-9 2-9 0,-9 1 28 0,-7 1-15 16,-12 3 45-16,-3 2-1 0,-2-3 29 0,-1-1-1 16,3 1 0-16,0-1-5 0,11-4-19 0,-1 2-11 15,5-1-20-15,-1 1-4 0,7-3-10 0,2 3-6 16,7-4-10-16,6 0-10 0,4-1-8 0,4-1-1 15,5 1-3-15,5-2-4 0,9-4 2 0,-6 6-2 16,6-6-2-16,11 4-3 0,2-4 3 0,6-1 0 16,8-1-3-16,6-2 0 0,9-5-3 0,7-1 2 15,1-2 1-15,10-5-5 0,0 0 3 0,-1 1 0 16,-2-2-5-16,-8 3 4 0,-6 2-15 0,-3 2-18 16,-9 3-43-16,-7 2 1 0,-5 1-39 0,-6 2 1 15,-13 3-46-15,0 0-4 0,6 4-61 0,-16 2-65 16,-9 6-101-16,-17 4-336 0,-5 2-231 0</inkml:trace>
  <inkml:trace contextRef="#ctx0" brushRef="#br0" timeOffset="28451.31">9260 8801 47 0,'-24'8'456'0,"-3"2"-121"0,-4 1-69 0,-1-2-51 15,0 2-48-15,2 0-18 0,-1 0-12 0,0-1-4 16,6-1-29-16,2-1 1 0,3 0-25 0,5-3 4 16,0 1-24-16,3-2 23 0,5 0-16 0,7-4 26 15,-5 6-17-15,5-6 18 0,11 3-44 0,2-3 14 16,6-1-38-16,9-2 16 0,7-2-23 0,12-3 22 15,4-3-34-15,12-3 29 0,2 1-8 0,0-1 47 16,4-2 1-16,-2 1 14 0,-5-1-18 0,-10 4 2 16,-3 4-24-16,-7-1-2 0,-10 3-22 0,-6 1 6 15,-7 2-15-15,-1 3-9 0,-18 0 5 0,15 0 3 16,-15 0-16-16,-5 9 14 0,-8 0-14 0,-7 0 9 16,-10 4-11-16,-8 2 3 0,-4 0 12 0,-5 0-4 15,-1-1-2-15,-4-1-7 0,-2 0 4 0,3-1 9 16,1 0 18-16,4-3 24 0,5 0 6 0,9-3-5 0,8-1-11 15,1 1-10-15,5-3-5 0,8 0-7 16,10-3-5-16,-9 4-3 0,9-4-4 0,0 0 0 16,19-1-5-16,-6-1 0 0,9-1-2 0,2-1-1 15,9-5 1-15,2 4-1 0,1-1 0 0,1 0-10 0,0 0-33 16,-3 3-38-16,-6 0-65 0,-1-1-22 0,-6 4-69 16,-2-2-51-16,-5 2-73 0,-14 0-534 0,15 0-454 15</inkml:trace>
  <inkml:trace contextRef="#ctx0" brushRef="#br0" timeOffset="29315.1">11661 9097 489 0,'-20'0'676'0,"-1"0"-141"0,1-1-125 0,-7 0-73 0,-2 0-93 0,1 1-48 16,-2 0-39-16,2-1-18 0,5 1-47 0,1 0 0 16,1 0-30-16,3 0 7 0,4 0-21 0,0-1 10 15,14 1-17-15,-17-1 8 0,17 1-19 0,0 0-6 16,0 0-3-16,9-7-6 0,6 5-3 0,2-1-5 0,7 0-1 15,6-1-5-15,3 0 0 0,3-2 1 16,2 1-4-16,8-2 1 0,-1 0 1 0,2 1-2 16,-2-2 8-16,1 3-2 0,-9-1 2 0,-1-1-4 15,-4 3 0-15,-7 1 1 0,-3 0-2 0,-4 1-2 0,0 0-3 16,-7 2 5-16,-11 0 3 0,10 2-5 0,-10-2 4 16,-6 5-2-16,-3 1 2 0,-6 2 11 15,-8-1-15-15,-7 5 12 0,-10 0-14 0,-1-1 6 0,-3 1-4 16,-3-2 16-16,-1 2-1 0,1-5 17 0,4 4 9 15,7-5 27-15,3 0-20 0,6-1 15 0,3-2-23 16,3 1 6-16,7-2-22 0,4 1 15 0,10-3-24 16,0 0 2-16,9 2-22 0,10-3-13 15,17-2-49-15,11-1-19 0,13-2-44 0,19-3-29 0,7 1-66 16,6-3-126-16,5 3-216 0,-4-3-282 0,-4 0-394 16</inkml:trace>
  <inkml:trace contextRef="#ctx0" brushRef="#br0" timeOffset="38996.46">4806 12489 303 0,'-13'2'442'0,"3"-2"-79"0,0 0-76 0,10 0-64 16,-14 2-35-16,14-2-37 0,-13 1-27 0,13-1-31 16,0 0-14-16,-4-4-17 0,4 4-13 0,9-9-14 15,1 2-1-15,4-1-5 0,8-2-6 0,4-2 3 16,8-4 18-16,5 0-12 0,0-1 28 0,7-1-6 0,-1 0 22 15,11-2-12-15,-2-1 30 0,-7 6-28 16,-2-2 0-16,-4 2-24 0,-3 3 7 0,-10 1-26 16,-5 3 14-16,0 1-26 0,-7 2 12 0,-3-1-21 15,-3 3 15-15,-10 3-19 0,0 0 17 0,0 0-17 16,-12 3 15-16,-8 4-21 0,-9 3 15 0,-9 2-16 16,-4 2 20-16,-2 1-21 0,0-1 4 0,-6 0-1 15,-9 3-3-15,11-1 2 0,-1-3 12 0,1-1 22 16,3 1 18-16,1 1 4 0,11-5-5 0,5 0-9 15,5-4 1-15,1 2-9 0,8 0-2 0,4-1-4 16,5-2-5-16,5-4-3 0,1 9 2 0,7-5-7 0,3-2 1 16,7-1 0-16,4-1-1 0,6-3-2 15,5 0 1-15,3-4 1 0,9 0-2 0,-2-4-1 0,2 0 10 16,0-1 7-16,-2 0 15 0,3 0 4 16,-5-1-6-16,-4 2 2 0,-6 1-11 0,-7 5-2 0,-4-1-11 15,-4 1-1-15,-5 1-10 0,-11 4-26 0,0 0-76 16,0 0-43-16,-15 3-75 0,-8 3-75 0,-9 4-113 15,-14 5-450-15,-13 3-405 0</inkml:trace>
  <inkml:trace contextRef="#ctx0" brushRef="#br0" timeOffset="69962">9903 11366 412 0,'-10'2'447'0,"10"-2"-117"0,0 0-82 0,0 0-107 16,0 0-71-16,0 0-45 0,0 0-16 0,0 0-16 16,0 0-27-16,-8 4-35 0,8-4-63 0,2 4-106 15,-2-4-144-15,3 6 163 0</inkml:trace>
  <inkml:trace contextRef="#ctx0" brushRef="#br0" timeOffset="70711.83">11746 11319 87 0,'0'0'469'0,"-2"7"-140"0,2-7-67 0,0 0-63 16,0 0-39-16,0 0-37 0,0 0-19 16,0 0-42-16,0 0-38 0,0 0-52 0,0 0-40 0,-1 5-64 15,1-5-114-15,0 0-180 0,-5 8 108 0</inkml:trace>
  <inkml:trace contextRef="#ctx0" brushRef="#br0" timeOffset="73731.41">7206 12755 296 0,'0'0'300'0,"0"0"-51"0,0-6-58 0,0 6-25 16,0 0-48-16,0 0-20 0,0-8-24 0,0 8-7 0,0 0-18 16,0 0 2-16,0 0-15 0,0 0 4 15,0 0-12-15,0 0 0 0,0-7-3 0,0 7 13 0,0 0 1 16,0 0 18-16,0 0 1 0,0 0 14 16,0 0-7-16,0 0 23 0,0 0 2 0,0 0-10 0,0 0-9 15,0 0-2-15,0 0-5 0,0 0-6 0,0 0-4 16,0-6-6-16,0 6-5 0,0 0-6 15,0 0-2-15,0 0-21 0,0 0 4 0,0 0 7 0,0 0-9 16,0 0-1-16,0 0-4 0,0 0-1 0,0 0-3 16,-2-7 0-16,2 7-3 0,0 0 0 0,0 0 9 15,0 0-14-15,0 0 1 0,-4-5 2 0,4 5-4 16,0 0 2-16,0 0 1 0,0 0-1 0,0 0 1 16,0 0 4-16,0 0-3 0,-5-2-4 0,5 2-1 15,0 0-13-15,0 0-28 0,0 0-66 0,0 0-79 16,0 0-106-16,0 0-460 0,0 0-264 0</inkml:trace>
  <inkml:trace contextRef="#ctx0" brushRef="#br0" timeOffset="75245.36">7997 12750 135 0,'0'0'351'0,"0"0"-102"0,-11 2-52 0,11-2-51 16,0 0-19-16,-9 1-39 0,9-1-11 0,0 0-10 16,-5 5 22-16,5-5 0 0,0 0-10 0,0 8-6 15,0-8-5-15,4 6-11 0,-4-6 5 0,6 6 13 16,0-2 1-16,-6-4 11 0,18 3 0 0,-7-1 2 15,-11-2-9-15,24 0-5 0,-10-1-21 0,-1 0-2 16,2-1 22-16,4-3 11 0,-1-1-3 0,1 2 10 16,2-5-3-16,0 0-13 0,4-2-13 0,0-3-11 15,1-2-15-15,3-4 1 0,-1-3-12 0,3 1-3 16,-3 0-1-16,3-3-10 0,-3-1-1 0,0 2-1 0,0-1 9 16,-4-1-15-16,3 2 10 0,-3 2-17 15,-2 3 5-15,-4 2-61 0,4-2-1 0,-6 5-42 0,1 1-20 16,1 3-75-16,-1-1-46 0,-2 5-46 0,-1 2-153 15,1 1-168-15,-3 2-122 0</inkml:trace>
  <inkml:trace contextRef="#ctx0" brushRef="#br0" timeOffset="77011.84">11569 12721 212 0,'0'0'302'16,"0"0"-68"-16,0 0-46 0,-7-3-27 0,7 3-23 0,0 0-35 16,0 0-18-16,0 0-16 0,0 0-12 15,0 0-5-15,0 0-2 0,0 0-5 0,0 0-2 16,0 0 0-16,0 0 6 0,0 0 21 0,5 7 10 15,-5-7 6-15,7 3 2 0,-7-3 20 0,12 3-11 16,-12-3 13-16,15 2-34 0,-15-2 29 0,19-5-33 16,-6 4 12-16,4-6-33 0,-1 2 19 0,5-2-16 15,2-3 9-15,5-3-23 0,4-1 2 0,5-4-17 0,1 0 19 16,3-3-24-16,10-6 9 0,2-1-20 0,3-2 8 16,3 0-8-16,0-3 9 0,3 0-16 0,0-3 14 15,0 1 3-15,1 0-3 0,1 1-22 0,-2 0 17 16,0 3-17-16,-5 0 13 0,-2 6-19 0,-11 5-26 15,-4 1-77-15,-5 2-83 0,-7 7-88 0,-7 2-84 16,-5 5-373-16,-7-1-251 0</inkml:trace>
  <inkml:trace contextRef="#ctx0" brushRef="#br0" timeOffset="78962.1">14281 12175 320 0,'-10'-6'372'0,"2"1"-80"0,3 0-69 0,5 5-43 0,-10-6-42 0,10 6-25 16,-10-5-23-16,10 5-17 0,-8-4-10 0,8 4 11 16,0 0 33-16,-6-4 22 0,6 4-14 15,0 0 14-15,0 0-44 0,-2 7 20 0,2-7-10 0,7 8-12 16,-3-4-4-16,2 1 21 0,3 0-10 0,1-2-12 16,1 3 8-16,1-4 6 0,6-1-6 0,5-1-8 15,4-3 10-15,6-3 1 0,9-2-15 0,6-8-9 16,9-3-11-16,6-4-8 0,3-5-9 0,1-6-6 15,2-2-5-15,15-14-6 0,2-3-6 0,-1-4 1 16,5-2-6-16,-1-4 1 0,6 2 0 0,-1-3-4 16,-2-2-2-16,0 2-2 0,-5-4-1 0,0 2-1 15,-2 0 0-15,-4 2-5 0,-3 3-17 0,-1 2-37 16,-16 15-47-16,1 2-19 0,-6 5-66 0,0 2-23 16,-6 7-66-16,-13 10-67 0,-6 6-105 0,-8 3-272 15,-5 4-226-15</inkml:trace>
  <inkml:trace contextRef="#ctx0" brushRef="#br0" timeOffset="81095.96">14693 13633 61 0,'-9'-17'444'0,"-1"-2"-116"0,3 2-66 0,2-1-31 0,1 1-35 16,-1-1-21-16,4 2-20 0,-2-1-24 0,4 0-27 15,2 1-22-15,2-1-9 0,2-2-15 0,5-1-12 16,1 0-9-16,5 1-5 0,-1 0 9 0,-1 3 4 16,0 1-6-16,0 4-1 0,1 0 14 0,-3 1-27 15,-1 3-6-15,-2 0 13 0,1 2-24 0,-3 4 0 16,-9 1-6-16,14 4 9 0,-11 0-1 0,0 4 2 15,-4 5 2-15,-2 2 4 0,-6 4 1 0,-1 1-2 16,0 5 4-16,-5 0 8 0,2 1 3 0,-1 1 19 16,2 0-32-16,3 0 21 0,0 1-9 0,6-5 37 15,3 2-19-15,2 0 9 0,6 3-23 0,3-2 2 16,8 4-12-16,2-3-5 0,3 0-6 0,4-4-3 16,0 1-2-16,3-5 1 0,1-2-5 0,-3-4-2 15,3-3 6-15,-2-1-3 0,2-3-2 0,-6-5-2 16,1 2 1-16,-5-3-3 0,1 0 14 0,-4 0-10 0,-2-3 20 15,-3 2-17-15,-4-1 8 0,-10 2-13 16,9-4 13-16,-9 4-15 0,0 0 10 0,0 0-1 16,-18 1 13-16,3 4-14 0,-2 1 8 0,-2 4-5 15,2 1-3-15,1 4 1 0,2 3 23 0,2 1 8 0,5 4-7 16,3 2 0-16,5 3-1 0,4 5-4 0,4 5-5 16,8 1-3-16,-1 0 0 0,6 1 1 0,2-4-12 15,4 9 9-15,-1-12-9 0,0 3 3 16,0-4-10-16,0-1 0 0,-2 0 2 0,1-3-8 0,-4-1 7 15,-4-5-2-15,-2 1 1 0,-4-5-2 0,-3 1 1 16,-1-2-3-16,-2-1 1 0,-5-4-1 0,-2 1 2 16,-6 2 2-16,-4 0-3 0,-5-2 0 0,-4 1-1 15,-7-3-4-15,-2-2-3 0,-10 4 1 0,-2-5-9 16,-2-1-7-16,0-1 2 0,4-3-11 0,-2-2-25 16,6 1-39-16,5-2-23 0,2 0-44 15,9-2-84-15,1-1-116 0,8 0-503 0,5-3-419 16</inkml:trace>
  <inkml:trace contextRef="#ctx0" brushRef="#br0" timeOffset="81411.38">16106 14324 423 0,'-2'-10'611'0,"-1"1"-112"0,-1-1-72 0,0 2-57 0,-2-2-43 15,4 3-24-15,0 1-41 0,-2-1-40 0,4 7-45 16,-3-10-36-16,3 10-28 0,-2-8-20 0,2 8-13 16,2-6 1-16,-2 6-6 0,9-4 0 0,-9 4 12 15,16-4-4-15,-4 3-5 0,0-1-9 0,1-1 0 16,-1 0 13-16,2 2 20 0,-1-3 6 0,2-2 0 0,-1 0-33 16,1-4 6-16,3-4-35 0,1-3 12 0,0-2-27 15,3-9 14-15,1-1-27 0,3-6 16 0,-1 0-30 16,7-12-1-16,0-2 7 0,3-5-5 15,2-3-1-15,1-2 19 0,13-19-38 0,2 0-14 16,0-3-31-16,6 0-40 0,4 0-47 0,2 3-47 0,4 2-34 16,0 4-60-16,-1 3-47 0,-4 4-110 0,-16 14-163 15,-7 4-347-15,-8 2-542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57:47.2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15131 9941 21 0,'14'-6'447'0,"-1"-1"-129"0,0 1-81 16,-3 0-42-16,-1 0-72 0,0 2-62 0,-2-1-63 0,-7 5-59 15,12-5-14-15,-12 5-41 0,13-3-5 16,-13 3-52-16,11-2-95 0,-11 2 83 0</inkml:trace>
  <inkml:trace contextRef="#ctx0" brushRef="#br0" timeOffset="32013.29">16297 5263 320 0,'-25'1'247'0,"6"-1"-62"0,0 3-41 0,6-3-23 0,-1 1-23 15,14-1-15-15,-14 0-6 0,14 0-22 0,0 0 16 0,17-4-2 16,7 1-2-16,16 1 3 0,17-3 3 15,20-1 6-15,12-3-1 0,12 2 20 0,30-3 2 0,13-1-21 16,8 3 23-16,5-3-5 0,8 3-5 16,9 2-5-16,2-2-9 0,2 3-13 0,0 0-13 0,0 4-13 15,0-1-9-15,-3 2-3 0,-5-2-12 16,-4 4 4-16,-3-2-4 0,-6-2-2 0,-4 2-7 16,-7 0 0-16,-7 2 2 0,-24-2-3 0,-5 0-6 15,-5-2-6-15,-5 2-7 0,-7 0-21 0,-9-1-27 0,-6 1-40 16,-19 0-21-16,-8 0-35 0,-11-1-32 0,-11 0-81 15,-9 0-327-15,-8-2-110 0</inkml:trace>
  <inkml:trace contextRef="#ctx0" brushRef="#br0" timeOffset="35466.25">13006 14104 503 0,'-12'-21'456'0,"1"2"-66"0,-1 2-56 0,5 3-87 16,0 1-28-16,1 1-70 0,-1 5-18 0,4 1-28 15,3 6 10-15,0 0 22 0,-4 6 36 0,6 4-29 16,2 4 13-16,5 7-19 0,1 4-3 0,3 8-16 15,4 3-20-15,-2 2-17 0,2 2-11 0,-2 2-16 16,2 3-4-16,-3 0-12 0,2 10-9 0,-3-7-7 16,-2 1-4-16,0 0 0 0,-2-1-10 0,1-3 7 15,-2 0-13-15,-1-3 1 0,1-2-43 0,-2-9-49 16,-1-1-50-16,-1-7-55 0,0-2-16 0,-1-4-2 16,-2-2-24-16,-1-7-70 0,0-8-90 0,-3 11-333 15,3-11-234-15</inkml:trace>
  <inkml:trace contextRef="#ctx0" brushRef="#br0" timeOffset="35713.85">12913 14072 274 0,'5'-33'492'0,"5"2"-134"0,-1 2-66 16,5 5-70-16,0 4 4 0,0 4-38 0,5 5 15 0,0 2-52 16,-1 6-8-16,3 0-16 0,0 3 8 15,1 4-23-15,1 5-15 0,1 3-4 0,-1 5-22 0,-2 1-12 16,-2 3-13-16,-5 3-5 0,0 3-6 15,-5 0-2-15,-3 5-4 0,-3-5-1 0,-6 1-1 0,-3 5-7 16,-7 1 4-16,-6 0 4 0,-4-1-1 0,-5-3 6 16,-4-2-10-16,-4-1 0 0,-1-5-12 15,0-1 5-15,1-4-10 0,-2-5 4 0,6-2-8 16,8-4-21-16,-2-2-60 0,4-4-48 0,3-2-79 0,5-3-67 16,-1-2-73-16,9-5-491 0,3 2-380 0</inkml:trace>
  <inkml:trace contextRef="#ctx0" brushRef="#br0" timeOffset="35980.8">14006 13802 246 0,'0'0'634'0,"-5"-9"-181"15,5 9-87-15,-20-2-72 0,2 7-5 0,-4 2-32 16,-6 4-10-16,-4 5-23 0,-1 5 2 0,1 5 9 0,0 0-16 15,1 6-12-15,3 2-35 0,4 0-8 16,1 3-28-16,8 2-28 0,1 0-7 0,5 1-24 16,5-7-10-16,2 3-17 0,5-1-3 0,2 5-13 15,6-1-2-15,4 0-12 0,3-1 2 0,3-4-7 0,6-3-4 16,1 1-5-16,6-7-37 0,0-1-75 16,4-5-79-16,3-7-87 0,0 1-71 0,-1-9-53 15,-3-2-50-15,2-4-30 0,5-5-376 0,-2-5-399 16</inkml:trace>
  <inkml:trace contextRef="#ctx0" brushRef="#br0" timeOffset="36347.53">14575 13937 290 0,'-1'-21'537'16,"-3"2"-123"-16,-1-1-77 0,-3 4-57 0,-3 0-24 0,-1 5-26 16,-3 0-18-16,0 4-23 0,-3 1 7 15,-2 3-31-15,0 3-8 0,-3 2-11 0,-1 4-31 0,-4 3-16 16,1 3-29-16,-4 6-13 0,2 3-15 0,2 1-8 15,5-3-10-15,4 1-2 0,2 1-1 0,4-4-13 16,6 0 8-16,-1 0-9 0,6-5 2 0,5-1-7 16,2 2 6-16,3-1-7 0,4-2-2 0,6-1 5 15,-2 1-2-15,6-4 0 0,0 1-2 0,1-2-2 16,2-1 4-16,-2 0 6 0,-1 1-10 0,1-1 7 16,-2-2-5-16,-3 0 5 0,-1 3-5 0,-1-1 6 15,-1 0-3-15,-3-1 4 0,0 2-11 0,-4 1 10 16,0 1 0-16,-2 0 7 0,-2 3-6 0,-2-2 21 15,1 5-1-15,-3-3-4 0,-3 0 2 0,-1 3 7 16,2-1 17-16,-4 1-8 0,-2-1-5 0,2 0-4 16,-2-1-6-16,0-1-1 0,-3 2-8 0,1-5-4 15,-1 3 1-15,-3-2-4 0,0-3-5 0,-1 1 2 16,-3-3-1-16,5-1-5 0,-5-2-20 0,4-3-72 16,-2 0-92-16,2-4-65 0,1-2-54 0,1-3-62 15,1-3-101-15,0-2-403 0,5-5-419 0</inkml:trace>
  <inkml:trace contextRef="#ctx0" brushRef="#br0" timeOffset="36613.25">14778 13647 507 0,'21'-4'497'16,"-3"2"-80"-16,1 1-90 0,0 2-3 0,7 1-32 0,-1 2-16 15,6 3-20-15,-2 3-28 0,3 0-19 0,0 7-32 16,1 3-28-16,-2 2-37 0,-2 3-15 15,-2 3-23-15,-4 4-14 0,-4 3-14 0,-1 1-7 16,-4 2-12-16,-1-1-6 0,-4 0-7 0,-4-5 0 0,-2 1-1 16,-2-3-2-16,-2-3-1 0,-4 5-3 15,-3-4 0-15,-5 1-3 0,-1-4 2 0,-6 3-2 16,-3-4 1-16,-6-1-3 0,0-5 0 0,1-1 0 0,0-5-2 16,-1-2-4-16,0 0 3 0,7-4-45 0,2-4-76 15,1 1-72-15,6-3-61 0,3-4-95 0,5 1-125 16,4-4-402-16,3-4-434 0</inkml:trace>
  <inkml:trace contextRef="#ctx0" brushRef="#br0" timeOffset="36830.83">15798 13854 24 0,'-6'4'767'0,"6"-4"-186"0,0 0-88 0,0 0-56 15,0 0-92-15,0 0-71 0,0 0-58 0,-3-5-39 16,11 1-35-16,2 0-28 0,7-1-22 0,6-1-18 16,0-1-13-16,9-2-16 0,1 1-4 0,9-1-12 15,0-1-30-15,4-1-61 0,-1 0-47 0,1 3-72 16,-4-3-39-16,-1 2-65 0,-9 4-53 0,-6-1-105 0,-6 3-280 16,-5 0-226-16</inkml:trace>
  <inkml:trace contextRef="#ctx0" brushRef="#br0" timeOffset="36997.41">15783 14166 509 0,'0'0'539'0,"6"6"-122"0,-6-6-64 0,22-3-46 0,-3-2-54 16,8-1-53-16,6-5-33 0,7-2-30 0,6-2-23 16,10-5-25-16,2 1-15 0,2-3-15 0,2 3-13 15,1-5-73-15,1 2-102 0,-5 0-126 0,-2-2-142 16,-3 1-381-16,-2-2-299 0</inkml:trace>
  <inkml:trace contextRef="#ctx0" brushRef="#br0" timeOffset="37313.86">17167 13428 473 0,'-10'-5'485'0,"-2"4"-74"15,-2 2-22-15,0 3-18 0,-2 2-49 0,-4 4-30 16,0 2 0-16,-2 4-15 0,0 2-16 0,2 4-42 15,1 0-33-15,2 2-33 0,3 0 14 0,5 0-39 16,3-2-17-16,3 1-15 0,3-4-9 0,3 1-19 16,3 0-5-16,3-2-22 0,5 1 4 0,2-6-16 0,3 0 5 15,1-1-10-15,2-5-2 0,2-2-12 16,0-4 6-16,1-1-9 0,-1-1 7 0,4-4-9 16,-4-1 2-16,3-5-1 0,0-2-1 0,-3-1 5 15,-6-5-9-15,0 0 5 0,-6 0-6 0,-3 0 11 16,-4-2-3-16,-4 2-4 0,-4-3-1 0,-5 2 0 15,-4-4 2-15,-6 3-5 0,-2 2 5 0,-3 2-1 16,-6 3-5-16,0 3-9 0,-2 3 11 0,-1 2-9 16,3 3-4-16,2 6-87 0,2 0-102 0,2 5-95 15,2-1-78-15,2 5-97 0,9-1-128 0,3 1-372 16,6-2-563-16</inkml:trace>
  <inkml:trace contextRef="#ctx0" brushRef="#br0" timeOffset="37464.83">17549 13573 134 0,'-4'-8'649'0,"0"2"-159"0,-3-2-112 15,-1 0-73-15,2 1-64 0,-1-1-53 0,-3 2-40 16,4 0-32-16,1 1-24 0,-2 1-57 0,7 4-71 16,-6-7-85-16,6 7-130 0,0 0-501 0,0 0-263 15</inkml:trace>
  <inkml:trace contextRef="#ctx0" brushRef="#br0" timeOffset="37847.22">17852 13258 571 0,'1'-10'539'0,"2"3"-63"0,-1 1-74 16,-2 6-48-16,4-13-83 0,-4 13-49 0,1-7-50 15,-1 7-25-15,2-7-41 0,-2 7-11 0,0 0-31 16,-11 7-2-16,0 0-20 0,-7 7-13 0,-9 8-4 15,-3-1-6-15,0 2-4 0,7-3-3 0,4-2-3 16,2-3 0-16,6-1 0 0,-2 2 10 0,8-4 10 0,1-1 1 16,5 0 9-16,5-3-3 0,1 2 2 15,7-3-3-15,2-1 7 0,4 0-1 0,4-1-4 16,2-2-11-16,2-3-1 0,-1 1 0 0,1 0 1 0,1-1 16 16,1-1 2-16,-2 1 1 0,-1 0-5 0,-3 0-4 15,-2 1-3-15,-2-1-7 0,-2 3-3 16,0 3-4-16,-1 0 2 0,-3 0-4 0,-2 4-2 15,-1 1-4-15,-5 2 0 0,0 1-12 0,-4 1 11 0,-2-1-4 16,-2 0-1-16,-1 2-6 0,0-2 2 0,-1 0 6 16,-1 0-9-16,1-1 6 0,-4 0-4 0,0-2 3 15,-1 0-6-15,-3-2 4 0,0-1-5 0,-1-1 3 16,-4-1-11-16,4-2-26 0,-3-1-60 0,3-2-83 16,-1 0-64-16,0-2-68 0,1-1-84 0,-2-2-102 15,2 0-359-15,-1-4-406 0</inkml:trace>
  <inkml:trace contextRef="#ctx0" brushRef="#br0" timeOffset="38032.15">17802 13336 430 0,'0'-9'592'16,"-1"-2"-107"-16,1 11-39 0,0-11-69 0,1 3-60 16,3 0-25-16,1 2-20 0,6-4-22 0,2 2-39 15,8 0-25-15,-1-2-33 0,10 3-14 0,-1-1-32 16,7-2-15-16,-2 4-25 0,2 0-8 0,-3 1-20 0,1-1-1 15,-6 1-15-15,-3 1-24 0,-3 0-64 16,-3 1-116-16,-2 0-113 0,-6 1-103 0,-11 2-130 16,9-3-446-16,-9 3-563 0</inkml:trace>
  <inkml:trace contextRef="#ctx0" brushRef="#br0" timeOffset="39480.51">12523 16179 308 0,'-3'-17'540'0,"1"3"-97"0,0 0-92 0,1 3-69 0,1 1-56 16,0 10-39-16,0-9-2 0,0 9 21 0,0 0-7 15,14 7-12-15,-5 5-14 0,1 4-23 0,4 7-15 16,0 2-25-16,4 7-25 0,1 3-15 0,1 1-15 16,0 1-11-16,-2 2-8 0,4-1-8 0,-3-2-5 15,0 0-5-15,-1-1-8 0,-3-3-32 16,-1-5-65-16,-3-4-62 0,-1-2-61 0,-3-4-1 0,-2-1-36 16,-2-7-41-16,0 0-50 0,-3-9-57 0,-3 7-270 15,3-7-173-15</inkml:trace>
  <inkml:trace contextRef="#ctx0" brushRef="#br0" timeOffset="39697.87">12626 16238 296 0,'-6'-45'367'0,"3"0"-68"0,2 5-11 16,2 4-50-16,3 1 7 0,1 2-24 0,4 3 10 15,5 5-29-15,0 3-9 0,5 1 8 0,2 7 5 16,5 2-9-16,-2 5-18 0,1 2-23 0,2 5-22 16,0 2-10-16,0 4-29 0,1 4-10 0,0 2-21 15,0 2-1-15,-5 1-22 0,-3 5-6 0,-1 0 5 16,-7 3-20-16,0 1 4 0,-8-1-14 0,-2 2 6 15,-4 0-3-15,-5 4-2 0,-6 0-5 0,-4 3 0 0,-5-4 0 16,-1 0-4-16,-3-5-1 0,5-3-12 0,0-3-27 16,2-6-28-16,4-3-51 0,-1-3-68 0,5-4-45 15,2-2-31-15,2-4-62 0,5-3-52 0,2-4-68 16,6-6-277-16,5-5-225 0</inkml:trace>
  <inkml:trace contextRef="#ctx0" brushRef="#br0" timeOffset="39917.25">13649 15655 459 0,'2'-7'482'0,"-2"7"-90"0,-5-5-15 0,5 5-15 15,-24 7-6-15,6 2 0 0,-8 5-20 0,-8 4-4 16,-1 7-55-16,-3 2-14 0,0 7-36 0,-1 2-34 16,5 5-52-16,8-6-15 0,5 5-23 0,4 0-28 15,4 3-1-15,8-1-27 0,4-4-1 0,7 5-6 16,4-1-11-16,6-3-3 0,4-1-5 0,6-3-6 15,2-3-8-15,4-2 3 0,2-5-21 0,3-2-54 16,4-4-60-16,3-6-79 0,-1-1-93 0,1-7-72 16,-5-2-65-16,-2-5-87 0,-1-2-463 0,1-7-577 15</inkml:trace>
  <inkml:trace contextRef="#ctx0" brushRef="#br0" timeOffset="40380.75">14038 15855 550 0,'-2'-7'565'0,"2"7"-147"0,-3-6-36 0,3 6 13 16,0 0-65-16,-1 10-27 0,2 0-17 16,0 1-24-16,2 3-32 0,2 4-27 0,-1 2-10 15,4 3-22-15,-1 2-39 0,0 0-21 0,0 3-29 16,1-5-7-16,-4 1-25 0,4-3 0 0,-6 0-10 0,3-5-10 16,-2 1-7-16,-1-3 5 0,1-3-12 0,-3-1-2 15,0-10-6-15,-1 11 0 0,1-11-6 0,0 0 5 16,-13-2-10-16,5-6 13 0,1-3-12 0,-2-4 9 15,0-4-4-15,-1-3 3 0,-1-4-6 0,3-4 6 16,1 0-5-16,2 0 5 0,2 3-7 0,2 1 11 16,1 5-5-16,1 0 8 0,3 2-12 0,4 5 11 15,-1 3-5-15,4 3 6 0,3 2-4 0,0 4 12 16,1 4-1-16,2-1 9 0,3 8-12 0,3 1 16 16,0 3 2-16,0 1-8 0,3 0-3 0,-1 1-7 15,-3 2 1-15,1-2-2 0,-1 0-7 0,-4-3 3 16,1 0-6-16,-3-3 0 0,-3-1-1 0,0 0 1 15,-3-4 1-15,2 1-3 0,-12-5 0 0,20-2 0 16,-10-2-1-16,1-4 1 0,-1-2 0 0,-3 0 12 16,0-5-12-16,-3 1 11 0,1-4-17 0,-5-1 13 15,0-5-18-15,-5 0 19 0,1-6-19 0,-4 1 18 16,2 0-19-16,-4 1 4 0,1 0 2 0,0 7-4 16,2 1 0-16,-3 3-4 0,4 0-19 0,-1 3-61 15,2 2-106-15,1 1-120 0,-1 2-65 0,5 9-47 0,-2-10-34 16,2 10-97-16,0 0-367 0,0 0-501 15</inkml:trace>
  <inkml:trace contextRef="#ctx0" brushRef="#br0" timeOffset="40731.97">14801 15583 705 0,'9'-9'640'16,"-4"3"-91"-16,1-1-49 0,-3 1-52 0,1 2-57 0,-4 4-45 0,8-8-54 15,-8 8-36-15,0 0-53 0,-3-7-26 16,3 7-34-16,-11 2-16 0,2 1-35 0,0 4-8 0,-3 2-23 16,2 2-9-16,0 0-17 0,-1 1 4 0,3 2-18 15,0-1 4-15,4 0-13 0,0 2 9 0,4-1-17 16,3-2 8-16,2 1-12 0,3 0 10 0,1-1-10 16,6 1 9-16,0-3-12 0,3 0 14 0,-2-1-14 15,0 0 10-15,0-2-13 0,-1-1 15 0,-1 0-14 16,0 0 12-16,-4-2-11 0,2 0 10 0,-3 1-13 15,0-2 11-15,-3 1-8 0,4 0 7 0,-5-1-7 16,-1 2 11-16,0 0-9 0,0 1 6 0,-3 0-10 16,-1-6 11-16,-2 13-10 0,-2-7 10 0,-1 2-11 15,-2-2 11-15,0 0-15 0,-1 1 14 0,-1-1-12 16,-1 0 15-16,-4 1-13 0,2-2 0 0,-2-1-2 16,0 1-33-16,1-1-53 0,2-1-91 0,-1-1-91 15,12-2-82-15,-19 0-108 0,19 0-105 0,-13-4-444 16,7-1-623-16</inkml:trace>
  <inkml:trace contextRef="#ctx0" brushRef="#br0" timeOffset="41034.75">15430 15204 513 0,'0'0'792'0,"5"-8"-197"0,-5 8-123 16,12-3-113-16,-12 3-40 0,20 3-9 0,-1 1-24 15,6 4-21-15,5 3-28 0,6 4-41 0,1 2-15 16,2 2-26-16,1 4-29 0,-1 0-25 0,4 9-19 16,-3 0-15-16,-8-2-15 0,-4 1 2 0,-1 2-20 15,-3 2 2-15,-4-1-19 0,-3 0 7 0,-4 1-21 16,-6-6 6-16,-4-2-9 0,-3 1-4 0,-4 0-10 15,-5 2-18-15,-2-4-55 0,-2-1-54 16,-5-1-57-16,3-4-74 0,0-2-65 0,0-4-67 0,4-3-125 16,-1-4-490-16,7-4-628 0</inkml:trace>
  <inkml:trace contextRef="#ctx0" brushRef="#br0" timeOffset="41253.48">16395 15437 708 0,'-4'-4'847'0,"4"4"-162"0,-9-7-151 0,9 7-95 15,-8-8-82-15,8 8-73 0,-1-8-59 0,5 3-45 16,5-1-38-16,3-2-24 0,7 0-30 16,4 0-16-16,5-1-16 0,5 1-20 0,5-3-12 15,5 1-42-15,0 2-34 0,1-3-57 0,-1 2-62 0,-9 4-62 16,0-3-82-16,-8 3-85 0,0 1-72 15,-8 3-475-15,-2-2-530 0</inkml:trace>
  <inkml:trace contextRef="#ctx0" brushRef="#br0" timeOffset="41430.62">16463 15530 6 0,'-13'7'628'0,"7"-1"-187"0,6-6-78 0,-2 8-86 0,2-8-27 16,13 3-55-16,0-3-24 0,6 0-55 0,7-3-8 15,2 0-40-15,8-4 1 0,-1 2-30 0,13-2-9 16,-2-6-44-16,1 3-52 0,1-3-67 16,0 1-48-16,0-3-95 0,-3-2-81 0,1-2-185 0,5-4-49 15</inkml:trace>
  <inkml:trace contextRef="#ctx0" brushRef="#br0" timeOffset="41714.14">17533 14976 165 0,'1'-16'550'16,"-2"3"-112"-16,-3 4-41 0,-3 2 5 0,-2 3-6 15,-2 4-17-15,-2 2-11 0,-5 2-29 0,-1 4-38 16,-2 5-25-16,0 4-18 0,1 2-38 0,3 3-38 16,3 2-40-16,2-1-12 0,6 1-33 0,2 0 2 15,3-1-21-15,3 1 10 0,2-3-37 0,4 2 11 16,3-5-32-16,2 0 20 0,2-3-32 0,3-2 17 16,3-2-28-16,0-2 19 0,1-4-27 0,4-5 25 15,-3 0-29-15,2-1 3 0,1-5 4 0,-3-1-6 16,4-5 4-16,-3-2 22 0,-1-3-29 0,-4-2 28 15,-2-3-23-15,-4-1 16 0,-1 0-1 0,-7 0-3 16,-1 0-23-16,-4 1 24 0,-2-1-5 0,-5 1 3 0,-5-4 1 16,-4 4-8-16,-3 1-2 0,-5 3 0 15,-2 4 2-15,-6 3-2 0,0 2-4 0,-1 5-17 16,5 3-72-16,2 3-79 0,1 4-98 0,-2 4-91 16,7 2-59-16,3 1-120 0,4 5-661 0,4-4-812 0</inkml:trace>
  <inkml:trace contextRef="#ctx0" brushRef="#br0" timeOffset="41879.96">17978 15066 415 0,'3'-8'543'0,"-2"-1"-129"0,2-1-90 15,-2 2-55-15,0-1-60 0,2-1-39 0,0 3-51 16,-1-1-47-16,3 0-69 0,1 1-111 0,2-1-112 15,-1 2-179-15,0 0-166 0,5-2-80 0</inkml:trace>
  <inkml:trace contextRef="#ctx0" brushRef="#br0" timeOffset="42247.27">18377 14614 75 0,'3'-8'765'0,"-1"2"-168"0,1-1-98 0,-3 7-75 15,4-7-83-15,-4 7-50 0,2-9-50 0,-2 9-37 16,4-6-41-16,-4 6-25 0,0 0-12 0,0 0 13 16,0 0-33-16,0 0-16 0,-19 2-24 0,6 6-9 15,2 0-11-15,-5 0-12 0,5 3-5 0,-1-3-9 16,0 3-2-16,4 1-5 0,0-2-2 0,4 0-3 0,2-1 0 16,3 2-4-16,0 0 1 0,4 0 8 0,3 0-11 15,1-1 8-15,6 2-9 0,1-1 12 0,2 2 0 16,0-3 3-16,1 1 5 0,1 0 17 0,-2-2-7 15,4 3-1-15,-3-1 5 0,-1 1-14 0,0-1-3 16,-3 1-3-16,2-1-4 0,-3 2-2 0,0-1-4 16,-5 0 6-16,0-1-7 0,0 2 0 0,-4-2-2 15,-1 0 0-15,-3-1 0 0,-2 0 0 0,-2-1-4 16,-2 1 0-16,-3-2 5 0,-1 2-2 0,0-3-1 16,-6 0 0-16,2 0-2 0,-3-2-5 0,0 0-28 15,-3-1-64-15,2-1-90 0,-2-2-87 0,3-1-70 16,-3 0-123-16,1-1-600 0,2-4-685 0</inkml:trace>
  <inkml:trace contextRef="#ctx0" brushRef="#br0" timeOffset="42430.48">18353 14715 175 0,'5'-10'704'0,"3"1"-138"0,1-1-64 15,1 1-59-15,4-2-68 0,4 0-21 0,6-3-31 0,3 2-33 16,2-1-36-16,7-1-39 0,5 1-17 15,0 0-60-15,6 1-28 0,-2 1-14 0,2 1-26 16,3 0-9-16,-4 1-18 0,-1 1-5 0,-2 1-61 16,-11 0-65-16,-4 2-89 0,-5 2-142 0,-6 0-120 0,-4 2-199 15,-13 1-383-15,6-6-628 0</inkml:trace>
  <inkml:trace contextRef="#ctx0" brushRef="#br0" timeOffset="64479.63">21221 13072 219 0,'0'-11'547'0,"-2"-1"-136"0,1-1-83 15,1 2-21-15,0 0-61 0,-1 0 16 0,0 3-63 16,1 0-25-16,-2 0-46 0,2 8-13 0,0-8 14 15,0 8 80-15,0 0-12 0,0 12-31 0,0 1-15 16,2 7-2-16,0 7-30 0,1 8-13 0,2 8-15 0,0 2-13 16,1 5-16-16,3-1-19 0,-2 1-4 15,2 0-11-15,1-1-5 0,-1 1 2 0,1-3-7 16,0 0-1-16,2-3-10 0,-2 1 4 0,1-5-29 0,1 0-68 16,-4-9-81-16,2-2-86 0,-4-4-46 0,-1-3-43 15,-1-5-50-15,-1-4-97 0,-3-5-319 0,0-8-341 16</inkml:trace>
  <inkml:trace contextRef="#ctx0" brushRef="#br0" timeOffset="64745.08">21178 13174 141 0,'2'-27'639'0,"2"3"-169"0,0 2-136 16,2 0-40-16,3 4-61 0,4 0 6 0,1 3-53 15,6 1 5-15,6-2-15 0,3 7-4 0,2-1-24 16,2 4-4-16,2 3-16 0,-5 2-21 0,3 2-23 15,3 2-10-15,-4 2-14 0,0 3-12 0,-4 1-10 16,-2 2-10-16,-6-1-7 0,-4 4-2 0,-2-1-6 16,-5 0-4-16,-4 3 0 0,-5-2 0 0,-5 3-4 15,-6 2-3-15,-7 3 1 0,-6 2-1 0,-5-1-1 16,-4 0 2-16,-2-4-4 0,-1-1 4 0,-1-3 1 16,0-2-6-16,5-2 0 0,3-4 2 0,4-1 1 15,5-1-3-15,5-5-51 0,1 0-65 0,5-3-61 16,3-2-33-16,5-2-85 0,6-3-73 0,8-3-511 15,6-6-439-15</inkml:trace>
  <inkml:trace contextRef="#ctx0" brushRef="#br0" timeOffset="65028.67">22395 12694 544 0,'3'-12'454'16,"-4"3"-91"-16,-3 1-52 0,-3 2-1 0,-4 1 6 0,-6 3-23 15,-2 2 5-15,0 2-15 0,-7 5-20 0,-4 4-15 16,-5 6-9-16,0 6-21 0,4 2-18 16,-1 4-43-16,6 7-13 0,3 2-22 0,4 3-18 15,9 2 3-15,3 4-32 0,7 0 12 0,4 1-30 0,4 0 10 16,7-3-31-16,8 7 14 0,4-4-29 0,5-5 15 16,4-1-25-16,1-4 16 0,1-6-7 0,-1-5-2 15,0-4-22-15,4-3 23 0,1-2-27 0,3-4 19 16,0-3-37-16,0-3-24 0,1-4-39 0,-7-2-58 15,-2-3-58-15,0-3-70 0,-1-2-48 0,-4-3-48 16,-3-3-44-16,-2-1-58 0,-2-5-504 0,-4-2-568 16</inkml:trace>
  <inkml:trace contextRef="#ctx0" brushRef="#br0" timeOffset="65461.87">22610 13208 197 0,'0'0'591'0,"-13"-5"-123"0,13 5-106 0,-9-7-41 16,9 7-34-16,3-12-18 0,2 6-37 0,4-4-6 16,6 0-18-16,3-4-21 0,6-1-23 15,8-2-27-15,3 2-20 0,3-2-11 0,4 1-7 0,3-1-1 16,2 1-10-16,10-4-11 0,0 0-17 0,5 0-6 15,-2 0-19-15,0 0-1 0,-3-3-13 16,-1 2 2-16,-12 3-7 0,-1-1 0 0,-3 1-6 16,-4 0-2-16,-4 0-5 0,-7 4-34 0,-1-2-18 0,-8 5-46 15,0 0-59-15,-7 1-46 0,-5 3-20 0,-1-1 1 16,-3 8-8-16,-7-7-16 0,7 7-27 0,-15-3-39 16,2 3-95-16,0 3-256 0,-3 1-172 0</inkml:trace>
  <inkml:trace contextRef="#ctx0" brushRef="#br0" timeOffset="65911.99">23209 13247 364 0,'0'0'664'0,"3"-7"-162"0,-3 7-104 0,4-11-51 15,-2 4-47-15,2 0-22 0,1-2-28 0,0 0-16 16,3 2-11-16,-2 0-16 0,-2-1-6 0,1-1-27 15,1 5-29-15,-4-2-34 0,4 0-23 0,-6 6-23 16,7-7-6-16,-7 7-20 0,4-9-2 0,-4 9-11 16,0 0-1-16,0 0-9 0,-9-2 1 0,-3 7-9 15,-3 1 3-15,-7 1 1 0,-1 4-3 0,0 0-4 16,-3 3 0-16,4-3 0 0,1 2-3 0,3-1 1 16,0 0-3-16,4 0-1 0,2 0 2 0,3-1 6 15,1-1 4-15,5 0-10 0,1-2 2 0,4 1-3 16,5-1 2-16,4-1-1 0,3 0 0 0,4 1-2 0,4-1 4 15,2-1-1-15,2 0 1 0,-1 0-1 16,6-1 1-16,1 1 1 0,-5 0-4 0,0-1 2 0,-2 1-2 16,-1-1 1-16,-3 1 1 0,-3-3-3 15,-2 2 1-15,-3 1-1 0,-4-2 1 0,0 1 2 16,-5 2 10-16,-4-7 2 0,-4 13 1 0,-5-7-2 0,-2 3-1 16,-5-3-2-16,0-1-1 0,-5 3-4 0,-2-2 2 15,1-2 1-15,-2 2-5 0,1-2-2 16,-2-1 2-16,4-1-7 0,-1-2-6 0,2 0-52 15,1 0-64-15,0 0-65 0,3-5-71 0,0 2-56 0,3-2-49 16,3-1-59-16,2 0-70 0,2-5-363 0,2 3-408 16</inkml:trace>
  <inkml:trace contextRef="#ctx0" brushRef="#br0" timeOffset="66363.09">22702 12489 648 0,'-5'-11'554'0,"0"4"-156"0,1 0-57 0,1 1-93 0,3 6-29 0,-6-5-31 16,6 5 47-16,0 0-15 0,-6 5-34 0,4 1-16 15,0 2-18-15,2 4-11 0,-2 0-21 0,2 2-20 16,2 3-18-16,-1 1-13 0,0 1-14 0,1-2-11 16,0 2-7-16,1-1-9 0,-1 0-3 0,3-1-6 15,-2 0-2-15,1-1-10 0,0-1 7 0,1 0-14 16,0-1-3-16,0-1-58 0,1-1-71 0,-2-2-35 0,1-3-56 16,-1 2-37-16,-4-9-65 0,5 5-42 15,-5-5-38-15,0 0-349 0,7-8-265 0</inkml:trace>
  <inkml:trace contextRef="#ctx0" brushRef="#br0" timeOffset="66711.84">22758 12491 411 0,'0'-14'546'16,"0"3"-146"-16,3 3-69 0,-3 0-88 0,0 8-28 15,1-11-50-15,-1 11 36 0,0 0-19 16,3-6 17-16,-3 6-18 0,0 0-20 0,4 8 7 0,-2-2-22 16,4 2-13-16,-1 1-25 0,3 2-15 0,0 0-13 15,2 0-16-15,0 2-12 0,2 0-7 0,2-1-10 16,1 0-8-16,-1 0-6 0,3-2-8 0,-1 1-6 15,-1-4-34-15,0 0-63 0,0-1-32 0,-2-1-24 16,-2-2 5-16,0-2 2 0,-11-1-16 16,19-1 9-16,-11-2 17 0,-1-3 24 0,-2-4 23 0,-1 1 19 15,-3-5 13-15,-1 1 9 0,-1-4 10 0,1 0 21 16,-4 0-1-16,2-1 34 0,-5 0-16 0,4 2 45 16,-1 0 4-16,-1 1 40 0,1 3 6 0,1 0 4 15,1 2-26-15,-1 1-5 0,-2 1-29 0,4 2 5 16,1 6-13-16,-3-6 44 0,3 6 10 0,0 0 6 15,-2 6-7-15,2-6-18 0,2 14-1 0,-2-5-3 16,4 3-11-16,1 3-9 0,-1-1-9 0,0 1-11 16,2 2-4-16,-1-1-6 0,2 1-4 0,1 2-4 15,0-1-11-15,-1-3-68 0,-1 0-80 0,3-2-68 16,-3 2-45-16,1-2-54 0,-1-1-66 0,1-1-118 16,-2-2-264-16,0-1-279 0</inkml:trace>
  <inkml:trace contextRef="#ctx0" brushRef="#br0" timeOffset="67078.64">23272 12434 455 0,'4'-8'546'0,"-2"1"-126"0,1 0-61 0,-3 7-64 16,1-12-9-16,-1 12-35 0,3-11-26 0,-5 5-36 16,2 6-20-16,-1-10-36 0,1 10-20 0,-4-9-27 15,4 9-14-15,-5-7-19 0,5 7-10 0,-9-4-10 0,9 4-2 16,-10 0-10-16,10 0-1 0,-14 4-10 15,5-1 6-15,0 1-5 0,0 1-12 0,3 1 6 16,-2 0-5-16,2 0 1 0,1 0-2 0,1-1 0 16,1 3 2-16,1-2 0 0,2-6-1 0,1 10-3 0,1-4 4 15,4 0-6-15,1-1 4 0,2 1-1 16,4-2 0-16,-1 0-2 0,3 1 3 0,-1 1-1 16,1-4-2-16,-1 4 4 0,2-4 0 0,-2 2 0 15,0 2-2-15,-3-1-6 0,-2-1 7 0,1 2 1 16,-2 2-1-16,-3-3 1 0,0 4-3 0,-3-1 2 0,-2-1 1 15,-2 2 1-15,-3-1-1 0,1 3 0 16,-1-4 4-16,-5 5-3 0,1-5 2 0,-1 2-3 16,-3-2 1-16,4 1 1 0,-1-4-1 0,-2 0-2 15,3 1 1-15,0-2-12 0,9-3-63 0,-16 1-76 0,16-1-53 16,-14-4-54-16,6-1-81 0,3 1-102 16,3-5-301-16,0 2-250 0</inkml:trace>
  <inkml:trace contextRef="#ctx0" brushRef="#br0" timeOffset="67345.03">23466 12164 597 0,'8'-6'465'0,"-8"6"-126"0,10-3-30 0,-10 3-26 16,6 3 17-16,-2 1-10 0,0 5-22 0,3 1 2 0,0 5-15 16,5 4-52-16,2 7-5 0,4 5-24 0,3 5-25 15,1-1-24-15,5 11-24 0,1-2-20 0,0 1-20 16,2 3-10-16,-2-3-19 0,-3 2 2 0,-3-7-10 15,-3-2-2-15,0 0-8 0,-5 0 4 16,0-1-6-16,-5-6-1 0,-2-1-8 0,-5-3 6 0,0-2-8 16,-5 0 4-16,-1-1-7 0,-2-1 8 0,-4-3-9 15,-4 2-8-15,-3-3-28 0,-1-2-28 0,-2 1-41 16,2-5-53-16,-1-4-63 0,-2 1-38 16,3-2-47-16,3-1-56 0,-1-4-107 0,4-2-375 0,0-1-392 15</inkml:trace>
  <inkml:trace contextRef="#ctx0" brushRef="#br0" timeOffset="67612.73">24471 12730 512 0,'0'0'730'0,"-2"-7"-115"16,2 7-82-16,-2-7-98 0,2 7-54 0,2-8-71 0,-2 8-63 16,5-11-48-16,3 5-38 0,1-2-35 15,4 1-24-15,4-4-23 0,4 3-23 0,6-3-7 16,4 1-11-16,1 1-11 0,7-2-13 0,2 0-48 16,0 2-60-16,0-1-83 0,-8 2-56 0,-1 0-42 15,-6 3-25-15,-1 1-32 0,-9 0-27 0,0 3-19 0,-5-3-393 16,-11 4-289-16</inkml:trace>
  <inkml:trace contextRef="#ctx0" brushRef="#br0" timeOffset="67795.56">24521 12852 296 0,'-9'10'589'0,"2"-6"-140"0,3 2-48 16,4-6-49-16,3 6-34 0,-3-6-64 15,13 3-27-15,1-6-39 0,2 2-33 0,9-5-33 16,0 0-18-16,7-1-29 0,4-1-17 0,6-3-11 15,2 0-5-15,-1-2-16 0,2 1-9 0,-2-2-62 16,-2-1-82-16,-1-1-61 0,-6 2-78 0,-4 3-101 16,-5-4-492-16,-4 5-408 0</inkml:trace>
  <inkml:trace contextRef="#ctx0" brushRef="#br0" timeOffset="69144.89">25774 12493 257 0,'2'-9'232'0,"-2"9"-46"0,0-12-49 15,0 12-20-15,0-8-25 0,0 8-10 0,0-9-24 16,0 9-5-16,0-8-19 0,0 8-3 0,0 0-17 0,0-8-5 15,0 8-18-15,0 0-20 0,0 0-41 0,0 0-66 16,0 0-197-16,1-6 209 0</inkml:trace>
  <inkml:trace contextRef="#ctx0" brushRef="#br0" timeOffset="69994.94">25901 12381 375 0,'0'0'322'0,"-9"-5"-47"0,9 5-32 0,-12-5-37 0,12 5-22 0,-14-5-9 16,14 5-8-16,-21 2-11 0,8 1 10 0,-4 1-47 15,0 0 7-15,-2 6-29 0,0-1 11 16,0 4-21-16,-3 1-12 0,2 1-7 0,1 3-5 0,2-4-8 16,4 5 7-16,1-2 1 0,3 1 2 0,2 0 19 15,3 0-7-15,2-2-7 0,2 0-9 0,4-1-6 16,1 1-2-16,5 0 8 0,4 0 4 0,0-3-9 16,5-4-10-16,0 1-3 0,2-4-13 0,-1-3-6 15,3-3-3-15,-2-1-9 0,3-2 0 0,2-2-2 16,0-6-5-16,1-2 0 0,-5-3 0 0,1-2-1 15,-4-1 0-15,-1-4 1 0,-4 0 1 0,-5-2-2 16,-1 2-1-16,-6-1 0 0,-2 4 0 16,-2-2 0-16,-3 0 1 0,-4 0 1 0,-5 1-5 15,-2 0 2-15,-3 4 1 0,-1 1 1 0,-3 4-3 0,1 3-1 16,0 2 2-16,2 5-2 0,1 1 0 0,3 2-8 16,0 4-24-16,4 3-43 0,3 4-64 0,4 1-63 15,5 2-61-15,5 1-81 0,4 3-110 0,9 4-365 16,3-3-352-16</inkml:trace>
  <inkml:trace contextRef="#ctx0" brushRef="#br0" timeOffset="70162.21">26420 12525 585 0,'1'-9'509'15,"-2"3"-124"-15,-1-2-58 0,-3-1-87 0,3 2-20 16,-2-1-71-16,0 2-10 0,4 6-53 0,-2-11 8 15,2 11-49-15,-4-8-17 0,4 8-70 0,0 0-91 16,6-6-85-16,-6 6-126 0,13 0-309 0,-13 0-163 16</inkml:trace>
  <inkml:trace contextRef="#ctx0" brushRef="#br0" timeOffset="70512.64">26827 12256 562 0,'0'-8'529'0,"0"8"-134"15,-2-11-26-15,2 11-43 0,-12-6 11 16,12 6-31-16,-19 0-6 0,9 2-6 0,-3 4-30 0,-1 2-30 16,-2 3-18-16,1 2-40 0,0 5-10 0,0 1-38 15,1 6-13-15,3-1-19 0,4-2-18 16,2 0-12-16,3 0-10 0,2-1-11 0,2 1-12 0,4-1-3 16,2-1-5-16,3-2-3 0,3-3-4 15,3-1-2-15,3-2-5 0,1-1-1 0,2-5-3 0,0-3 5 16,-1-3-5-16,-1-2-4 0,4-4 1 0,-2-2-4 15,2-4 3-15,-1-3-12 0,-1-3 12 0,-3-4-9 16,-3-3 9-16,-1 2-11 0,-4-5-2 0,-1 1 8 16,-5 4 2-16,-3-2 0 0,-2 1 0 0,-2 4 8 15,-3-1-10-15,-3 2 8 0,-2 2-10 16,-2 3 11-16,-4 2-12 0,-2 2 9 0,2 4-10 0,-3 4 13 16,1 1-19-16,-2 3-44 0,4 2-38 0,-1 6-28 15,6 0-46-15,1 3-43 0,6 1-50 0,4-1-41 16,3 4-31-16,6 0-41 0,1 1-67 0,7 1-461 15,0-2-466-15</inkml:trace>
  <inkml:trace contextRef="#ctx0" brushRef="#br0" timeOffset="70879.16">27392 12241 495 0,'14'-12'565'0,"-5"2"-93"15,3 1-36-15,-5 2-63 0,0 0-58 16,-1 1-54-16,1-1-42 0,0 2-42 0,-3-1-34 15,1 3-26-15,-5 3-24 0,5-5-13 0,-5 5 27 0,0 0-3 16,0 0-18-16,0 0-8 0,-7 4-22 16,0-1-3-16,0 0-12 0,0 1-5 0,1 1-13 15,1 1 0-15,-1-4-7 0,3 4 3 0,-2 0-6 16,5-6 5-16,-4 9-6 0,5-3 7 0,-1-6-2 16,5 14 8-16,3-7-4 0,2 1 4 0,2 1 4 15,2-1-3-15,2 0-1 0,1 3-3 0,1-1-4 0,0 0 0 16,-1 1 4-16,2 0 11 0,-2 1-4 0,0 1-5 15,0 1 1-15,-3-1 0 0,1 1 2 16,-3-2-4-16,-1 1-4 0,-2-1-6 0,-1-1-3 16,-2 0-3-16,0-3 2 0,-2 0-4 0,1 0 1 15,-5-1-4-15,0-7 2 0,-5 10-1 0,-1-5 1 16,-4-2-1-16,-2 0 1 0,-3-3-2 0,-1-2 0 16,-3 1-3-16,0-2 0 0,-1-2-15 0,-1 1-65 0,1-2-69 15,-1-1-65-15,3 1-53 0,4 0-30 0,-2-1-42 16,2 1-45-16,1-2-58 0,3 1-431 15,3 0-430-15</inkml:trace>
  <inkml:trace contextRef="#ctx0" brushRef="#br0" timeOffset="71062.89">27468 12244 606 0,'2'-11'526'0,"-1"3"-39"0,3-1-48 0,-2 2-27 0,2 0-23 16,-1-4-40-16,4 4-9 0,0 0-45 15,2-2-34-15,5-1-54 0,4 2-26 0,5-3-33 16,7 3-11-16,2-2-38 0,7 1-9 0,5-1-29 15,-2 3 0-15,3-1-23 0,-1 2-2 0,0-1-13 16,-6 1 5-16,-4 0-6 0,-2 2-7 0,-1-2-27 0,-5 0-95 16,-6 1-133-16,-3-2-136 0,-6 1-116 15,-4 0-141-15,-7 6-424 0,-3-14-675 0</inkml:trace>
  <inkml:trace contextRef="#ctx0" brushRef="#br0" timeOffset="74461.6">21581 15273 17 0,'1'-8'423'0,"-1"0"-96"0,0 0-34 0,-1 0-19 16,1 0 8-16,0 0-12 0,-1 2-12 0,1-1-34 16,0 7-46-16,-3-10-43 0,3 10-26 0,0 0-29 15,3-6 40-15,-3 6 25 0,8 12 18 0,-3 3-7 16,4 6-17-16,3 8-4 0,1 9-15 0,1 5-30 15,0 2-7-15,4 11-17 0,-2-1-14 0,0 1-16 16,0-1-4-16,-1-10-9 0,-2 3 3 0,1-4-11 16,-3 0 1-16,2 0-5 0,0-3 1 0,-2-1-12 15,1-2-11-15,-1-4-35 0,-3-3-33 0,0-5-61 16,-1-3-79-16,-2-3-34 0,-1-3-65 0,1-3-49 0,-2-4-94 16,-2-2-306-16,-1-8-281 0</inkml:trace>
  <inkml:trace contextRef="#ctx0" brushRef="#br0" timeOffset="74712.33">21602 15437 218 0,'-3'-33'560'15,"2"4"-139"-15,2 2-101 0,0 2-65 0,4 1-36 16,2 4-16-16,-1 1-17 0,6 0-6 16,0 5-6-16,5 0-11 0,2 3-14 0,-1 2-16 0,5 2-25 15,-1 2-22-15,-2 1-15 0,-2 4-14 0,3 0-10 16,-5 3-10-16,2 0-8 0,-2 3-3 0,-2 2-6 15,-3 0 3-15,-1 2-8 0,-2 2-3 0,-4 2-4 16,-3-1-4-16,-2 3-1 0,-2 1 1 0,-6 4-1 16,-3 1-6-16,-4 0 0 0,0 0-5 0,-2-2-11 15,-1 1-35-15,-1-3-51 0,6-3-30 0,-4-2-46 16,6-1-20-16,0-4-47 0,1 1-81 0,2-6-448 16,2 1-293-16</inkml:trace>
  <inkml:trace contextRef="#ctx0" brushRef="#br0" timeOffset="74995.3">22737 14859 608 0,'5'-7'713'0,"-5"7"-180"0,-3-9-95 15,3 9-85-15,-15 4-27 0,-4 4-30 0,-8 7-2 16,-5 6-30-16,-4 6-28 0,-8 7-15 0,1 4-36 15,1 5-23-15,2 1-33 0,3 5-16 0,5 0-27 0,8 3-10 16,2 3-11-16,4-1-12 0,11-7 1 0,3 2-25 16,5-2 8-16,8-3-20 0,5-1 11 15,9-3-23-15,5 4 17 0,9-4-22 0,3-7 14 0,-2-7-15 16,4-4-2-16,3-6 0 0,1-3 2 0,5-4 1 16,-1-6-33-16,5-3-31 0,-2-1-66 0,0-4-96 15,-2-3-106-15,-5-4-91 0,-2-1-84 0,-5-5-88 16,-3-3-357-16,-3-3-534 0</inkml:trace>
  <inkml:trace contextRef="#ctx0" brushRef="#br0" timeOffset="75996.28">22997 15391 78 0,'0'0'543'0,"0"0"-142"0,-16 0-70 0,16 0-46 0,-11 0-1 0,11 0 7 16,0 0-15-16,-12 0-20 0,12 0-23 0,0 0-28 15,0 0 0-15,0 0-25 0,0 0-18 0,7-8-7 16,2 4-11-16,8-1-11 0,-1 0-19 0,9-2-17 15,3 0-20-15,2-2-11 0,2-1-16 0,7-2-3 16,-1-1-2-16,4-2 8 0,-1 1-4 0,0-2-7 16,1-1-3-16,-3 1-9 0,-2 1-5 0,-3-1-4 15,-6 3-4-15,-2 1-2 0,-5 0-6 0,-1 3-1 16,-2-1 2-16,-6 1-3 0,2 4-3 0,-1-3-2 16,-4 2-12-16,0 3-38 0,-1-2-45 0,-2 2-80 15,-6 3-61-15,8-5-39 0,-8 5-19 0,0 0-39 16,0 0-41-16,-6 3-44 0,6-3-450 0,-11 7-414 15</inkml:trace>
  <inkml:trace contextRef="#ctx0" brushRef="#br0" timeOffset="79029.12">23680 15552 67 0,'7'-11'433'0,"-2"4"-116"0,1 0-17 15,0-1-51-15,-2 1-13 0,0 0-43 0,-2 2-7 0,2-2-29 16,-4 7-29-16,3-10-27 0,-3 10-21 0,0-9-13 16,0 9-13-16,-7-8 3 0,7 8-3 0,-11-2 4 15,11 2-24-15,-21 1 8 0,11 2-9 16,-5 1 14-16,-1 1-17 0,2 1 5 0,-1 1-14 0,0-1-4 16,2 2-1-16,-1 0 12 0,2 2-4 0,3 0 9 15,-1-1 5-15,5 4 16 0,1-5 1 0,3 3-3 16,2 2-3-16,4-3-5 0,2 0-7 0,5 3-8 15,1-1-5-15,1 0 0 0,3-1-3 0,1-2-10 16,-3 2 0-16,4-2-4 0,-3-2-1 0,0 1-3 16,-3-2-2-16,2 0 1 0,-2 0 3 0,-3 1-6 15,1-3 5-15,-2 2-8 0,-1-2 8 0,-4 4-5 16,1-1 3-16,-2-3 3 0,-2 4 0 0,-3-1 2 16,-4 1-4-16,-2-1 5 0,-4 1-4 0,-1 0 0 15,-6 2-1-15,-1-1 3 0,-1-1-4 0,-4-1 1 16,-1 0-2-16,-1-1 3 0,1-1-6 0,-1 2-27 0,4-3-62 15,-2-1-59-15,6 0-53 0,1-1-88 16,2-1-96-16,3 1-398 0,13-2-305 0</inkml:trace>
  <inkml:trace contextRef="#ctx0" brushRef="#br0" timeOffset="144391.81">13352 11825 375 0,'-20'0'325'0,"-1"-2"-62"0,1 1-40 0,-3 1-49 0,0-1-16 0,-3 1-13 16,-2 0-14-16,-1 0-9 0,-1 0-17 0,1 1-9 0,1-1-14 15,-2 0-6-15,2 1 7 0,0 1 14 16,5-2-18-16,4 0 30 0,1 1-29 0,3-1 0 16,3 0-27-16,12 0 14 0,0 0-36 0,0 0 15 15,0 0-30-15,26-6 16 0,12 2-28 0,20 0 21 0,17-7-26 16,12 3 29-16,13-3-30 0,29-3 24 0,6 2-15 15,2-1 43-15,2-2-4 0,3 1 9 16,-3 1-19-16,2 1 14 0,-7-1-18 0,-3 2 12 0,-7 0-18 16,-24 3 21-16,-4-1 8 0,-4 0-6 0,-2 3-2 15,-6-2-12-15,-5 0-1 0,-3 2-10 0,-5-1 3 16,-16 3-10-16,-1-2-4 0,-7 1-13 0,-10 3-12 16,-5-2-15-16,-5 2-7 0,-8 1-18 0,-1 0 25 15,-6 0-7-15,-12 1-21 0,0 0-37 0,0 0 8 16,-12-3-43-16,-9 3-18 0,-11 0 26 0,-11 0 10 15,-15 3-24-15,-17 0 28 0,-9 0 2 0,-7 2 18 16,-6 3 4-16,-1-1 13 0,-4 1 4 0,-24 3 14 16,1 3 6-16,-4 1 11 0,-1 3 18 0,-2 1 14 15,4 3 9-15,-1 0 14 0,3 2-1 0,-1 2-3 16,3-1 13-16,5 0 5 0,8 1 11 0,22-4 8 16,7-1-17-16,6 0 11 0,11-2-20 0,18-4 25 15,6-2 7-15,13-3 44 0,14-1-28 0,9-3 23 16,11-1-22-16,13-3 20 0,22 1-24 0,19-4 12 15,27-3-13-15,13-4 19 0,37-4-18 0,11-1-2 16,5-4-5-16,7-1-1 0,5-2-19 0,2 0 4 16,-1-2 1-16,-6 2-7 0,-4 0-6 0,-7-1-10 0,-5 2 0 15,-9 2 1-15,-8-2 5 0,-11 2-6 16,-25 5-2-16,-8-1-5 0,-5 1 10 0,-9-1-3 0,-4 2-3 16,-14 2-11-16,-5-1 0 0,-3 1-3 15,-8 3-5-15,-8 0-36 0,-4 2-45 0,-4-1-51 16,-1 1-12-16,-7 1-66 0,-3 2-16 0,-8 1-47 15,0 0-43-15,0 0-61 0,-9-2-419 0,-10 2-310 0</inkml:trace>
  <inkml:trace contextRef="#ctx0" brushRef="#br0" timeOffset="145724.91">26260 10284 150 0,'29'2'-52'0,"-1"1"18"0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1:59:18.4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16366 5157 157 0,'-16'-4'233'0,"16"4"-68"0,-15-2-37 0,15 2-32 15,-13-3-25-15,13 3-11 0,-9-2-12 0,9 2-5 16,0 0 5-16,-14-3 1 0,14 3-10 0,0 0-7 16,-11-2-7-16,11 2-17 0,0 0-51 0,-13-5-83 0,13 5-198 15,-10-4 216-15</inkml:trace>
  <inkml:trace contextRef="#ctx0" brushRef="#br0" timeOffset="6666.18">23165 5822 631 0,'-16'-5'482'0,"4"1"-104"0,1 2-86 0,2-3-60 0,9 5-49 0,-12-5-36 16,12 5-36-16,0 0-21 0,7-9-16 0,7 3-7 15,10 1-3-15,12-1 2 0,12-4-5 0,17-1 10 16,6-1-7-16,7 0 9 0,9 2-3 0,5-3 3 0,4 2-9 15,24-1-4-15,-19-2-10 0,18 1-4 16,-19 3-14-16,-1-2-8 0,-3 2-2 0,0-1-6 0,-4 3-5 16,-2-2-3-16,-7 2-1 0,-8 0 1 15,-16 2-40-15,-6 2-35 0,-8-1-52 0,-11 0-20 16,-10 2-57-16,-11 1-28 0,-13 2-40 0,0 0-38 0,-11-2-56 16,-10 2-230-16,-19 1-99 0</inkml:trace>
  <inkml:trace contextRef="#ctx0" brushRef="#br0" timeOffset="6900.25">23276 5807 396 0,'-62'12'332'0,"13"-1"-70"0,5-2-25 16,2 1-61-16,10-2-17 0,9 0-10 15,3-1 4-15,4 0 4 0,11 0 31 0,5-7 18 0,8 12-36 16,12-4-10-16,22-1-55 0,12 0-16 0,25 1-12 16,9-4-11-16,12 0 23 0,8 1-24 0,28-2 11 15,4-2-8-15,0 1-3 0,-2-2-9 16,-1 0-7-16,-5-3-12 0,-23 1-8 0,0-4-5 0,-4 1-5 15,-3 0-3-15,-5-4-5 0,-5 2-1 0,-5 0-4 16,-6-4-4-16,-10 4-4 0,-13-1-10 0,-8 2-12 16,-6-1-16-16,-9 2-14 0,-8 0-40 0,-4 0-26 15,-7-1-51-15,-2-1-55 0,-7 5-36 0,-3-3-50 16,-4 5-106-16,-7-12-201 0,-5 8-130 0</inkml:trace>
  <inkml:trace contextRef="#ctx0" brushRef="#br0" timeOffset="8048.73">12116 5127 134 0,'-19'2'399'0,"3"1"-89"0,-1 0-46 0,-1-2-45 0,1 3-27 0,-2-2-27 0,4 2-28 15,2-2-33-15,0 1 11 0,3 0-12 0,2 2 5 16,8-5 2-16,-3 5-39 0,3-5 7 0,14 9-36 15,4-4 21-15,12 1-31 0,15 2 15 0,9-2-10 16,16 2 13-16,7-3-32 0,7 1 29 0,7-3-29 16,7 0 21-16,4-3-30 0,7 0 22 0,0 0-38 15,-1-4 36-15,1 1-28 0,-1-2 5 0,1 0-2 0,-4-1 2 16,-4 0 15-16,-4-2 0 0,-5 1-8 16,-6 2-1-16,-11-1 2 0,-15 2-2 0,-5 0-3 15,-8 1-1-15,-12 0-6 0,-10 2-6 0,-8 0 5 16,-17 1-2-16,0 0-2 0,0 0-8 0,-22 7-16 0,-13-1-11 15,-20 2 23-15,-18 3-26 0,-13 0 33 16,-7 0-24-16,-27 5 26 0,-7-2-18 0,2 2 27 16,-3-1-20-16,0-1 25 0,-1 0-29 0,0 0 33 0,0-2-24 15,5 1 32-15,23-3-20 0,3 0 24 0,2 0-24 16,4-1 23-16,6 2-31 0,7-3 34 0,7-1-30 16,19-1 15-16,5-1 5 0,13-2 8 15,9 1-7-15,7 0 6 0,19-4 17 0,-8 2-3 0,8-2-11 16,24-1 19-16,11-3-25 0,15-1 11 0,24-2-31 15,12-1 19-15,7-4-18 0,28-1 18 0,6-1-17 16,3 2 16-16,6-1-25 0,0-1 19 0,-1 3-16 16,-6-1 18-16,-4 3-22 0,-20 0 20 0,-4 2-15 15,-7 2-4-15,-4-1 23 0,-10 5-25 0,-16 0 14 16,-8 1-67-16,-13 1-7 0,-8 2-42 0,-8 1-16 16,-8 2-55-16,-10 0-88 0,-6 3-142 0,-6-2-243 15,-11 2-164-15</inkml:trace>
  <inkml:trace contextRef="#ctx0" brushRef="#br0" timeOffset="22400.29">14421 6531 544 0,'-9'7'709'0,"0"-1"-158"0,0-2-97 15,1 1-110-15,2-2-68 0,-1 2-49 0,7-5-42 0,-10 6-33 16,10-6-21-16,-9 6-14 0,9-6 2 0,-8 6 14 0,8-6 17 16,-4 5 22-16,4-5 1 0,0 0 18 15,12 1-28-15,0-2-22 0,4-4-19 0,7-3-21 16,8-3 16-16,7-4-58 0,3-2 31 0,10-7-54 15,4-2 29-15,1-3-52 0,1-2 36 0,0-1-49 16,3-3-1-16,0 0 0 0,0-2 1 0,0-3-12 0,2 2-11 16,-2-2-32-16,-1 1-21 0,-2-2-46 15,1 1-50-15,-6 1-47 0,-1 1-44 0,-4 2-48 16,-6 4-37-16,-7 7-56 0,-4 2-81 0,-7 5-483 0,-5 1-555 16</inkml:trace>
  <inkml:trace contextRef="#ctx0" brushRef="#br0" timeOffset="25448.25">6152 8706 279 0,'-13'-1'630'0,"2"-1"-176"0,0 0-87 16,11 2-102-16,-16-2-54 0,16 2-128 0,-12-2-49 15,12 2-57-15,0 0-38 0,0 0-65 0,-10 3-84 16,10-3-121-16,0 0-163 0,0 0 17 0</inkml:trace>
  <inkml:trace contextRef="#ctx0" brushRef="#br0" timeOffset="25700.28">8953 8392 148 0,'0'0'-51'0,"0"0"17"15</inkml:trace>
  <inkml:trace contextRef="#ctx0" brushRef="#br0" timeOffset="26065.11">12019 8516 515 0,'-14'1'535'0,"14"-1"-151"15,0 0-156-15,-16 0-170 0,16 0-92 0,-11 2-79 16,11-2-40-16,-6 3-295 0,6-3 77 0</inkml:trace>
  <inkml:trace contextRef="#ctx0" brushRef="#br0" timeOffset="26498.44">12146 8063 578 0,'0'0'701'16,"-12"2"-169"-16,12-2-106 0,0 0-106 0,-13 0-67 0,13 0-50 15,-10 3-47-15,10-3-24 0,-9 6-26 0,9-6-20 16,-5 8-16-16,5-8-11 0,-3 9-6 0,3-9-4 16,0 10 1-16,0-10 10 0,4 10 16 0,0-4 10 15,3-1 15-15,0-2 6 0,6 1 6 16,0-2 1-16,5 0-6 0,1-2-1 0,5-3-7 0,2-3-8 16,6-2-13-16,4-7 7 0,2-1 1 0,0-3-16 15,2-3-12-15,8-9-5 0,0-3-20 0,3-3 4 16,-3-5-19-16,7-1 1 0,3-3-8 0,1-2 2 15,11-9-11-15,0 0-10 0,-11 7-15 0,11-7-18 16,-14 7-31-16,1 4-24 0,-2-1-31 0,-3 4-49 16,-5 2-51-16,-1 6-70 0,-10 9-43 0,-4 1-105 15,-4 5-148-15,-6 5-343 0,-4 5-510 0</inkml:trace>
  <inkml:trace contextRef="#ctx0" brushRef="#br0" timeOffset="33498.26">4186 10318 27 0,'0'0'378'16,"-19"3"-117"-16,8-2-52 0,-1 1-44 0,-2 2-5 15,0-2-35-15,-1 3 13 0,-1-3-13 16,0 4 9-16,-1-2-26 0,0 0 6 0,0 1-25 16,0-1 0-16,-1 2-14 0,0-1 10 0,-1-1-33 0,1 0 8 15,-1 2-29-15,1-1 17 0,1-1-17 0,2-1 21 16,1 1-2-16,4-1 3 0,-3 1-1 0,4-3-9 16,0 2-8-16,9-3-6 0,-13 3-5 15,13-3 0-15,0 0-5 0,0 0 1 0,0 0-7 0,17-6 5 16,-2 0-6-16,7-1-2 0,7-2 9 0,2-3-2 15,9-1-4-15,-1 0 5 0,5-2 5 0,-2 0 6 16,1 1 6-16,0-1-5 0,0 1 0 0,-1 0 2 16,-2 2 4-16,-3 1 1 0,-6 0-6 0,-7 5-8 15,-3 0-2-15,-2 0 4 0,-4 2-15 0,-5 1 1 16,-10 3-4-16,0 0 1 0,6 4-3 0,-16 2-8 16,-11 5 6-16,-14 5 0 0,-7 2-3 0,-16 5 5 15,-4 1-4-15,-5 1 2 0,1-1-2 0,-4-2 8 16,3-3 13-16,3 0 35 0,13-4 33 0,5-4 41 15,5 0 17-15,10-3-8 0,6-1-18 0,3-1-28 16,7-2-16-16,5-1-13 0,10-3-16 0,0 0-11 16,10-3-9-16,6 1-2 0,10-4-7 0,14-5-3 15,4 1-3-15,4-4-2 0,1 1-2 0,11-3-2 16,2 0 0-16,-1-1-1 0,-2 0-2 0,-10 4-3 16,-4 2 5-16,-5 0-11 0,-8 4-19 0,-5 0-8 15,-5 1 1-15,-7 3 1 0,-2 0 0 0,-13 3-6 16,7-3-8-16,-7 3-17 0,0 0-35 0,-17 3-4 15,4 0 1-15,-5 0-4 0,-1-1-13 0,-4 2-18 0,0 0-14 16,0 0-11-16,3-1-29 0,3 0-47 0,0 2-41 16,3-3-55-16,4 1-427 0,1 0-268 0</inkml:trace>
  <inkml:trace contextRef="#ctx0" brushRef="#br0" timeOffset="34897.5">3423 10134 109 0,'0'0'410'0,"0"0"-100"0,0 0-83 0,0 0-37 16,0 0-55-16,2 8-16 0,-2-8-38 0,0 0 11 15,0 0-19-15,0 0 8 0,0 0-21 0,0 0 5 16,6-5-30-16,-6 5 15 0,8-8-23 0,-6 1 44 16,5 0 6-16,-2-1-3 0,1-2-3 0,-2 0-9 15,3-2 4-15,0-1 6 0,-2 0 20 0,2-1-41 16,-2 0 14-16,0-3-33 0,0 0 15 0,-1 0-36 15,-2-2 3-15,2-1-4 0,0 1 8 0,-2-3 2 16,1 1-2-16,-3 1 3 0,1-1-10 0,-1 0 6 16,-1 1-4-16,1-4 6 0,-4-1-3 0,3 2 9 15,-3 1-3-15,0-2 1 0,-1-1 4 0,1 3-2 0,-1-1 3 16,-1 0 5-16,-1-2-15 0,1 5 0 16,1-2-1-16,-4 1-3 0,4 1 4 0,-3-1-9 15,2 0-1-15,-1 1-1 0,0 1-2 0,0 1 0 16,2 0-6-16,-3-1 5 0,2 5 0 0,0-4-2 15,1 3-5-15,-2-2 25 0,2 0-23 0,-1 3 17 16,-2-1-18-16,2 0 0 0,-2-1 0 0,3 1-5 0,-4 0 4 16,1 3-1-16,-1-6 4 0,2 3-7 0,-3-1 3 15,2 1 12-15,-1-1-6 0,0 4 4 0,-1-4-5 16,2 1 5-16,-1 3-1 0,0-2-14 16,0 1 15-16,0 0 7 0,-1 1 6 0,2-1-2 0,1-1 0 15,-2 3-5-15,-1-1-6 0,2-1 2 0,0 2 5 16,-1-1 6-16,2 2-16 0,-1-1 0 0,0 0-2 15,2 2 1-15,-3-2 0 0,1 1 5 0,0-1-5 16,0 2-4-16,0-1 5 0,0 2-2 0,0-3-2 16,0 3 1-16,0-2 2 0,-1 3 3 0,1-2-12 15,1 2 7-15,-1 0 2 0,-1-2 0 0,1 4-2 16,0-3-1-16,0 1 0 0,0 1 3 0,-2 0-6 16,2 0 3-16,2 0 0 0,-2 1 4 0,-2-1 9 15,2 0-13-15,1 3 3 0,-1-3-6 0,-2 0 3 16,2 3 1-16,-1 0 0 0,-1-1-1 0,1 0 1 15,0-1 0-15,0 4 11 0,-2-2-15 0,0 0-1 16,1 2 1-16,-1 0 8 0,-1 1-9 0,12 0 2 16,-23 0 5-16,11 1-5 0,1 0 0 0,0 2 7 15,-1 0-2-15,1-2-4 0,-1 4-2 0,-1-1 2 16,3 0 1-16,-3 1-1 0,1 1 4 0,-1 1-2 16,0-1-2-16,3 1 5 0,-2 2-7 0,1-1 4 15,-1 1 2-15,3 2 2 0,-3 0 2 0,0 1-1 0,3-1-3 16,-1 2 2-16,0-1 1 0,1 1 1 0,-2 0 14 15,2 4 18-15,0-1-8 0,3-2-2 0,-4 4-2 16,5 0-8-16,-3 1 23 0,3 1 3 0,-1 1 16 16,1 0-9-16,1-1-2 0,0 2-5 0,0-2 7 15,3 0 7-15,-2-1-11 0,3 2 0 0,-1-1-12 16,2-1 0-16,-1 3-6 0,0 1 10 0,3 2-5 16,-2-2 6-16,3 2-6 0,-2 0-1 0,2-1-7 0,0 4-1 15,0-3-11-15,5 2 5 0,-4 0-10 16,1 1 4-16,2-1-6 0,0-4 5 0,-2 0-3 0,0-1 1 15,1 1-6-15,-1-2 6 0,3-1-9 16,-2 0 6-16,-1-1-9 0,-1-2 10 0,0-1-9 0,1-2 2 16,1-1-4-16,-3 1 1 0,1-2-31 0,0-1-31 15,-1 0-44-15,2-2-52 0,-3 1-71 16,1-1-28-16,-2 0-39 0,2-2-64 0,-3 3-78 0,1-2-407 16,-2-1-390-16</inkml:trace>
  <inkml:trace contextRef="#ctx0" brushRef="#br0" timeOffset="35315.26">2345 9756 492 0,'0'0'535'0,"-8"-2"-141"0,8 2-73 0,0 0-79 0,-8-5-36 16,8 5-55-16,0 0-15 0,-7-2-21 0,7 2-18 15,0 0-6-15,0 0-7 0,0 0-13 0,0 0-6 16,0 0-10-16,0 0-9 0,0 0 3 0,5 8 1 16,1-1 17-16,1-1-15 0,0 0-9 0,5 4-7 15,-2-3-4-15,2 3-7 0,0-2-3 0,1 3 1 16,1-3 1-16,-2 1-2 0,-1 0 4 0,3 0 8 16,-2-1 11-16,-1 0 5 0,2-1 7 0,-3-2 0 15,2 0 1-15,-3 0 11 0,1 1 10 0,0-5 3 16,-1 2 3-16,1-2-5 0,-10-1-1 0,21 0-3 0,-11-3-4 15,1 1-1-15,0-4 15 0,0-1 3 0,2-3-8 16,-3-1-11-16,2-4-4 0,-1-2 14 0,2-7-31 16,1-1 6-16,-4-4-23 0,3-7 9 15,-3-1-22-15,-1-4 14 0,0 0-25 0,-1-1 23 0,-5 1-31 16,0 3-1-16,0 2 2 0,-2 3 1 16,-1 2 1-16,1 5-1 0,-1-1-19 0,-1 6-100 0,2 2-99 15,-2 1-121-15,1 4-101 0,0 3-180 0,-3 0-500 16,2 5-733-16</inkml:trace>
  <inkml:trace contextRef="#ctx0" brushRef="#br0" timeOffset="37230.94">5702 10545 476 0,'-27'2'355'0,"4"2"-78"16,3-4-56-16,1 4-48 0,3-3-32 0,2 1-21 0,5-1-24 15,9-1-44-15,-14 3 15 0,14-3-14 0,0 0-5 16,0 0-4-16,12 3 10 0,0-3-10 0,8-1 8 16,4-1-22-16,5-1 8 0,7 0-13 15,9-3 24-15,5-1-11 0,3-1 11 0,1-1-9 0,16-1-4 16,-2 0 5-16,1-2 10 0,-1 0 31 0,-3-1-36 15,3 1 30-15,-17 2-36 0,-1-1 20 0,-6 3-32 16,-7 0 14-16,-5 2-27 0,-7 1 14 16,-2 0-22-16,-6 2-4 0,-5 1 0 0,-12 2 20 0,13-2-23 15,-13 2-7-15,-10 6 6 0,-6 0 1 0,-12 2-1 16,-14 3 1-16,-3 1-2 0,-14 4 26 0,-3 2-37 16,-3-2 32-16,-2 1-22 0,1 0 19 0,-3-1-26 15,1-1 22-15,-1-1-23 0,1-1 21 0,3-1-22 16,0 1 22-16,11-4-18 0,3 1 24 0,5-1-23 15,0-1 25-15,13-1-23 0,2-3 23 0,7 1-17 16,7 1 14-16,-1-2-21 0,8-1 24 0,4 1-25 16,6-4 25-16,2 10-26 0,6-7 17 0,10 1-18 15,9-2 27-15,10-2-20 0,10-1 24 0,9-3 1 16,13-2 11-16,8-3 1 0,1 1 2 16,6-5 14-16,1 0-4 0,-4 1 19 0,1-1-14 0,-6-2 4 15,-5 4-16-15,-3-1-3 0,-16 3-8 0,-7 1-4 16,-8 3-55-16,-10 0-18 0,-5 1-34 0,-9 3-20 15,-13 1-74-15,0 0-62 0,-4 5-80 0,-18 3-123 0,-18 2-306 16,-20 4-258-16</inkml:trace>
  <inkml:trace contextRef="#ctx0" brushRef="#br0" timeOffset="40580.94">9380 10366 583 0,'0'0'420'0,"0"0"-73"0,-15-1-96 0,15 1-32 0,0 0-58 16,0 0 3-16,-13 0-37 0,13 0 12 0,0 0-38 15,0 0 16-15,0 0-32 0,-13-2 14 0,13 2-36 16,0 0 13-16,0 0-34 0,0 0 12 0,0 0-28 15,0 0 20-15,0 0-9 0,9-7 21 0,5 2-25 16,8-3 12-16,7-3-27 0,10-3 16 0,4-1-25 16,15-6 15-16,2 0-17 0,1-1 16 0,2-1-12 0,-2-2 32 15,2 2 15-15,-2 0 10 0,-1-1-2 16,-4 2-2-16,-1-1-1 0,-14 9-4 0,-1-2-8 16,-10 5-9-16,-1 0-6 0,-8 2-11 0,0 2 0 15,-6 0-6-15,-1 3-6 0,-6 1-2 0,-8 3 2 0,0 0-4 16,0 0-6-16,0 0 1 0,-25 9 0 0,-1 1-4 15,-10 5 0-15,-5 0 0 0,-5 2 0 16,-10 5-2-16,-3-3 0 0,0 2 2 0,0 1 0 0,-1-2-5 16,3 1 2-16,-1-2 3 0,11-1 0 0,2-1-2 15,4 0 5-15,3-3 4 0,10-3-1 16,2 1 3-16,7-4-2 0,5 0-3 0,1 1 2 0,8-3-4 16,5-6 2-16,1 10-1 0,7-7-2 0,7-2 1 15,6-2 2-15,7-1-4 0,12-2 4 0,6-3-4 16,2-5 4-16,3-1-5 0,9-3 13 0,1 0 14 15,-4-2 13-15,2 0 12 0,-3-1 6 16,-10 4 2-16,1-1 0 0,-2 1-7 0,-3 0 1 0,-3 3-10 16,-9 2-6-16,-7 2-6 0,-2 1-4 0,-1 0-11 15,-5 1 1-15,-2 2-2 0,-4 0-2 0,0 1-1 16,-9 3-7-16,5-5 1 0,-5 5-5 0,0 0 2 16,-14-1 0-16,14 1 1 0,-19 3-6 0,5-2-13 15,-1 3-44-15,-2-1-56 0,3 1-66 0,-1 0-71 16,-1 0-51-16,1 1-79 0,2 0-81 0,2 0-481 15,-2-1-526-15</inkml:trace>
  <inkml:trace contextRef="#ctx0" brushRef="#br0" timeOffset="41363.55">9229 10068 485 0,'0'0'430'0,"0"0"-68"0,0 0-96 0,9-5-23 16,-9 5-32-16,3-7-14 0,-2 1-20 15,2-1-28-15,-1-1-14 0,-2-3-14 0,2 0-4 16,-1-1-2-16,0-1-26 0,-1-3-8 0,1 0-15 16,-1-3-12-16,-1-2-25 0,1-5 14 0,-2-1-15 0,0-5 3 15,-3-3-7-15,0-6 5 0,-3-1-17 16,1-1 14-16,-4-5-19 0,1 1 9 0,-4-2-14 16,-1-6 12-16,-2-1-2 0,-1 4-1 0,-1-1-9 15,-1 3 4-15,-1-1-10 0,1 10 17 0,-4-7-8 16,3 7 7-16,-3 3 9 0,-3-6 15 0,3 7-7 0,-2-1 10 15,2 3 4-15,-2-1-9 0,1 3-3 16,-1-1-6-16,1 4-7 0,-1 0-1 0,2 1-6 16,-2 3 0-16,2 1-2 0,0 0-3 0,3 5 2 0,3 2-1 15,-2 3 1-15,3 0-5 0,-1 1 2 0,3 1-1 16,0 3-2-16,0-1 2 0,2 2-1 0,1 2 0 16,-3 1 0-16,3 0-5 0,-1 5 4 0,1-2-2 15,-1 1-2-15,-2 4 4 0,-2 1 1 0,-1 1-2 16,-1 3 2-16,-3 2 2 0,2 1 2 0,-3 6-6 15,1 1 21-15,-1 2-5 0,-3 5 0 0,2 2 5 16,2 0-7-16,3 4 1 0,4-6-4 0,1 3-2 16,2 1 12-16,2-1 2 0,5 4-2 0,1 0 5 15,3-5 0-15,1 1 2 0,1 2-6 0,4 3-2 16,-1-1 0-16,4 0-8 0,-2 1 2 0,2-2-7 16,-1-1 4-16,2 3-4 0,-1-3 0 0,1 3 0 15,-3-4-5-15,3 1 1 0,-2 0 0 0,-1-1-1 16,-2-4 0-16,1-1-2 0,1 1 0 0,-2-2-5 15,0-1-30-15,0-2-57 0,-2-2-65 0,1 0-27 16,0-1-52-16,-1-2-16 0,2-3-51 0,-3 3-55 0,3-4-87 16,-4-1-317-16,1-3-274 0</inkml:trace>
  <inkml:trace contextRef="#ctx0" brushRef="#br0" timeOffset="41680.49">8051 9481 331 0,'-13'1'653'0,"13"-1"-140"16,-11 2-117-16,11-2-75 0,-14 3-71 0,14-3-40 15,-11 4-17-15,11-4-20 0,-7 9-3 0,3-2-7 16,3-1-1-16,2 5-24 0,3 1-21 0,2 2-20 0,3 4-15 16,3 0-18-16,4 2-8 0,4 0-13 0,1 0 4 15,2-2 9-15,3-3 24 0,-2 0 0 0,-5-5 2 16,3 0 14-16,-2-3 12 0,-3-2 13 0,-1-1 13 15,-1-3 3-15,-2-1-1 0,3-3-13 0,-1-3-18 16,-2-2-22-16,1-5-14 0,0-1-16 0,-2-4-7 16,0-5-12-16,0-4-7 0,-3-1-8 0,1-3-5 15,-1-7-1-15,0 0 0 0,-1-3-1 0,-2-1-14 16,-1 1 9-16,-1 6-14 0,1-1-12 0,0 1-27 16,2 3-58-16,-1 1-60 0,2 1-61 0,-2 4-109 15,7 2-107-15,-3 5-119 0,4 2-678 0,0 2-848 16</inkml:trace>
  <inkml:trace contextRef="#ctx0" brushRef="#br0" timeOffset="45947.07">11909 10562 471 0,'-11'-3'385'0,"0"0"-84"0,4 0-58 0,7 3-62 0,-15-4-25 0,15 4-39 16,-11-3 0-16,11 3-26 0,0 0 3 0,-5-4-24 16,5 4 13-16,16-5-32 0,0 0 10 0,7-1-17 0,12 0 17 15,8-4-31-15,8 0 24 0,12-5-28 16,2 1 29-16,0-2-17 0,4 0 28 0,-2-1-29 0,2-1 24 16,0 1-30-16,-2-2 25 0,1 2-26 15,0-3 16-15,-1 1-36 0,-3 1 24 0,-2 2-27 0,-15 1 21 16,-1 2-26-16,-6 2 3 0,-8 1-5 0,-7 3 20 15,-4 3-29-15,-7-2 24 0,-5 3-23 0,-9 3 28 16,0 0-27-16,-8 4 23 0,-7 2-28 0,-15 3 23 16,-13 6-19-16,-15 3 16 0,-2 2-15 0,-5 2 22 15,-4 0-24-15,-4 2 22 0,-3-2-23 0,0 0 21 16,2-1-24-16,1-1 27 0,4 0-19 0,5-3 18 16,4-1 0-16,13-3-2 0,3-3-9 0,11 0 8 15,4-4-13-15,5 0 11 0,3 1-2 0,3-2 0 16,8-2-1-16,10-3 1 0,-5 8 1 0,5-8-7 15,19 1 7-15,8-2-5 0,11-3-19 0,12-3 22 16,4-2-22-16,15-2 17 0,1-1-10 0,2-3 19 0,4 0-17 16,-3-2 23-16,5 1-17 0,-2-3 23 15,-1 1-18-15,-2 1 17 0,-4 0-23 0,-5 2 21 16,-15 3-20-16,-5 1 19 0,-9 3-25 0,-10 2 20 16,-6 4-23-16,-6-1 18 0,-13 3-21 0,0 0-3 15,0 0-51-15,-15 10 6 0,-10-3-48 0,-12 6-16 16,-5 1-47-16,-4 0-46 0,-9 6-35 0,-2-1-99 15,8-4-257-15,-6 5-122 0</inkml:trace>
  <inkml:trace contextRef="#ctx0" brushRef="#br0" timeOffset="57697.42">5100 15033 83 0,'0'0'225'0,"0"0"-44"0,0 0-21 0,0 0-23 0,0 0-12 15,0 0-5-15,0 0-17 0,0 0-5 16,0 0-19-16,0 0-4 0,0 0-16 0,0 0 0 0,0 0-13 16,0 0 3-16,-6-4-13 0,6 4 9 0,0 0-13 15,0 0 8-15,0 0-15 0,-9-2 9 0,9 2-10 16,0 0 6-16,0 0-19 0,0 0 13 16,0 0-16-16,0 0 9 0,-9-4-14 0,9 4 10 0,0 0-13 15,0 0 11-15,0 0-17 0,0 0 7 0,0 0-33 16,0 0-34-16,0 0-60 0,0 0-68 0,0 0-286 15,9-1 32-15</inkml:trace>
  <inkml:trace contextRef="#ctx0" brushRef="#br0" timeOffset="58596.81">5142 15012 223 0,'0'0'375'0,"-10"-4"-84"0,10 4-70 0,-14-3-28 0,14 3-43 0,-13 0-2 16,13 0-31-16,-14 0 1 0,14 0-38 0,-14 0 14 15,14 0-29-15,-14 3 4 0,14-3-25 0,0 0 10 16,-14 0-24-16,14 0 14 0,0 0-28 0,0 0 21 16,0 0 6-16,0 0 20 0,1-6-11 0,11 0 8 15,7-4-27-15,5 0 16 0,7-4-9 0,7-1 26 16,3-3-17-16,5 0 10 0,8-5-15 0,-2 1 14 16,2-1 2-16,-2 1 0 0,-8 3 13 0,-1 1-20 15,-3 0-8-15,-5 4-7 0,-4 1-13 0,-4 1 5 16,-5 3-11-16,-4 3-6 0,-2-1-2 0,-3 1-1 0,-4 3 0 15,-9 3-5-15,9-3 3 0,-9 3 2 16,-9 2-9-16,-3 1 9 0,-8 4-5 0,-8 2 4 16,-4 0 13-16,-9 4 2 0,-2-2 21 0,-6 1-4 15,-1 0-1-15,0-2-6 0,-1 2 18 0,3-1-7 16,-1-3 10-16,3 1-12 0,9-1 2 0,5-3-19 0,4-2 8 16,6 3-3-16,2-2-3 0,2-2-16 15,8 1 5-15,10-3-13 0,0 0 9 0,0 0-14 16,0 0 13-16,24-3-13 0,0-1 11 0,7-3-11 0,2 1 9 15,9-4-9-15,3-1 10 0,-2-1-10 16,1 0 8-16,2-1-6 0,-4 0 9 0,-1-1-6 0,-3 1-4 16,-7 2 3-16,-3 3 0 0,-6 1 1 0,-3 1 0 15,-1 0-4-15,-4 1 1 0,-5 1 1 0,1 2-1 16,-10 2-3-16,0 0 1 0,0 0 1 0,0 0 4 16,-20 8-10-16,-2 1 11 0,-6 3-15 0,-8 0 13 15,-1 2-14-15,-3 1 13 0,0-1-16 0,0 0 8 16,3 0-20-16,6-3-27 0,3-3-51 0,5 3-59 15,3-4-37-15,2-1-57 0,5 0-8 0,2 0-48 16,4-3-70-16,7-3-368 0,-5 8-262 0</inkml:trace>
  <inkml:trace contextRef="#ctx0" brushRef="#br0" timeOffset="60547.19">6801 15068 128 0,'0'0'413'0,"0"0"-119"0,-15-2-21 0,15 2-49 0,0 0-20 0,-12 0-40 0,12 0-4 16,0 0-15-16,0 0 1 0,0 0-9 0,0 0-7 16,0 0 1-16,12-4-17 0,0 3-16 0,5-2-10 15,6-1-12-15,5-3-5 0,5 0-16 0,11-2 5 16,6-2-5-16,1-1 1 0,10-5 5 0,3 0 11 16,0-2-1-16,0 0 5 0,0-1 18 0,-3 0-14 15,2-2-2-15,-4 3-15 0,-3 0 2 0,-11 4-12 16,-3 2 12-16,-5 1-8 0,-9 2-4 0,-6 1-6 0,-2 3-10 15,-3-1 0-15,-7 4-16 0,-10 3-5 16,4-5-3-16,-4 5-2 0,-17 2-3 0,-6 4-2 16,-10 2 5-16,-13 4-4 0,-14 3-10 0,-5 2 4 15,-6 3-10-15,-4-2 10 0,1 0-5 0,-4 1 5 0,1-1-4 16,3 0 9-16,-1-1-3 0,3 0 7 0,3-2-3 16,4-1 11-16,15-2 3 0,4-2 4 15,12-2-5-15,3-1 2 0,8-1-9 0,6-2 4 16,8 2-9-16,9-6 6 0,-6 6-9 0,6-6 5 0,20 3-6 15,2-5 0-15,13-1 6 0,9-3-8 0,9-2 2 16,12-4-3-16,4-1 3 0,2-4-1 0,1 0 2 16,-2-2-4-16,2-1 7 0,-6 0-6 0,-2 1 4 15,-5 0-11-15,-13 6-30 0,-4 1-55 0,-10 3-55 16,-4 0-52-16,-7 2-47 0,-7 2-50 0,-8 1-60 16,-6 4-39-16,0 0-64 0,0 0-289 0,-18-3-254 15</inkml:trace>
  <inkml:trace contextRef="#ctx0" brushRef="#br0" timeOffset="65330.39">10533 15041 212 0,'0'0'638'0,"1"-11"-159"0,-1 11-121 0,1-12-72 0,-1 12-56 0,2-10-60 0,-2 10-51 15,0-7-43-15,0 7-39 0,1-8-42 0,-1 8-42 16,0 0-33-16,1-7-14 0,-1 7-46 0,0 0-51 0,0 0-73 15,0 0-293-15,12 3-69 0</inkml:trace>
  <inkml:trace contextRef="#ctx0" brushRef="#br0" timeOffset="66363.33">10070 15456 337 0,'-6'-4'490'0,"-2"0"-91"0,8 4-92 0,-7-9-62 0,7 9-42 0,-3-9-23 0,3 9-20 16,8-10-12-16,2 3 19 0,5 1-24 0,8-2 13 16,8-3-22-16,11 0 0 0,9-1-10 0,16-3-5 0,8-1-3 15,4 0 14-15,8 2-15 0,5-3-14 16,27-2 25-16,1 0-5 0,4 3-19 0,3-2-11 15,-3 3-11-15,1-1-9 0,-1 2 1 0,0 0-21 16,-4 1-8-16,-19 4-6 0,0-2-7 0,-5 1-4 16,-4 1-6-16,-7 1 16 0,-4-1-20 0,-7 2-3 0,-15 2 0 15,-7 1-4-15,-2-1 0 0,-13 1-6 0,-8 3-8 16,-2-2-1-16,-5 1 0 0,-3 1 5 0,-1 0-4 16,-6-1 1-16,-12 2 5 0,11-2 11 0,-11 2-20 15,0 0-2-15,0 0 3 0,0 0-2 0,-18 0-7 16,4 0-14-16,0 2-15 0,-4-2-28 0,0 0-46 15,-3 0-40-15,-2 0-51 0,-4 2-35 0,-4 0-15 16,-6 1-37-16,-8 1-33 0,-3 2-44 0,-6 2-469 16,0 1-384-16</inkml:trace>
  <inkml:trace contextRef="#ctx0" brushRef="#br0" timeOffset="67879.56">14982 15421 127 0,'-7'-5'321'0,"-2"0"-82"16,4 2-38-16,0-1-21 0,-3-1 3 0,8 5-30 15,-10-6 2-15,10 6-17 0,-9-6 8 0,9 6-4 16,-10-4-14-16,10 4-4 0,-6-4-12 0,6 4-14 16,-7-4-3-16,7 4-8 0,0 0-5 0,-4-4-1 15,4 4 14-15,0 0 15 0,12-3 10 0,0 1 3 16,7 2 10-16,7-4 20 0,13 2-7 0,12-4-11 15,19-2 4-15,9-1-17 0,12-1 8 0,6-2 5 16,26-2-1-16,2 0-4 0,7 0 9 0,3-1-24 0,1 1-13 16,-2 2-19-16,0 1 21 0,-5-1-26 15,-5 3-4-15,-20 0-31 0,-1 1 9 0,-3 0-23 0,-3 1 6 16,-5 1-24-16,-3-1 21 0,-4 0-29 0,-8 0 22 16,-5 1-24-16,-15 0 22 0,-4 1-27 0,-2 1 24 15,-12 0-26-15,-2 0 24 0,-4 1-26 0,-5-1 3 16,-5 3-26-16,-1-2 2 0,-4-1-23 0,-2 4-11 15,-3-3-20-15,1 0-65 0,-4 2-70 0,-1-3-27 16,0 0-2-16,-9 4-27 0,9-8-8 0,-9 8-16 16,4-9-26-16,-4 9-25 0,-1-7-34 0,1 7-419 15,-5-6-330-15</inkml:trace>
  <inkml:trace contextRef="#ctx0" brushRef="#br0" timeOffset="74096.67">5270 14153 383 0,'-6'5'307'0,"6"-5"-81"0,-9 3-82 0,9-3-58 15,0 0-54-15,0 0-59 0,0 0-68 0,7 3-95 16,-7-3-81-16,23 0 82 0</inkml:trace>
  <inkml:trace contextRef="#ctx0" brushRef="#br0" timeOffset="74479.09">7178 14225 174 0,'0'0'551'0,"0"0"-167"16,0 0-129-16,0 0-175 0,-4 7-131 0,4-7-121 16,0 0-217-16,0 5 158 0</inkml:trace>
  <inkml:trace contextRef="#ctx0" brushRef="#br0" timeOffset="75930.31">12185 13758 394 0,'0'-8'465'0,"-1"2"-118"0,1 6-69 0,-1-11-81 0,1 11-19 0,-4-11-56 0,4 11-49 16,0-8-59-16,0 8-48 0,-1-7-27 0,1 7-23 15,0 0-29-15,5-6-25 0,-5 6-66 0,0 0-249 16,9-3 73-16</inkml:trace>
  <inkml:trace contextRef="#ctx0" brushRef="#br0" timeOffset="76379.85">13346 13853 293 0,'-1'-10'524'0,"-1"-3"-109"0,2 3-128 0,-2-1-86 16,0 3-90-16,1 0-62 0,1 1-84 0,-1 1-47 16,1 6-67-16,0-14-100 0,1 10-183 0,-1 4 100 15</inkml:trace>
  <inkml:trace contextRef="#ctx0" brushRef="#br0" timeOffset="77028.88">14277 13828 27 0,'-7'-5'233'0,"7"5"-81"0,0 0-76 16,0 0-61-16,0 0-54 0,-12 0-109 0,12 0 40 16</inkml:trace>
  <inkml:trace contextRef="#ctx0" brushRef="#br0" timeOffset="77295.59">15343 13769 244 0,'0'0'331'0,"0"0"-92"0,0 0-82 0,-2-5-98 15,2 5-95-15,0 0-276 0,0 0 231 0</inkml:trace>
  <inkml:trace contextRef="#ctx0" brushRef="#br0" timeOffset="79812.88">11790 15248 38 0,'0'0'421'15,"-1"-8"-177"-15,1 8-173 0,1-6-206 0,-1 6-68 0,0 0 61 16</inkml:trace>
  <inkml:trace contextRef="#ctx0" brushRef="#br0" timeOffset="80062.11">16177 15115 797 0,'19'-10'641'16,"-6"2"-151"-16,-1-1-197 0,-3 4-215 0,-1 1-174 15,-8 4-108-15,0 0-108 0,0 0-215 0,11 3-32 16</inkml:trace>
  <inkml:trace contextRef="#ctx0" brushRef="#br0" timeOffset="80296.17">11085 15390 543 0,'-15'-11'504'0,"6"-2"-119"16,2 2-197-16,2 2-170 0,5 9-162 0,5-10-326 15,-5 10 47-15</inkml:trace>
  <inkml:trace contextRef="#ctx0" brushRef="#br0" timeOffset="87678.31">15700 13716 108 0,'0'0'387'0,"0"0"-108"0,0 0-60 15,0 0-43-15,0 0-42 0,0 0-28 0,0 0-21 16,0 0-30-16,0 0 2 0,0 0-12 0,4-4-13 16,-4 4-10-16,0 0-26 0,0 0-35 0,0 0-50 0,3 4-84 15,-3-4-269-15,0 0 85 0</inkml:trace>
  <inkml:trace contextRef="#ctx0" brushRef="#br0" timeOffset="99577.71">11884 14789 249 0,'0'0'201'0,"0"0"-71"0,0 0-53 16,5-5-45-16,-5 5-42 0,0 0-45 0,0 0-144 15,10-3 60-15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2:03:23.2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13058 14274 212 0,'3'-8'236'0,"-2"0"-40"0,2 2-14 0,-3 6-20 0,1-12-13 0,-1 12-28 16,1-10-18-16,-1 10-28 0,0-8-13 0,0 8-17 16,0 0-9-16,1-7-8 0,-1 7-4 0,0 0-14 15,0 0 15-15,0 0 3 0,7 6 9 0,-5 0 8 16,1 0 5-16,1 0-20 0,1 2 10 0,0 0-4 16,0 1 17-16,5-1 28 0,-1 0-6 0,0 1 26 0,5-3-5 15,-1-2-22-15,5 0 22 0,1-2-12 0,4-2-10 16,5-6-13-16,7 0-12 0,7-5 3 0,8-5 5 15,11-6-10-15,4-4-7 0,7-3-10 16,1-2-1-16,16-11-7 0,0 0-6 0,2-2 2 0,-5-1 15 16,5 0-19-16,1-1 6 0,1-1-9 15,5 1 13-15,1-3-28 0,-1 1-65 0,-1-1-45 16,-1 0-38-16,-4 1-40 0,-4 1-52 0,-1 2-68 0,-16 9-352 16,-4 1-173-16</inkml:trace>
  <inkml:trace contextRef="#ctx0" brushRef="#br0" timeOffset="8018.39">6622 15573 197 0,'-6'-8'268'0,"1"1"-29"0,-3 1-38 0,4 0-41 0,-1 0-7 16,1 0-8-16,-1 1 2 0,1 0-26 0,4 5-9 15,-7-8-26-15,7 8 2 0,-7-6-30 0,7 6-11 16,-5-6 0-16,5 6-14 0,-4-5-3 0,4 5 6 0,-2-6-18 16,2 6 10-16,0 0-11 0,-3-6 23 0,3 6-23 15,0 0 21-15,5-6 0 0,2 2 29 0,2-1-3 16,5-3 7-16,5-4-12 0,5-3-9 0,12-4-9 15,6-5-1-15,12-4-18 0,1-2 14 0,6-1-2 16,3-3 7-16,5-1-18 0,-1-2-12 0,2 0 13 16,12-10-2-16,-12 9-12 0,13-9 7 15,-15 8-9-15,-3 2 9 0,-1 2-13 0,-4 2 3 16,-4 2-37-16,-5 3-36 0,-11 6-33 0,-4 3-15 0,-4 2-34 16,-8 4-50-16,-4 2-55 0,-3 3-59 0,-3 1-253 15,-4 0-81-15</inkml:trace>
  <inkml:trace contextRef="#ctx0" brushRef="#br0" timeOffset="9396.73">8222 16352 435 0,'-2'-15'326'0,"-2"7"-53"0,1-3-46 15,1 5-42-15,-1-2-31 0,1 2-32 16,-1 0-21-16,3 6-24 0,-2-12-20 0,2 12-3 16,-3-7-10-16,3 7 7 0,0 0 7 0,5-10-4 0,-5 10 14 15,13-2 1-15,-13 2-11 0,18-3 1 16,-3 0-18-16,0 0 15 0,7-2-20 0,2-2 17 0,7-2-18 15,1-1 3-15,8-5-19 0,2-4 7 16,9-1 2-16,3-5 0 0,3-2-6 0,2-2-13 0,2-3 9 16,3-4-11-16,0-2 13 0,4-2-11 0,12-11 11 15,2-2-10-15,1-2 8 0,0 1-14 0,-3 1 7 16,-15 10-6-16,-3 2-27 0,-4 5-38 0,-6 4-45 16,-12 9-61-16,-7 4-66 0,-5 4-42 0,-7 6-25 15,-6 5-271-15,-2 0-86 0</inkml:trace>
  <inkml:trace contextRef="#ctx0" brushRef="#br0" timeOffset="10463.41">10061 17066 35 0,'-7'-5'420'0,"-1"-1"-115"0,1 1-40 0,1 0-16 0,0 0-26 0,-1 2-18 0,2-3-31 0,5 6-29 0,-7-5-28 0,7 5-25 16,-7-6-20-16,7 6-11 0,-2-8-16 15,2 8-9-15,6-10-6 0,2 1-3 0,2 1 7 16,6-3 16-16,5-1-20 0,2-3 9 0,9-3-23 16,4-2 16-16,1 1-25 0,1-3 12 0,12-4-12 15,0 0-3-15,2-3 1 0,3-2 2 0,-1 1-1 16,0-3-3-16,-1 2-6 0,2-1 11 0,-5 0-2 15,0-1 8-15,-3 2-38 0,-1-1-41 0,-11 6-39 16,-1 1-22-16,-3 3-28 0,-3-2-38 0,-6 7-25 0,-1 1-40 16,-7 0-259-16,-1 6-13 0</inkml:trace>
  <inkml:trace contextRef="#ctx0" brushRef="#br0" timeOffset="16062.99">13728 15712 170 0,'-9'-21'495'0,"0"1"-137"0,1-5-41 16,-3-2-38-16,-2 1-34 0,3-1-10 0,-3 1-5 15,4 2-16-15,0 2 30 0,-1 3 5 0,4 5-39 16,-1-1-43-16,3 3-36 0,-1 1-26 0,1 4-23 16,2 1-17-16,2 6-12 0,0 0 1 0,3 5 8 15,3 4 8-15,3 7 1 0,1 8-19 0,5 3 4 16,4 8-17-16,-1 1-1 0,3 4-15 0,-2 1 6 16,1 1-19-16,1 0 10 0,-3 0-11 0,1 1 2 15,-5-1-5-15,1 0 4 0,-2 0-10 0,-3 0-8 16,-1-4-91-16,-4-2-92 0,-1-4-75 0,-3-5-47 15,-1 2-49-15,-1-4-67 0,-3-5-435 0,-2-1-412 16</inkml:trace>
  <inkml:trace contextRef="#ctx0" brushRef="#br0" timeOffset="16245.94">13550 16105 56 0,'-6'-6'738'0,"-1"0"-207"0,1 3-118 15,6 3-87-15,-4-5-69 0,4 5-54 0,0 0-2 16,12-4-1-16,-12 4-19 0,20 2-20 0,-3-2-21 0,2 1-26 15,3 1-9-15,3 0-29 0,5 1-8 0,-1-1-16 16,4 3-4-16,-1 1-17 0,0-2-38 16,-4-1-65-16,0-1-72 0,-1 3-39 0,-1-2-39 0,-6-1-12 15,-1-2-36-15,-2 0-23 0,1-5-33 0,-5-1-17 16,-2 0-221-16,-2-3-78 0</inkml:trace>
  <inkml:trace contextRef="#ctx0" brushRef="#br0" timeOffset="16381.41">14031 16023 879 0,'-2'-18'150'0,"-1"1"47"15,0 0 35-15,-1 0 39 0,2-1-21 0,-2 3 49 16,1 0-23-16,2 4-31 0,-3-1-45 0,3 2-37 15,-1 4 23-15,2 6 25 0,0-8-5 0,0 8-15 16,0 0-18-16,3 9-38 0,-3-1-20 0,3 3-31 16,-2 2-16-16,0 5-10 0,-1 1-10 0,0 2-11 15,2 4-3-15,-2 1-59 0,1 1-101 0,-1-1-130 16,0 3-139-16,1-2-158 0,-1 0-492 0,0-4-662 16</inkml:trace>
  <inkml:trace contextRef="#ctx0" brushRef="#br0" timeOffset="17330.37">14267 16965 478 0,'4'-20'480'0,"2"4"-101"0,-2-1-25 0,0 0-40 0,0 1-29 0,-3-1-56 0,0-2-29 16,-1 5-34-16,-1-4-1 0,-1 3-2 0,-2-1-14 16,-3 1-23-16,-3 0-12 0,-4 2-19 0,-2 0-22 15,-3 4-12-15,-2 0-16 0,-2 4-10 0,-3 2-6 16,3-2-6-16,-5 5-2 0,3 0-2 0,-1 5-3 15,1-2-7-15,0 4-3 0,3 0 0 0,2 4 0 16,1 0-4-16,4 2 5 0,2 2-2 0,3 1-1 16,4 0-4-16,5-1 0 0,4 2-1 0,3-3 0 15,5 5-1-15,4-4 32 0,5 1-34 0,4-1 29 0,2 0-30 16,2-4 26-16,0 0-32 0,2 0 32 16,-2-2-33-16,1-1 33 0,-5-1-36 0,1 0 6 15,-5-1 1-15,-1 2 2 0,-2-3 1 0,-2 1 0 0,-4 3 30 16,0 0-34-16,-6-2 30 0,-1 5-30 0,-4 0 31 15,-4 1-27-15,-2 1 31 0,-6 3-29 0,-2 1 64 16,-5 1-6-16,-4-2 22 0,1 0-40 0,-1-1 23 16,-2-2-38-16,-1 0 23 0,7-3-33 0,-3-1 24 0,3-3-32 15,4 0 23-15,-2-2-31 0,7-3 28 16,-2-1-67-16,12-1-44 0,-12-4-103 0,9-1-33 16,3-5-41-16,5-3 0 0,5-3-5 0,1-2-51 0,3-6-8 15,6-6-22-15,2 2 25 0,-2-1 20 16,3 1 73-16,0 1 61 0,-5 5 62 0,0-1 62 0,0 3 74 15,-3-1 57-15,-1 5 45 0,-2-1 41 0,-3 5 19 16,1 2-40-16,-2-1 3 0,-3 5-3 0,1 1 43 16,-2-1-20-16,-4 6 51 0,0 0-4 0,14 3-26 15,-14-3-16-15,8 11-14 0,-3-4-14 0,-1 2-27 16,2 0-13-16,-1 2-10 0,0 0-8 0,2 0 0 16,-1 0-15-16,0 0-14 0,-1-1-12 0,2-2-9 15,-2 1-9-15,0-2-8 0,-1-1 0 0,2 0-2 16,-2-2 8-16,-4-4 4 0,10 6-2 0,-10-6-4 0,12-3-5 15,-6-2-4-15,1-1-3 0,-3-4-5 0,1 1 2 16,-1-3-11-16,-2-3 12 0,-2 3-11 0,1-2 6 16,-2 0 3-16,1 2 34 0,0-1-12 0,-2 3 3 15,-1 0-15-15,-1 1 3 0,2 2-14 0,-2 1 4 16,4 6-9-16,0 0 8 0,-14 3-10 0,10 3 8 16,-1 2-13-16,2 3 5 0,1 3 6 0,2 0-4 15,1 3-1-15,0 1-2 0,3 0 0 0,4 1 0 16,1 1 2-16,1-2-2 0,1-3-3 0,5 1-19 0,-1-4-53 15,3-2-41-15,0-1-104 0,-3-3-91 16,2-4-57-16,-4 2-68 0,-2-3-31 0,0-4-51 0,-2 0-271 16,-1-3-309-16</inkml:trace>
  <inkml:trace contextRef="#ctx0" brushRef="#br0" timeOffset="17763.22">14580 16737 327 0,'-1'-13'558'0,"0"3"-118"16,0 1-102-16,1 2-52 0,0 7 12 0,1-11 25 0,-1 11 3 0,0 0 1 15,11 1-7-15,-4 4-14 0,-1 3-47 0,3 3-11 16,5 6-42-16,-1 4-30 0,2 4-41 0,3 5-15 16,1 2-20-16,0 2-23 0,2 1-17 0,-1 1-12 15,1-1-2-15,-1 0-12 0,-1 2-9 0,-2-1-6 16,1-2-2-16,-2 1-8 0,-3-2-2 0,-1-5 2 16,-2-1-6-16,-2-4-1 0,-3-2 6 0,0-1-4 0,-4-3-2 15,2-3 13-15,-3-1-14 0,-3-2-1 16,1-3-1-16,-5-1 0 0,1-2 2 0,-6-3-2 0,1-4 11 15,-3-4-9-15,-4-3-8 0,-4-7 6 0,2-4 0 16,-6-8 1-16,3-4 2 0,0-3-5 0,5-5-17 16,-1-1 3-16,6-2-17 0,2 0 11 0,4 1-4 15,5 4 1-15,2 4-3 0,4 2 14 0,2 0-13 16,4 4 0-16,0 3-23 0,6 3-16 0,0 1-21 16,5 4 10-16,-2 2 15 0,3 7 11 0,-2-1 12 15,1 3 2-15,-2 4 7 0,-1 1 6 0,-3 1 3 0,0 0-3 16,-2 1 1-16,0 1 7 0,0 2 3 15,-6-1-4-15,1 1 9 0,-4 1-1 0,-4-5 6 16,4 12-4-16,-8-6 7 0,0 1-6 0,-4 0 10 0,-1 3-2 16,-2-2-1-16,1 0 5 0,-2 0-6 15,1 0 2-15,-1-3-1 0,3-1-1 0,-1 1-2 0,0 0-69 16,2-2-86-16,8-3-87 0,-16 1-60 0,16-1-62 16,-13-3-53-16,8-1-55 0,1-1-317 0,0-1-317 15</inkml:trace>
  <inkml:trace contextRef="#ctx0" brushRef="#br0" timeOffset="18129.65">15053 16669 101 0,'8'5'535'0,"-8"-5"-141"0,6 5-58 0,-6-5-39 0,0 0-28 15,7 4-11-15,-7-4-20 0,0 0-28 0,0 0-24 0,7 3-28 16,-7-3-33-16,0 0-17 0,0 0-2 15,14-2-14-15,-14 2-12 0,12-5-8 0,-6-1-13 16,2 0-9-16,-3-1-9 0,3-1-1 0,-1 0 15 16,-3 0-1-16,1-2-4 0,-1-1 9 0,0 2-1 0,-3-2 9 15,-1 2 6-15,0-3 0 0,-2 3-8 16,-2 0-10-16,-1 1-10 0,-2 1-3 0,-3 2 1 16,0 2 2-16,0 1-8 0,-3 4-3 0,0 0-3 15,-1 3-6-15,2 3-7 0,1 0 6 0,0 4 39 16,2 4-11-16,1 1-9 0,0 0-20 0,6-1 4 15,-1 1-11-15,4 1 8 0,3-1-13 0,4 2 9 16,1-1-14-16,1-1 8 0,4-2-12 0,0-1 9 0,1-2-11 16,2-2 7-16,2-2-12 0,-2-3-28 0,1-3-58 15,0 1-55-15,-3-3-64 0,3-3-56 16,-3-1-42-16,2-1-48 0,-4-4-29 0,1 1-17 0,-3-3-37 16,-2-2-319-16,-2 0-269 0</inkml:trace>
  <inkml:trace contextRef="#ctx0" brushRef="#br0" timeOffset="18429.58">15274 16573 239 0,'-5'-8'351'0,"1"3"-49"16,4 5-9-16,-6-9-38 0,6 9-34 0,-4-8-22 16,4 8-27-16,-4-6-9 0,4 6 9 0,0 0 9 15,0 0 5-15,5-6 6 0,-5 6-4 0,0 0-17 0,18 3-18 16,-9-1-21-16,0 0-22 0,0 2-16 16,1 2 0-16,4 0-8 0,-2 0-15 0,-1 1-16 15,2-1-7-15,-1 1-13 0,-1 2 0 0,-2 0-3 16,-1-2-4-16,-2 0 2 0,-2 2 1 0,2-1 8 0,-4 0-3 15,-2 1-2-15,0-3 0 0,-3 3-10 16,-2-2-3-16,1 0-7 0,-1-1 4 0,1 0-1 16,-1-1 32-16,1 1 10 0,4-6-3 0,-11 3-19 15,11-3 2-15,-11-2-13 0,11 2 1 0,-7-7-15 0,3 0 19 16,1-3-20-16,1 0-1 0,2-3-2 0,5-2 1 16,-1 0-5-16,0-1 1 0,1 0 1 15,3-1-8-15,-1 0-10 0,1 3-23 0,-2 1-34 0,3-1-64 16,-1 3-69-16,-1 0-97 0,1 1-44 0,0 3-59 15,-2 1-69-15,3 1-462 0,-2 2-510 0</inkml:trace>
  <inkml:trace contextRef="#ctx0" brushRef="#br0" timeOffset="18846.23">15737 16535 393 0,'-10'-14'479'0,"-2"-2"-103"0,3 0-81 16,0 3 2-16,0 1 1 0,4-1 10 0,-1 5-26 15,1-2-37-15,-1 1-48 0,3 3-41 0,-1-1-31 16,4 7-20-16,0-7-16 0,0 7-12 0,0 0-6 15,13 0-10-15,-6 2-9 0,1 3-11 0,5 2-9 16,-3-1-6-16,3 3-2 0,-2 0-8 0,-2-3 0 16,-1 1-3-16,2-1-3 0,-2 0-1 0,-2-2-6 0,-1 0 13 15,2 1 38-15,-7-5 35 0,9 6 25 0,-9-6 14 16,9 5 7-16,-9-5-21 0,0 0-29 16,0 0-14-16,6-4-12 0,-6 4-15 0,-1-10-8 15,1 3-6-15,-3-2-7 0,1-3-5 0,-1 2-8 16,2-2-6-16,-1-3-17 0,1 0-21 0,-1-2-41 0,-1 2 1 15,2 0-32-15,-2 2-19 0,3 1-30 16,-2 1-30-16,0 2-55 0,2-1-46 0,0 2-31 16,0 8-37-16,0-10-19 0,0 10-37 0,4-6-345 0,-4 6-268 15</inkml:trace>
  <inkml:trace contextRef="#ctx0" brushRef="#br0" timeOffset="19030.14">15909 16298 196 0,'0'0'658'0,"0"0"-174"16,0 0-103-16,5 3-26 0,-5-3-12 0,0 0-34 0,6 8 7 16,-6-8-15-16,2 9-52 0,1-2-40 0,-2-1-41 15,4 3-34-15,-4 1-24 0,2-1-21 0,3 5-22 16,-2-1-10-16,3 2-12 0,-2-3-20 0,1 4-34 16,0-2-48-16,1-1-123 0,-1 2-85 0,-2-3-41 15,3 1-56-15,0-3-47 0,-3 1-79 0,1-5-280 16,0 0-283-16</inkml:trace>
  <inkml:trace contextRef="#ctx0" brushRef="#br0" timeOffset="19179.84">15952 16129 10 0,'-8'-14'520'0,"-1"3"-157"16,5 1-61-16,-1 3-79 0,1 0-32 0,-1 0-52 15,5 7-11-15,-5-8-41 0,5 8-4 0,0 0-32 16,0 0-51-16,0 0-98 0,-1 9-70 0,3 0-74 15,1 1-257-15,2 5 10 0</inkml:trace>
  <inkml:trace contextRef="#ctx0" brushRef="#br0" timeOffset="19812.89">16104 16481 559 0,'0'0'477'0,"19"-4"-55"0,-10-2-31 0,1-3-31 0,5-2-49 15,-2-3-37-15,0-2-20 0,5-4-23 0,-2-1-35 16,-2-1-45-16,2 1-19 0,-3-2-31 0,-2 1-10 15,0 3-22-15,0 0-5 0,-3-1-14 16,0 1-6-16,-4 3-7 0,0 0-10 0,1 1-6 0,-5 2 0 16,1 1-6-16,-1 0-3 0,-1 4-3 0,-4-3-7 15,-1 4 2-15,-2 2-1 0,-1-1 2 0,0 5-3 16,9 1 0-16,-18-1-1 0,9 3 0 0,0 2 0 16,-1 2 1-16,1 0-8 0,3 1 8 0,1 2-9 15,-2 0 9-15,5 1-7 0,1 0 6 0,1 2-1 16,2-2 0-16,1 0 1 0,4 5 4 0,2-2-6 15,3 1 0-15,2-1-3 0,0 0 3 0,1 2 2 16,1-4-2-16,-1 3-2 0,0-1 3 0,-1-3-6 16,-4 2 12-16,1-2-8 0,-1 0-3 0,-2-1 7 15,-3 0-3-15,-1-1 2 0,-2 2 5 0,-2-3 12 16,-1 4 9-16,-3-3 3 0,-4 3 7 0,-1-1-15 16,-1 0-2-16,0-1-8 0,-2 0-1 0,0-2-1 15,0 0-1-15,4-1-2 0,-2-1 1 0,1-4-2 16,3 4-3-16,6-5 2 0,0 0-3 0,-12-5-3 15,12 5-18-15,7-13-11 0,-1 1-4 0,4-2-15 16,4-4-1-16,3-2-4 0,2-2 0 0,4-4 12 16,2 1 2-16,-1-1 15 0,0-1 2 0,-1 2 12 15,-5 3-4-15,0 2 4 0,-5 3 7 0,1 0 6 0,-4 2 6 16,-2 1 8-16,-2 3 6 0,0-2 12 0,-2 4 0 16,-1 0-5-16,-5 2 7 0,1 0 0 15,-3 2 5-15,-6 0 3 0,2 3-7 0,8 2-4 0,-20 0-1 16,10 1-3-16,-2 3-7 0,0 2 1 0,0 1-10 15,-2 1 3-15,4 3-7 0,1 0 6 0,0 0-11 16,1-1 5-16,3 2-9 0,4-2 7 0,2 0 3 16,2 1-7-16,2-3-1 0,5 3 4 0,0-2-4 15,2 0-2-15,2-2-1 0,0 0-5 0,1-1-27 16,2-1-10-16,-1-2-21 0,0 0-4 0,-1-1-22 16,-1-2-17-16,0 0-14 0,0-1-16 0,0-3-4 15,-2 2-37-15,2-1 6 0,-3-1-24 0,2-4-2 16,-2 0-50-16,1 1-27 0,-2-1-46 0,3 0-50 15,-1-1-223-15,2 1-106 0</inkml:trace>
  <inkml:trace contextRef="#ctx0" brushRef="#br0" timeOffset="20263.04">17131 16202 348 0,'4'-5'515'0,"2"0"-51"0,-2-4-81 0,0 3-52 0,1-3-27 15,-2-1-29-15,2 0-17 0,-3 1-22 0,1-1-31 16,3-1-17-16,-5 2-17 0,2-1-19 0,-3 1-24 16,0 0-27-16,0 2-18 0,-1 0-17 0,-2-2-12 0,-4 3-12 15,-1 1-2-15,-2 0 2 0,-3 0 20 16,-2 4-8-16,-4 1-3 0,-1 0 3 0,-1 1-3 0,-5 4-4 16,-1 2-11-16,-1 0 3 0,0 3-6 15,2-1-9-15,2 4 2 0,4-2-12 0,4 0 4 0,0 2-10 16,5-5 3-16,3 4-7 0,3-1 4 0,2-3-7 15,3-2 8-15,3 3-10 0,2-5 13 16,2 1-12-16,3-4 7 0,2-1-8 0,1 0 10 0,2-3-7 16,2-4-9-16,-2-2-8 0,4-1-9 0,-2-5-14 15,1-2 4-15,-2-3-5 0,-2-1 0 16,0-5 1-16,-5 0-6 0,-1-3 17 0,-3-2-6 0,-2-1 13 16,-3-3 0-16,-3 2 10 0,-2 0 5 0,-1 2 20 15,-1 1 3-15,-3 3 19 0,6 6-1 0,-2 2-8 16,1 5-5-16,1 2-5 0,1 5-3 0,3 7 7 15,0 0 39-15,-10 6-16 0,10 7 19 0,0 4-12 16,4 7-3-16,3 9-4 0,5 6-7 0,5 4-2 16,3 7-2-16,3 0-12 0,0 0 6 0,3-2-18 15,-6-7-3-15,2 0-47 0,-2-4-36 0,-2-2-82 16,-3 2-103-16,-3-7-88 0,-3-4-78 0,-3-1-125 16,-4-6-512-16,-4 0-682 0</inkml:trace>
  <inkml:trace contextRef="#ctx0" brushRef="#br0" timeOffset="23495.36">18979 16126 748 0,'0'0'588'0,"7"-8"-142"0,-7 8-93 0,7-5-56 16,-7 5-28-16,0 0-12 0,13 4-4 0,-8 2-39 16,0 0-24-16,3 0-34 0,0 5-15 0,-1 1-34 15,1 0-15-15,1 2-15 0,0 2-14 0,-1-1-3 16,2-3-7-16,-3 1-8 0,0-1-5 0,-1-3 1 0,-2 0 15 16,2-2 24-16,-2 0 13 0,-4-7-27 15,3 6-3-15,-3-6-22 0,0 0 0 0,-8-9-14 16,-1 2 9-16,3-5-19 0,-6-4 9 0,-2-6-15 0,0-2-1 15,-2-8 2-15,-1 0-1 0,0-2-3 0,2-2 19 16,-2 0-26-16,3-1 19 0,3 2 28 0,2 4 33 16,1 4-29-16,4 6-7 0,-2 3-4 0,3 0-12 15,2 5-9-15,1 2-4 0,4 3-2 0,5 3-3 16,0 1 22-16,4 4-33 0,3 4 26 0,6 2-23 16,0 4-3-16,5 1 1 0,1 4 3 0,-3-2 0 15,1-1 0-15,-1 1 1 0,-5-3-4 16,-1 0 1-16,-5-2-1 0,1 0 1 0,-2-3 1 0,-2-1 7 15,-2 2-5-15,-9-6 6 0,14 1-9 0,-14-1-6 16,14-7 3-16,-10-1-1 0,1-3 1 0,-1 1 2 16,-1-6 3-16,-2-2-5 0,-1-2 0 0,0-1 1 15,-1-4 1-15,1 0-1 0,-3 0 3 0,3 4 0 16,0 2 31-16,0 3 2 0,-1 0-5 0,0 4-10 16,1 0 0-16,0 4-7 0,0 1 0 0,0 7-12 15,5-5-2-15,-5 5 5 0,11 8-2 0,-4 3 2 0,4 5 2 16,-1 1 1-16,3 5-3 0,4 1 2 15,-3 0-3-15,2 4 5 0,0-1-1 0,0-2-38 16,0 1 45-16,0 0-43 0,2-2 17 0,-4 0-60 16,2-3-59-16,-4-3-77 0,-1-3-89 0,-2-1-65 0,-2-1-8 15,2-2-9-15,-4-2-14 0,-1-2-56 16,-4-6-54-16,0 0-331 0,0 0-371 0</inkml:trace>
  <inkml:trace contextRef="#ctx0" brushRef="#br0" timeOffset="23729.53">19566 15749 443 0,'1'-12'614'0,"2"4"-160"0,0 0-60 0,-3 8 24 0,7-6-22 0,-7 6-8 0,10 1-24 16,-2 3-1-16,1 3-27 0,-2 2-31 0,2 1-60 0,-1 0-18 15,1 6-27-15,-1-2-31 0,-1 2-31 0,3 1-28 16,-3 1-9-16,-1 1-17 0,1-1-19 0,-1 1-54 16,2-3 43-16,-3 0-58 0,-1-1 45 15,1-1-4-15,0-2-8 0,-1-1-2 0,2-2 20 0,-1 0 12 16,2-2-2-16,3-3-4 0,1-1-8 0,6-3-5 15,7-3-8-15,6-4-10 0,9-6-5 16,5-4-3-16,6-8-6 0,3-2-7 0,-1-3-87 0,0-3-115 16,-1 0-126-16,-5 0-143 0,-11 7-95 0,-1 1-184 15,-6 4-517-15,-8 3-873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2:06:01.5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5721 6600 108 0,'7'4'454'0,"-7"-4"-131"15,10 6-72-15,-10-6-52 0,9 5-45 0,-9-5-32 16,6 6-22-16,-6-6-22 0,6 7-15 0,-6-7-12 16,6 6-24-16,-6-6 16 0,5 8-3 0,0-3-3 0,-1 2 6 15,2 0 1-15,-1 2-10 0,4 2 10 16,2 0-17-16,2 4 5 0,3 1-14 0,-1 3 8 0,3 2-16 15,-1-2-2-15,-1 0-1 0,0-3-7 16,-1 1 5-16,-2-4-9 0,-1-3-20 0,0 0-30 0,-3-3-58 16,1 1-60-16,-4-6-86 0,-6-2-280 0,9 2-47 15</inkml:trace>
  <inkml:trace contextRef="#ctx0" brushRef="#br0" timeOffset="366.02">5578 7257 413 0,'-9'17'463'0,"3"-6"-99"15,-4 1-86-15,2-2-47 0,1-1-16 0,2-1-18 16,-1 0-8-16,1-2-31 0,0 0-6 0,2 0-13 15,-2-2-8-15,5-4-10 0,-5 9-11 0,5-9-17 16,-5 7-7-16,5-7-17 0,-5 6-7 0,5-6-11 16,-3 5-9-16,3-5-7 0,0 0-7 0,-4 7-6 15,4-7-7-15,0 0 3 0,0 0-1 0,-2 6-2 16,2-6 7-16,0 0 11 0,0 0 1 0,-4 5 1 16,4-5-1-16,0 0-4 0,0 0-3 0,0 0-8 15,0 0 1-15,0 0-7 0,-4 6-1 0,4-6 0 16,0 0-5-16,0 0-1 0,0 0-5 0,0 0-13 15,0 0-64-15,0 0-67 0,9 3-61 0,-9-3-83 0,0 0-92 16,13 0-131-16,-13 0-254 0,7-2-279 0</inkml:trace>
  <inkml:trace contextRef="#ctx0" brushRef="#br0" timeOffset="1182.81">7161 9094 207 0,'4'9'713'0,"-4"-9"-170"0,3 8-130 0,-3-8-75 0,0 0-81 0,1 8-55 0,-1-8-24 16,3 7 18-16,-3-7 4 0,2 9-2 0,-2-9-23 15,3 8-26-15,-3-8-16 0,4 10-24 0,-4-10 7 0,5 10-2 16,-5-10 7-16,9 9 4 0,-9-9 5 15,10 8 5-15,-4-6 5 0,-6-2-3 0,19 2-19 0,-7-6-17 16,6-1-16-16,1-4-19 0,5-4-8 16,7-7-6-16,1-1-15 0,4-6-3 0,7-5-8 15,1-3-5-15,3-3-5 0,-1-2-10 0,1-1-16 16,1 0-38-16,-1 2-77 0,-5 1-63 0,0 4-49 0,-7 8-69 16,-5 0-76-16,1 5-73 0,-8 4-90 0,0 4-500 15,-4 3-662-15</inkml:trace>
  <inkml:trace contextRef="#ctx0" brushRef="#br0" timeOffset="1698.7">8841 10651 263 0,'-8'3'740'0,"-1"0"-127"0,9-3-121 0,-15 5-71 0,7-4-71 15,8-1 5-15,-14 5-35 0,14-5 1 0,-11 1-30 16,11-1-41-16,0 0-59 0,-9-6-26 16,9 0-27-16,2-2-24 0,6-6-7 0,2-3-24 0,9-7-11 15,4-6-19-15,4-2-18 0,6-7 2 0,3-3-10 16,1 2-9-16,2-3-10 0,-2-1-34 0,2-1-39 16,-2 1-71-16,0-3-43 0,-1 4-84 0,-3-1-44 15,-1 3-64-15,-7 7-132 0,-2 3-95 0,-4-1-347 16,-5 6-525-16</inkml:trace>
  <inkml:trace contextRef="#ctx0" brushRef="#br0" timeOffset="11965.94">7406 12390 122 0,'-9'4'561'0,"9"-4"-168"16,-9 1-68-16,9-1-97 0,0 0-22 0,-9 3-59 16,9-3-15-16,0 0-41 0,0 0-1 0,0 0-29 15,0 0 34-15,0 0-25 0,0 0 32 0,10 2-28 0,-1-4 15 16,4 0-30-16,2 0 24 0,4-3-9 0,5-1-1 15,7 0-7-15,1-2-14 0,9 1-10 16,1-2-10-16,0-3 10 0,4 1 11 0,1-1 9 0,1-1 1 16,-1-2 0-16,1 2-5 0,0-2-4 0,-3 0-14 15,-1 0-3-15,-1 1-6 0,-5 4-9 0,-7-1-1 16,-7 4-6-16,-1 0-3 0,-6 2-7 0,-1-1 3 16,-4 5-3-16,-12 1-2 0,11 0 3 0,-11 0-5 15,-1 6 0-15,-8 0 2 0,-6 5-5 0,-8 4 3 16,-8 3-4-16,-5 1-5 0,-2 0 7 0,-4 0-1 15,-2 2 0-15,-8 1-4 0,7-3 6 0,-1-3-6 16,3 1 8-16,-2 0-1 0,4-2 4 0,3-1-9 16,-1-2 8-16,9-2-5 0,4-2-8 0,4-1 6 15,2-1 2-15,6-2 2 0,1 1 6 0,4-4-8 16,9-1 4-16,0 0 6 0,0 0-4 0,4-6-7 16,9 0 7-16,6-7-3 0,13-4 3 0,5-3-6 15,4 0-1-15,10-7 9 0,1 1-3 0,2 1-11 16,1 1-31-16,-4 1-61 0,-10 5-53 0,0 5-67 15,-4 0-94-15,-6 4-87 0,-6 3-437 0,-2 2-376 16</inkml:trace>
  <inkml:trace contextRef="#ctx0" brushRef="#br0" timeOffset="13231.28">7153 12314 369 0,'-4'8'415'0,"0"-2"-46"0,0 0-95 0,1 0-45 0,3-6-60 16,-5 7-26-16,5-7-36 0,0 0-7 0,-6 3-49 15,6-3 20-15,-3-7-16 0,3 7 33 0,-1-15 2 16,1 6-6-16,1-4-3 0,-1 0 14 0,-1-3-12 16,1-1 5-16,-1 0-2 0,-3-4-32 0,0-1 5 15,0-1-20-15,-1-1 10 0,-4-6-25 0,2 0 12 16,-5-5-20-16,1-1 13 0,-1-3-25 0,-1-1 19 16,-3-2-15-16,0-1 12 0,0 0-15 0,-2 0 23 15,1-1-8-15,-4-6 12 0,3 7-17 0,-3 2 12 16,2 1-4-16,0 1-8 0,-3 0-9 0,-1 2 10 15,3 1-13-15,-3 1 6 0,0 2-7 0,-3 1 8 16,3 1-10-16,-4 2 12 0,0 0-14 0,1-1 9 16,-4 3-11-16,2 0 12 0,-1 0-6 0,-2 0 11 15,3 1-8-15,-3 1 10 0,2 1-11 0,-2-1 7 16,3 0-9-16,-1 2 8 0,-2-2-9 0,2 0 8 16,2 3-3-16,-3-2 0 0,1-1-2 0,1 3 3 15,1-1-4-15,-1-2-2 0,1 1-2 0,-1 1-2 0,1 0-5 16,0-1 8-16,3 0-10 0,-3 2 6 15,0 0-4-15,3 3 8 0,1 1-12 0,1 0 12 0,-2-1-7 16,0 3 1-16,1-1-2 0,0 0 0 0,0 2 5 16,-2 0-4-16,1 2 3 0,1 0 2 15,3 2-1-15,-2 1-1 0,-1-1 3 0,1 2-1 0,-1 2 0 16,2-2-1-16,-1 2 0 0,-1 1 3 0,-3 0 0 16,2 2-6-16,0-2 5 0,-1 3 2 0,-2 1-3 15,-1 2 1-15,-1 0-1 0,0 2 13 0,-2 0-14 16,-2 3-1-16,1 0 0 0,-2 1 1 0,4-1-2 15,-1 1 3-15,2 0 2 0,1 2-5 0,-2 0 1 16,2 3 4-16,1-3-4 0,1 1 3 0,4 1 0 16,-4 1-2-16,2 1 1 0,0 0 11 0,1 1-12 15,1 1 10-15,0 1-11 0,1 0 11 0,1 1-8 16,1 1 8-16,-1 1-11 0,2 1 10 0,0 2 1 16,1 0-10-16,1-1 7 0,0 4-14 0,0 1 13 15,3-1-10-15,-1-1 10 0,1 5-11 0,0-3 12 16,3 1-10-16,0 1 2 0,-2 1 3 0,3 1 8 15,2-1 4-15,-2 1-1 0,0 3 1 0,2-3 4 16,2 3 1-16,0-1 0 0,3-1-7 0,-1-2 7 16,3-1 2-16,3 1 12 0,-1-3 6 0,2 9-3 0,1-6-4 15,2 3-5-15,-1-2-2 0,4-1-4 0,0 0-3 16,2-2-2-16,1-1 2 0,-2-1-7 16,3 0 2-16,-1-1-3 0,1-2 1 0,0 0 3 15,-1-2-7-15,1-2-2 0,-2 0 4 0,0-1-9 0,1-2-1 16,-3 1-8-16,3-2-64 0,-4-1-44 0,1-3-64 15,2 2-17-15,-3-1-76 0,0-2-54 16,1 0-76-16,-4-2-355 0,1-1-275 0</inkml:trace>
  <inkml:trace contextRef="#ctx0" brushRef="#br0" timeOffset="13631.34">4446 11551 185 0,'-14'-1'699'0,"0"-2"-174"0,2 2-118 0,-1 0-84 0,1 0-64 0,1-1-82 0,11 2-17 16,-19 2-54-16,19-2-1 0,-14 2-24 0,14-2 4 15,-11 7-26-15,8-2 0 0,2 4-19 0,2 0 7 16,4 2-8-16,0 3 1 0,5 1-15 0,2 2 9 15,6 1 2-15,2 1 11 0,-2 0-13 0,5-3 0 16,0 1 10-16,-1 0 2 0,4-3-8 0,-1 1-1 0,1-1-4 16,-1 0-1-16,1-2-2 0,-7-2 1 15,3 0 11-15,-3-1 15 0,-4-2 12 0,2-1 1 16,-5 0 24-16,0-1 22 0,-2-1 25 0,-1 0 7 16,-1-1 13-16,-8-3-43 0,14 0-22 0,-9-4-7 0,0-5-32 15,-1-2 4-15,1-3-28 0,-1-6-9 16,1-5-2-16,0-6-7 0,-1-3-2 0,0-8-11 15,1-3 1-15,-1 0-30 0,-2-2-23 0,1-1-26 0,3 1-56 16,-5 1-46-16,2 2-71 0,2 2-49 0,-2 6-6 16,1 4-65-16,0 1-53 0,1 8-73 15,1-1-364-15,-1 5-409 0</inkml:trace>
  <inkml:trace contextRef="#ctx0" brushRef="#br0" timeOffset="17030.96">10354 11726 411 0,'0'0'533'0,"-14"2"-108"0,14-2-91 0,-15 3-69 0,15-3-75 15,-13 3-10-15,13-3-66 0,-12 6 28 0,12-6-32 16,-7 10 26-16,7-10-27 0,-6 9 14 0,5-2 2 16,0-1 8-16,1-6 9 0,0 12-4 0,1-5 2 15,0-1-7-15,2-2 2 0,1 3-2 0,-2-1 4 16,2-2-11-16,3 0-5 0,-7-4-2 0,11 6-4 16,-11-6-2-16,15 3-7 0,-15-3 1 0,20-5-11 15,-6 0-6-15,2-4-13 0,5-3-16 0,4-5-6 16,5-8-16-16,2-2-8 0,9-9-5 0,0-2-8 15,3-4 2-15,2-3-6 0,3-3-1 0,1-2-2 16,2-4-5-16,9-14-5 0,2 2-7 0,1 0-13 0,-3 1-23 16,-8 10-46-16,-2 5-42 0,-5 3-98 15,-5 3-52-15,-3 8-71 0,-9 8-120 0,-7 4-139 16,-3 6-460-16,-8 4-687 0</inkml:trace>
  <inkml:trace contextRef="#ctx0" brushRef="#br0" timeOffset="19131.47">8736 13283 197 0,'-11'-8'693'0,"1"1"-167"16,3 0-142-16,-2 1-59 0,4 2-84 0,-2-1-60 0,7 5-38 15,-10-5-31-15,10 5-29 0,-6-4-8 16,6 4-15-16,0 0-8 0,0 0 9 0,0 0 2 16,0 0 10-16,0 0 2 0,0 0 17 0,11 0 13 15,0-2 33-15,2-1-5 0,3-5 11 0,6-1-4 0,2-4-13 16,-1-5-17-16,5-2-28 0,1-5-14 16,2-4-11-16,-3-1-8 0,2-3-12 0,2-6-4 15,0-4-11-15,-2-1 1 0,2-3-11 0,-4-2 6 0,2-4-17 16,-1-3 12-16,0 0-11 0,1-1-4 0,-1 0-18 15,2 1 0-15,0 2-8 0,-1 2-29 0,1 5-35 16,0 3-33-16,-6 10-72 0,-2 4-31 0,-1 4-63 16,-6 7-45-16,-3 7-22 0,-1 2-28 0,-6 4-438 15,1 3-361-15</inkml:trace>
  <inkml:trace contextRef="#ctx0" brushRef="#br0" timeOffset="20230.86">6149 13441 351 0,'13'-1'265'16,"-13"1"-34"-16,12-3-30 0,-4-1-11 0,0-1-53 15,1-1 34-15,0-2-21 0,0-1-2 0,1-1-35 16,2-2-1-16,-2-5-11 0,3 1-9 0,-2-1 0 16,1-2-18-16,-2-5-7 0,0 2-16 0,-3-3-9 15,-2 1 16-15,-3-1-37 0,-2-3 20 0,-1-4-27 0,-4 0 18 16,-5-5-28-16,-3-3-1 0,-4-1 0 0,-1-2-5 16,-6-5 5-16,1-2-14 0,-5-2 15 15,0 0-1-15,-3-2-3 0,0 2 2 0,1 0 22 0,-4 0-26 16,1 1 38-16,0 6-8 0,-4-1 18 15,1 0-36-15,-1 7 26 0,-3-1-35 0,-3 4 3 0,-2 1-1 16,-3 5-2-16,-1 2-2 0,-2 3 1 0,-1 4-2 16,6 5 2-16,-4 1-1 0,3 5-4 0,-3 1 6 15,-1 5-2-15,1-1-1 0,-1 5 1 0,-2 3-2 16,2 3-5-16,0 0 8 0,0 4 1 0,1 2-3 16,-1 1 0-16,4 0 1 0,-2 4 24 0,3 0-24 15,1 1 21-15,3 3-31 0,0-2 5 0,4 1 5 16,2 4-2-16,0-1-5 0,4 3 3 0,4 0-3 15,1 0 5-15,3 4 1 0,5-1 2 0,2 3-1 16,1 2 6-16,7-3 18 0,1 1 14 0,4 0 2 16,0 4 0-16,4-1-6 0,0 0-6 0,4 1 3 15,0 5 8-15,2 0 11 0,2 1-8 0,2 0-3 16,-1-1-12-16,1 1-2 0,3-3-6 0,-1 1-1 16,3-3-3-16,-2-1-3 0,2 0-7 0,-1-5 9 15,-1-5-2-15,1-2-8 0,0-2 2 0,-3-6-8 16,0-1-8-16,-2-3-49 0,2-2-56 0,-4-4-84 0,-1-2-45 15,-6-4-74-15,14-2-125 0,-10-3-207 0,-2-3-161 16</inkml:trace>
  <inkml:trace contextRef="#ctx0" brushRef="#br0" timeOffset="20532.8">4078 13118 357 0,'-11'10'471'0,"4"1"-127"16,-1-2-41-16,3 4-53 0,0 1-14 0,4-2-44 16,1 3-7-16,1-1-38 0,4 4 1 15,3-1-16-15,1 1-8 0,2-3-16 0,3 1-12 0,3-1-5 16,3 0-15-16,3-1-12 0,0-3-11 0,3 0-4 16,-2-2-3-16,-1-1 1 0,2-2-11 0,0-2-3 15,1-2-3-15,-4-2 2 0,4-1-6 0,1-2 5 16,-3-2-1-16,0-2-2 0,3-3-9 0,0-2 2 15,-4-4-4-15,1-1-1 0,-3-2-7 0,3-7 5 16,-4-1-11-16,0-3 2 0,0 2 3 0,-2-2-1 16,-3-2 3-16,-2 4-13 0,1 1-22 0,-1 0-20 15,0 2-57-15,-4 5-26 0,0-1-22 0,0 5-28 16,-3 2-78-16,-1 1-67 0,0 5-60 0,-1 0-348 16,-4 8-238-16</inkml:trace>
  <inkml:trace contextRef="#ctx0" brushRef="#br0" timeOffset="22380.23">10850 14133 289 0,'-21'1'442'0,"5"1"-97"0,2-1-60 0,1-1-66 16,1 2-42-16,12-2-31 0,-16 1-35 0,16-1-32 15,0 0-6-15,0 0-6 0,0 0-5 16,20 0-4-16,-2-1-7 0,5-2-11 0,7-1 1 16,5-1 5-16,13-1-15 0,0-1 1 0,2 0-5 15,2-2-1-15,3 0-3 0,9-3 4 0,-1 0 14 0,-8 0 10 16,-4 0 0-16,3 1-1 0,-7 0-2 0,0 0 17 16,-7 1-30-16,-9 3 13 0,-6 1-27 0,-2 1 14 15,-6 1-24-15,-6 1 11 0,-11 3-19 0,10-1-7 0,-10 1 5 16,-10 2 0-16,-9 4-2 0,-10 3-2 15,-15 0 0-15,-6 2 3 0,-12 4 0 0,-4-2-6 16,-1 0 5-16,-2 1 4 0,-3-3 0 0,2-1 2 16,1-1 3-16,4 1 14 0,10-3 4 0,2 0 13 15,7-2-5-15,12-1-6 0,6-1-1 0,2 0-4 16,6 0-3-16,6 0-9 0,5-1-2 0,9-2 5 16,0 0-7-16,11 5-2 0,7-5 4 0,6 1-2 15,7-2-2-15,10-1-1 0,11-2-3 0,5 0 4 16,0-3-1-16,13-2-2 0,1-1 5 0,-1-1-5 15,-2-1 3-15,-3 2-5 0,-13-1 5 0,-2 3-22 16,-3 0-48-16,-11 2-43 0,-5 1-39 0,-7 2-58 16,-6 0-48-16,-5 0-47 0,-13 3-101 0,9-2-230 15,-9 2-143-15</inkml:trace>
  <inkml:trace contextRef="#ctx0" brushRef="#br0" timeOffset="38213.71">25109 15405 287 0,'0'0'344'0,"0"0"-99"0,3-4-28 16,-3 4-37-16,16-2-18 0,-5 2-29 0,3 2 4 16,4-2-24-16,4 1-6 0,-1 1 0 0,6-1-5 15,-1 1-16-15,1-1-11 0,2-1-12 0,-1 1-3 16,0 0-13-16,2-1 2 0,-1 1-7 0,1-1-5 15,-1-1 2-15,-2 0 7 0,-4 1 7 0,-1-1 3 16,-1 1 0-16,-5-1 10 0,0-1-5 0,-3 1-10 16,-2 1-15-16,0-3-5 0,-11 3-9 0,6-5-3 15,-6 5-2-15,-9-9-5 0,-2 4 3 0,-10 0-6 16,-4 0 20-16,-10-1-19 0,-3 2-10 0,-11 2 8 16,7 2-1-16,-4-1 2 0,5 2 5 0,1 0 2 15,5 0-2-15,7-1 2 0,1 1 38 0,5-1 38 16,4 2 29-16,2-2 19 0,3 1 12 0,13-1 0 15,-13 0-25-15,13 0-21 0,0 0-22 0,18 2-19 16,-3-2-14-16,4 0-8 0,4 1-9 0,3-1-8 16,5 2-3-16,-2-2-6 0,3 0-2 0,1 0-5 15,4-2-1-15,2 2-3 0,-1-1 2 0,-1-1-3 16,1 2-1-16,-6 0 1 0,0-1-2 0,-4-1 2 16,-3 1-5-16,-4 1 3 0,0 0 0 0,-6-1-5 15,-1-1-24-15,-5-1-34 0,-9 3-45 0,0 0-33 16,-9-10-54-16,-7 5-55 0,-11-2-33 0,-13 0-86 0,-11 0-116 15,-1-1-390-15,-3 2-425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2:07:11.7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27357 5020 86 0,'-11'6'623'16,"2"-4"-177"-16,-1 4-101 0,4-4-73 0,-1 4-50 15,2 0-37-15,0 0-31 0,-1 0-31 0,3 0-3 16,3-6 7-16,-5 9 14 0,5-9 47 0,-1 9 30 16,1-9 6-16,6 2-3 0,-6-2-11 0,15-4-19 15,-2-5-7-15,6-1-1 0,6-6-32 0,5-9-28 16,3-2-21-16,8-9-13 0,0-3-16 0,4-3-18 16,-1-2-12-16,0-4-6 0,4 1-18 0,-1-4 9 15,0-2-9-15,6-2-10 0,9-11 9 0,3-1-22 0,2 0 9 16,4-2-32-16,0 2-35 0,2 1-43 0,2 1-32 15,0 3-72-15,-1 4-40 0,-12 10-32 16,-1 4-35-16,-3 2-54 0,-1 2-57 0,-4 3-88 16,-5 3-286-16,-8 1-329 0</inkml:trace>
  <inkml:trace contextRef="#ctx0" brushRef="#br0" timeOffset="2167.55">5468 8179 631 0,'-48'-4'471'0,"3"1"-52"0,4-1-109 0,5-1-65 0,7 5-15 0,2-3-85 16,4 1-26-16,5 2-26 0,4 0-23 15,4 3 21-15,10-3-48 0,-5 7 17 0,11-3-27 0,8 2 13 16,9 1-27-16,19 1 23 0,8 0-27 0,18 0 23 15,7-2-12-15,8-2 32 0,9-1-25 0,5-1 32 16,6-2-11-16,5-2 21 0,-3 0 7 0,2-3 8 16,-1 0-17-16,-1-2 6 0,0 1-4 15,-4 0 4-15,-1-3 14 0,-7 2-13 0,-6 0-12 0,-5 0-6 16,-11 3-6-16,-14 0-22 0,-9 0-9 0,-10 2-20 16,-8-1-1-16,-5 2-2 0,-8 0-8 0,-17 1-26 15,13-1-21-15,-13 1-35 0,-17 2-18 0,-11 1 4 16,-12 0-14-16,-16 2 30 0,-18-1-10 0,-13 3 20 15,-10-1 0-15,-5 1 38 0,-30-1-14 0,-1 0 32 16,-6 0-15-16,0-1 42 0,-7 1-7 0,4 0 38 16,0 0 20-16,7-1 9 0,4 2 4 0,27-4 2 15,3 4 26-15,9-1-8 0,10-3-3 0,19 0-14 16,8 1-16-16,8 0-13 0,15 1-11 0,11-1-2 16,13 0-8-16,8-4-2 0,7 11-6 0,15-5 0 15,15 0-4-15,18 0-1 0,26-3 3 0,13-1 1 0,10-2 0 16,30-2 5-16,8-4 1 0,6-1-5 15,4 0 10-15,-1-4 17 0,-3 0-4 0,0-2-8 16,-3 3 4-16,-5-3-15 0,-8 1-7 0,-9 2-27 16,-30 3-29-16,-7-1-23 0,-11 1-59 0,-19 4-46 15,-6-2-49-15,-13 3 1 0,-10 0-36 0,-9 1-21 16,-5-1-63-16,-13 2-47 0,0 0-402 0,0 0-309 16</inkml:trace>
  <inkml:trace contextRef="#ctx0" brushRef="#br0" timeOffset="5200.35">7495 7350 351 0,'22'-3'383'0,"-4"-3"-95"0,-4 3-58 0,0 0-56 0,-4 0-30 0,0-1-49 16,2-2 0-16,-5 0-6 0,1-4 3 0,1 0-12 15,-1-5-8-15,-2-3-3 0,-1-3 6 16,-1 1 8-16,-1-3 8 0,-2-2 9 0,-2-2-35 16,-2-1 20-16,-2-3-44 0,-3-1 19 0,-3-6-10 0,-1 1-30 15,-4 1 15-15,-1 0-32 0,-2 0 25 0,-3 1-34 16,-4 0-4-16,-4-7 8 0,-6 3-3 15,-2 1 1-15,-2-1 3 0,-3 3-1 0,-6-1-1 16,2 1 5-16,-7 1 0 0,-1 2 2 0,-1 1 17 0,-3 0-17 16,-1 3 9-16,-2 1-1 0,-5 0-4 0,-1 2 5 15,-2 4-4-15,-8-1 5 0,0 6 20 0,-2 0-33 16,-3 4 33-16,-2 2-34 0,-2 3 28 0,-1 1-30 16,-3 5 9-16,-1 2-10 0,-1 5-1 0,-2 1 5 15,2 3-5-15,1 5 4 0,3 1 5 0,-1 1 5 16,5 3-7-16,0 3-12 0,6 3 11 0,0 3-9 15,3 3 3-15,5 3 2 0,2 1 9 0,4 4-9 16,3 1 6-16,5 5-1 0,3 2 17 0,4 4-14 16,3 1-5-16,5 5 1 0,2 2 2 0,6 3-4 15,-1-2 4-15,2 3-5 0,6 2 3 0,1-1-4 16,5 3 8-16,0-1 14 0,9 0-10 0,0 2-4 16,7-2 5-16,4-7 11 0,7 7 9 0,3 1-2 15,9-3 35-15,6-3 7 0,8 0 9 0,4-4 15 16,10 0 5-16,4-5-12 0,2 0-11 0,7 0 13 15,15 3-5-15,-10-11-9 0,14 6-10 0,-5-12-5 0,15 4-16 16,4-6 23-16,-9-8-12 0,5-5-13 16,3-3-6-16,2-7-11 0,6-1 17 0,7-8-6 15,2-4-9-15,24-3-4 0,1-4-2 0,-4-5-8 16,-4-4-3-16,3-2 4 0,-3-2 0 0,1-4-5 0,-4-4 0 16,-3-2-6-16,-3-1 1 0,-7-6-2 15,-3-3 3-15,-6-2-5 0,-4-8 2 0,-3-2-2 0,-6-2 1 16,-3-6-2-16,-6-1-3 0,-4-3 7 0,-5-1-4 15,-5-4 1-15,-5-1-3 0,-7-3 0 0,-11 7-1 16,-4 0-2-16,-3-5 1 0,-8-3-7 0,-4 2 7 16,-5 1 2-16,-7 2 1 0,-10 1-3 15,-9 0 0-15,-6 3-3 0,-11 2-1 0,-8 1 1 0,-7 2-1 16,-10 4 0-16,-16-6-4 0,-6 8-9 0,7 10-21 16,-21 0-26-16,-5 5-31 0,10 14-41 0,-7 4-65 15,-6 6-37-15,-1 7-31 0,-2 6-59 0,-7 8-86 16,-16 8-460-16,-2 8-435 0</inkml:trace>
  <inkml:trace contextRef="#ctx0" brushRef="#br0" timeOffset="15685.22">9684 7922 358 0,'0'0'268'0,"0"0"-73"16,-9-3-32-16,9 3-52 0,0 0-25 0,0 0-23 15,0 0-3-15,0 0-23 0,0 0 4 0,-1 9 8 16,1-9 14-16,9 6-17 0,-1-2 10 0,-1 2-20 16,6 2 16-16,1 0-1 0,4 2 6 0,5 1-1 15,5 2 9-15,2 0-8 0,7 4-9 0,1-3-3 16,4 2-4-16,4 2-13 0,9-1 1 0,3 4 0 15,4-2-1-15,2 1 13 0,4-1-16 0,2 3 21 16,0-2-25-16,2 1 10 0,2-1-2 0,0 3 4 16,-1-3-3-16,5 2 3 0,0 0-15 0,5-1 18 15,0 1-18-15,3-2 45 0,-4 3-16 0,3-4 21 16,-1 1-16-16,0-1 18 0,0 0-33 0,2-1 23 0,2-1-33 16,0-2 24-16,3 0-36 0,-3-3 39 0,4 0-20 15,-3-3 17-15,2 1-27 0,-1-1 20 0,2-1-18 16,0-2 18-16,2 0-17 0,2 1 15 15,1-2-8-15,-1-1 7 0,-3 2-15 0,2 0 4 0,-2-3-10 16,0 3 10-16,1 0-11 0,-2 0 4 16,-2-1-7-16,1 2 6 0,-3-1-8 0,-3 0 12 15,-3 0-7-15,-1 1 4 0,-4-2-4 0,0 2-8 0,-3-2 12 16,-1 1 0-16,-1 0-2 0,0 0 3 0,-3-2 1 16,-7 1-5-16,-1-1-3 0,0 0-1 0,-1-2-4 15,-1 2-4-15,1-4 1 0,-2 3-2 0,-1-1-2 16,-1-2-1-16,-2 0-3 0,0-2 2 0,-1-1-2 15,0 0-3-15,-3-1 2 0,-1-3-1 0,-1 1 1 16,0-2-1-16,-4 0 10 0,-1-2-3 0,-2-1-3 16,-3 0 2-16,2 0 1 0,-4-3 2 0,-7 3 5 15,7-4-6-15,-3-1 2 0,-5 1 1 0,4-1-4 16,-2-1 5-16,0-3-1 0,0 1-1 0,-2-3-6 16,0 1 3-16,-1-2 13 0,-3 1-18 0,2-1 8 15,-3-2-1-15,-4 2 0 0,-3-2-4 0,1 0 0 16,-5-1 2-16,-1 0-4 0,-1-3 1 0,-3 0-3 15,-2-3 2-15,-3 1-3 0,0-4 4 0,-4 2-5 16,0-2 1-16,-1-2-2 0,-3-2 5 0,-3-3-4 16,1 1 1-16,-1 3 0 0,-2-2-4 0,-2 2 19 15,1-1-17-15,-2 2-5 0,2-1 5 0,-5 2-2 0,4-1 0 16,-3-1-4-16,0 1 6 0,-3 0 0 16,1-1-1-16,-1 0 1 0,-1 1-1 0,-2 0 0 15,-2-1 0-15,-6-6 1 0,-2 3 1 0,-2-1 4 16,-3 3-9-16,-4-1 6 0,-3 2-1 0,-3 1 5 0,0 1 0 15,-3 0 0-15,-1 1 0 0,-4 0-2 16,-1 1-4-16,-4 0 4 0,-2 1-2 0,0 0 0 0,-5 1-1 16,2 0-1-16,-5 0 2 0,1 1-3 0,-3 0 7 15,2 1 2-15,-7-2-4 0,2 5 1 0,-6-4 0 16,-1 2-1-16,-16-6 0 0,0 3 0 0,-1 1 1 16,15 4-1-16,-2 2-3 0,-15-7 0 15,-1 4 4-15,-4 2-5 0,1-1 2 0,-1 4-4 0,14 2 5 16,0 2-4-16,-1 0 3 0,0 1-6 0,-1 1 5 15,-18-4-1-15,15 7-7 0,0 0 6 0,-1 0 0 16,1 3-1-16,0 0 1 0,1 1-1 0,0 2 1 16,-2 1 0-16,1 1-2 0,-3 1 3 0,4 4-2 15,-2-1 3-15,3 2 0 0,1 0 0 0,3 0 1 16,0 2-1-16,2 1 5 0,-2 0-7 0,0 1 1 16,-1 2-4-16,0 0 4 0,2 2 2 0,-1 1-4 15,3 0 7-15,1 1 1 0,4 2 0 0,1-1-3 16,3 2 1-16,1 0-3 0,1 0 1 0,4-1-1 15,0 3-1-15,2-2 3 0,2 0-4 0,2 2 4 0,1-2 1 16,3-1 2-16,8-1-5 0,2 0 2 0,-1-1-4 16,0 2 2-16,2 0-1 0,-11 0 3 15,2 2-4-15,-2 1 1 0,2 0-5 0,-2-1 8 16,3 2 4-16,0 0-7 0,10-2 8 0,0 1-3 0,2-1 2 16,-1 3-4-16,2-1-3 0,2 0-2 0,-2-1 5 15,5 2 2-15,-3 1-9 0,4 0 9 16,0 1-8-16,-1 0 1 0,4 0 2 0,-2 2 2 15,3 0 1-15,-1 0 2 0,2 0-1 0,0 2 0 0,0 2 1 16,3 0 2-16,0 1 3 0,2 2-3 16,0-1-4-16,2 4 0 0,4 0 0 0,0 1 0 15,2 2-4-15,4-1 3 0,1 0 0 0,3 3-1 16,1-1 3-16,4 1 2 0,2-4 1 0,-1-2 0 16,7 3 2-16,-1 1 10 0,4 1-2 0,3-1 12 0,0 0 3 15,6 7 0-15,2 1-3 0,4 1 0 16,5 9-1-16,3 0 5 0,4 0-3 0,3 0-3 0,2 2-1 15,3-1-8-15,3 0 1 0,1-3-1 0,4 0-4 16,0 0-4-16,5-4 6 0,3-1-7 0,3-2 4 16,3-2-5-16,4-1 1 0,3-4 2 0,3 1 0 15,1-3 1-15,3-3-3 0,-2-2 5 0,4-4-6 16,0 0-1-16,2-2 4 0,2-2-7 0,2-1 4 16,3-3 1-16,1-1 6 0,1-2-4 0,1-4 1 15,-1 1-3-15,-1-3 6 0,3-2 4 0,0-1 2 16,4-1 3-16,-1 0 2 0,2-3-7 0,-3 0 11 15,2-1-5-15,-4 0 1 0,-2-1-4 0,0-2-2 16,-1 1-2-16,-1 0-2 0,-2-1-4 0,-1-1-2 16,-3 1 0-16,-4-2-1 0,-11 2-3 0,-3-1-1 0,-3 0-11 15,-2-2-7-15,-3 0-7 0,-1 0 1 16,-3-3-2-16,-1 2-30 0,-4-2-32 0,-1-2-44 16,0 0-48-16,-1-2-40 0,-2 1-35 0,-2-2-78 15,0 1-68-15,-7 0-558 0,-2 1-544 0</inkml:trace>
  <inkml:trace contextRef="#ctx0" brushRef="#br0" timeOffset="15899.81">11698 8482 550 0,'-11'6'736'0,"2"-1"-181"0,1-1-119 0,-1-2-174 0,2 0-175 16,-1 4-66-16,0 0-75 0,2 0-18 0,-3 3-21 0,5-1-20 15,-4 1-60-15,3 0-55 0,0-1-372 0,0 1-113 16</inkml:trace>
  <inkml:trace contextRef="#ctx0" brushRef="#br0" timeOffset="16068.98">11565 8631 514 0,'0'0'767'16,"-8"4"-196"-16,8-4-140 0,-7 3-225 0,7-3-184 15,-5 8-113-15,5-8-90 0,-3 11-117 0,3-11-311 0,2 14-122 16</inkml:trace>
  <inkml:trace contextRef="#ctx0" brushRef="#br0" timeOffset="18866.16">17351 7942 30 0,'-13'-3'279'0,"2"-1"-65"0,-2 3-40 0,1-1-21 0,0-1-10 0,0 0-20 0,-1-1-14 15,1 1-5-15,0 0-9 0,-2 0 10 0,5 1 7 16,-1 0-4-16,0-1-9 0,10 3-11 0,-14-3-16 16,14 3-13-16,-11-4-11 0,11 4-11 0,-11-2-8 15,11 2-3-15,0 0-9 0,0 0 2 0,0 0 5 16,0 0 1-16,0 0 6 0,9 2-2 0,-9-2 6 15,22 1 2-15,-5 2 32 0,3-3-20 0,6 0 22 16,5 1-28-16,4 1 32 0,4-2-21 0,3 1 35 16,9-1-14-16,1 0 17 0,3 2-24 0,2-1 16 15,3 0-22-15,4 1 8 0,13 1-3 0,-1 3 1 16,5-3-14-16,-2 1 4 0,2 1-4 0,-2-1 5 16,3 1-9-16,1 1-4 0,-1-2-1 0,3 1-10 15,1 0-2-15,2 1 8 0,0-1 4 0,2 0 9 16,-3 1-13-16,1 0 1 0,-1-3-8 0,1 3-3 15,0-1-2-15,0 0 2 0,2-2-8 0,-2 2 0 0,-1-1-4 16,0-1 14-16,-2 0-9 0,-2 0 3 0,-1 0 0 16,1-1 6-16,0 0-9 0,0 1-1 15,2-1-7-15,0-2 6 0,1 1-8 0,-3-1 4 16,3 0-6-16,-2-1 3 0,0 1-3 0,-2-3 4 0,5-2-3 16,0 1-2-16,2-1 4 0,-1 1-5 0,3-2-4 15,-1 1 0-15,-3-1-2 0,0 1 11 16,-2 1-5-16,-2 0 3 0,0 3-2 0,0-2-1 0,-1 3-5 15,-1 0-2-15,-2 1-3 0,-2 1-4 0,-1-1-8 16,-12 0 3-16,0 0-9 0,1 1-8 0,-1-2 7 16,3 1 1-16,11-2 1 0,-3-1 5 0,4 1 1 15,2-1-5-15,-2-3 1 0,0 4 3 0,1-4 0 16,-3 0 4-16,0 2-1 0,0-3 3 0,-2 1 3 16,-1 0 2-16,0 0 2 0,-1-1 2 0,1 2 3 15,-1-2 2-15,0 2-3 0,-3 1-1 0,-8-3 5 16,-1 2-4-16,0-1 1 0,-2 2 1 0,2-3 0 15,1 2 0-15,-1 1-1 0,12-1 0 0,-1-1 3 16,2-1-5-16,-3 3-4 0,2-2 6 0,-1 0-3 16,-10 2 1-16,6-3-2 0,-8 1 2 0,2-1-3 15,-4 1 1-15,2-1-3 0,-4-1 0 16,0 0 4-16,-1 1-2 0,-2-1 5 0,2-1-6 16,-5 0 4-16,2-1-1 0,1 2 0 0,-3-1-1 15,1 0-5-15,0-2 5 0,-4 0-5 0,0-1 4 0,-2 1-2 16,0-2 3-16,-3-1-4 0,0 1 2 15,-1-3-2-15,-4-2-5 0,2 2 8 0,-2-2-2 16,-2 0 2-16,-3-1-3 0,0 0 1 0,-2-1 0 16,-1-1 0-16,-6 1 1 0,0 0-2 0,-3-1-1 0,0-1-1 15,-2 1 4-15,-2-2-3 0,-2 0 0 0,-3-3 2 16,-3 2-2-16,-1 0 1 0,-5-1 0 16,0-4-2-16,-4 1 4 0,-3-5-1 0,-2 2-3 15,-4-8 1-15,-2 2 0 0,-2-1-5 0,-1 2 11 16,-4-1-9-16,0 1 5 0,-2 0-7 0,1 1 7 15,-4 0-3-15,-3 2 2 0,0-1 0 0,-1 1-3 0,-2 2 6 16,-7-5-5-16,-3 3 1 0,-4 0-4 0,2 3 0 16,-5-1 0-16,0 3 5 0,-3 1-5 15,-4 0 5-15,0 2-6 0,-4 0 8 0,-1 1-6 16,-4 1 0-16,-4 3 1 0,-3-2-1 0,-6 2 1 16,-5 0 0-16,-2 0 0 0,-4 1 0 0,-2 0 2 15,-3 1-1-15,-22-4-1 0,-3 2 3 0,-2 0-1 16,-4-1 0-16,0 2-5 0,0 0 8 0,-2 0-8 0,-2 2 9 15,-2 2-5-15,1-1 1 0,-2 3-1 16,3-1-1-16,3 4-1 0,-2-1-5 0,2 5 1 16,17-1-4-16,-1 2-3 0,-1 0 1 0,-1 3 1 15,2 0 4-15,-3 0-2 0,-1 2 3 0,-21 0-8 16,3 1 2-16,0 1 4 0,20 1-4 0,2 0 13 16,-22 0-4-16,-1 2 4 0,2 1-5 0,1-1 11 15,0 3-7-15,5 0 7 0,20-1-2 0,2 0 6 16,-2-1-7-16,3 3 7 0,2-1-2 0,2 1-8 15,1-1 9-15,4 2-2 0,3-1-2 0,5 1 2 0,3-2-6 16,4 2 7-16,0 1-2 0,4-2 1 16,2 3-1-16,-1-1-4 0,1-2 3 0,-2 3-3 15,0-3 2-15,-3-1-1 0,1 1 0 0,-2 0-2 16,-2-1 4-16,1 0-1 0,-2-1 1 0,-3-1 2 0,-1-2-4 16,0 2 0-16,0-4 0 0,2 2 0 0,0-3 1 15,6 1-2-15,10-2 5 0,4 0-1 0,0 0-1 16,4 1 1-16,1-1-1 0,0 1 0 0,1-2 1 15,1 3-1-15,0 0 0 0,1-2 2 0,-2 4-3 16,0-1-1-16,-2 0 1 0,-1 4 1 0,-7 1 3 16,-2-1-2-16,3 3 1 0,-3 0-2 0,3 2-1 15,0 0 4-15,-3 1-4 0,4 1 3 0,-2 1-3 16,2 0 1-16,1 0 0 0,3 1 0 0,9-3-2 16,4 1 2-16,1 1-1 0,5-2 0 0,0 3-2 15,5 1 4-15,2 2-1 0,0 1 10 0,4 2-4 16,2 3 2-16,0 4-5 0,2 0 5 0,2 5-5 15,-1 2 11-15,4 1-5 0,-1 3 1 0,4 2-1 16,0 0-1-16,3-1 1 0,1 2-7 0,2 1 3 16,2-3-1-16,1 1-3 0,3 0 3 0,3-1 1 15,2-5 3-15,2 1-3 0,6 4 1 0,0 1 4 16,7-2-3-16,2 0 5 0,4 0-8 0,11 5 2 16,3-3-6-16,5-2 10 0,7-2 5 0,6-4 25 15,2 0-9-15,7-5-3 0,3-1-10 0,7-7 3 16,6 1-7-16,6-4 2 0,9-4-9 0,4-2 11 15,24 1 2-15,-16-7 1 0,21 2-7 0,5 0 6 16,3-3-1-16,2 1 17 0,0 1-16 0,-3-3 4 16,-1 2-9-16,-3 0 3 0,2 0-13 0,-3-1 5 15,-2 1-9-15,-19-1 5 0,-1 0-8 0,-2-3 8 16,1 2-10-16,-1-2 12 0,1 3-6 0,0-5 1 0,0 1-10 16,-3 0 23-16,-1-2-21 0,-2 0 5 15,-3-3-8-15,-2 1 2 0,-1-1 8 0,-2-1-17 16,-2 0-4-16,1-2-34 0,-3-1-52 0,-2-1-54 15,-7 1-60-15,-4-1-34 0,-16 1-68 0,-4 0-31 0,-6 0-48 16,-6-1-55-16,-8-1-422 0,-10 3-432 0</inkml:trace>
  <inkml:trace contextRef="#ctx0" brushRef="#br0" timeOffset="19034.57">20870 7844 142 0,'0'0'646'0,"-10"-3"-137"0,10 3-141 0,-9-5-53 0,9 5-87 0,-7-1-25 16,7 1-69-16,-7-4-9 0,7 4-52 0,0 0 13 15,-12-1-40-15,12 1-9 0,-12 2-80 0,1 1-89 16,-1-2-158-16,-2 2-486 0,-5-1-294 0</inkml:trace>
  <inkml:trace contextRef="#ctx0" brushRef="#br0" timeOffset="19983.31">18329 7560 497 0,'0'0'616'0,"0"0"-151"16,-3-8-120-16,3 8-83 0,0 0-161 0,-2-8-112 15,2 8-89-15,0 0-56 0,-8 3-49 0,8-3-361 0,-8 6-81 16</inkml:trace>
  <inkml:trace contextRef="#ctx0" brushRef="#br0" timeOffset="20165.81">18541 7733 462 0,'0'0'603'0,"9"-2"-139"0,-9 2-219 16,0 0-268-16,0 0-271 0,11 4-165 0,-11-4 62 16</inkml:trace>
  <inkml:trace contextRef="#ctx0" brushRef="#br0" timeOffset="22532.06">12330 6577 218 0,'-12'-5'377'0,"3"0"-102"0,2 1-28 0,0 0-48 0,1 0-18 15,6 4-41-15,-12-6-10 0,12 6-41 0,-10-5 0 16,10 5-37-16,-9-5 4 0,9 5-23 0,0 0 10 16,0 0-4-16,-11 2 14 0,11-2 11 0,-4 8-7 15,4-8-8-15,-4 12 0 0,4-5-7 0,1 3-8 16,2-3-4-16,1 1 3 0,-2 1 3 0,2-1 29 15,1 0 0-15,3-1 12 0,-2-1 14 0,3-2 12 16,3-1-3-16,2-3-5 0,1-2 1 0,8-3-7 16,5-4-4-16,7-4 6 0,3-5-7 0,3-4 4 15,14-5 30-15,2-4 5 0,5-2-21 0,4-4-20 16,2-1-15-16,15-6-4 0,3-4 0 0,-15 10-5 16,12-7 3-16,-14 7-15 0,16-8 17 0,-14 8-31 15,13-7-9-15,-12 9-7 0,2 0-3 0,-1 0 3 16,-1 2-11-16,-1 0 4 0,-2 1-4 0,-1 0-1 15,-5 3-5-15,-3 1-3 0,-5 3-14 0,-4 2-6 16,-12 6-20-16,-3 1-44 0,-8 5-51 0,-6 2-81 16,-3 2-45-16,-5 2 4 0,-4 3-13 0,-10 3-42 15,8 6-52-15,-12 0-119 0,-6 5-212 0,-13 3-205 16</inkml:trace>
  <inkml:trace contextRef="#ctx0" brushRef="#br0" timeOffset="23682.04">19971 7100 471 0,'2'-9'531'0,"-2"0"-149"0,0 2-63 0,0-1-89 0,0 8-13 15,0-11-70-15,0 11-10 0,-3-6-44 0,3 6 18 16,0 0-27-16,0 0 13 0,0 0-29 0,0 0-9 16,0 0-6-16,-8 6-9 0,8-6-6 0,-1 5-10 15,1-5-6-15,-2 9-2 0,2-9 7 0,0 0 29 16,2 8 41-16,-2-8 31 0,0 0 16 0,0 0-12 16,0 0-11-16,0 0-19 0,17-6-18 0,-9 1-11 15,4-3-20-15,2 0-1 0,1-5-12 0,3-1 3 16,2-3-3-16,2 1-6 0,5-8-7 0,2-1-6 15,2 0-4-15,4-4 2 0,8-6-8 0,2-5 2 16,3-1-5-16,4-2-1 0,4-5 3 0,11-12 1 16,5 0-5-16,0-3-2 0,-1 1 3 0,2 2-4 15,-5 0-3-15,-11 11-4 0,-1 2-2 0,-2 2-36 16,-5 4-26-16,-6 4-58 0,-8 7-67 0,-6 4-71 16,-7 6-82-16,-7 3-83 0,-9 5-88 0,-3 2-289 15,-7 2-333-15</inkml:trace>
  <inkml:trace contextRef="#ctx0" brushRef="#br0" timeOffset="27365.38">17844 9563 301 0,'0'0'511'0,"7"-6"-126"16,-7 6-78-16,0-8-72 0,0 8-20 0,-5-6-63 0,5 6 24 0,-11-7-49 0,11 7 17 15,-14-5-27-15,4 2 9 0,-3 1-31 0,2 1 14 16,-2 0-28-16,0-1 11 0,-2 2-21 0,-1-1 2 16,1 1-24-16,0 0 11 0,0 0-23 0,0 1 5 15,1-1-19-15,14 0 10 0,-20 2-16 0,20-2 5 16,-19 0-10-16,19 0 16 0,-12 2 21 0,12-2 27 15,0 0 12-15,0 0 5 0,3 5-11 0,7-4-12 16,8 2-5-16,5-1-6 0,8 1 3 0,11 0 9 16,9-1-20-16,7 0-7 0,4 1-8 0,15 1 0 15,0-2-5-15,-1 0 3 0,0 1 12 0,-13-2 11 16,1-1-7-16,-1 0-12 0,-3 0 9 0,0-1 0 16,-6 1-5-16,-5-1-6 0,-9-1-4 0,-8 2-8 15,-2-1-4-15,-8 1-6 0,-2 0 18 0,-5-1-27 16,-15 1-3-16,12 0 2 0,-12 0-2 0,0 0 1 15,-20-1-5-15,-1 1 6 0,-9 2-1 0,-21-1 0 16,-6 1-2-16,-7-2 8 0,-17 1-11 0,-3-1-1 16,-2 0 1-16,-3 0 3 0,-3 0 1 0,1 1-1 15,-1-1 0-15,6 0 8 0,1 1-10 0,8 1-2 16,15 0-5-16,8-1 23 0,10 0-19 0,7 2 0 0,9-1 3 16,10 3 1-16,9-2 10 0,9-3-1 15,9 11 3-15,16-5-1 0,17 2-4 0,13 3-1 16,23-3 0-16,14 3-2 0,10-4-2 0,27 2-6 15,4-2-14-15,0-2-44 0,1-2-61 0,-23-2-82 0,-1-1-144 16,-10-1-127-16,-12 0-766 0,-14-2-852 16</inkml:trace>
  <inkml:trace contextRef="#ctx0" brushRef="#br0" timeOffset="34731.76">22579 4443 322 0,'0'0'453'0,"0"0"-115"0,0 8-73 0,0-8-59 16,0 0-42-16,2 6-31 0,-2-6-28 0,0 0-19 16,1 7-20-16,-1-7-12 0,0 0-12 0,0 0-5 15,1 8-10-15,-1-8-4 0,0 0-9 0,4 6 2 16,-4-6-12-16,0 0 9 0,6 6-5 0,-6-6-1 16,0 0-1-16,4 5-1 0,-4-5-1 0,0 0-1 15,0 0-2-15,5 5-1 0,-5-5 1 0,0 0-5 16,0 0-8-16,0 0-7 0,0 0-33 0,4 4-39 15,-4-4-44-15,0 0-63 0,0 0-99 0,0 0-204 16,0 0 8-16</inkml:trace>
  <inkml:trace contextRef="#ctx0" brushRef="#br0" timeOffset="39665.46">11532 12390 517 0,'5'7'747'0,"-5"-7"-150"0,0 0-132 0,0 0-96 0,-6 6-90 0,6-6-31 0,0 0-36 0,0 0 11 16,-4 5-25-16,4-5 2 0,0 0-36 0,0 0-11 16,0 0-27-16,0 0-13 0,0 0-6 0,10 3-1 15,-10-3-5-15,11 0 3 0,-11 0-3 0,15 0 11 16,-1-2-21-16,-1 0-5 0,2-1 8 0,3 0 4 15,5-2-7-15,1-4 6 0,8-2-9 0,7-8-19 16,9-13-13-16,8 0-7 0,3-10-8 0,17-12-8 0,3-4-12 16,1-5-8-16,3-5-12 0,-1-1-46 0,0-2-60 15,0-1-73-15,-4-2-71 0,0 2-98 0,-7 0-87 16,-3 0-129-16,-3-1-786 0,-10-3-950 16</inkml:trace>
  <inkml:trace contextRef="#ctx0" brushRef="#br0" timeOffset="40581.58">15227 11475 559 0,'0'0'700'0,"-4"-6"-135"0,0 1-101 0,2-3-112 16,-3-1-72-16,-1 1-58 0,1-3-45 0,-2 1-37 15,-1-4-42-15,2 3-2 0,-1-1-43 0,-3-3 9 16,1-2-28-16,0-1 6 0,-4-1-19 0,1-1 13 16,-4-4-27-16,2 0 13 0,-7-6-16 0,-3-2 15 15,-2 0-19-15,-8-8 20 0,-5 1-22 0,-5-2 19 16,-3 0-20-16,-5-1 20 0,-6 1-2 0,-2 0 1 15,-8 2 5-15,-15-5 3 0,-5 3-9 0,-5 1 26 16,-4 8-21-16,-4 0 17 0,11 8-17 0,-18 0 20 0,13 9-5 16,-2 2 21-16,-5 5-23 0,-3 4 20 15,0 4-15-15,0 2 14 0,3 6-14 0,-17 8 6 16,7 3-7-16,3 5-3 0,8 8-5 0,5 4-3 16,7 6-7-16,7 5 24 0,21 0-20 0,6 5 22 0,6 6-6 15,11 2 17-15,5 1-14 0,11 7 4 0,7 2 2 16,9 3-6-16,9 3 5 0,6-1-6 15,10 3-2-15,4-6-3 0,8 3-5 0,11 9-9 0,-2-18 18 16,6-5-9-16,12 10 15 0,6-2-24 0,5-5 16 16,7-5-8-16,3-7 7 0,5-4-11 0,3-6 7 15,-10-12-6-15,5-4 9 0,3-5-7 16,6-5-10-16,2-3-1 0,6-6-3 0,-2 0-1 0,3-5 2 16,-5-2 2-16,1-3-13 0,1-4 7 0,-3-3-9 15,-2-7 9-15,1-2-13 0,13-6 4 0,-1-8-17 16,-7-4 9-16,-3-4-27 0,-6-6 21 0,-3-3-16 15,-6-6 10-15,-2-8-11 0,-9-2 0 0,-5-5 5 16,-6-2-12-16,-16 12 25 0,-6-6 6 0,-7-5-13 16,-8 0 9-16,-10-3-3 0,-8-2 2 0,-8-1 6 15,-11 1 15-15,-11 1-13 0,-16-7 30 0,-11 2-19 16,-12 8 17-16,-15 3-25 0,-11 3-7 0,-8 7-2 16,-7 6-11-16,-13 8-19 0,-4 8-45 0,-5 9-29 15,-3 8-85-15,3 10-66 0,18 9-72 0,-15 9-95 16,4 8-132-16,7 9-575 0,9 4-750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2:08:45.0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17628 11897 1080 0,'-19'-19'358'0,"3"5"-81"0,3-2-51 15,1 4-52-15,6 2-91 0,-1 3-103 0,4 3-56 16,3 4-50-16,0 0-55 0,2-6-107 0,-2 6-186 15,10-2 42-15</inkml:trace>
  <inkml:trace contextRef="#ctx0" brushRef="#br0" timeOffset="399.89">17761 12295 412 0,'-7'4'489'0,"7"-4"-125"16,-12 1-71-16,12-1-83 0,0 0-36 0,-9-5-83 0,9 5-62 15,0 0-67-15,-4-5-64 0,4 5-57 16,0 0-106-16,4-7-206 0,-4 7 45 0</inkml:trace>
  <inkml:trace contextRef="#ctx0" brushRef="#br0" timeOffset="866.66">19681 11759 21 0,'10'-3'591'16,"-10"3"-175"-16,10-7-95 0,-10 7-79 0,9-6-59 0,-9 6-95 16,7-4-68-16,-7 4-46 0,0 0-35 0,0 0-39 15,12 4-41-15,-12-4-70 0,4 4-215 0,-4-4 110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8-16T12:10:03.3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12348 5370 351 0,'0'0'342'0,"-4"-6"-64"0,4 6-26 0,-4-3-37 16,4 3-27-16,0 0-33 0,-5-7-28 0,5 7-2 15,0 0 4-15,0 0-22 0,-8 5 3 0,8-5-13 16,0 8-15-16,0 0 8 0,0 1 6 0,4-1-7 15,0 4-10-15,0-3-14 0,1 1-10 0,0-2 13 16,4 1 46-16,1-2 18 0,2-2-16 0,-1-1 5 16,4-4-21-16,2-2-3 0,6-4-6 0,1-1 5 15,3-4-15-15,8-5-16 0,2 0-8 0,0-4-9 16,4-1-7-16,7-4-13 0,3-1-7 0,4-3-9 16,-1-1-24-16,5-1-4 0,2-3-41 0,3-1-22 0,4-2-38 15,-2-1-23-15,3-2-18 0,17-6-26 0,-3 2 4 16,-10 8-44-16,-3 1-15 0,2 3-51 15,-1 4-63-15,-4 3-369 0,-5 3-226 0</inkml:trace>
  <inkml:trace contextRef="#ctx0" brushRef="#br0" timeOffset="7815.24">18992 4394 130 0,'-79'8'201'0,"3"-1"-52"0,6 1-29 0,17-1-24 0,5-1-21 15,11-1-17-15,4 0-4 0,7 0-9 0,3-2 6 16,6 2 13-16,6-2 39 0,11-3 3 0,3 5-6 16,12-3-21-16,12-1 11 0,20 0-21 0,17 0 3 15,24-1-23-15,11-1 8 0,9 0-17 0,28-2 0 16,7 1-11-16,4-1 17 0,2-2-15 0,-3 1 12 16,2 0-18-16,-2 0 9 0,-2 0-21 0,-4 1 8 15,-5-1-7-15,-26 0 0 0,-4 1-8 0,-6-1 11 16,-2 0-18-16,-10 1 0 0,-5 0 1 0,-4 0-5 15,-19 1 5-15,-4-1 0 0,-14 0 0 0,-4 2 0 16,-8 0 0-16,-1-1-1 0,-7 1 2 0,-7-1-1 16,-14 2-1-16,9-3-11 0,-9 3 10 0,-23-4 6 15,-13 1 2-15,-22-1-1 0,-26 0-3 0,-16 2 2 16,-31-3-6-16,-14 2 9 0,-11 2-2 0,-8 0-1 16,1-2 2-16,-2 3 0 0,6 0 2 0,10 0 4 15,13 3 1-15,32-2-1 0,13 0-5 0,12 4 0 16,19-2-5-16,10 1-3 0,11 1 4 0,7-1 2 15,11 2 16-15,10 0-17 0,7 1 17 0,6-3-17 16,14 1 7-16,9 1-11 0,12-1 20 0,16 1 2 16,9-1-14-16,16-2 15 0,9 0-19 0,5-1 11 15,2-2-15-15,0 0 7 0,1-2-7 0,-1-1 10 16,-3 0-15-16,1 0 13 0,-6 0-20 0,-10 0 19 0,-14 0-7 16,-10 0 7-16,-11 1-17 0,-10-2 17 15,-11 3-13-15,-8-2 1 0,-12 3 0 0,-13-4-2 16,-20 0 3-16,-29-1 15 0,-34 2-12 0,-39 0-1 15,-15 3 2-15,-21 0 15 0,-15 4-12 0,-6-1 10 0,-7 4-12 16,4-2 4-16,6 1-2 0,19-1 15 0,18 1-16 16,23-2 11-16,36-2-38 0,15 2-50 15,19 0-65-15,9 0-47 0,17 0-118 0,11-1-235 16,9 1-47-16</inkml:trace>
  <inkml:trace contextRef="#ctx0" brushRef="#br0" timeOffset="31914.26">8765 8568 30 0,'0'0'82'0,"11"-1"-74"0,-11 1-49 0,11 1 14 0</inkml:trace>
  <inkml:trace contextRef="#ctx0" brushRef="#br0" timeOffset="33013.24">14226 7849 150 0,'-5'-13'559'0,"1"5"-101"0,-1 0-123 0,3 2-48 16,-1-1-88-16,3 7-10 0,-6-6-66 0,6 6-9 0,0 0-36 15,0 0 22-15,-12 5-27 0,12-5 31 16,-1 13-35-16,1-6 20 0,1 3-3 0,2-1 12 0,1 2-9 16,2-1 0-16,7-1 7 0,0-2 18 0,2-1 2 15,8-4-7-15,6-2-7 0,10-5 10 0,13-3-3 16,13-8-17-16,7-2-9 0,2-3-14 16,6-4-1-16,2-4-6 0,17-4-11 0,4-2 16 15,2-1-24-15,5 0-4 0,1-4-13 0,3-1-2 0,1-2-8 16,0 2-9-16,0-5-37 0,1 4-51 0,0 1-101 15,-1 1-77-15,-7 3-61 0,-6 5-124 0,-23 10-609 16,-3 0-671-16</inkml:trace>
  <inkml:trace contextRef="#ctx0" brushRef="#br0" timeOffset="40180.82">18854 8363 494 0,'-10'-6'450'0,"-6"0"-69"0,2 2-68 0,-2 0-43 16,0-1-24-16,-3-1-26 0,1 2-16 0,0 0-1 0,-2-1-18 16,3 1-7-16,0-1 1 0,1 2-1 15,2 0-22-15,3-1-29 0,0 3-22 0,1-4-21 16,10 5-19-16,-6-8-10 0,8 0-8 0,6-3 3 16,11-7 4-16,13-9-7 0,16-5-5 0,10-9 11 0,19-9-5 15,7-8-3-15,4-3-7 0,6-3-4 0,1 1 11 16,5-4-14-16,2 2-9 0,2-3-2 0,-4 3-8 15,-1-1-2-15,-7 5-7 0,-5 3 0 16,-6 4-11-16,-21 11-29 0,-6 4-54 0,-5 7-37 16,-13 4-60-16,-4 5-65 0,-4 0-11 0,-8 5-50 0,-7 4-7 15,-5 1-40-15,-2 4-11 0,-6-1-378 16,-3 4-259-16</inkml:trace>
  <inkml:trace contextRef="#ctx0" brushRef="#br0" timeOffset="40381.68">19825 7043 34 0,'-14'-2'620'0,"14"2"-185"0,-10-5-67 0,10 5-89 16,0 0-9-16,10-2-30 0,3 4 19 0,4 0-29 16,7 2 0-16,6 3 16 0,4-2-12 15,7 4-15-15,-1 3-30 0,0 1 1 0,0 2-28 16,-2 4-12-16,-2 0-42 0,-3 3-14 0,-2 3-24 16,-3 4-8-16,-6-1-16 0,-5 5-8 0,-5 2-11 0,-6 1-4 15,-11 7 12-15,-5 7-35 0,-13 9-27 0,-9 1-46 16,-9 7-38-16,-16 10-53 0,-7-1-66 0,-3-2-46 15,-3-1-75-15,-3-2-86 0,2-2-560 16,2-4-594-16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8" y="0"/>
            <a:ext cx="12170722" cy="685799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1"/>
            <a:ext cx="9143999" cy="6858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14599" y="2552700"/>
            <a:ext cx="9677400" cy="17907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-1"/>
            <a:ext cx="10744199" cy="68580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24875" y="895350"/>
            <a:ext cx="3095625" cy="108585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81800" y="4800601"/>
            <a:ext cx="5124450" cy="190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20309" y="2873374"/>
            <a:ext cx="4752340" cy="1071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975" y="2234057"/>
            <a:ext cx="2686050" cy="27051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819900"/>
            <a:ext cx="12191999" cy="380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52975" y="2234057"/>
            <a:ext cx="2686050" cy="27051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819900"/>
            <a:ext cx="12191999" cy="3809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161925"/>
            <a:ext cx="10667999" cy="762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90169"/>
            <a:ext cx="8778621" cy="7622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857" y="1692973"/>
            <a:ext cx="4952365" cy="3691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3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customXml" Target="../ink/ink2.xml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customXml" Target="../ink/ink5.xml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jp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6.png"/><Relationship Id="rId21" Type="http://schemas.openxmlformats.org/officeDocument/2006/relationships/image" Target="../media/image90.png"/><Relationship Id="rId42" Type="http://schemas.openxmlformats.org/officeDocument/2006/relationships/image" Target="../media/image111.png"/><Relationship Id="rId63" Type="http://schemas.openxmlformats.org/officeDocument/2006/relationships/image" Target="../media/image132.png"/><Relationship Id="rId84" Type="http://schemas.openxmlformats.org/officeDocument/2006/relationships/image" Target="../media/image153.png"/><Relationship Id="rId138" Type="http://schemas.openxmlformats.org/officeDocument/2006/relationships/image" Target="../media/image207.png"/><Relationship Id="rId107" Type="http://schemas.openxmlformats.org/officeDocument/2006/relationships/image" Target="../media/image176.png"/><Relationship Id="rId11" Type="http://schemas.openxmlformats.org/officeDocument/2006/relationships/image" Target="../media/image80.png"/><Relationship Id="rId32" Type="http://schemas.openxmlformats.org/officeDocument/2006/relationships/image" Target="../media/image101.png"/><Relationship Id="rId53" Type="http://schemas.openxmlformats.org/officeDocument/2006/relationships/image" Target="../media/image122.png"/><Relationship Id="rId74" Type="http://schemas.openxmlformats.org/officeDocument/2006/relationships/image" Target="../media/image143.png"/><Relationship Id="rId128" Type="http://schemas.openxmlformats.org/officeDocument/2006/relationships/image" Target="../media/image197.png"/><Relationship Id="rId149" Type="http://schemas.openxmlformats.org/officeDocument/2006/relationships/image" Target="../media/image218.png"/><Relationship Id="rId5" Type="http://schemas.openxmlformats.org/officeDocument/2006/relationships/image" Target="../media/image74.png"/><Relationship Id="rId95" Type="http://schemas.openxmlformats.org/officeDocument/2006/relationships/image" Target="../media/image164.png"/><Relationship Id="rId22" Type="http://schemas.openxmlformats.org/officeDocument/2006/relationships/image" Target="../media/image91.png"/><Relationship Id="rId27" Type="http://schemas.openxmlformats.org/officeDocument/2006/relationships/image" Target="../media/image96.png"/><Relationship Id="rId43" Type="http://schemas.openxmlformats.org/officeDocument/2006/relationships/image" Target="../media/image112.png"/><Relationship Id="rId48" Type="http://schemas.openxmlformats.org/officeDocument/2006/relationships/image" Target="../media/image117.png"/><Relationship Id="rId64" Type="http://schemas.openxmlformats.org/officeDocument/2006/relationships/image" Target="../media/image133.png"/><Relationship Id="rId69" Type="http://schemas.openxmlformats.org/officeDocument/2006/relationships/image" Target="../media/image138.png"/><Relationship Id="rId113" Type="http://schemas.openxmlformats.org/officeDocument/2006/relationships/image" Target="../media/image182.png"/><Relationship Id="rId118" Type="http://schemas.openxmlformats.org/officeDocument/2006/relationships/image" Target="../media/image187.png"/><Relationship Id="rId134" Type="http://schemas.openxmlformats.org/officeDocument/2006/relationships/image" Target="../media/image203.png"/><Relationship Id="rId139" Type="http://schemas.openxmlformats.org/officeDocument/2006/relationships/image" Target="../media/image208.png"/><Relationship Id="rId80" Type="http://schemas.openxmlformats.org/officeDocument/2006/relationships/image" Target="../media/image149.png"/><Relationship Id="rId85" Type="http://schemas.openxmlformats.org/officeDocument/2006/relationships/image" Target="../media/image154.png"/><Relationship Id="rId150" Type="http://schemas.openxmlformats.org/officeDocument/2006/relationships/image" Target="../media/image219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33" Type="http://schemas.openxmlformats.org/officeDocument/2006/relationships/image" Target="../media/image102.png"/><Relationship Id="rId38" Type="http://schemas.openxmlformats.org/officeDocument/2006/relationships/image" Target="../media/image107.png"/><Relationship Id="rId59" Type="http://schemas.openxmlformats.org/officeDocument/2006/relationships/image" Target="../media/image128.png"/><Relationship Id="rId103" Type="http://schemas.openxmlformats.org/officeDocument/2006/relationships/image" Target="../media/image172.png"/><Relationship Id="rId108" Type="http://schemas.openxmlformats.org/officeDocument/2006/relationships/image" Target="../media/image177.png"/><Relationship Id="rId124" Type="http://schemas.openxmlformats.org/officeDocument/2006/relationships/image" Target="../media/image193.png"/><Relationship Id="rId129" Type="http://schemas.openxmlformats.org/officeDocument/2006/relationships/image" Target="../media/image198.png"/><Relationship Id="rId54" Type="http://schemas.openxmlformats.org/officeDocument/2006/relationships/image" Target="../media/image123.png"/><Relationship Id="rId70" Type="http://schemas.openxmlformats.org/officeDocument/2006/relationships/image" Target="../media/image139.png"/><Relationship Id="rId75" Type="http://schemas.openxmlformats.org/officeDocument/2006/relationships/image" Target="../media/image144.png"/><Relationship Id="rId91" Type="http://schemas.openxmlformats.org/officeDocument/2006/relationships/image" Target="../media/image160.png"/><Relationship Id="rId96" Type="http://schemas.openxmlformats.org/officeDocument/2006/relationships/image" Target="../media/image165.png"/><Relationship Id="rId140" Type="http://schemas.openxmlformats.org/officeDocument/2006/relationships/image" Target="../media/image209.png"/><Relationship Id="rId145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23" Type="http://schemas.openxmlformats.org/officeDocument/2006/relationships/image" Target="../media/image92.png"/><Relationship Id="rId28" Type="http://schemas.openxmlformats.org/officeDocument/2006/relationships/image" Target="../media/image97.png"/><Relationship Id="rId49" Type="http://schemas.openxmlformats.org/officeDocument/2006/relationships/image" Target="../media/image118.png"/><Relationship Id="rId114" Type="http://schemas.openxmlformats.org/officeDocument/2006/relationships/image" Target="../media/image183.png"/><Relationship Id="rId119" Type="http://schemas.openxmlformats.org/officeDocument/2006/relationships/image" Target="../media/image188.png"/><Relationship Id="rId44" Type="http://schemas.openxmlformats.org/officeDocument/2006/relationships/image" Target="../media/image113.png"/><Relationship Id="rId60" Type="http://schemas.openxmlformats.org/officeDocument/2006/relationships/image" Target="../media/image129.png"/><Relationship Id="rId65" Type="http://schemas.openxmlformats.org/officeDocument/2006/relationships/image" Target="../media/image134.png"/><Relationship Id="rId81" Type="http://schemas.openxmlformats.org/officeDocument/2006/relationships/image" Target="../media/image150.png"/><Relationship Id="rId86" Type="http://schemas.openxmlformats.org/officeDocument/2006/relationships/image" Target="../media/image155.png"/><Relationship Id="rId130" Type="http://schemas.openxmlformats.org/officeDocument/2006/relationships/image" Target="../media/image199.png"/><Relationship Id="rId135" Type="http://schemas.openxmlformats.org/officeDocument/2006/relationships/image" Target="../media/image204.png"/><Relationship Id="rId151" Type="http://schemas.openxmlformats.org/officeDocument/2006/relationships/image" Target="../media/image220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39" Type="http://schemas.openxmlformats.org/officeDocument/2006/relationships/image" Target="../media/image108.png"/><Relationship Id="rId109" Type="http://schemas.openxmlformats.org/officeDocument/2006/relationships/image" Target="../media/image178.png"/><Relationship Id="rId34" Type="http://schemas.openxmlformats.org/officeDocument/2006/relationships/image" Target="../media/image103.png"/><Relationship Id="rId50" Type="http://schemas.openxmlformats.org/officeDocument/2006/relationships/image" Target="../media/image119.png"/><Relationship Id="rId55" Type="http://schemas.openxmlformats.org/officeDocument/2006/relationships/image" Target="../media/image124.png"/><Relationship Id="rId76" Type="http://schemas.openxmlformats.org/officeDocument/2006/relationships/image" Target="../media/image145.png"/><Relationship Id="rId97" Type="http://schemas.openxmlformats.org/officeDocument/2006/relationships/image" Target="../media/image166.png"/><Relationship Id="rId104" Type="http://schemas.openxmlformats.org/officeDocument/2006/relationships/image" Target="../media/image173.png"/><Relationship Id="rId120" Type="http://schemas.openxmlformats.org/officeDocument/2006/relationships/image" Target="../media/image189.png"/><Relationship Id="rId125" Type="http://schemas.openxmlformats.org/officeDocument/2006/relationships/image" Target="../media/image194.png"/><Relationship Id="rId141" Type="http://schemas.openxmlformats.org/officeDocument/2006/relationships/image" Target="../media/image210.png"/><Relationship Id="rId146" Type="http://schemas.openxmlformats.org/officeDocument/2006/relationships/image" Target="../media/image215.png"/><Relationship Id="rId7" Type="http://schemas.openxmlformats.org/officeDocument/2006/relationships/image" Target="../media/image76.png"/><Relationship Id="rId71" Type="http://schemas.openxmlformats.org/officeDocument/2006/relationships/image" Target="../media/image140.png"/><Relationship Id="rId92" Type="http://schemas.openxmlformats.org/officeDocument/2006/relationships/image" Target="../media/image161.png"/><Relationship Id="rId2" Type="http://schemas.openxmlformats.org/officeDocument/2006/relationships/image" Target="../media/image71.png"/><Relationship Id="rId29" Type="http://schemas.openxmlformats.org/officeDocument/2006/relationships/image" Target="../media/image98.png"/><Relationship Id="rId24" Type="http://schemas.openxmlformats.org/officeDocument/2006/relationships/image" Target="../media/image93.png"/><Relationship Id="rId40" Type="http://schemas.openxmlformats.org/officeDocument/2006/relationships/image" Target="../media/image109.png"/><Relationship Id="rId45" Type="http://schemas.openxmlformats.org/officeDocument/2006/relationships/image" Target="../media/image114.png"/><Relationship Id="rId66" Type="http://schemas.openxmlformats.org/officeDocument/2006/relationships/image" Target="../media/image135.png"/><Relationship Id="rId87" Type="http://schemas.openxmlformats.org/officeDocument/2006/relationships/image" Target="../media/image156.png"/><Relationship Id="rId110" Type="http://schemas.openxmlformats.org/officeDocument/2006/relationships/image" Target="../media/image179.png"/><Relationship Id="rId115" Type="http://schemas.openxmlformats.org/officeDocument/2006/relationships/image" Target="../media/image184.png"/><Relationship Id="rId131" Type="http://schemas.openxmlformats.org/officeDocument/2006/relationships/image" Target="../media/image200.png"/><Relationship Id="rId136" Type="http://schemas.openxmlformats.org/officeDocument/2006/relationships/image" Target="../media/image205.png"/><Relationship Id="rId61" Type="http://schemas.openxmlformats.org/officeDocument/2006/relationships/image" Target="../media/image130.png"/><Relationship Id="rId82" Type="http://schemas.openxmlformats.org/officeDocument/2006/relationships/image" Target="../media/image151.png"/><Relationship Id="rId152" Type="http://schemas.openxmlformats.org/officeDocument/2006/relationships/image" Target="../media/image221.png"/><Relationship Id="rId19" Type="http://schemas.openxmlformats.org/officeDocument/2006/relationships/image" Target="../media/image88.png"/><Relationship Id="rId14" Type="http://schemas.openxmlformats.org/officeDocument/2006/relationships/image" Target="../media/image83.png"/><Relationship Id="rId30" Type="http://schemas.openxmlformats.org/officeDocument/2006/relationships/image" Target="../media/image99.png"/><Relationship Id="rId35" Type="http://schemas.openxmlformats.org/officeDocument/2006/relationships/image" Target="../media/image104.png"/><Relationship Id="rId56" Type="http://schemas.openxmlformats.org/officeDocument/2006/relationships/image" Target="../media/image125.png"/><Relationship Id="rId77" Type="http://schemas.openxmlformats.org/officeDocument/2006/relationships/image" Target="../media/image146.png"/><Relationship Id="rId100" Type="http://schemas.openxmlformats.org/officeDocument/2006/relationships/image" Target="../media/image169.png"/><Relationship Id="rId105" Type="http://schemas.openxmlformats.org/officeDocument/2006/relationships/image" Target="../media/image174.png"/><Relationship Id="rId126" Type="http://schemas.openxmlformats.org/officeDocument/2006/relationships/image" Target="../media/image195.png"/><Relationship Id="rId147" Type="http://schemas.openxmlformats.org/officeDocument/2006/relationships/image" Target="../media/image216.png"/><Relationship Id="rId8" Type="http://schemas.openxmlformats.org/officeDocument/2006/relationships/image" Target="../media/image77.png"/><Relationship Id="rId51" Type="http://schemas.openxmlformats.org/officeDocument/2006/relationships/image" Target="../media/image120.png"/><Relationship Id="rId72" Type="http://schemas.openxmlformats.org/officeDocument/2006/relationships/image" Target="../media/image141.png"/><Relationship Id="rId93" Type="http://schemas.openxmlformats.org/officeDocument/2006/relationships/image" Target="../media/image162.png"/><Relationship Id="rId98" Type="http://schemas.openxmlformats.org/officeDocument/2006/relationships/image" Target="../media/image167.png"/><Relationship Id="rId121" Type="http://schemas.openxmlformats.org/officeDocument/2006/relationships/image" Target="../media/image190.png"/><Relationship Id="rId142" Type="http://schemas.openxmlformats.org/officeDocument/2006/relationships/image" Target="../media/image211.png"/><Relationship Id="rId3" Type="http://schemas.openxmlformats.org/officeDocument/2006/relationships/image" Target="../media/image72.png"/><Relationship Id="rId25" Type="http://schemas.openxmlformats.org/officeDocument/2006/relationships/image" Target="../media/image94.png"/><Relationship Id="rId46" Type="http://schemas.openxmlformats.org/officeDocument/2006/relationships/image" Target="../media/image115.png"/><Relationship Id="rId67" Type="http://schemas.openxmlformats.org/officeDocument/2006/relationships/image" Target="../media/image136.png"/><Relationship Id="rId116" Type="http://schemas.openxmlformats.org/officeDocument/2006/relationships/image" Target="../media/image185.png"/><Relationship Id="rId137" Type="http://schemas.openxmlformats.org/officeDocument/2006/relationships/image" Target="../media/image206.png"/><Relationship Id="rId20" Type="http://schemas.openxmlformats.org/officeDocument/2006/relationships/image" Target="../media/image89.png"/><Relationship Id="rId41" Type="http://schemas.openxmlformats.org/officeDocument/2006/relationships/image" Target="../media/image110.png"/><Relationship Id="rId62" Type="http://schemas.openxmlformats.org/officeDocument/2006/relationships/image" Target="../media/image131.png"/><Relationship Id="rId83" Type="http://schemas.openxmlformats.org/officeDocument/2006/relationships/image" Target="../media/image152.png"/><Relationship Id="rId88" Type="http://schemas.openxmlformats.org/officeDocument/2006/relationships/image" Target="../media/image157.png"/><Relationship Id="rId111" Type="http://schemas.openxmlformats.org/officeDocument/2006/relationships/image" Target="../media/image180.png"/><Relationship Id="rId132" Type="http://schemas.openxmlformats.org/officeDocument/2006/relationships/image" Target="../media/image201.png"/><Relationship Id="rId15" Type="http://schemas.openxmlformats.org/officeDocument/2006/relationships/image" Target="../media/image84.png"/><Relationship Id="rId36" Type="http://schemas.openxmlformats.org/officeDocument/2006/relationships/image" Target="../media/image105.png"/><Relationship Id="rId57" Type="http://schemas.openxmlformats.org/officeDocument/2006/relationships/image" Target="../media/image126.png"/><Relationship Id="rId106" Type="http://schemas.openxmlformats.org/officeDocument/2006/relationships/image" Target="../media/image175.png"/><Relationship Id="rId127" Type="http://schemas.openxmlformats.org/officeDocument/2006/relationships/image" Target="../media/image196.png"/><Relationship Id="rId10" Type="http://schemas.openxmlformats.org/officeDocument/2006/relationships/image" Target="../media/image79.png"/><Relationship Id="rId31" Type="http://schemas.openxmlformats.org/officeDocument/2006/relationships/image" Target="../media/image100.png"/><Relationship Id="rId52" Type="http://schemas.openxmlformats.org/officeDocument/2006/relationships/image" Target="../media/image121.png"/><Relationship Id="rId73" Type="http://schemas.openxmlformats.org/officeDocument/2006/relationships/image" Target="../media/image142.png"/><Relationship Id="rId78" Type="http://schemas.openxmlformats.org/officeDocument/2006/relationships/image" Target="../media/image147.png"/><Relationship Id="rId94" Type="http://schemas.openxmlformats.org/officeDocument/2006/relationships/image" Target="../media/image163.png"/><Relationship Id="rId99" Type="http://schemas.openxmlformats.org/officeDocument/2006/relationships/image" Target="../media/image168.png"/><Relationship Id="rId101" Type="http://schemas.openxmlformats.org/officeDocument/2006/relationships/image" Target="../media/image170.png"/><Relationship Id="rId122" Type="http://schemas.openxmlformats.org/officeDocument/2006/relationships/image" Target="../media/image191.png"/><Relationship Id="rId143" Type="http://schemas.openxmlformats.org/officeDocument/2006/relationships/image" Target="../media/image212.png"/><Relationship Id="rId148" Type="http://schemas.openxmlformats.org/officeDocument/2006/relationships/image" Target="../media/image217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26" Type="http://schemas.openxmlformats.org/officeDocument/2006/relationships/image" Target="../media/image95.png"/><Relationship Id="rId47" Type="http://schemas.openxmlformats.org/officeDocument/2006/relationships/image" Target="../media/image116.png"/><Relationship Id="rId68" Type="http://schemas.openxmlformats.org/officeDocument/2006/relationships/image" Target="../media/image137.png"/><Relationship Id="rId89" Type="http://schemas.openxmlformats.org/officeDocument/2006/relationships/image" Target="../media/image158.png"/><Relationship Id="rId112" Type="http://schemas.openxmlformats.org/officeDocument/2006/relationships/image" Target="../media/image181.png"/><Relationship Id="rId133" Type="http://schemas.openxmlformats.org/officeDocument/2006/relationships/image" Target="../media/image202.png"/><Relationship Id="rId16" Type="http://schemas.openxmlformats.org/officeDocument/2006/relationships/image" Target="../media/image85.png"/><Relationship Id="rId37" Type="http://schemas.openxmlformats.org/officeDocument/2006/relationships/image" Target="../media/image106.png"/><Relationship Id="rId58" Type="http://schemas.openxmlformats.org/officeDocument/2006/relationships/image" Target="../media/image127.png"/><Relationship Id="rId79" Type="http://schemas.openxmlformats.org/officeDocument/2006/relationships/image" Target="../media/image148.png"/><Relationship Id="rId102" Type="http://schemas.openxmlformats.org/officeDocument/2006/relationships/image" Target="../media/image171.png"/><Relationship Id="rId123" Type="http://schemas.openxmlformats.org/officeDocument/2006/relationships/image" Target="../media/image192.png"/><Relationship Id="rId144" Type="http://schemas.openxmlformats.org/officeDocument/2006/relationships/image" Target="../media/image213.png"/><Relationship Id="rId90" Type="http://schemas.openxmlformats.org/officeDocument/2006/relationships/image" Target="../media/image15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jp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image" Target="../media/image227.jp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jpg"/><Relationship Id="rId2" Type="http://schemas.openxmlformats.org/officeDocument/2006/relationships/image" Target="../media/image230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3.jpg"/><Relationship Id="rId4" Type="http://schemas.openxmlformats.org/officeDocument/2006/relationships/image" Target="../media/image23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jp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5.jp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6.jp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3.png"/><Relationship Id="rId4" Type="http://schemas.openxmlformats.org/officeDocument/2006/relationships/image" Target="../media/image242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5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8.jp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9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" algn="ctr">
              <a:lnSpc>
                <a:spcPts val="4115"/>
              </a:lnSpc>
              <a:spcBef>
                <a:spcPts val="105"/>
              </a:spcBef>
            </a:pPr>
            <a:r>
              <a:rPr sz="3600" spc="-10" dirty="0"/>
              <a:t>Introduction</a:t>
            </a:r>
            <a:endParaRPr sz="3600"/>
          </a:p>
          <a:p>
            <a:pPr algn="ctr">
              <a:lnSpc>
                <a:spcPts val="4115"/>
              </a:lnSpc>
            </a:pPr>
            <a:r>
              <a:rPr sz="3600" dirty="0"/>
              <a:t>to</a:t>
            </a:r>
            <a:r>
              <a:rPr sz="3600" spc="-10" dirty="0"/>
              <a:t> </a:t>
            </a:r>
            <a:r>
              <a:rPr sz="3600" dirty="0"/>
              <a:t>Statistical</a:t>
            </a:r>
            <a:r>
              <a:rPr sz="3600" spc="-5" dirty="0"/>
              <a:t> </a:t>
            </a:r>
            <a:r>
              <a:rPr sz="3600" spc="-10" dirty="0"/>
              <a:t>Methods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215251" y="4934013"/>
            <a:ext cx="14497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ISM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Team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12130" y="3457257"/>
            <a:ext cx="1964689" cy="594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2235"/>
              </a:lnSpc>
              <a:spcBef>
                <a:spcPts val="100"/>
              </a:spcBef>
            </a:pPr>
            <a:r>
              <a:rPr sz="2100" b="1" dirty="0">
                <a:latin typeface="Arial"/>
                <a:cs typeface="Arial"/>
              </a:rPr>
              <a:t>Session</a:t>
            </a:r>
            <a:r>
              <a:rPr sz="2100" b="1" spc="-70" dirty="0">
                <a:latin typeface="Arial"/>
                <a:cs typeface="Arial"/>
              </a:rPr>
              <a:t> </a:t>
            </a:r>
            <a:r>
              <a:rPr sz="2100" b="1" spc="-50" dirty="0">
                <a:latin typeface="Arial"/>
                <a:cs typeface="Arial"/>
              </a:rPr>
              <a:t>4</a:t>
            </a:r>
            <a:endParaRPr sz="2100">
              <a:latin typeface="Arial"/>
              <a:cs typeface="Arial"/>
            </a:endParaRPr>
          </a:p>
          <a:p>
            <a:pPr algn="ctr">
              <a:lnSpc>
                <a:spcPts val="2235"/>
              </a:lnSpc>
            </a:pPr>
            <a:r>
              <a:rPr sz="2100" b="1" dirty="0">
                <a:latin typeface="Arial"/>
                <a:cs typeface="Arial"/>
              </a:rPr>
              <a:t>(16</a:t>
            </a:r>
            <a:r>
              <a:rPr sz="2100" b="1" baseline="23809" dirty="0">
                <a:latin typeface="Arial"/>
                <a:cs typeface="Arial"/>
              </a:rPr>
              <a:t>th</a:t>
            </a:r>
            <a:r>
              <a:rPr sz="2100" b="1" spc="104" baseline="23809" dirty="0">
                <a:latin typeface="Arial"/>
                <a:cs typeface="Arial"/>
              </a:rPr>
              <a:t> </a:t>
            </a:r>
            <a:r>
              <a:rPr sz="2100" b="1" dirty="0">
                <a:latin typeface="Arial"/>
                <a:cs typeface="Arial"/>
              </a:rPr>
              <a:t>Aug</a:t>
            </a:r>
            <a:r>
              <a:rPr sz="2100" b="1" spc="-35" dirty="0">
                <a:latin typeface="Arial"/>
                <a:cs typeface="Arial"/>
              </a:rPr>
              <a:t> </a:t>
            </a:r>
            <a:r>
              <a:rPr sz="2100" b="1" spc="-20" dirty="0">
                <a:latin typeface="Arial"/>
                <a:cs typeface="Arial"/>
              </a:rPr>
              <a:t>2026)</a:t>
            </a:r>
            <a:endParaRPr sz="2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0854" y="4914201"/>
            <a:ext cx="615315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b="1" dirty="0">
                <a:latin typeface="Calibri"/>
                <a:cs typeface="Calibri"/>
              </a:rPr>
              <a:t>Baye’s</a:t>
            </a:r>
            <a:r>
              <a:rPr sz="2750" b="1" spc="6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theorem</a:t>
            </a:r>
            <a:r>
              <a:rPr sz="2750" b="1" spc="-3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and</a:t>
            </a:r>
            <a:r>
              <a:rPr sz="2750" b="1" spc="-15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Naïve</a:t>
            </a:r>
            <a:r>
              <a:rPr sz="2750" b="1" spc="1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Bayes</a:t>
            </a:r>
            <a:r>
              <a:rPr sz="2750" b="1" spc="65" dirty="0">
                <a:latin typeface="Calibri"/>
                <a:cs typeface="Calibri"/>
              </a:rPr>
              <a:t> </a:t>
            </a:r>
            <a:r>
              <a:rPr sz="2750" b="1" spc="-10" dirty="0">
                <a:latin typeface="Calibri"/>
                <a:cs typeface="Calibri"/>
              </a:rPr>
              <a:t>theorem</a:t>
            </a:r>
            <a:endParaRPr sz="27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675" y="3000375"/>
            <a:ext cx="2857500" cy="1600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01100" y="3000375"/>
            <a:ext cx="28575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05"/>
              </a:spcBef>
            </a:pPr>
            <a:r>
              <a:rPr sz="2400" spc="-10" dirty="0"/>
              <a:t>Revise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41375" y="1181798"/>
            <a:ext cx="6391275" cy="405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Descriptive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Statistics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905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Review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Theory,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Counting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Principles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900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spc="-20" dirty="0">
                <a:latin typeface="Calibri"/>
                <a:cs typeface="Calibri"/>
              </a:rPr>
              <a:t>Probability,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Axioms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Probability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830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Addition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Multiplication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Probability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905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Conditional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Independent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events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2900"/>
              </a:spcBef>
              <a:buFont typeface="Wingdings"/>
              <a:buChar char=""/>
              <a:tabLst>
                <a:tab pos="469900" algn="l"/>
              </a:tabLst>
            </a:pPr>
            <a:r>
              <a:rPr sz="2400" spc="-45" dirty="0">
                <a:latin typeface="Calibri"/>
                <a:cs typeface="Calibri"/>
              </a:rPr>
              <a:t>Total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Probability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latin typeface="Calibri"/>
                <a:cs typeface="Calibri"/>
              </a:rPr>
              <a:t>Contact</a:t>
            </a:r>
            <a:r>
              <a:rPr spc="-1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Session</a:t>
            </a:r>
            <a:r>
              <a:rPr spc="-10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4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100" y="1047750"/>
            <a:ext cx="9877425" cy="2114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40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5" dirty="0">
                <a:latin typeface="Calibri"/>
                <a:cs typeface="Calibri"/>
              </a:rPr>
              <a:t>BAYE’S</a:t>
            </a:r>
            <a:r>
              <a:rPr spc="-14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THEOREM: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4375" y="858938"/>
            <a:ext cx="10196195" cy="1285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45000"/>
              </a:lnSpc>
              <a:spcBef>
                <a:spcPts val="95"/>
              </a:spcBef>
              <a:tabLst>
                <a:tab pos="3836035" algn="l"/>
              </a:tabLst>
            </a:pPr>
            <a:r>
              <a:rPr sz="2850" spc="-270" dirty="0">
                <a:latin typeface="Times New Roman"/>
                <a:cs typeface="Times New Roman"/>
              </a:rPr>
              <a:t>Suppose</a:t>
            </a:r>
            <a:r>
              <a:rPr sz="2850" spc="-90" dirty="0">
                <a:latin typeface="Times New Roman"/>
                <a:cs typeface="Times New Roman"/>
              </a:rPr>
              <a:t> </a:t>
            </a:r>
            <a:r>
              <a:rPr sz="2850" spc="-204" dirty="0">
                <a:latin typeface="Times New Roman"/>
                <a:cs typeface="Times New Roman"/>
              </a:rPr>
              <a:t>that</a:t>
            </a:r>
            <a:r>
              <a:rPr sz="2850" spc="-105" dirty="0">
                <a:latin typeface="Times New Roman"/>
                <a:cs typeface="Times New Roman"/>
              </a:rPr>
              <a:t> </a:t>
            </a:r>
            <a:r>
              <a:rPr sz="2850" spc="-220" dirty="0">
                <a:latin typeface="Times New Roman"/>
                <a:cs typeface="Times New Roman"/>
              </a:rPr>
              <a:t>E</a:t>
            </a:r>
            <a:r>
              <a:rPr sz="2700" spc="-330" baseline="-7716" dirty="0">
                <a:latin typeface="Times New Roman"/>
                <a:cs typeface="Times New Roman"/>
              </a:rPr>
              <a:t>1</a:t>
            </a:r>
            <a:r>
              <a:rPr sz="2850" spc="-220" dirty="0">
                <a:latin typeface="Times New Roman"/>
                <a:cs typeface="Times New Roman"/>
              </a:rPr>
              <a:t>,</a:t>
            </a:r>
            <a:r>
              <a:rPr sz="2850" spc="-100" dirty="0">
                <a:latin typeface="Times New Roman"/>
                <a:cs typeface="Times New Roman"/>
              </a:rPr>
              <a:t> </a:t>
            </a:r>
            <a:r>
              <a:rPr sz="2850" spc="-250" dirty="0">
                <a:latin typeface="Times New Roman"/>
                <a:cs typeface="Times New Roman"/>
              </a:rPr>
              <a:t>E</a:t>
            </a:r>
            <a:r>
              <a:rPr sz="2700" spc="-375" baseline="-7716" dirty="0">
                <a:latin typeface="Times New Roman"/>
                <a:cs typeface="Times New Roman"/>
              </a:rPr>
              <a:t>2</a:t>
            </a:r>
            <a:r>
              <a:rPr sz="2700" spc="-82" baseline="-7716" dirty="0">
                <a:latin typeface="Times New Roman"/>
                <a:cs typeface="Times New Roman"/>
              </a:rPr>
              <a:t> </a:t>
            </a:r>
            <a:r>
              <a:rPr sz="2850" spc="-145" dirty="0">
                <a:latin typeface="Times New Roman"/>
                <a:cs typeface="Times New Roman"/>
              </a:rPr>
              <a:t>,</a:t>
            </a:r>
            <a:r>
              <a:rPr sz="2850" spc="-95" dirty="0">
                <a:latin typeface="Times New Roman"/>
                <a:cs typeface="Times New Roman"/>
              </a:rPr>
              <a:t> </a:t>
            </a:r>
            <a:r>
              <a:rPr sz="2850" spc="-190" dirty="0">
                <a:latin typeface="Times New Roman"/>
                <a:cs typeface="Times New Roman"/>
              </a:rPr>
              <a:t>---------</a:t>
            </a:r>
            <a:r>
              <a:rPr sz="2850" spc="-25" dirty="0">
                <a:latin typeface="Times New Roman"/>
                <a:cs typeface="Times New Roman"/>
              </a:rPr>
              <a:t>E</a:t>
            </a:r>
            <a:r>
              <a:rPr sz="2700" spc="-37" baseline="-7716" dirty="0">
                <a:latin typeface="Times New Roman"/>
                <a:cs typeface="Times New Roman"/>
              </a:rPr>
              <a:t>n</a:t>
            </a:r>
            <a:r>
              <a:rPr sz="2700" baseline="-7716" dirty="0">
                <a:latin typeface="Times New Roman"/>
                <a:cs typeface="Times New Roman"/>
              </a:rPr>
              <a:t>	</a:t>
            </a:r>
            <a:r>
              <a:rPr sz="2850" spc="-229" dirty="0">
                <a:latin typeface="Times New Roman"/>
                <a:cs typeface="Times New Roman"/>
              </a:rPr>
              <a:t>are</a:t>
            </a:r>
            <a:r>
              <a:rPr sz="2850" spc="-105" dirty="0">
                <a:latin typeface="Times New Roman"/>
                <a:cs typeface="Times New Roman"/>
              </a:rPr>
              <a:t> </a:t>
            </a:r>
            <a:r>
              <a:rPr sz="2850" spc="-245" dirty="0">
                <a:latin typeface="Times New Roman"/>
                <a:cs typeface="Times New Roman"/>
              </a:rPr>
              <a:t>mutually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29" dirty="0">
                <a:latin typeface="Times New Roman"/>
                <a:cs typeface="Times New Roman"/>
              </a:rPr>
              <a:t>exclusive</a:t>
            </a:r>
            <a:r>
              <a:rPr sz="2850" spc="-105" dirty="0">
                <a:latin typeface="Times New Roman"/>
                <a:cs typeface="Times New Roman"/>
              </a:rPr>
              <a:t> </a:t>
            </a:r>
            <a:r>
              <a:rPr sz="2850" spc="-240" dirty="0">
                <a:latin typeface="Times New Roman"/>
                <a:cs typeface="Times New Roman"/>
              </a:rPr>
              <a:t>events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35" dirty="0">
                <a:latin typeface="Times New Roman"/>
                <a:cs typeface="Times New Roman"/>
              </a:rPr>
              <a:t>of</a:t>
            </a:r>
            <a:r>
              <a:rPr sz="2850" spc="-125" dirty="0">
                <a:latin typeface="Times New Roman"/>
                <a:cs typeface="Times New Roman"/>
              </a:rPr>
              <a:t> </a:t>
            </a:r>
            <a:r>
              <a:rPr sz="2850" spc="-245" dirty="0">
                <a:latin typeface="Times New Roman"/>
                <a:cs typeface="Times New Roman"/>
              </a:rPr>
              <a:t>a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spc="-254" dirty="0">
                <a:latin typeface="Times New Roman"/>
                <a:cs typeface="Times New Roman"/>
              </a:rPr>
              <a:t>sample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40" dirty="0">
                <a:latin typeface="Times New Roman"/>
                <a:cs typeface="Times New Roman"/>
              </a:rPr>
              <a:t>space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45" dirty="0">
                <a:latin typeface="Times New Roman"/>
                <a:cs typeface="Times New Roman"/>
              </a:rPr>
              <a:t>“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305" dirty="0">
                <a:latin typeface="Times New Roman"/>
                <a:cs typeface="Times New Roman"/>
              </a:rPr>
              <a:t>S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50" dirty="0">
                <a:latin typeface="Times New Roman"/>
                <a:cs typeface="Times New Roman"/>
              </a:rPr>
              <a:t>” </a:t>
            </a:r>
            <a:r>
              <a:rPr sz="2850" spc="-254" dirty="0">
                <a:latin typeface="Times New Roman"/>
                <a:cs typeface="Times New Roman"/>
              </a:rPr>
              <a:t>such</a:t>
            </a:r>
            <a:r>
              <a:rPr sz="2850" spc="-125" dirty="0">
                <a:latin typeface="Times New Roman"/>
                <a:cs typeface="Times New Roman"/>
              </a:rPr>
              <a:t> </a:t>
            </a:r>
            <a:r>
              <a:rPr sz="2850" spc="-110" dirty="0">
                <a:latin typeface="Times New Roman"/>
                <a:cs typeface="Times New Roman"/>
              </a:rPr>
              <a:t>that</a:t>
            </a:r>
            <a:r>
              <a:rPr sz="2850" spc="40" dirty="0">
                <a:latin typeface="Times New Roman"/>
                <a:cs typeface="Times New Roman"/>
              </a:rPr>
              <a:t> </a:t>
            </a:r>
            <a:r>
              <a:rPr sz="2850" spc="-305" dirty="0">
                <a:latin typeface="Times New Roman"/>
                <a:cs typeface="Times New Roman"/>
              </a:rPr>
              <a:t>P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spc="-190" dirty="0">
                <a:latin typeface="Times New Roman"/>
                <a:cs typeface="Times New Roman"/>
              </a:rPr>
              <a:t>(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spc="-245" dirty="0">
                <a:latin typeface="Times New Roman"/>
                <a:cs typeface="Times New Roman"/>
              </a:rPr>
              <a:t>Ei</a:t>
            </a:r>
            <a:r>
              <a:rPr sz="2850" spc="-130" dirty="0">
                <a:latin typeface="Times New Roman"/>
                <a:cs typeface="Times New Roman"/>
              </a:rPr>
              <a:t> </a:t>
            </a:r>
            <a:r>
              <a:rPr sz="2850" spc="-190" dirty="0">
                <a:latin typeface="Times New Roman"/>
                <a:cs typeface="Times New Roman"/>
              </a:rPr>
              <a:t>)</a:t>
            </a:r>
            <a:r>
              <a:rPr sz="2850" spc="-125" dirty="0">
                <a:latin typeface="Times New Roman"/>
                <a:cs typeface="Times New Roman"/>
              </a:rPr>
              <a:t> </a:t>
            </a:r>
            <a:r>
              <a:rPr sz="2850" spc="-310" dirty="0">
                <a:latin typeface="Times New Roman"/>
                <a:cs typeface="Times New Roman"/>
              </a:rPr>
              <a:t>&gt;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75" dirty="0">
                <a:latin typeface="Times New Roman"/>
                <a:cs typeface="Times New Roman"/>
              </a:rPr>
              <a:t>0</a:t>
            </a:r>
            <a:r>
              <a:rPr sz="2850" spc="-150" dirty="0">
                <a:latin typeface="Times New Roman"/>
                <a:cs typeface="Times New Roman"/>
              </a:rPr>
              <a:t> </a:t>
            </a:r>
            <a:r>
              <a:rPr sz="2850" spc="-85" dirty="0">
                <a:latin typeface="Times New Roman"/>
                <a:cs typeface="Times New Roman"/>
              </a:rPr>
              <a:t>for</a:t>
            </a:r>
            <a:r>
              <a:rPr sz="2850" spc="40" dirty="0">
                <a:latin typeface="Times New Roman"/>
                <a:cs typeface="Times New Roman"/>
              </a:rPr>
              <a:t> </a:t>
            </a:r>
            <a:r>
              <a:rPr sz="2850" spc="-150" dirty="0">
                <a:latin typeface="Times New Roman"/>
                <a:cs typeface="Times New Roman"/>
              </a:rPr>
              <a:t>i</a:t>
            </a:r>
            <a:r>
              <a:rPr sz="2850" spc="-140" dirty="0">
                <a:latin typeface="Times New Roman"/>
                <a:cs typeface="Times New Roman"/>
              </a:rPr>
              <a:t> </a:t>
            </a:r>
            <a:r>
              <a:rPr sz="2850" spc="-310" dirty="0">
                <a:latin typeface="Times New Roman"/>
                <a:cs typeface="Times New Roman"/>
              </a:rPr>
              <a:t>=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spc="-145" dirty="0">
                <a:latin typeface="Times New Roman"/>
                <a:cs typeface="Times New Roman"/>
              </a:rPr>
              <a:t>1,2,3,</a:t>
            </a:r>
            <a:r>
              <a:rPr sz="2850" spc="65" dirty="0">
                <a:latin typeface="Times New Roman"/>
                <a:cs typeface="Times New Roman"/>
              </a:rPr>
              <a:t> </a:t>
            </a:r>
            <a:r>
              <a:rPr sz="2850" spc="-190" dirty="0">
                <a:latin typeface="Times New Roman"/>
                <a:cs typeface="Times New Roman"/>
              </a:rPr>
              <a:t>---------</a:t>
            </a:r>
            <a:r>
              <a:rPr sz="2850" spc="-275" dirty="0">
                <a:latin typeface="Times New Roman"/>
                <a:cs typeface="Times New Roman"/>
              </a:rPr>
              <a:t>n</a:t>
            </a:r>
            <a:r>
              <a:rPr sz="2850" spc="-140" dirty="0">
                <a:latin typeface="Times New Roman"/>
                <a:cs typeface="Times New Roman"/>
              </a:rPr>
              <a:t> </a:t>
            </a:r>
            <a:r>
              <a:rPr sz="2850" spc="-265" dirty="0">
                <a:latin typeface="Times New Roman"/>
                <a:cs typeface="Times New Roman"/>
              </a:rPr>
              <a:t>and</a:t>
            </a:r>
            <a:r>
              <a:rPr sz="2850" spc="254" dirty="0">
                <a:latin typeface="Times New Roman"/>
                <a:cs typeface="Times New Roman"/>
              </a:rPr>
              <a:t> </a:t>
            </a:r>
            <a:r>
              <a:rPr sz="2850" spc="-395" dirty="0">
                <a:latin typeface="Times New Roman"/>
                <a:cs typeface="Times New Roman"/>
              </a:rPr>
              <a:t>A</a:t>
            </a:r>
            <a:r>
              <a:rPr sz="2850" spc="-125" dirty="0">
                <a:latin typeface="Times New Roman"/>
                <a:cs typeface="Times New Roman"/>
              </a:rPr>
              <a:t> </a:t>
            </a:r>
            <a:r>
              <a:rPr sz="2850" spc="-190" dirty="0">
                <a:latin typeface="Times New Roman"/>
                <a:cs typeface="Times New Roman"/>
              </a:rPr>
              <a:t>is</a:t>
            </a:r>
            <a:r>
              <a:rPr sz="2850" spc="-140" dirty="0">
                <a:latin typeface="Times New Roman"/>
                <a:cs typeface="Times New Roman"/>
              </a:rPr>
              <a:t> </a:t>
            </a:r>
            <a:r>
              <a:rPr sz="2850" spc="-265" dirty="0">
                <a:latin typeface="Times New Roman"/>
                <a:cs typeface="Times New Roman"/>
              </a:rPr>
              <a:t>any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10" dirty="0">
                <a:latin typeface="Times New Roman"/>
                <a:cs typeface="Times New Roman"/>
              </a:rPr>
              <a:t>arbitrary</a:t>
            </a:r>
            <a:r>
              <a:rPr sz="2850" spc="-130" dirty="0">
                <a:latin typeface="Times New Roman"/>
                <a:cs typeface="Times New Roman"/>
              </a:rPr>
              <a:t> </a:t>
            </a:r>
            <a:r>
              <a:rPr sz="2850" spc="-160" dirty="0">
                <a:latin typeface="Times New Roman"/>
                <a:cs typeface="Times New Roman"/>
              </a:rPr>
              <a:t>event</a:t>
            </a:r>
            <a:r>
              <a:rPr sz="2850" spc="325" dirty="0">
                <a:latin typeface="Times New Roman"/>
                <a:cs typeface="Times New Roman"/>
              </a:rPr>
              <a:t> </a:t>
            </a:r>
            <a:r>
              <a:rPr sz="2850" spc="-30" dirty="0">
                <a:latin typeface="Times New Roman"/>
                <a:cs typeface="Times New Roman"/>
              </a:rPr>
              <a:t>of</a:t>
            </a:r>
            <a:r>
              <a:rPr sz="2850" spc="325" dirty="0">
                <a:latin typeface="Times New Roman"/>
                <a:cs typeface="Times New Roman"/>
              </a:rPr>
              <a:t> </a:t>
            </a:r>
            <a:r>
              <a:rPr sz="2850" spc="-245" dirty="0">
                <a:latin typeface="Times New Roman"/>
                <a:cs typeface="Times New Roman"/>
              </a:rPr>
              <a:t>“</a:t>
            </a:r>
            <a:r>
              <a:rPr sz="2850" spc="-130" dirty="0">
                <a:latin typeface="Times New Roman"/>
                <a:cs typeface="Times New Roman"/>
              </a:rPr>
              <a:t> </a:t>
            </a:r>
            <a:r>
              <a:rPr sz="2850" spc="-305" dirty="0">
                <a:latin typeface="Times New Roman"/>
                <a:cs typeface="Times New Roman"/>
              </a:rPr>
              <a:t>S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spc="-50" dirty="0">
                <a:latin typeface="Times New Roman"/>
                <a:cs typeface="Times New Roman"/>
              </a:rPr>
              <a:t>”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4704" y="2472558"/>
            <a:ext cx="3298825" cy="5111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50" spc="-254" dirty="0">
                <a:latin typeface="Times New Roman"/>
                <a:cs typeface="Times New Roman"/>
              </a:rPr>
              <a:t>such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15" dirty="0">
                <a:latin typeface="Times New Roman"/>
                <a:cs typeface="Times New Roman"/>
              </a:rPr>
              <a:t>that</a:t>
            </a:r>
            <a:r>
              <a:rPr sz="2850" spc="-114" dirty="0">
                <a:latin typeface="Times New Roman"/>
                <a:cs typeface="Times New Roman"/>
              </a:rPr>
              <a:t> </a:t>
            </a:r>
            <a:r>
              <a:rPr sz="2850" spc="-305" dirty="0">
                <a:latin typeface="Times New Roman"/>
                <a:cs typeface="Times New Roman"/>
              </a:rPr>
              <a:t>P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54" dirty="0">
                <a:latin typeface="Times New Roman"/>
                <a:cs typeface="Times New Roman"/>
              </a:rPr>
              <a:t>(A)</a:t>
            </a:r>
            <a:r>
              <a:rPr sz="2850" spc="-125" dirty="0">
                <a:latin typeface="Times New Roman"/>
                <a:cs typeface="Times New Roman"/>
              </a:rPr>
              <a:t> </a:t>
            </a:r>
            <a:r>
              <a:rPr sz="2850" spc="-310" dirty="0">
                <a:latin typeface="Times New Roman"/>
                <a:cs typeface="Times New Roman"/>
              </a:rPr>
              <a:t>&gt;</a:t>
            </a:r>
            <a:r>
              <a:rPr sz="2850" spc="-114" dirty="0">
                <a:latin typeface="Times New Roman"/>
                <a:cs typeface="Times New Roman"/>
              </a:rPr>
              <a:t> </a:t>
            </a:r>
            <a:r>
              <a:rPr sz="2850" spc="-275" dirty="0">
                <a:latin typeface="Times New Roman"/>
                <a:cs typeface="Times New Roman"/>
              </a:rPr>
              <a:t>0</a:t>
            </a:r>
            <a:r>
              <a:rPr sz="2850" spc="-125" dirty="0">
                <a:latin typeface="Times New Roman"/>
                <a:cs typeface="Times New Roman"/>
              </a:rPr>
              <a:t> </a:t>
            </a:r>
            <a:r>
              <a:rPr sz="2850" spc="-265" dirty="0">
                <a:latin typeface="Times New Roman"/>
                <a:cs typeface="Times New Roman"/>
              </a:rPr>
              <a:t>and</a:t>
            </a:r>
            <a:r>
              <a:rPr sz="2850" spc="-105" dirty="0">
                <a:latin typeface="Times New Roman"/>
                <a:cs typeface="Times New Roman"/>
              </a:rPr>
              <a:t> </a:t>
            </a:r>
            <a:r>
              <a:rPr sz="2850" spc="-430" dirty="0">
                <a:latin typeface="Times New Roman"/>
                <a:cs typeface="Times New Roman"/>
              </a:rPr>
              <a:t>A</a:t>
            </a:r>
            <a:r>
              <a:rPr sz="4725" spc="-644" baseline="1763" dirty="0">
                <a:latin typeface="Symbol"/>
                <a:cs typeface="Symbol"/>
              </a:rPr>
              <a:t></a:t>
            </a:r>
            <a:endParaRPr sz="4725" baseline="1763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8135" y="2326856"/>
            <a:ext cx="10096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495" dirty="0">
                <a:latin typeface="Times New Roman"/>
                <a:cs typeface="Times New Roman"/>
              </a:rPr>
              <a:t>n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5076" y="2512617"/>
            <a:ext cx="6179185" cy="6858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11125">
              <a:lnSpc>
                <a:spcPts val="3070"/>
              </a:lnSpc>
              <a:spcBef>
                <a:spcPts val="120"/>
              </a:spcBef>
              <a:tabLst>
                <a:tab pos="389890" algn="l"/>
              </a:tabLst>
            </a:pPr>
            <a:r>
              <a:rPr sz="3075" spc="-1005" baseline="5420" dirty="0">
                <a:latin typeface="Times New Roman"/>
                <a:cs typeface="Times New Roman"/>
              </a:rPr>
              <a:t>U</a:t>
            </a:r>
            <a:r>
              <a:rPr sz="3075" baseline="5420" dirty="0">
                <a:latin typeface="Times New Roman"/>
                <a:cs typeface="Times New Roman"/>
              </a:rPr>
              <a:t>	</a:t>
            </a:r>
            <a:r>
              <a:rPr sz="2850" spc="-185" dirty="0">
                <a:latin typeface="Times New Roman"/>
                <a:cs typeface="Times New Roman"/>
              </a:rPr>
              <a:t>E</a:t>
            </a:r>
            <a:r>
              <a:rPr sz="2700" spc="-277" baseline="-7716" dirty="0">
                <a:latin typeface="Times New Roman"/>
                <a:cs typeface="Times New Roman"/>
              </a:rPr>
              <a:t>i</a:t>
            </a:r>
            <a:r>
              <a:rPr sz="2700" spc="104" baseline="-7716" dirty="0">
                <a:latin typeface="Times New Roman"/>
                <a:cs typeface="Times New Roman"/>
              </a:rPr>
              <a:t> </a:t>
            </a:r>
            <a:r>
              <a:rPr sz="2850" spc="-245" dirty="0">
                <a:latin typeface="Times New Roman"/>
                <a:cs typeface="Times New Roman"/>
              </a:rPr>
              <a:t>then</a:t>
            </a:r>
            <a:r>
              <a:rPr sz="2850" spc="-114" dirty="0">
                <a:latin typeface="Times New Roman"/>
                <a:cs typeface="Times New Roman"/>
              </a:rPr>
              <a:t> </a:t>
            </a:r>
            <a:r>
              <a:rPr sz="2850" spc="-235" dirty="0">
                <a:latin typeface="Times New Roman"/>
                <a:cs typeface="Times New Roman"/>
              </a:rPr>
              <a:t>the</a:t>
            </a:r>
            <a:r>
              <a:rPr sz="2850" spc="-130" dirty="0">
                <a:latin typeface="Times New Roman"/>
                <a:cs typeface="Times New Roman"/>
              </a:rPr>
              <a:t> </a:t>
            </a:r>
            <a:r>
              <a:rPr sz="2850" spc="-225" dirty="0">
                <a:latin typeface="Times New Roman"/>
                <a:cs typeface="Times New Roman"/>
              </a:rPr>
              <a:t>conditional</a:t>
            </a:r>
            <a:r>
              <a:rPr sz="2850" spc="-125" dirty="0">
                <a:latin typeface="Times New Roman"/>
                <a:cs typeface="Times New Roman"/>
              </a:rPr>
              <a:t> </a:t>
            </a:r>
            <a:r>
              <a:rPr sz="2850" spc="-220" dirty="0">
                <a:latin typeface="Times New Roman"/>
                <a:cs typeface="Times New Roman"/>
              </a:rPr>
              <a:t>probability</a:t>
            </a:r>
            <a:r>
              <a:rPr sz="2850" spc="-135" dirty="0">
                <a:latin typeface="Times New Roman"/>
                <a:cs typeface="Times New Roman"/>
              </a:rPr>
              <a:t> </a:t>
            </a:r>
            <a:r>
              <a:rPr sz="2850" spc="-35" dirty="0">
                <a:latin typeface="Times New Roman"/>
                <a:cs typeface="Times New Roman"/>
              </a:rPr>
              <a:t>of</a:t>
            </a:r>
            <a:r>
              <a:rPr sz="2850" spc="190" dirty="0">
                <a:latin typeface="Times New Roman"/>
                <a:cs typeface="Times New Roman"/>
              </a:rPr>
              <a:t> </a:t>
            </a:r>
            <a:r>
              <a:rPr sz="2850" spc="-160" dirty="0">
                <a:latin typeface="Times New Roman"/>
                <a:cs typeface="Times New Roman"/>
              </a:rPr>
              <a:t>E</a:t>
            </a:r>
            <a:r>
              <a:rPr sz="2700" spc="-240" baseline="-7716" dirty="0">
                <a:latin typeface="Times New Roman"/>
                <a:cs typeface="Times New Roman"/>
              </a:rPr>
              <a:t>i</a:t>
            </a:r>
            <a:r>
              <a:rPr sz="2700" spc="135" baseline="-7716" dirty="0">
                <a:latin typeface="Times New Roman"/>
                <a:cs typeface="Times New Roman"/>
              </a:rPr>
              <a:t> </a:t>
            </a:r>
            <a:r>
              <a:rPr sz="2850" spc="-240" dirty="0">
                <a:latin typeface="Times New Roman"/>
                <a:cs typeface="Times New Roman"/>
              </a:rPr>
              <a:t>given</a:t>
            </a:r>
            <a:r>
              <a:rPr sz="2850" spc="-145" dirty="0">
                <a:latin typeface="Times New Roman"/>
                <a:cs typeface="Times New Roman"/>
              </a:rPr>
              <a:t> </a:t>
            </a:r>
            <a:r>
              <a:rPr sz="2850" spc="-445" dirty="0">
                <a:latin typeface="Times New Roman"/>
                <a:cs typeface="Times New Roman"/>
              </a:rPr>
              <a:t>A</a:t>
            </a:r>
            <a:endParaRPr sz="2850">
              <a:latin typeface="Times New Roman"/>
              <a:cs typeface="Times New Roman"/>
            </a:endParaRPr>
          </a:p>
          <a:p>
            <a:pPr marL="38100">
              <a:lnSpc>
                <a:spcPts val="2110"/>
              </a:lnSpc>
            </a:pPr>
            <a:r>
              <a:rPr sz="2050" spc="-254" dirty="0">
                <a:latin typeface="Times New Roman"/>
                <a:cs typeface="Times New Roman"/>
              </a:rPr>
              <a:t>i</a:t>
            </a:r>
            <a:r>
              <a:rPr sz="2050" spc="-215" dirty="0">
                <a:latin typeface="Times New Roman"/>
                <a:cs typeface="Times New Roman"/>
              </a:rPr>
              <a:t> </a:t>
            </a:r>
            <a:r>
              <a:rPr sz="2050" spc="-484" dirty="0">
                <a:latin typeface="Times New Roman"/>
                <a:cs typeface="Times New Roman"/>
              </a:rPr>
              <a:t>=</a:t>
            </a:r>
            <a:r>
              <a:rPr sz="2050" spc="-315" dirty="0">
                <a:latin typeface="Times New Roman"/>
                <a:cs typeface="Times New Roman"/>
              </a:rPr>
              <a:t> </a:t>
            </a:r>
            <a:r>
              <a:rPr sz="2050" spc="-495" dirty="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26220" y="3950395"/>
            <a:ext cx="2007235" cy="0"/>
          </a:xfrm>
          <a:custGeom>
            <a:avLst/>
            <a:gdLst/>
            <a:ahLst/>
            <a:cxnLst/>
            <a:rect l="l" t="t" r="r" b="b"/>
            <a:pathLst>
              <a:path w="2007234">
                <a:moveTo>
                  <a:pt x="0" y="0"/>
                </a:moveTo>
                <a:lnTo>
                  <a:pt x="2007087" y="0"/>
                </a:lnTo>
              </a:path>
            </a:pathLst>
          </a:custGeom>
          <a:ln w="50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80300" y="3324631"/>
            <a:ext cx="1708785" cy="47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50" b="1" spc="-390" dirty="0">
                <a:latin typeface="Times New Roman"/>
                <a:cs typeface="Times New Roman"/>
              </a:rPr>
              <a:t>P(E</a:t>
            </a:r>
            <a:r>
              <a:rPr sz="2950" b="1" spc="60" dirty="0">
                <a:latin typeface="Times New Roman"/>
                <a:cs typeface="Times New Roman"/>
              </a:rPr>
              <a:t> </a:t>
            </a:r>
            <a:r>
              <a:rPr sz="2950" b="1" spc="-350" dirty="0">
                <a:latin typeface="Times New Roman"/>
                <a:cs typeface="Times New Roman"/>
              </a:rPr>
              <a:t>)P(A</a:t>
            </a:r>
            <a:r>
              <a:rPr sz="2950" b="1" spc="-440" dirty="0">
                <a:latin typeface="Times New Roman"/>
                <a:cs typeface="Times New Roman"/>
              </a:rPr>
              <a:t> </a:t>
            </a:r>
            <a:r>
              <a:rPr sz="2950" b="1" spc="-204" dirty="0">
                <a:latin typeface="Times New Roman"/>
                <a:cs typeface="Times New Roman"/>
              </a:rPr>
              <a:t>/</a:t>
            </a:r>
            <a:r>
              <a:rPr sz="2950" b="1" spc="-434" dirty="0">
                <a:latin typeface="Times New Roman"/>
                <a:cs typeface="Times New Roman"/>
              </a:rPr>
              <a:t> </a:t>
            </a:r>
            <a:r>
              <a:rPr sz="2950" b="1" spc="-455" dirty="0">
                <a:latin typeface="Times New Roman"/>
                <a:cs typeface="Times New Roman"/>
              </a:rPr>
              <a:t>E</a:t>
            </a:r>
            <a:r>
              <a:rPr sz="2950" b="1" spc="55" dirty="0">
                <a:latin typeface="Times New Roman"/>
                <a:cs typeface="Times New Roman"/>
              </a:rPr>
              <a:t> </a:t>
            </a:r>
            <a:r>
              <a:rPr sz="2950" b="1" spc="-90" dirty="0">
                <a:latin typeface="Times New Roman"/>
                <a:cs typeface="Times New Roman"/>
              </a:rPr>
              <a:t>)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36225" y="3569372"/>
            <a:ext cx="1132205" cy="47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38860" algn="l"/>
              </a:tabLst>
            </a:pPr>
            <a:r>
              <a:rPr sz="2950" b="1" spc="-50" dirty="0">
                <a:latin typeface="Times New Roman"/>
                <a:cs typeface="Times New Roman"/>
              </a:rPr>
              <a:t>i</a:t>
            </a:r>
            <a:r>
              <a:rPr sz="2950" b="1" dirty="0">
                <a:latin typeface="Times New Roman"/>
                <a:cs typeface="Times New Roman"/>
              </a:rPr>
              <a:t>	</a:t>
            </a:r>
            <a:r>
              <a:rPr sz="2950" b="1" spc="-140" dirty="0">
                <a:latin typeface="Times New Roman"/>
                <a:cs typeface="Times New Roman"/>
              </a:rPr>
              <a:t>i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4375" y="3687641"/>
            <a:ext cx="5442585" cy="47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850" spc="-220" dirty="0">
                <a:latin typeface="Times New Roman"/>
                <a:cs typeface="Times New Roman"/>
              </a:rPr>
              <a:t>for</a:t>
            </a:r>
            <a:r>
              <a:rPr sz="2850" spc="-105" dirty="0">
                <a:latin typeface="Times New Roman"/>
                <a:cs typeface="Times New Roman"/>
              </a:rPr>
              <a:t> </a:t>
            </a:r>
            <a:r>
              <a:rPr sz="2850" spc="-150" dirty="0">
                <a:latin typeface="Times New Roman"/>
                <a:cs typeface="Times New Roman"/>
              </a:rPr>
              <a:t>i</a:t>
            </a:r>
            <a:r>
              <a:rPr sz="2850" spc="-110" dirty="0">
                <a:latin typeface="Times New Roman"/>
                <a:cs typeface="Times New Roman"/>
              </a:rPr>
              <a:t> </a:t>
            </a:r>
            <a:r>
              <a:rPr sz="2850" spc="-310" dirty="0">
                <a:latin typeface="Times New Roman"/>
                <a:cs typeface="Times New Roman"/>
              </a:rPr>
              <a:t>=</a:t>
            </a:r>
            <a:r>
              <a:rPr sz="2850" spc="-105" dirty="0">
                <a:latin typeface="Times New Roman"/>
                <a:cs typeface="Times New Roman"/>
              </a:rPr>
              <a:t> </a:t>
            </a:r>
            <a:r>
              <a:rPr sz="2850" spc="-340" dirty="0">
                <a:latin typeface="Times New Roman"/>
                <a:cs typeface="Times New Roman"/>
              </a:rPr>
              <a:t>1,2,3………n</a:t>
            </a:r>
            <a:r>
              <a:rPr sz="2850" spc="-114" dirty="0">
                <a:latin typeface="Times New Roman"/>
                <a:cs typeface="Times New Roman"/>
              </a:rPr>
              <a:t> </a:t>
            </a:r>
            <a:r>
              <a:rPr sz="2850" spc="-190" dirty="0">
                <a:latin typeface="Times New Roman"/>
                <a:cs typeface="Times New Roman"/>
              </a:rPr>
              <a:t>is</a:t>
            </a:r>
            <a:r>
              <a:rPr sz="2850" spc="-114" dirty="0">
                <a:latin typeface="Times New Roman"/>
                <a:cs typeface="Times New Roman"/>
              </a:rPr>
              <a:t> </a:t>
            </a:r>
            <a:r>
              <a:rPr sz="2850" spc="-250" dirty="0">
                <a:latin typeface="Times New Roman"/>
                <a:cs typeface="Times New Roman"/>
              </a:rPr>
              <a:t>given</a:t>
            </a:r>
            <a:r>
              <a:rPr sz="2850" spc="-100" dirty="0">
                <a:latin typeface="Times New Roman"/>
                <a:cs typeface="Times New Roman"/>
              </a:rPr>
              <a:t> </a:t>
            </a:r>
            <a:r>
              <a:rPr sz="2850" spc="-275" dirty="0">
                <a:latin typeface="Times New Roman"/>
                <a:cs typeface="Times New Roman"/>
              </a:rPr>
              <a:t>by</a:t>
            </a:r>
            <a:r>
              <a:rPr sz="2850" spc="-110" dirty="0">
                <a:latin typeface="Times New Roman"/>
                <a:cs typeface="Times New Roman"/>
              </a:rPr>
              <a:t> </a:t>
            </a:r>
            <a:r>
              <a:rPr sz="2850" spc="-235" dirty="0">
                <a:latin typeface="Times New Roman"/>
                <a:cs typeface="Times New Roman"/>
              </a:rPr>
              <a:t>P(E</a:t>
            </a:r>
            <a:r>
              <a:rPr sz="2700" spc="-352" baseline="-7716" dirty="0">
                <a:latin typeface="Times New Roman"/>
                <a:cs typeface="Times New Roman"/>
              </a:rPr>
              <a:t>i</a:t>
            </a:r>
            <a:r>
              <a:rPr sz="2700" spc="-97" baseline="-7716" dirty="0">
                <a:latin typeface="Times New Roman"/>
                <a:cs typeface="Times New Roman"/>
              </a:rPr>
              <a:t> </a:t>
            </a:r>
            <a:r>
              <a:rPr sz="2850" spc="-250" dirty="0">
                <a:latin typeface="Times New Roman"/>
                <a:cs typeface="Times New Roman"/>
              </a:rPr>
              <a:t>/A)</a:t>
            </a:r>
            <a:r>
              <a:rPr sz="2850" spc="-105" dirty="0">
                <a:latin typeface="Times New Roman"/>
                <a:cs typeface="Times New Roman"/>
              </a:rPr>
              <a:t> </a:t>
            </a:r>
            <a:r>
              <a:rPr sz="2850" spc="-310" dirty="0">
                <a:latin typeface="Times New Roman"/>
                <a:cs typeface="Times New Roman"/>
              </a:rPr>
              <a:t>=</a:t>
            </a:r>
            <a:r>
              <a:rPr sz="2850" spc="390" dirty="0">
                <a:latin typeface="Times New Roman"/>
                <a:cs typeface="Times New Roman"/>
              </a:rPr>
              <a:t> </a:t>
            </a:r>
            <a:r>
              <a:rPr sz="4425" b="1" spc="-644" baseline="-16949" dirty="0">
                <a:latin typeface="Times New Roman"/>
                <a:cs typeface="Times New Roman"/>
              </a:rPr>
              <a:t>n</a:t>
            </a:r>
            <a:endParaRPr sz="4425" baseline="-16949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99701" y="4058854"/>
            <a:ext cx="2069464" cy="47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4425" spc="-757" baseline="-8474" dirty="0">
                <a:latin typeface="Symbol"/>
                <a:cs typeface="Symbol"/>
              </a:rPr>
              <a:t></a:t>
            </a:r>
            <a:r>
              <a:rPr sz="4425" spc="142" baseline="-8474" dirty="0">
                <a:latin typeface="Times New Roman"/>
                <a:cs typeface="Times New Roman"/>
              </a:rPr>
              <a:t> </a:t>
            </a:r>
            <a:r>
              <a:rPr sz="2950" b="1" spc="-390" dirty="0">
                <a:latin typeface="Times New Roman"/>
                <a:cs typeface="Times New Roman"/>
              </a:rPr>
              <a:t>P(E</a:t>
            </a:r>
            <a:r>
              <a:rPr sz="2950" b="1" spc="55" dirty="0">
                <a:latin typeface="Times New Roman"/>
                <a:cs typeface="Times New Roman"/>
              </a:rPr>
              <a:t> </a:t>
            </a:r>
            <a:r>
              <a:rPr sz="2950" b="1" spc="-350" dirty="0">
                <a:latin typeface="Times New Roman"/>
                <a:cs typeface="Times New Roman"/>
              </a:rPr>
              <a:t>)P(A</a:t>
            </a:r>
            <a:r>
              <a:rPr sz="2950" b="1" spc="-440" dirty="0">
                <a:latin typeface="Times New Roman"/>
                <a:cs typeface="Times New Roman"/>
              </a:rPr>
              <a:t> </a:t>
            </a:r>
            <a:r>
              <a:rPr sz="2950" b="1" spc="-204" dirty="0">
                <a:latin typeface="Times New Roman"/>
                <a:cs typeface="Times New Roman"/>
              </a:rPr>
              <a:t>/</a:t>
            </a:r>
            <a:r>
              <a:rPr sz="2950" b="1" spc="-434" dirty="0">
                <a:latin typeface="Times New Roman"/>
                <a:cs typeface="Times New Roman"/>
              </a:rPr>
              <a:t> </a:t>
            </a:r>
            <a:r>
              <a:rPr sz="2950" b="1" spc="-455" dirty="0">
                <a:latin typeface="Times New Roman"/>
                <a:cs typeface="Times New Roman"/>
              </a:rPr>
              <a:t>E</a:t>
            </a:r>
            <a:r>
              <a:rPr sz="2950" b="1" spc="50" dirty="0">
                <a:latin typeface="Times New Roman"/>
                <a:cs typeface="Times New Roman"/>
              </a:rPr>
              <a:t> </a:t>
            </a:r>
            <a:r>
              <a:rPr sz="2950" b="1" spc="-50" dirty="0">
                <a:latin typeface="Times New Roman"/>
                <a:cs typeface="Times New Roman"/>
              </a:rPr>
              <a:t>)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91434" y="4304091"/>
            <a:ext cx="1132205" cy="47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38860" algn="l"/>
              </a:tabLst>
            </a:pPr>
            <a:r>
              <a:rPr sz="2950" b="1" spc="-50" dirty="0">
                <a:latin typeface="Times New Roman"/>
                <a:cs typeface="Times New Roman"/>
              </a:rPr>
              <a:t>i</a:t>
            </a:r>
            <a:r>
              <a:rPr sz="2950" b="1" dirty="0">
                <a:latin typeface="Times New Roman"/>
                <a:cs typeface="Times New Roman"/>
              </a:rPr>
              <a:t>	</a:t>
            </a:r>
            <a:r>
              <a:rPr sz="2950" b="1" spc="-140" dirty="0">
                <a:latin typeface="Times New Roman"/>
                <a:cs typeface="Times New Roman"/>
              </a:rPr>
              <a:t>i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86485" y="4422709"/>
            <a:ext cx="106045" cy="4743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50" b="1" spc="-140" dirty="0">
                <a:latin typeface="Times New Roman"/>
                <a:cs typeface="Times New Roman"/>
              </a:rPr>
              <a:t>i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3000" y="4000500"/>
            <a:ext cx="3228975" cy="197167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3857625" y="2600261"/>
            <a:ext cx="471805" cy="395605"/>
            <a:chOff x="3857625" y="2600261"/>
            <a:chExt cx="471805" cy="39560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67150" y="2600261"/>
              <a:ext cx="433387" cy="30003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57625" y="2809811"/>
              <a:ext cx="471487" cy="185737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2C0AFE8-9FBA-CC1D-2424-EB77157854BE}"/>
                  </a:ext>
                </a:extLst>
              </p14:cNvPr>
              <p14:cNvContentPartPr/>
              <p14:nvPr/>
            </p14:nvContentPartPr>
            <p14:xfrm>
              <a:off x="2332080" y="1438560"/>
              <a:ext cx="8901360" cy="53190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2C0AFE8-9FBA-CC1D-2424-EB77157854B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22720" y="1429200"/>
                <a:ext cx="8920080" cy="5337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2734" y="101599"/>
            <a:ext cx="105283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latin typeface="Calibri"/>
                <a:cs typeface="Calibri"/>
              </a:rPr>
              <a:t>Proof: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857250"/>
            <a:ext cx="12192000" cy="5657850"/>
            <a:chOff x="0" y="857250"/>
            <a:chExt cx="12192000" cy="56578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57250"/>
              <a:ext cx="12191999" cy="56578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01050" y="1057275"/>
              <a:ext cx="3228975" cy="19716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latin typeface="Calibri"/>
                <a:cs typeface="Calibri"/>
              </a:rPr>
              <a:t>Proof:(Continuation)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065" y="1876927"/>
            <a:ext cx="196434" cy="2021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81013" y="1876927"/>
            <a:ext cx="196434" cy="2021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6968" y="1876927"/>
            <a:ext cx="197046" cy="20214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63385" y="1876927"/>
            <a:ext cx="196434" cy="2021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2086" y="1876927"/>
            <a:ext cx="197046" cy="20214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7150" y="2378397"/>
            <a:ext cx="196434" cy="20214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5663" y="2378397"/>
            <a:ext cx="197046" cy="20214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24509" y="2378397"/>
            <a:ext cx="197046" cy="20214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23900" y="1308839"/>
            <a:ext cx="8485505" cy="1303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110"/>
              </a:spcBef>
            </a:pPr>
            <a:r>
              <a:rPr sz="1800" spc="315" dirty="0">
                <a:latin typeface="Times New Roman"/>
                <a:cs typeface="Times New Roman"/>
              </a:rPr>
              <a:t>Applying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270" dirty="0">
                <a:latin typeface="Times New Roman"/>
                <a:cs typeface="Times New Roman"/>
              </a:rPr>
              <a:t>the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270" dirty="0">
                <a:latin typeface="Times New Roman"/>
                <a:cs typeface="Times New Roman"/>
              </a:rPr>
              <a:t>addition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254" dirty="0">
                <a:latin typeface="Times New Roman"/>
                <a:cs typeface="Times New Roman"/>
              </a:rPr>
              <a:t>rule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254" dirty="0">
                <a:latin typeface="Times New Roman"/>
                <a:cs typeface="Times New Roman"/>
              </a:rPr>
              <a:t>for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295" dirty="0">
                <a:latin typeface="Times New Roman"/>
                <a:cs typeface="Times New Roman"/>
              </a:rPr>
              <a:t>mutually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spc="280" dirty="0">
                <a:latin typeface="Times New Roman"/>
                <a:cs typeface="Times New Roman"/>
              </a:rPr>
              <a:t>exclusive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265" dirty="0">
                <a:latin typeface="Times New Roman"/>
                <a:cs typeface="Times New Roman"/>
              </a:rPr>
              <a:t>events,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385" dirty="0">
                <a:latin typeface="Times New Roman"/>
                <a:cs typeface="Times New Roman"/>
              </a:rPr>
              <a:t>we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290" dirty="0">
                <a:latin typeface="Times New Roman"/>
                <a:cs typeface="Times New Roman"/>
              </a:rPr>
              <a:t>have</a:t>
            </a:r>
            <a:endParaRPr sz="1800">
              <a:latin typeface="Times New Roman"/>
              <a:cs typeface="Times New Roman"/>
            </a:endParaRPr>
          </a:p>
          <a:p>
            <a:pPr marL="114300">
              <a:lnSpc>
                <a:spcPct val="100000"/>
              </a:lnSpc>
              <a:spcBef>
                <a:spcPts val="1775"/>
              </a:spcBef>
              <a:tabLst>
                <a:tab pos="1946275" algn="l"/>
                <a:tab pos="2776855" algn="l"/>
                <a:tab pos="3385185" algn="l"/>
                <a:tab pos="4661535" algn="l"/>
                <a:tab pos="5330825" algn="l"/>
              </a:tabLst>
            </a:pPr>
            <a:r>
              <a:rPr sz="1800" spc="315" dirty="0">
                <a:latin typeface="Times New Roman"/>
                <a:cs typeface="Times New Roman"/>
              </a:rPr>
              <a:t>P(A)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370" dirty="0">
                <a:latin typeface="Times New Roman"/>
                <a:cs typeface="Times New Roman"/>
              </a:rPr>
              <a:t>=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300" dirty="0">
                <a:latin typeface="Times New Roman"/>
                <a:cs typeface="Times New Roman"/>
              </a:rPr>
              <a:t>P((A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54" dirty="0">
                <a:latin typeface="Times New Roman"/>
                <a:cs typeface="Times New Roman"/>
              </a:rPr>
              <a:t>E</a:t>
            </a:r>
            <a:r>
              <a:rPr sz="1725" spc="382" baseline="-7246" dirty="0">
                <a:latin typeface="Times New Roman"/>
                <a:cs typeface="Times New Roman"/>
              </a:rPr>
              <a:t>1</a:t>
            </a:r>
            <a:r>
              <a:rPr sz="1800" spc="254" dirty="0">
                <a:latin typeface="Times New Roman"/>
                <a:cs typeface="Times New Roman"/>
              </a:rPr>
              <a:t>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25" dirty="0">
                <a:latin typeface="Times New Roman"/>
                <a:cs typeface="Times New Roman"/>
              </a:rPr>
              <a:t>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10" dirty="0">
                <a:latin typeface="Times New Roman"/>
                <a:cs typeface="Times New Roman"/>
              </a:rPr>
              <a:t>E</a:t>
            </a:r>
            <a:r>
              <a:rPr sz="1725" spc="465" baseline="-7246" dirty="0">
                <a:latin typeface="Times New Roman"/>
                <a:cs typeface="Times New Roman"/>
              </a:rPr>
              <a:t>2</a:t>
            </a:r>
            <a:r>
              <a:rPr sz="1725" spc="157" baseline="-7246" dirty="0">
                <a:latin typeface="Times New Roman"/>
                <a:cs typeface="Times New Roman"/>
              </a:rPr>
              <a:t> </a:t>
            </a:r>
            <a:r>
              <a:rPr sz="1800" spc="220" dirty="0">
                <a:latin typeface="Times New Roman"/>
                <a:cs typeface="Times New Roman"/>
              </a:rPr>
              <a:t>)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390" dirty="0">
                <a:latin typeface="Times New Roman"/>
                <a:cs typeface="Times New Roman"/>
              </a:rPr>
              <a:t>….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20" dirty="0">
                <a:latin typeface="Times New Roman"/>
                <a:cs typeface="Times New Roman"/>
              </a:rPr>
              <a:t>(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spc="430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10" dirty="0">
                <a:latin typeface="Times New Roman"/>
                <a:cs typeface="Times New Roman"/>
              </a:rPr>
              <a:t>E</a:t>
            </a:r>
            <a:r>
              <a:rPr sz="1725" spc="465" baseline="-7246" dirty="0">
                <a:latin typeface="Times New Roman"/>
                <a:cs typeface="Times New Roman"/>
              </a:rPr>
              <a:t>n</a:t>
            </a:r>
            <a:r>
              <a:rPr sz="1725" spc="472" baseline="-7246" dirty="0">
                <a:latin typeface="Times New Roman"/>
                <a:cs typeface="Times New Roman"/>
              </a:rPr>
              <a:t> </a:t>
            </a:r>
            <a:r>
              <a:rPr sz="1800" spc="195" dirty="0">
                <a:latin typeface="Times New Roman"/>
                <a:cs typeface="Times New Roman"/>
              </a:rPr>
              <a:t>))</a:t>
            </a:r>
            <a:endParaRPr sz="1800">
              <a:latin typeface="Times New Roman"/>
              <a:cs typeface="Times New Roman"/>
            </a:endParaRPr>
          </a:p>
          <a:p>
            <a:pPr marL="743585">
              <a:lnSpc>
                <a:spcPct val="100000"/>
              </a:lnSpc>
              <a:spcBef>
                <a:spcPts val="1789"/>
              </a:spcBef>
              <a:tabLst>
                <a:tab pos="1079500" algn="l"/>
                <a:tab pos="1925320" algn="l"/>
                <a:tab pos="2991485" algn="l"/>
                <a:tab pos="3583940" algn="l"/>
                <a:tab pos="5248910" algn="l"/>
                <a:tab pos="5843270" algn="l"/>
              </a:tabLst>
            </a:pPr>
            <a:r>
              <a:rPr sz="1800" spc="320" dirty="0">
                <a:latin typeface="Times New Roman"/>
                <a:cs typeface="Times New Roman"/>
              </a:rPr>
              <a:t>=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70" dirty="0">
                <a:latin typeface="Times New Roman"/>
                <a:cs typeface="Times New Roman"/>
              </a:rPr>
              <a:t>P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320" dirty="0">
                <a:latin typeface="Times New Roman"/>
                <a:cs typeface="Times New Roman"/>
              </a:rPr>
              <a:t>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80" dirty="0">
                <a:latin typeface="Times New Roman"/>
                <a:cs typeface="Times New Roman"/>
              </a:rPr>
              <a:t>E</a:t>
            </a:r>
            <a:r>
              <a:rPr sz="1725" spc="419" baseline="-7246" dirty="0">
                <a:latin typeface="Times New Roman"/>
                <a:cs typeface="Times New Roman"/>
              </a:rPr>
              <a:t>1</a:t>
            </a:r>
            <a:r>
              <a:rPr sz="1800" spc="280" dirty="0">
                <a:latin typeface="Times New Roman"/>
                <a:cs typeface="Times New Roman"/>
              </a:rPr>
              <a:t>)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370" dirty="0">
                <a:latin typeface="Times New Roman"/>
                <a:cs typeface="Times New Roman"/>
              </a:rPr>
              <a:t>+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320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20" dirty="0">
                <a:latin typeface="Times New Roman"/>
                <a:cs typeface="Times New Roman"/>
              </a:rPr>
              <a:t>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10" dirty="0">
                <a:latin typeface="Times New Roman"/>
                <a:cs typeface="Times New Roman"/>
              </a:rPr>
              <a:t>E</a:t>
            </a:r>
            <a:r>
              <a:rPr sz="1725" spc="465" baseline="-7246" dirty="0">
                <a:latin typeface="Times New Roman"/>
                <a:cs typeface="Times New Roman"/>
              </a:rPr>
              <a:t>2</a:t>
            </a:r>
            <a:r>
              <a:rPr sz="1725" spc="165" baseline="-7246" dirty="0">
                <a:latin typeface="Times New Roman"/>
                <a:cs typeface="Times New Roman"/>
              </a:rPr>
              <a:t> </a:t>
            </a:r>
            <a:r>
              <a:rPr sz="1800" spc="480" dirty="0">
                <a:latin typeface="Times New Roman"/>
                <a:cs typeface="Times New Roman"/>
              </a:rPr>
              <a:t>)……+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320" dirty="0">
                <a:latin typeface="Times New Roman"/>
                <a:cs typeface="Times New Roman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20" dirty="0">
                <a:latin typeface="Times New Roman"/>
                <a:cs typeface="Times New Roman"/>
              </a:rPr>
              <a:t>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10" dirty="0">
                <a:latin typeface="Times New Roman"/>
                <a:cs typeface="Times New Roman"/>
              </a:rPr>
              <a:t>E</a:t>
            </a:r>
            <a:r>
              <a:rPr sz="1725" spc="465" baseline="-7246" dirty="0">
                <a:latin typeface="Times New Roman"/>
                <a:cs typeface="Times New Roman"/>
              </a:rPr>
              <a:t>n</a:t>
            </a:r>
            <a:r>
              <a:rPr sz="1725" spc="157" baseline="-7246" dirty="0">
                <a:latin typeface="Times New Roman"/>
                <a:cs typeface="Times New Roman"/>
              </a:rPr>
              <a:t> </a:t>
            </a:r>
            <a:r>
              <a:rPr sz="1800" spc="17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35852" y="2956878"/>
            <a:ext cx="271145" cy="306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490" dirty="0">
                <a:latin typeface="Symbol"/>
                <a:cs typeface="Symbol"/>
              </a:rPr>
              <a:t>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43523" y="3138046"/>
            <a:ext cx="485140" cy="306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0" spc="240" dirty="0">
                <a:latin typeface="Arial Black"/>
                <a:cs typeface="Arial Black"/>
              </a:rPr>
              <a:t>i</a:t>
            </a:r>
            <a:r>
              <a:rPr sz="1800" spc="240" dirty="0">
                <a:latin typeface="Symbol"/>
                <a:cs typeface="Symbol"/>
              </a:rPr>
              <a:t></a:t>
            </a:r>
            <a:r>
              <a:rPr sz="1800" spc="240" dirty="0">
                <a:latin typeface="Arial Black"/>
                <a:cs typeface="Arial Black"/>
              </a:rPr>
              <a:t>1</a:t>
            </a:r>
            <a:endParaRPr sz="1800">
              <a:latin typeface="Arial Black"/>
              <a:cs typeface="Arial Black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1274" y="2977606"/>
            <a:ext cx="197046" cy="20214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507380" y="3091334"/>
            <a:ext cx="60960" cy="131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00" i="1" spc="25" dirty="0">
                <a:latin typeface="Times New Roman"/>
                <a:cs typeface="Times New Roman"/>
              </a:rPr>
              <a:t>i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4700" y="2906202"/>
            <a:ext cx="3332479" cy="3060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40"/>
              </a:spcBef>
              <a:tabLst>
                <a:tab pos="1087120" algn="l"/>
                <a:tab pos="1910080" algn="l"/>
                <a:tab pos="2519045" algn="l"/>
              </a:tabLst>
            </a:pPr>
            <a:r>
              <a:rPr sz="1800" spc="315" dirty="0">
                <a:latin typeface="Times New Roman"/>
                <a:cs typeface="Times New Roman"/>
              </a:rPr>
              <a:t>P(A)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320" dirty="0">
                <a:latin typeface="Times New Roman"/>
                <a:cs typeface="Times New Roman"/>
              </a:rPr>
              <a:t>=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95" dirty="0">
                <a:latin typeface="Times New Roman"/>
                <a:cs typeface="Times New Roman"/>
              </a:rPr>
              <a:t>P(</a:t>
            </a:r>
            <a:r>
              <a:rPr sz="1800" spc="495" dirty="0">
                <a:latin typeface="Times New Roman"/>
                <a:cs typeface="Times New Roman"/>
              </a:rPr>
              <a:t> </a:t>
            </a:r>
            <a:r>
              <a:rPr sz="2700" spc="622" baseline="37037" dirty="0">
                <a:latin typeface="Arial Black"/>
                <a:cs typeface="Arial Black"/>
              </a:rPr>
              <a:t>n</a:t>
            </a:r>
            <a:r>
              <a:rPr sz="2700" baseline="37037" dirty="0">
                <a:latin typeface="Arial Black"/>
                <a:cs typeface="Arial Black"/>
              </a:rPr>
              <a:t>	</a:t>
            </a:r>
            <a:r>
              <a:rPr sz="1800" spc="325" dirty="0">
                <a:latin typeface="Times New Roman"/>
                <a:cs typeface="Times New Roman"/>
              </a:rPr>
              <a:t>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405" dirty="0">
                <a:latin typeface="Times New Roman"/>
                <a:cs typeface="Times New Roman"/>
              </a:rPr>
              <a:t>E</a:t>
            </a:r>
            <a:r>
              <a:rPr sz="1800" spc="475" dirty="0">
                <a:latin typeface="Times New Roman"/>
                <a:cs typeface="Times New Roman"/>
              </a:rPr>
              <a:t> </a:t>
            </a:r>
            <a:r>
              <a:rPr sz="1800" spc="220" dirty="0">
                <a:latin typeface="Times New Roman"/>
                <a:cs typeface="Times New Roman"/>
              </a:rPr>
              <a:t>))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32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81258" y="2740750"/>
            <a:ext cx="208279" cy="313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50" b="1" spc="360" dirty="0">
                <a:latin typeface="Times New Roman"/>
                <a:cs typeface="Times New Roman"/>
              </a:rPr>
              <a:t>n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60215" y="2942336"/>
            <a:ext cx="472440" cy="5099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9855">
              <a:lnSpc>
                <a:spcPts val="1885"/>
              </a:lnSpc>
              <a:spcBef>
                <a:spcPts val="135"/>
              </a:spcBef>
            </a:pPr>
            <a:r>
              <a:rPr sz="1850" spc="465" dirty="0">
                <a:latin typeface="Symbol"/>
                <a:cs typeface="Symbol"/>
              </a:rPr>
              <a:t></a:t>
            </a:r>
            <a:endParaRPr sz="1850">
              <a:latin typeface="Symbol"/>
              <a:cs typeface="Symbol"/>
            </a:endParaRPr>
          </a:p>
          <a:p>
            <a:pPr marL="12700">
              <a:lnSpc>
                <a:spcPts val="1885"/>
              </a:lnSpc>
            </a:pPr>
            <a:r>
              <a:rPr sz="1850" b="1" spc="310" dirty="0">
                <a:latin typeface="Times New Roman"/>
                <a:cs typeface="Times New Roman"/>
              </a:rPr>
              <a:t>i=1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2408" y="2977606"/>
            <a:ext cx="197046" cy="20214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4709356" y="2909837"/>
            <a:ext cx="220218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895985" algn="l"/>
                <a:tab pos="1406525" algn="l"/>
              </a:tabLst>
            </a:pPr>
            <a:r>
              <a:rPr sz="1800" spc="325" dirty="0">
                <a:latin typeface="Times New Roman"/>
                <a:cs typeface="Times New Roman"/>
              </a:rPr>
              <a:t>P(A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25" dirty="0">
                <a:latin typeface="Times New Roman"/>
                <a:cs typeface="Times New Roman"/>
              </a:rPr>
              <a:t>E</a:t>
            </a:r>
            <a:r>
              <a:rPr sz="1725" spc="337" baseline="-7246" dirty="0">
                <a:latin typeface="Times New Roman"/>
                <a:cs typeface="Times New Roman"/>
              </a:rPr>
              <a:t>i</a:t>
            </a:r>
            <a:r>
              <a:rPr sz="1800" spc="225" dirty="0">
                <a:latin typeface="Times New Roman"/>
                <a:cs typeface="Times New Roman"/>
              </a:rPr>
              <a:t>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20" dirty="0">
                <a:latin typeface="Times New Roman"/>
                <a:cs typeface="Times New Roman"/>
              </a:rPr>
              <a:t>---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spc="229" dirty="0">
                <a:latin typeface="Times New Roman"/>
                <a:cs typeface="Times New Roman"/>
              </a:rPr>
              <a:t>(1)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800" y="4190151"/>
            <a:ext cx="197045" cy="20265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74700" y="3622755"/>
            <a:ext cx="4710430" cy="802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10"/>
              </a:spcBef>
            </a:pPr>
            <a:r>
              <a:rPr sz="1800" spc="360" dirty="0">
                <a:latin typeface="Times New Roman"/>
                <a:cs typeface="Times New Roman"/>
              </a:rPr>
              <a:t>From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spc="265" dirty="0">
                <a:latin typeface="Times New Roman"/>
                <a:cs typeface="Times New Roman"/>
              </a:rPr>
              <a:t>multiplication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254" dirty="0">
                <a:latin typeface="Times New Roman"/>
                <a:cs typeface="Times New Roman"/>
              </a:rPr>
              <a:t>rule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spc="385" dirty="0">
                <a:latin typeface="Times New Roman"/>
                <a:cs typeface="Times New Roman"/>
              </a:rPr>
              <a:t>we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290" dirty="0">
                <a:latin typeface="Times New Roman"/>
                <a:cs typeface="Times New Roman"/>
              </a:rPr>
              <a:t>have</a:t>
            </a: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1775"/>
              </a:spcBef>
              <a:tabLst>
                <a:tab pos="908050" algn="l"/>
                <a:tab pos="1419860" algn="l"/>
                <a:tab pos="3689985" algn="l"/>
              </a:tabLst>
            </a:pPr>
            <a:r>
              <a:rPr sz="1800" spc="325" dirty="0">
                <a:latin typeface="Times New Roman"/>
                <a:cs typeface="Times New Roman"/>
              </a:rPr>
              <a:t>P(A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25" dirty="0">
                <a:latin typeface="Times New Roman"/>
                <a:cs typeface="Times New Roman"/>
              </a:rPr>
              <a:t>E</a:t>
            </a:r>
            <a:r>
              <a:rPr sz="1725" spc="337" baseline="-7246" dirty="0">
                <a:latin typeface="Times New Roman"/>
                <a:cs typeface="Times New Roman"/>
              </a:rPr>
              <a:t>i</a:t>
            </a:r>
            <a:r>
              <a:rPr sz="1800" spc="225" dirty="0">
                <a:latin typeface="Times New Roman"/>
                <a:cs typeface="Times New Roman"/>
              </a:rPr>
              <a:t>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70" dirty="0">
                <a:latin typeface="Times New Roman"/>
                <a:cs typeface="Times New Roman"/>
              </a:rPr>
              <a:t>=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260" dirty="0">
                <a:latin typeface="Times New Roman"/>
                <a:cs typeface="Times New Roman"/>
              </a:rPr>
              <a:t>P(E</a:t>
            </a:r>
            <a:r>
              <a:rPr sz="1725" spc="390" baseline="-7246" dirty="0">
                <a:latin typeface="Times New Roman"/>
                <a:cs typeface="Times New Roman"/>
              </a:rPr>
              <a:t>i</a:t>
            </a:r>
            <a:r>
              <a:rPr sz="1800" spc="260" dirty="0">
                <a:latin typeface="Times New Roman"/>
                <a:cs typeface="Times New Roman"/>
              </a:rPr>
              <a:t>)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370" dirty="0">
                <a:latin typeface="Times New Roman"/>
                <a:cs typeface="Times New Roman"/>
              </a:rPr>
              <a:t>P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spc="220" dirty="0">
                <a:latin typeface="Times New Roman"/>
                <a:cs typeface="Times New Roman"/>
              </a:rPr>
              <a:t>(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270" dirty="0">
                <a:latin typeface="Times New Roman"/>
                <a:cs typeface="Times New Roman"/>
              </a:rPr>
              <a:t>A/E</a:t>
            </a:r>
            <a:r>
              <a:rPr sz="1725" spc="405" baseline="-7246" dirty="0">
                <a:latin typeface="Times New Roman"/>
                <a:cs typeface="Times New Roman"/>
              </a:rPr>
              <a:t>i</a:t>
            </a:r>
            <a:r>
              <a:rPr sz="1800" spc="270" dirty="0">
                <a:latin typeface="Times New Roman"/>
                <a:cs typeface="Times New Roman"/>
              </a:rPr>
              <a:t>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20" dirty="0">
                <a:latin typeface="Times New Roman"/>
                <a:cs typeface="Times New Roman"/>
              </a:rPr>
              <a:t>-----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229" dirty="0">
                <a:latin typeface="Times New Roman"/>
                <a:cs typeface="Times New Roman"/>
              </a:rPr>
              <a:t>(2)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35179" y="4122820"/>
            <a:ext cx="403225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981325" algn="l"/>
              </a:tabLst>
            </a:pPr>
            <a:r>
              <a:rPr sz="1800" spc="265" dirty="0">
                <a:latin typeface="Times New Roman"/>
                <a:cs typeface="Times New Roman"/>
              </a:rPr>
              <a:t>Substituting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254" dirty="0">
                <a:latin typeface="Times New Roman"/>
                <a:cs typeface="Times New Roman"/>
              </a:rPr>
              <a:t>(2)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254" dirty="0">
                <a:latin typeface="Times New Roman"/>
                <a:cs typeface="Times New Roman"/>
              </a:rPr>
              <a:t>in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229" dirty="0">
                <a:latin typeface="Times New Roman"/>
                <a:cs typeface="Times New Roman"/>
              </a:rPr>
              <a:t>(1)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385" dirty="0">
                <a:latin typeface="Times New Roman"/>
                <a:cs typeface="Times New Roman"/>
              </a:rPr>
              <a:t>we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spc="290" dirty="0">
                <a:latin typeface="Times New Roman"/>
                <a:cs typeface="Times New Roman"/>
              </a:rPr>
              <a:t>have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5500" y="4710031"/>
            <a:ext cx="89090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315" dirty="0">
                <a:latin typeface="Times New Roman"/>
                <a:cs typeface="Times New Roman"/>
              </a:rPr>
              <a:t>P(A)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spc="320" dirty="0">
                <a:latin typeface="Times New Roman"/>
                <a:cs typeface="Times New Roman"/>
              </a:rPr>
              <a:t>=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15430" y="4540970"/>
            <a:ext cx="208915" cy="313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50" b="1" spc="360" dirty="0">
                <a:latin typeface="Times New Roman"/>
                <a:cs typeface="Times New Roman"/>
              </a:rPr>
              <a:t>n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94213" y="4742556"/>
            <a:ext cx="473075" cy="5099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9855">
              <a:lnSpc>
                <a:spcPts val="1885"/>
              </a:lnSpc>
              <a:spcBef>
                <a:spcPts val="135"/>
              </a:spcBef>
            </a:pPr>
            <a:r>
              <a:rPr sz="1850" spc="465" dirty="0">
                <a:latin typeface="Symbol"/>
                <a:cs typeface="Symbol"/>
              </a:rPr>
              <a:t></a:t>
            </a:r>
            <a:endParaRPr sz="1850">
              <a:latin typeface="Symbol"/>
              <a:cs typeface="Symbol"/>
            </a:endParaRPr>
          </a:p>
          <a:p>
            <a:pPr marL="12700">
              <a:lnSpc>
                <a:spcPts val="1885"/>
              </a:lnSpc>
            </a:pPr>
            <a:r>
              <a:rPr sz="1850" b="1" spc="315" dirty="0">
                <a:latin typeface="Times New Roman"/>
                <a:cs typeface="Times New Roman"/>
              </a:rPr>
              <a:t>i=1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43912" y="4710031"/>
            <a:ext cx="589280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2070735" algn="l"/>
              </a:tabLst>
            </a:pPr>
            <a:r>
              <a:rPr sz="1800" spc="265" dirty="0">
                <a:latin typeface="Times New Roman"/>
                <a:cs typeface="Times New Roman"/>
              </a:rPr>
              <a:t>P(E</a:t>
            </a:r>
            <a:r>
              <a:rPr sz="1725" spc="397" baseline="-7246" dirty="0">
                <a:latin typeface="Times New Roman"/>
                <a:cs typeface="Times New Roman"/>
              </a:rPr>
              <a:t>i</a:t>
            </a:r>
            <a:r>
              <a:rPr sz="1800" spc="265" dirty="0">
                <a:latin typeface="Times New Roman"/>
                <a:cs typeface="Times New Roman"/>
              </a:rPr>
              <a:t>)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spc="370" dirty="0">
                <a:latin typeface="Times New Roman"/>
                <a:cs typeface="Times New Roman"/>
              </a:rPr>
              <a:t>P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spc="220" dirty="0">
                <a:latin typeface="Times New Roman"/>
                <a:cs typeface="Times New Roman"/>
              </a:rPr>
              <a:t>(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270" dirty="0">
                <a:latin typeface="Times New Roman"/>
                <a:cs typeface="Times New Roman"/>
              </a:rPr>
              <a:t>A/E</a:t>
            </a:r>
            <a:r>
              <a:rPr sz="1725" spc="405" baseline="-7246" dirty="0">
                <a:latin typeface="Times New Roman"/>
                <a:cs typeface="Times New Roman"/>
              </a:rPr>
              <a:t>i</a:t>
            </a:r>
            <a:r>
              <a:rPr sz="1800" spc="270" dirty="0">
                <a:latin typeface="Times New Roman"/>
                <a:cs typeface="Times New Roman"/>
              </a:rPr>
              <a:t>)</a:t>
            </a:r>
            <a:r>
              <a:rPr sz="1800" dirty="0">
                <a:latin typeface="Times New Roman"/>
                <a:cs typeface="Times New Roman"/>
              </a:rPr>
              <a:t>	</a:t>
            </a:r>
            <a:r>
              <a:rPr sz="1800" spc="220" dirty="0">
                <a:latin typeface="Times New Roman"/>
                <a:cs typeface="Times New Roman"/>
              </a:rPr>
              <a:t>-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spc="254" dirty="0">
                <a:latin typeface="Times New Roman"/>
                <a:cs typeface="Times New Roman"/>
              </a:rPr>
              <a:t>(3)</a:t>
            </a:r>
            <a:r>
              <a:rPr sz="1600" spc="254" dirty="0">
                <a:latin typeface="Times New Roman"/>
                <a:cs typeface="Times New Roman"/>
              </a:rPr>
              <a:t>[Rule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240" dirty="0">
                <a:latin typeface="Times New Roman"/>
                <a:cs typeface="Times New Roman"/>
              </a:rPr>
              <a:t>of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200" dirty="0">
                <a:latin typeface="Times New Roman"/>
                <a:cs typeface="Times New Roman"/>
              </a:rPr>
              <a:t>total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225" dirty="0">
                <a:latin typeface="Times New Roman"/>
                <a:cs typeface="Times New Roman"/>
              </a:rPr>
              <a:t>probability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380" dirty="0">
                <a:latin typeface="Times New Roman"/>
                <a:cs typeface="Times New Roman"/>
              </a:rPr>
              <a:t>OR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92865" y="4736095"/>
            <a:ext cx="235140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275" dirty="0">
                <a:latin typeface="Times New Roman"/>
                <a:cs typeface="Times New Roman"/>
              </a:rPr>
              <a:t>Rule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240" dirty="0">
                <a:latin typeface="Times New Roman"/>
                <a:cs typeface="Times New Roman"/>
              </a:rPr>
              <a:t>of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spc="229" dirty="0">
                <a:latin typeface="Times New Roman"/>
                <a:cs typeface="Times New Roman"/>
              </a:rPr>
              <a:t>elimination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135" dirty="0">
                <a:latin typeface="Times New Roman"/>
                <a:cs typeface="Times New Roman"/>
              </a:rPr>
              <a:t>]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09825" y="1809686"/>
            <a:ext cx="290512" cy="34766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29050" y="1800161"/>
            <a:ext cx="309562" cy="357187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91200" y="1800161"/>
            <a:ext cx="290512" cy="37623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71725" y="2304986"/>
            <a:ext cx="319087" cy="39528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19550" y="2324036"/>
            <a:ext cx="328612" cy="37623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76975" y="2314511"/>
            <a:ext cx="290512" cy="366712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00375" y="2905061"/>
            <a:ext cx="309562" cy="39528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94539" y="3046861"/>
            <a:ext cx="149772" cy="159313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75433" y="3275125"/>
            <a:ext cx="168771" cy="112183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34000" y="2914586"/>
            <a:ext cx="290512" cy="366712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00175" y="4114736"/>
            <a:ext cx="309562" cy="36671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162425" y="2952686"/>
            <a:ext cx="404812" cy="319087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790700" y="4733861"/>
            <a:ext cx="442912" cy="3381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8AE7880-AC2A-C83F-7F4E-0AA597B28FAB}"/>
                  </a:ext>
                </a:extLst>
              </p14:cNvPr>
              <p14:cNvContentPartPr/>
              <p14:nvPr/>
            </p14:nvContentPartPr>
            <p14:xfrm>
              <a:off x="10959120" y="4376160"/>
              <a:ext cx="570240" cy="5644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8AE7880-AC2A-C83F-7F4E-0AA597B28FA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949760" y="4366800"/>
                <a:ext cx="588960" cy="58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latin typeface="Calibri"/>
                <a:cs typeface="Calibri"/>
              </a:rPr>
              <a:t>Proof:(Continuation)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52550"/>
            <a:ext cx="12191999" cy="4800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E81594-F29F-E93A-1EAF-C13CFEF702FF}"/>
                  </a:ext>
                </a:extLst>
              </p14:cNvPr>
              <p14:cNvContentPartPr/>
              <p14:nvPr/>
            </p14:nvContentPartPr>
            <p14:xfrm>
              <a:off x="3270960" y="1895040"/>
              <a:ext cx="7224480" cy="4290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E81594-F29F-E93A-1EAF-C13CFEF702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61600" y="1885680"/>
                <a:ext cx="7243200" cy="4308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" y="1419237"/>
            <a:ext cx="11744325" cy="470533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0279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105"/>
              </a:spcBef>
            </a:pPr>
            <a:r>
              <a:rPr sz="3600" spc="-10" dirty="0">
                <a:latin typeface="Calibri"/>
                <a:cs typeface="Calibri"/>
              </a:rPr>
              <a:t>Example:1</a:t>
            </a:r>
            <a:endParaRPr sz="36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79044B5-AA81-5BAF-E9DE-FC8B6C997774}"/>
                  </a:ext>
                </a:extLst>
              </p14:cNvPr>
              <p14:cNvContentPartPr/>
              <p14:nvPr/>
            </p14:nvContentPartPr>
            <p14:xfrm>
              <a:off x="3533040" y="461520"/>
              <a:ext cx="8503200" cy="4270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79044B5-AA81-5BAF-E9DE-FC8B6C9977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23680" y="452160"/>
                <a:ext cx="8521920" cy="428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98C6C65-C588-BA11-D994-EC6F65F716DB}"/>
                  </a:ext>
                </a:extLst>
              </p14:cNvPr>
              <p14:cNvContentPartPr/>
              <p14:nvPr/>
            </p14:nvContentPartPr>
            <p14:xfrm>
              <a:off x="4044240" y="814680"/>
              <a:ext cx="7940520" cy="5803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98C6C65-C588-BA11-D994-EC6F65F716D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34880" y="805320"/>
                <a:ext cx="7959240" cy="5822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/>
              <a:t>Solution: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95400"/>
            <a:ext cx="12191999" cy="54102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8C4FC2-CFB3-BEA5-5E81-1261236BAB51}"/>
                  </a:ext>
                </a:extLst>
              </p14:cNvPr>
              <p14:cNvContentPartPr/>
              <p14:nvPr/>
            </p14:nvContentPartPr>
            <p14:xfrm>
              <a:off x="1796400" y="3834000"/>
              <a:ext cx="8968680" cy="2916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8C4FC2-CFB3-BEA5-5E81-1261236BAB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7040" y="3824640"/>
                <a:ext cx="8987400" cy="293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404" rIns="0" bIns="0" rtlCol="0">
            <a:spAutoFit/>
          </a:bodyPr>
          <a:lstStyle/>
          <a:p>
            <a:pPr marL="453898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latin typeface="Calibri"/>
                <a:cs typeface="Calibri"/>
              </a:rPr>
              <a:t>Example:2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0507" y="1428432"/>
            <a:ext cx="11579225" cy="16948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5250">
              <a:lnSpc>
                <a:spcPct val="100000"/>
              </a:lnSpc>
              <a:spcBef>
                <a:spcPts val="125"/>
              </a:spcBef>
            </a:pPr>
            <a:r>
              <a:rPr sz="2600" dirty="0">
                <a:latin typeface="Times New Roman"/>
                <a:cs typeface="Times New Roman"/>
              </a:rPr>
              <a:t>In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neighborhood,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90% children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were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falling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sick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due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flu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10% due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measles</a:t>
            </a:r>
            <a:endParaRPr sz="26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49200"/>
              </a:lnSpc>
              <a:spcBef>
                <a:spcPts val="680"/>
              </a:spcBef>
            </a:pP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other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disease.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probability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observing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rashes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measles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0.95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flu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0.08.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If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child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develops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rashes,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Find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child’s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probability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having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flu.</a:t>
            </a:r>
            <a:endParaRPr sz="26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D58E277-9E0A-F8B4-070C-E5189C78A4D9}"/>
                  </a:ext>
                </a:extLst>
              </p14:cNvPr>
              <p14:cNvContentPartPr/>
              <p14:nvPr/>
            </p14:nvContentPartPr>
            <p14:xfrm>
              <a:off x="383040" y="1924920"/>
              <a:ext cx="10237320" cy="1249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D58E277-9E0A-F8B4-070C-E5189C78A4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3680" y="1915560"/>
                <a:ext cx="10256040" cy="1268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1925"/>
            <a:ext cx="10667999" cy="762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01560" y="2268092"/>
            <a:ext cx="4202430" cy="371475"/>
          </a:xfrm>
          <a:custGeom>
            <a:avLst/>
            <a:gdLst/>
            <a:ahLst/>
            <a:cxnLst/>
            <a:rect l="l" t="t" r="r" b="b"/>
            <a:pathLst>
              <a:path w="4202430" h="371475">
                <a:moveTo>
                  <a:pt x="4202112" y="0"/>
                </a:moveTo>
                <a:lnTo>
                  <a:pt x="0" y="0"/>
                </a:lnTo>
                <a:lnTo>
                  <a:pt x="0" y="371475"/>
                </a:lnTo>
                <a:lnTo>
                  <a:pt x="4202112" y="371475"/>
                </a:lnTo>
                <a:lnTo>
                  <a:pt x="42021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9622" y="337819"/>
            <a:ext cx="6025515" cy="285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42620" algn="r">
              <a:lnSpc>
                <a:spcPct val="100000"/>
              </a:lnSpc>
              <a:spcBef>
                <a:spcPts val="10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Solution: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51300"/>
              </a:lnSpc>
              <a:spcBef>
                <a:spcPts val="2050"/>
              </a:spcBef>
            </a:pPr>
            <a:r>
              <a:rPr sz="2400" dirty="0">
                <a:latin typeface="Calibri"/>
                <a:cs typeface="Calibri"/>
              </a:rPr>
              <a:t>Let,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children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children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measles </a:t>
            </a:r>
            <a:r>
              <a:rPr sz="2400" dirty="0">
                <a:latin typeface="Calibri"/>
                <a:cs typeface="Calibri"/>
              </a:rPr>
              <a:t>R: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children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symptom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rash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400" dirty="0">
                <a:latin typeface="Calibri"/>
                <a:cs typeface="Calibri"/>
              </a:rPr>
              <a:t>P(F)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90%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0.9,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P(M)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10%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0.1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Calibri"/>
                <a:cs typeface="Calibri"/>
              </a:rPr>
              <a:t>P(R|F)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0.08,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P(R|M)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0.95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50" y="3629025"/>
            <a:ext cx="5019675" cy="10572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375" y="4743450"/>
            <a:ext cx="4981524" cy="609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7937" y="5027548"/>
            <a:ext cx="26987" cy="269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9F15C93-923A-F55C-C845-304710281C7B}"/>
                  </a:ext>
                </a:extLst>
              </p14:cNvPr>
              <p14:cNvContentPartPr/>
              <p14:nvPr/>
            </p14:nvContentPartPr>
            <p14:xfrm>
              <a:off x="738360" y="1415160"/>
              <a:ext cx="5483880" cy="3900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9F15C93-923A-F55C-C845-304710281C7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9000" y="1405800"/>
                <a:ext cx="5502600" cy="391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/>
              <a:t>Example:3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31202" y="1222936"/>
            <a:ext cx="10462895" cy="35921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50200"/>
              </a:lnSpc>
              <a:spcBef>
                <a:spcPts val="60"/>
              </a:spcBef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estimated</a:t>
            </a:r>
            <a:r>
              <a:rPr sz="2600" spc="1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1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50%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1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emails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1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spam</a:t>
            </a:r>
            <a:r>
              <a:rPr sz="2600" spc="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emails.</a:t>
            </a:r>
            <a:r>
              <a:rPr sz="2600" spc="1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Some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software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has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been </a:t>
            </a:r>
            <a:r>
              <a:rPr sz="2600" dirty="0">
                <a:latin typeface="Calibri"/>
                <a:cs typeface="Calibri"/>
              </a:rPr>
              <a:t>applied</a:t>
            </a:r>
            <a:r>
              <a:rPr sz="2600" spc="2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3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filter</a:t>
            </a:r>
            <a:r>
              <a:rPr sz="2600" spc="2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these</a:t>
            </a:r>
            <a:r>
              <a:rPr sz="2600" spc="2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spam</a:t>
            </a:r>
            <a:r>
              <a:rPr sz="2600" spc="3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emails</a:t>
            </a:r>
            <a:r>
              <a:rPr sz="2600" spc="2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before</a:t>
            </a:r>
            <a:r>
              <a:rPr sz="2600" spc="2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they</a:t>
            </a:r>
            <a:r>
              <a:rPr sz="2600" spc="2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reach</a:t>
            </a:r>
            <a:r>
              <a:rPr sz="2600" spc="2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your</a:t>
            </a:r>
            <a:r>
              <a:rPr sz="2600" spc="2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inbox.</a:t>
            </a:r>
            <a:r>
              <a:rPr sz="2600" spc="2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2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certain </a:t>
            </a:r>
            <a:r>
              <a:rPr sz="2600" dirty="0">
                <a:latin typeface="Calibri"/>
                <a:cs typeface="Calibri"/>
              </a:rPr>
              <a:t>brand</a:t>
            </a:r>
            <a:r>
              <a:rPr sz="2600" spc="4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4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software</a:t>
            </a:r>
            <a:r>
              <a:rPr sz="2600" spc="3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claims</a:t>
            </a:r>
            <a:r>
              <a:rPr sz="2600" spc="3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4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3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3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detect</a:t>
            </a:r>
            <a:r>
              <a:rPr sz="2600" spc="4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99%</a:t>
            </a:r>
            <a:r>
              <a:rPr sz="2600" spc="3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4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spam</a:t>
            </a:r>
            <a:r>
              <a:rPr sz="2600" spc="40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e-</a:t>
            </a:r>
            <a:r>
              <a:rPr sz="2600" dirty="0">
                <a:latin typeface="Calibri"/>
                <a:cs typeface="Calibri"/>
              </a:rPr>
              <a:t>mails,</a:t>
            </a:r>
            <a:r>
              <a:rPr sz="2600" spc="3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38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probability</a:t>
            </a:r>
            <a:r>
              <a:rPr sz="2600" spc="6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7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7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false</a:t>
            </a:r>
            <a:r>
              <a:rPr sz="2600" spc="7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positive</a:t>
            </a:r>
            <a:r>
              <a:rPr sz="2600" spc="6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(a</a:t>
            </a:r>
            <a:r>
              <a:rPr sz="2600" spc="50" dirty="0">
                <a:latin typeface="Calibri"/>
                <a:cs typeface="Calibri"/>
              </a:rPr>
              <a:t>  </a:t>
            </a:r>
            <a:r>
              <a:rPr sz="2600" spc="-10" dirty="0">
                <a:latin typeface="Calibri"/>
                <a:cs typeface="Calibri"/>
              </a:rPr>
              <a:t>non-</a:t>
            </a:r>
            <a:r>
              <a:rPr sz="2600" dirty="0">
                <a:latin typeface="Calibri"/>
                <a:cs typeface="Calibri"/>
              </a:rPr>
              <a:t>spam</a:t>
            </a:r>
            <a:r>
              <a:rPr sz="2600" spc="8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email</a:t>
            </a:r>
            <a:r>
              <a:rPr sz="2600" spc="5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detected</a:t>
            </a:r>
            <a:r>
              <a:rPr sz="2600" spc="6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5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spam)</a:t>
            </a:r>
            <a:r>
              <a:rPr sz="2600" spc="75" dirty="0">
                <a:latin typeface="Calibri"/>
                <a:cs typeface="Calibri"/>
              </a:rPr>
              <a:t>  </a:t>
            </a:r>
            <a:r>
              <a:rPr sz="2600" spc="-25" dirty="0">
                <a:latin typeface="Calibri"/>
                <a:cs typeface="Calibri"/>
              </a:rPr>
              <a:t>is </a:t>
            </a:r>
            <a:r>
              <a:rPr sz="2600" dirty="0">
                <a:latin typeface="Calibri"/>
                <a:cs typeface="Calibri"/>
              </a:rPr>
              <a:t>5%.Now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 email is</a:t>
            </a:r>
            <a:r>
              <a:rPr sz="2600" spc="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detected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spam,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then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what</a:t>
            </a:r>
            <a:r>
              <a:rPr sz="2600" spc="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probability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is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fact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non-</a:t>
            </a:r>
            <a:r>
              <a:rPr sz="2600" dirty="0">
                <a:latin typeface="Calibri"/>
                <a:cs typeface="Calibri"/>
              </a:rPr>
              <a:t>spam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email?</a:t>
            </a:r>
            <a:endParaRPr sz="26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F6C67F4-775B-6395-DB28-CA5750618B3A}"/>
                  </a:ext>
                </a:extLst>
              </p14:cNvPr>
              <p14:cNvContentPartPr/>
              <p14:nvPr/>
            </p14:nvContentPartPr>
            <p14:xfrm>
              <a:off x="4505400" y="1853280"/>
              <a:ext cx="5610240" cy="4149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F6C67F4-775B-6395-DB28-CA5750618B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96040" y="1843920"/>
                <a:ext cx="5628960" cy="4167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spc="-10" dirty="0"/>
              <a:t>Solution: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575" y="1285875"/>
            <a:ext cx="11534711" cy="51911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1E47EC8-2949-5EF5-AA35-454B08339310}"/>
                  </a:ext>
                </a:extLst>
              </p14:cNvPr>
              <p14:cNvContentPartPr/>
              <p14:nvPr/>
            </p14:nvContentPartPr>
            <p14:xfrm>
              <a:off x="835920" y="1845720"/>
              <a:ext cx="8321400" cy="3718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1E47EC8-2949-5EF5-AA35-454B083393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6560" y="1836360"/>
                <a:ext cx="8340120" cy="373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14134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Bayes'</a:t>
            </a:r>
            <a:r>
              <a:rPr sz="2400" spc="-75" dirty="0"/>
              <a:t> </a:t>
            </a:r>
            <a:r>
              <a:rPr sz="2400" dirty="0"/>
              <a:t>Theorem</a:t>
            </a:r>
            <a:r>
              <a:rPr sz="2400" spc="-65" dirty="0"/>
              <a:t> </a:t>
            </a:r>
            <a:r>
              <a:rPr sz="2400" dirty="0"/>
              <a:t>for</a:t>
            </a:r>
            <a:r>
              <a:rPr sz="2400" spc="10" dirty="0"/>
              <a:t> </a:t>
            </a:r>
            <a:r>
              <a:rPr sz="2400" spc="-10" dirty="0"/>
              <a:t>Hypothesis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850384" y="1231836"/>
            <a:ext cx="12382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 Math"/>
                <a:cs typeface="Cambria Math"/>
              </a:rPr>
              <a:t>𝑃(𝐻</a:t>
            </a:r>
            <a:r>
              <a:rPr sz="2000" spc="19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1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𝐸)</a:t>
            </a:r>
            <a:r>
              <a:rPr sz="2000" spc="14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36640" y="1423924"/>
            <a:ext cx="1514475" cy="19050"/>
          </a:xfrm>
          <a:custGeom>
            <a:avLst/>
            <a:gdLst/>
            <a:ahLst/>
            <a:cxnLst/>
            <a:rect l="l" t="t" r="r" b="b"/>
            <a:pathLst>
              <a:path w="1514475" h="19050">
                <a:moveTo>
                  <a:pt x="1514475" y="0"/>
                </a:moveTo>
                <a:lnTo>
                  <a:pt x="0" y="0"/>
                </a:lnTo>
                <a:lnTo>
                  <a:pt x="0" y="19050"/>
                </a:lnTo>
                <a:lnTo>
                  <a:pt x="1514475" y="19050"/>
                </a:lnTo>
                <a:lnTo>
                  <a:pt x="15144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131940" y="1039431"/>
            <a:ext cx="154241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 Math"/>
                <a:cs typeface="Cambria Math"/>
              </a:rPr>
              <a:t>𝑃(𝐸</a:t>
            </a:r>
            <a:r>
              <a:rPr sz="2000" spc="20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125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𝐻)𝑃(𝐻)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18351" y="1402016"/>
            <a:ext cx="56959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latin typeface="Cambria Math"/>
                <a:cs typeface="Cambria Math"/>
              </a:rPr>
              <a:t>𝑃(𝐸)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7357" y="1699323"/>
            <a:ext cx="11344275" cy="2165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latin typeface="Calibri"/>
                <a:cs typeface="Calibri"/>
              </a:rPr>
              <a:t>Where</a:t>
            </a:r>
            <a:endParaRPr sz="2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mbria Math"/>
                <a:cs typeface="Cambria Math"/>
              </a:rPr>
              <a:t>𝑃(𝐻</a:t>
            </a:r>
            <a:r>
              <a:rPr sz="2000" spc="1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9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𝐸)</a:t>
            </a:r>
            <a:r>
              <a:rPr sz="2000" spc="-20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Posterior probability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hypothesis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mbria Math"/>
                <a:cs typeface="Cambria Math"/>
              </a:rPr>
              <a:t>𝐻</a:t>
            </a:r>
            <a:r>
              <a:rPr sz="2000" spc="-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evidence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𝐸</a:t>
            </a:r>
            <a:r>
              <a:rPr sz="2000" spc="-25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mbria Math"/>
                <a:cs typeface="Cambria Math"/>
              </a:rPr>
              <a:t>𝑃(𝐻)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Prior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hypothesis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𝐻</a:t>
            </a:r>
            <a:r>
              <a:rPr sz="2000" spc="-25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</a:pPr>
            <a:r>
              <a:rPr sz="2000" dirty="0">
                <a:latin typeface="Cambria Math"/>
                <a:cs typeface="Cambria Math"/>
              </a:rPr>
              <a:t>𝑃(𝐸</a:t>
            </a:r>
            <a:r>
              <a:rPr sz="2000" spc="1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10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𝐻)</a:t>
            </a:r>
            <a:r>
              <a:rPr sz="2000" spc="-1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Likelihood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evidence </a:t>
            </a:r>
            <a:r>
              <a:rPr sz="2000" dirty="0">
                <a:latin typeface="Cambria Math"/>
                <a:cs typeface="Cambria Math"/>
              </a:rPr>
              <a:t>𝐸</a:t>
            </a:r>
            <a:r>
              <a:rPr sz="2000" spc="-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𝐻</a:t>
            </a:r>
            <a:r>
              <a:rPr sz="2000" spc="-25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mbria Math"/>
                <a:cs typeface="Cambria Math"/>
              </a:rPr>
              <a:t>𝑃(𝐸)</a:t>
            </a:r>
            <a:r>
              <a:rPr sz="2000" spc="-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Evidence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normalization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constant.</a:t>
            </a:r>
            <a:endParaRPr sz="20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405"/>
              </a:spcBef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𝐻</a:t>
            </a:r>
            <a:r>
              <a:rPr sz="2100" spc="-15" baseline="-15873" dirty="0">
                <a:latin typeface="Cambria Math"/>
                <a:cs typeface="Cambria Math"/>
              </a:rPr>
              <a:t>1</a:t>
            </a:r>
            <a:r>
              <a:rPr sz="2000" spc="-10" dirty="0">
                <a:latin typeface="Cambria Math"/>
                <a:cs typeface="Cambria Math"/>
              </a:rPr>
              <a:t>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𝐻</a:t>
            </a:r>
            <a:r>
              <a:rPr sz="2100" baseline="-15873" dirty="0">
                <a:latin typeface="Cambria Math"/>
                <a:cs typeface="Cambria Math"/>
              </a:rPr>
              <a:t>2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…</a:t>
            </a:r>
            <a:r>
              <a:rPr sz="2000" spc="-13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𝐻</a:t>
            </a:r>
            <a:r>
              <a:rPr sz="2100" baseline="-15873" dirty="0">
                <a:latin typeface="Cambria Math"/>
                <a:cs typeface="Cambria Math"/>
              </a:rPr>
              <a:t>𝑛</a:t>
            </a:r>
            <a:r>
              <a:rPr sz="2100" spc="412" baseline="-15873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mutually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exclusive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exhaustive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hypotheses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posterior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probabilities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5457" y="3883405"/>
            <a:ext cx="143319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latin typeface="Calibri"/>
                <a:cs typeface="Calibri"/>
              </a:rPr>
              <a:t>always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400" dirty="0">
                <a:latin typeface="Calibri"/>
                <a:cs typeface="Calibri"/>
              </a:rPr>
              <a:t> </a:t>
            </a:r>
            <a:r>
              <a:rPr sz="2000" spc="250" dirty="0">
                <a:latin typeface="Cambria Math"/>
                <a:cs typeface="Cambria Math"/>
              </a:rPr>
              <a:t>෌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8744" y="4070413"/>
            <a:ext cx="3371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30" dirty="0">
                <a:latin typeface="Cambria Math"/>
                <a:cs typeface="Cambria Math"/>
              </a:rPr>
              <a:t>𝑖=1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88744" y="3800792"/>
            <a:ext cx="14351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70" dirty="0">
                <a:latin typeface="Cambria Math"/>
                <a:cs typeface="Cambria Math"/>
              </a:rPr>
              <a:t>𝑛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20341" y="3883723"/>
            <a:ext cx="156019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mbria Math"/>
                <a:cs typeface="Cambria Math"/>
              </a:rPr>
              <a:t>𝑃(𝐻</a:t>
            </a:r>
            <a:r>
              <a:rPr sz="2100" baseline="-15873" dirty="0">
                <a:latin typeface="Cambria Math"/>
                <a:cs typeface="Cambria Math"/>
              </a:rPr>
              <a:t>𝑖</a:t>
            </a:r>
            <a:r>
              <a:rPr sz="2100" spc="607" baseline="-15873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114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𝐸)</a:t>
            </a:r>
            <a:r>
              <a:rPr sz="2000" spc="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0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5457" y="4541837"/>
            <a:ext cx="7737475" cy="2165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Calibri"/>
                <a:cs typeface="Calibri"/>
              </a:rPr>
              <a:t>This holds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total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accounts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hypotheses.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logic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Naive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Bayes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classifier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widely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in: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Spam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filtering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Sentiment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analysis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Document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categorization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Medical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diagnosis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prediction</a:t>
            </a:r>
            <a:endParaRPr sz="20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7EF0EC8-185D-8137-3EA4-767D661976AE}"/>
                  </a:ext>
                </a:extLst>
              </p14:cNvPr>
              <p14:cNvContentPartPr/>
              <p14:nvPr/>
            </p14:nvContentPartPr>
            <p14:xfrm>
              <a:off x="2359080" y="4822200"/>
              <a:ext cx="4962240" cy="14360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7EF0EC8-185D-8137-3EA4-767D661976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9720" y="4812840"/>
                <a:ext cx="4980960" cy="1454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5" dirty="0"/>
              <a:t> </a:t>
            </a:r>
            <a:r>
              <a:rPr sz="2400" spc="-50" dirty="0"/>
              <a:t>4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85457" y="971148"/>
            <a:ext cx="11097895" cy="4554855"/>
          </a:xfrm>
          <a:prstGeom prst="rect">
            <a:avLst/>
          </a:prstGeom>
        </p:spPr>
        <p:txBody>
          <a:bodyPr vert="horz" wrap="square" lIns="0" tIns="18478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455"/>
              </a:spcBef>
            </a:pPr>
            <a:r>
              <a:rPr sz="2750" b="1" dirty="0">
                <a:solidFill>
                  <a:srgbClr val="006FC0"/>
                </a:solidFill>
                <a:latin typeface="Calibri"/>
                <a:cs typeface="Calibri"/>
              </a:rPr>
              <a:t>Email</a:t>
            </a:r>
            <a:r>
              <a:rPr sz="2750" b="1" spc="9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dirty="0">
                <a:solidFill>
                  <a:srgbClr val="006FC0"/>
                </a:solidFill>
                <a:latin typeface="Calibri"/>
                <a:cs typeface="Calibri"/>
              </a:rPr>
              <a:t>Spam</a:t>
            </a:r>
            <a:r>
              <a:rPr sz="2750" b="1" spc="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dirty="0">
                <a:solidFill>
                  <a:srgbClr val="006FC0"/>
                </a:solidFill>
                <a:latin typeface="Calibri"/>
                <a:cs typeface="Calibri"/>
              </a:rPr>
              <a:t>Classification</a:t>
            </a:r>
            <a:r>
              <a:rPr sz="2750" b="1" spc="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dirty="0">
                <a:solidFill>
                  <a:srgbClr val="006FC0"/>
                </a:solidFill>
                <a:latin typeface="Calibri"/>
                <a:cs typeface="Calibri"/>
              </a:rPr>
              <a:t>using</a:t>
            </a:r>
            <a:r>
              <a:rPr sz="2750" b="1" spc="1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dirty="0">
                <a:solidFill>
                  <a:srgbClr val="006FC0"/>
                </a:solidFill>
                <a:latin typeface="Calibri"/>
                <a:cs typeface="Calibri"/>
              </a:rPr>
              <a:t>Bayes’</a:t>
            </a:r>
            <a:r>
              <a:rPr sz="2750" b="1" spc="1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750" b="1" spc="-10" dirty="0">
                <a:solidFill>
                  <a:srgbClr val="006FC0"/>
                </a:solidFill>
                <a:latin typeface="Calibri"/>
                <a:cs typeface="Calibri"/>
              </a:rPr>
              <a:t>Theorem</a:t>
            </a:r>
            <a:endParaRPr sz="2750">
              <a:latin typeface="Calibri"/>
              <a:cs typeface="Calibri"/>
            </a:endParaRPr>
          </a:p>
          <a:p>
            <a:pPr marL="354965" indent="-342265">
              <a:lnSpc>
                <a:spcPts val="2870"/>
              </a:lnSpc>
              <a:spcBef>
                <a:spcPts val="1160"/>
              </a:spcBef>
              <a:buFont typeface="Courier New"/>
              <a:buChar char="o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decide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email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Spam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(H₁)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Not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Spam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ts val="2870"/>
              </a:lnSpc>
            </a:pPr>
            <a:r>
              <a:rPr sz="2400" b="1" dirty="0">
                <a:latin typeface="Calibri"/>
                <a:cs typeface="Calibri"/>
              </a:rPr>
              <a:t>(H₂)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“offer”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(E).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"/>
              </a:spcBef>
              <a:buFont typeface="Courier New"/>
              <a:buChar char="o"/>
              <a:tabLst>
                <a:tab pos="354965" algn="l"/>
              </a:tabLst>
            </a:pPr>
            <a:r>
              <a:rPr sz="2400" b="1" dirty="0">
                <a:latin typeface="Calibri"/>
                <a:cs typeface="Calibri"/>
              </a:rPr>
              <a:t>Given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(from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training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corpus):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50"/>
              </a:spcBef>
              <a:buFont typeface="Wingdings"/>
              <a:buChar char=""/>
              <a:tabLst>
                <a:tab pos="355600" algn="l"/>
                <a:tab pos="2365375" algn="l"/>
              </a:tabLst>
            </a:pPr>
            <a:r>
              <a:rPr sz="2400" dirty="0">
                <a:latin typeface="Calibri"/>
                <a:cs typeface="Calibri"/>
              </a:rPr>
              <a:t>P(Spam)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0.3</a:t>
            </a:r>
            <a:r>
              <a:rPr sz="2400" dirty="0">
                <a:latin typeface="Calibri"/>
                <a:cs typeface="Calibri"/>
              </a:rPr>
              <a:t>	→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30%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emails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spam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75"/>
              </a:spcBef>
              <a:buFont typeface="Wingdings"/>
              <a:buChar char=""/>
              <a:tabLst>
                <a:tab pos="355600" algn="l"/>
                <a:tab pos="2892425" algn="l"/>
              </a:tabLst>
            </a:pPr>
            <a:r>
              <a:rPr sz="2400" dirty="0">
                <a:latin typeface="Calibri"/>
                <a:cs typeface="Calibri"/>
              </a:rPr>
              <a:t>P(Not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Spam)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0.7</a:t>
            </a:r>
            <a:r>
              <a:rPr sz="2400" dirty="0">
                <a:latin typeface="Calibri"/>
                <a:cs typeface="Calibri"/>
              </a:rPr>
              <a:t>	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70%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emails are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spam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80"/>
              </a:spcBef>
              <a:buFont typeface="Wingdings"/>
              <a:buChar char=""/>
              <a:tabLst>
                <a:tab pos="355600" algn="l"/>
                <a:tab pos="3495675" algn="l"/>
              </a:tabLst>
            </a:pPr>
            <a:r>
              <a:rPr sz="2400" dirty="0">
                <a:latin typeface="Calibri"/>
                <a:cs typeface="Calibri"/>
              </a:rPr>
              <a:t>P(“offer”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|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Spam)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0.8</a:t>
            </a:r>
            <a:r>
              <a:rPr sz="2400" dirty="0">
                <a:latin typeface="Calibri"/>
                <a:cs typeface="Calibri"/>
              </a:rPr>
              <a:t>	→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80%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emails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contain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“offer”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00"/>
              </a:spcBef>
              <a:buFont typeface="Wingdings"/>
              <a:buChar char=""/>
              <a:tabLst>
                <a:tab pos="355600" algn="l"/>
                <a:tab pos="4022725" algn="l"/>
              </a:tabLst>
            </a:pPr>
            <a:r>
              <a:rPr sz="2400" dirty="0">
                <a:latin typeface="Calibri"/>
                <a:cs typeface="Calibri"/>
              </a:rPr>
              <a:t>P(“offer”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|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Spam)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0.1</a:t>
            </a:r>
            <a:r>
              <a:rPr sz="2400" dirty="0">
                <a:latin typeface="Calibri"/>
                <a:cs typeface="Calibri"/>
              </a:rPr>
              <a:t>	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10%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non-</a:t>
            </a:r>
            <a:r>
              <a:rPr sz="2400" dirty="0">
                <a:latin typeface="Calibri"/>
                <a:cs typeface="Calibri"/>
              </a:rPr>
              <a:t>spam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emails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contain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“offer”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7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b="1" dirty="0">
                <a:latin typeface="Calibri"/>
                <a:cs typeface="Calibri"/>
              </a:rPr>
              <a:t>Find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 </a:t>
            </a:r>
            <a:r>
              <a:rPr sz="2400" b="1" spc="-10" dirty="0">
                <a:latin typeface="Calibri"/>
                <a:cs typeface="Calibri"/>
              </a:rPr>
              <a:t>probability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email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spam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given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that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contains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“offer”.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0E6456E-0085-B0DB-E14F-657988B3BC3F}"/>
                  </a:ext>
                </a:extLst>
              </p14:cNvPr>
              <p14:cNvContentPartPr/>
              <p14:nvPr/>
            </p14:nvContentPartPr>
            <p14:xfrm>
              <a:off x="1454760" y="2376000"/>
              <a:ext cx="7814160" cy="3172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0E6456E-0085-B0DB-E14F-657988B3BC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5400" y="2366640"/>
                <a:ext cx="7832880" cy="319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20" dirty="0"/>
              <a:t> </a:t>
            </a:r>
            <a:r>
              <a:rPr sz="2400" dirty="0"/>
              <a:t>4:</a:t>
            </a:r>
            <a:r>
              <a:rPr sz="2400" spc="-15" dirty="0"/>
              <a:t> </a:t>
            </a:r>
            <a:r>
              <a:rPr sz="2400" spc="-10" dirty="0"/>
              <a:t>Solution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36294" y="1094422"/>
            <a:ext cx="21380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Bayes’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Theorem: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7725" y="2468562"/>
            <a:ext cx="7010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𝑊ℎ𝑒𝑟𝑒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4566" y="2456182"/>
            <a:ext cx="77203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𝑃(𝑂𝑓𝑓𝑒𝑟</a:t>
            </a:r>
            <a:r>
              <a:rPr sz="2700" baseline="3086" dirty="0">
                <a:latin typeface="Cambria Math"/>
                <a:cs typeface="Cambria Math"/>
              </a:rPr>
              <a:t>)</a:t>
            </a:r>
            <a:r>
              <a:rPr sz="2700" spc="142" baseline="3086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𝑃(Offer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/</a:t>
            </a:r>
            <a:r>
              <a:rPr sz="1900" spc="-30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3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)𝑃(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30" dirty="0">
                <a:latin typeface="Cambria Math"/>
                <a:cs typeface="Cambria Math"/>
              </a:rPr>
              <a:t> </a:t>
            </a:r>
            <a:r>
              <a:rPr sz="2700" baseline="3086" dirty="0">
                <a:latin typeface="Cambria Math"/>
                <a:cs typeface="Cambria Math"/>
              </a:rPr>
              <a:t>)</a:t>
            </a:r>
            <a:r>
              <a:rPr sz="2700" spc="-15" baseline="3086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𝑃(Offer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/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900" spc="-45" dirty="0">
                <a:latin typeface="Cambria Math"/>
                <a:cs typeface="Cambria Math"/>
              </a:rPr>
              <a:t>Not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4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)𝑃(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900" spc="-45" dirty="0">
                <a:latin typeface="Cambria Math"/>
                <a:cs typeface="Cambria Math"/>
              </a:rPr>
              <a:t>Not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45" dirty="0">
                <a:latin typeface="Cambria Math"/>
                <a:cs typeface="Cambria Math"/>
              </a:rPr>
              <a:t> </a:t>
            </a:r>
            <a:r>
              <a:rPr sz="2700" spc="-75" baseline="3086" dirty="0">
                <a:latin typeface="Cambria Math"/>
                <a:cs typeface="Cambria Math"/>
              </a:rPr>
              <a:t>)</a:t>
            </a:r>
            <a:endParaRPr sz="2700" baseline="3086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2921" y="4246562"/>
            <a:ext cx="34861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0" dirty="0">
                <a:latin typeface="Cambria Math"/>
                <a:cs typeface="Cambria Math"/>
              </a:rPr>
              <a:t>0.31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90294" y="4062097"/>
            <a:ext cx="34607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/𝑂𝑓𝑓𝑒𝑟</a:t>
            </a:r>
            <a:r>
              <a:rPr sz="2700" baseline="3086" dirty="0">
                <a:latin typeface="Cambria Math"/>
                <a:cs typeface="Cambria Math"/>
              </a:rPr>
              <a:t>)</a:t>
            </a:r>
            <a:r>
              <a:rPr sz="2700" spc="89" baseline="3086" dirty="0">
                <a:latin typeface="Cambria Math"/>
                <a:cs typeface="Cambria Math"/>
              </a:rPr>
              <a:t> 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120" dirty="0">
                <a:latin typeface="Cambria Math"/>
                <a:cs typeface="Cambria Math"/>
              </a:rPr>
              <a:t> </a:t>
            </a:r>
            <a:r>
              <a:rPr sz="2025" u="heavy" baseline="43209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0.8𝑋0.3</a:t>
            </a:r>
            <a:r>
              <a:rPr sz="2025" spc="127" baseline="43209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0.774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46400" y="3076892"/>
            <a:ext cx="37884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=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(0.8)(0.3)+(0.1)(0.7)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0.24+0.07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0.31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55235" y="1559943"/>
            <a:ext cx="20358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/𝑂𝑓𝑓𝑒𝑟</a:t>
            </a:r>
            <a:r>
              <a:rPr sz="2700" baseline="3086" dirty="0">
                <a:latin typeface="Cambria Math"/>
                <a:cs typeface="Cambria Math"/>
              </a:rPr>
              <a:t>)</a:t>
            </a:r>
            <a:r>
              <a:rPr sz="2700" spc="82" baseline="3086" dirty="0">
                <a:latin typeface="Cambria Math"/>
                <a:cs typeface="Cambria Math"/>
              </a:rPr>
              <a:t> 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638797" y="1735201"/>
            <a:ext cx="2667000" cy="19050"/>
          </a:xfrm>
          <a:custGeom>
            <a:avLst/>
            <a:gdLst/>
            <a:ahLst/>
            <a:cxnLst/>
            <a:rect l="l" t="t" r="r" b="b"/>
            <a:pathLst>
              <a:path w="2667000" h="19050">
                <a:moveTo>
                  <a:pt x="2667000" y="0"/>
                </a:moveTo>
                <a:lnTo>
                  <a:pt x="0" y="0"/>
                </a:lnTo>
                <a:lnTo>
                  <a:pt x="0" y="19050"/>
                </a:lnTo>
                <a:lnTo>
                  <a:pt x="2667000" y="19050"/>
                </a:lnTo>
                <a:lnTo>
                  <a:pt x="2667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29400" y="1386461"/>
            <a:ext cx="269748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𝑃(Offer</a:t>
            </a:r>
            <a:r>
              <a:rPr sz="1800" spc="395" dirty="0">
                <a:latin typeface="Cambria Math"/>
                <a:cs typeface="Cambria Math"/>
              </a:rPr>
              <a:t> </a:t>
            </a:r>
            <a:r>
              <a:rPr sz="1900" dirty="0">
                <a:latin typeface="Cambria Math"/>
                <a:cs typeface="Cambria Math"/>
              </a:rPr>
              <a:t>/</a:t>
            </a:r>
            <a:r>
              <a:rPr sz="1900" spc="-25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3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)𝑃(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900" spc="-60" dirty="0">
                <a:latin typeface="Cambria Math"/>
                <a:cs typeface="Cambria Math"/>
              </a:rPr>
              <a:t>Spam</a:t>
            </a:r>
            <a:r>
              <a:rPr sz="1900" spc="-35" dirty="0">
                <a:latin typeface="Cambria Math"/>
                <a:cs typeface="Cambria Math"/>
              </a:rPr>
              <a:t> </a:t>
            </a:r>
            <a:r>
              <a:rPr sz="2700" spc="-75" baseline="3086" dirty="0">
                <a:latin typeface="Cambria Math"/>
                <a:cs typeface="Cambria Math"/>
              </a:rPr>
              <a:t>)</a:t>
            </a:r>
            <a:endParaRPr sz="2700" baseline="3086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81316" y="1725612"/>
            <a:ext cx="9937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𝑃(𝑂𝑓𝑓𝑒𝑟</a:t>
            </a:r>
            <a:r>
              <a:rPr sz="2700" spc="-15" baseline="3086" dirty="0">
                <a:latin typeface="Cambria Math"/>
                <a:cs typeface="Cambria Math"/>
              </a:rPr>
              <a:t>)</a:t>
            </a:r>
            <a:endParaRPr sz="2700" baseline="3086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7575" y="5160073"/>
            <a:ext cx="75088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email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“offer”,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 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77.4%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probability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spam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AD9CCBB-9261-D876-2726-38002124E321}"/>
                  </a:ext>
                </a:extLst>
              </p14:cNvPr>
              <p14:cNvContentPartPr/>
              <p14:nvPr/>
            </p14:nvContentPartPr>
            <p14:xfrm>
              <a:off x="1501200" y="1337400"/>
              <a:ext cx="8885880" cy="31309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AD9CCBB-9261-D876-2726-38002124E3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1840" y="1328040"/>
                <a:ext cx="8904600" cy="314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Baye’s</a:t>
            </a:r>
            <a:r>
              <a:rPr sz="2400" spc="-135" dirty="0"/>
              <a:t> </a:t>
            </a:r>
            <a:r>
              <a:rPr sz="2400" spc="-10" dirty="0"/>
              <a:t>Theorem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575" y="1495425"/>
            <a:ext cx="10972774" cy="45243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AC9455C-0BD8-AFE0-5689-02617EC35F73}"/>
                  </a:ext>
                </a:extLst>
              </p14:cNvPr>
              <p14:cNvContentPartPr/>
              <p14:nvPr/>
            </p14:nvContentPartPr>
            <p14:xfrm>
              <a:off x="6318720" y="4226040"/>
              <a:ext cx="785520" cy="202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AC9455C-0BD8-AFE0-5689-02617EC35F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09360" y="4216680"/>
                <a:ext cx="804240" cy="22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1925"/>
            <a:ext cx="10667999" cy="762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3730" y="337819"/>
            <a:ext cx="10887075" cy="4545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0002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Features</a:t>
            </a:r>
            <a:r>
              <a:rPr sz="24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Bayesian</a:t>
            </a: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endParaRPr sz="2400">
              <a:latin typeface="Arial"/>
              <a:cs typeface="Arial"/>
            </a:endParaRPr>
          </a:p>
          <a:p>
            <a:pPr marL="298450" marR="5080" indent="-286385">
              <a:lnSpc>
                <a:spcPct val="151200"/>
              </a:lnSpc>
              <a:spcBef>
                <a:spcPts val="2365"/>
              </a:spcBef>
              <a:buFont typeface="Wingdings"/>
              <a:buChar char=""/>
              <a:tabLst>
                <a:tab pos="298450" algn="l"/>
                <a:tab pos="365760" algn="l"/>
              </a:tabLst>
            </a:pPr>
            <a:r>
              <a:rPr sz="2400" dirty="0">
                <a:latin typeface="Calibri"/>
                <a:cs typeface="Calibri"/>
              </a:rPr>
              <a:t>	Prior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combined</a:t>
            </a:r>
            <a:r>
              <a:rPr sz="2400" spc="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observed</a:t>
            </a:r>
            <a:r>
              <a:rPr sz="2400" spc="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determine</a:t>
            </a:r>
            <a:r>
              <a:rPr sz="2400" spc="8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final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hypothesis.</a:t>
            </a:r>
            <a:endParaRPr sz="2400">
              <a:latin typeface="Calibri"/>
              <a:cs typeface="Calibri"/>
            </a:endParaRPr>
          </a:p>
          <a:p>
            <a:pPr marL="366395" indent="-353695">
              <a:lnSpc>
                <a:spcPct val="100000"/>
              </a:lnSpc>
              <a:spcBef>
                <a:spcPts val="1400"/>
              </a:spcBef>
              <a:buFont typeface="Wingdings"/>
              <a:buChar char=""/>
              <a:tabLst>
                <a:tab pos="366395" algn="l"/>
              </a:tabLst>
            </a:pPr>
            <a:r>
              <a:rPr sz="2400" dirty="0">
                <a:latin typeface="Calibri"/>
                <a:cs typeface="Calibri"/>
              </a:rPr>
              <a:t>Prior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knowledge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asserting</a:t>
            </a:r>
            <a:endParaRPr sz="2400">
              <a:latin typeface="Calibri"/>
              <a:cs typeface="Calibri"/>
            </a:endParaRPr>
          </a:p>
          <a:p>
            <a:pPr marL="981075" indent="-968375">
              <a:lnSpc>
                <a:spcPct val="100000"/>
              </a:lnSpc>
              <a:spcBef>
                <a:spcPts val="1475"/>
              </a:spcBef>
              <a:buFont typeface="Wingdings"/>
              <a:buChar char=""/>
              <a:tabLst>
                <a:tab pos="981075" algn="l"/>
              </a:tabLst>
            </a:pPr>
            <a:r>
              <a:rPr sz="2400" dirty="0">
                <a:latin typeface="Calibri"/>
                <a:cs typeface="Calibri"/>
              </a:rPr>
              <a:t>prior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candidate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hypothesis,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981075" indent="-968375">
              <a:lnSpc>
                <a:spcPct val="100000"/>
              </a:lnSpc>
              <a:spcBef>
                <a:spcPts val="1475"/>
              </a:spcBef>
              <a:buFont typeface="Wingdings"/>
              <a:buChar char=""/>
              <a:tabLst>
                <a:tab pos="981075" algn="l"/>
              </a:tabLst>
            </a:pP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distribution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observed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possible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hypothesis.</a:t>
            </a:r>
            <a:endParaRPr sz="2400">
              <a:latin typeface="Calibri"/>
              <a:cs typeface="Calibri"/>
            </a:endParaRPr>
          </a:p>
          <a:p>
            <a:pPr marL="298450" marR="6350" indent="-286385">
              <a:lnSpc>
                <a:spcPts val="4360"/>
              </a:lnSpc>
              <a:spcBef>
                <a:spcPts val="114"/>
              </a:spcBef>
              <a:buFont typeface="Wingdings"/>
              <a:buChar char=""/>
              <a:tabLst>
                <a:tab pos="298450" algn="l"/>
                <a:tab pos="365760" algn="l"/>
              </a:tabLst>
            </a:pPr>
            <a:r>
              <a:rPr sz="2400" dirty="0">
                <a:latin typeface="Calibri"/>
                <a:cs typeface="Calibri"/>
              </a:rPr>
              <a:t>	New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 classified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combining 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predictions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multiple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hypothesis, weighted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probabilities.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F12AA1-7C13-0141-7149-255D1B9C04E7}"/>
                  </a:ext>
                </a:extLst>
              </p14:cNvPr>
              <p14:cNvContentPartPr/>
              <p14:nvPr/>
            </p14:nvContentPartPr>
            <p14:xfrm>
              <a:off x="3155400" y="1568160"/>
              <a:ext cx="4532400" cy="1516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F12AA1-7C13-0141-7149-255D1B9C04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46040" y="1558800"/>
                <a:ext cx="4551120" cy="1535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Choosing</a:t>
            </a:r>
            <a:r>
              <a:rPr sz="2400" spc="-85" dirty="0"/>
              <a:t> </a:t>
            </a:r>
            <a:r>
              <a:rPr sz="2400" spc="-10" dirty="0"/>
              <a:t>hypothesis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609600" y="1152525"/>
            <a:ext cx="11039475" cy="5010150"/>
            <a:chOff x="609600" y="1152525"/>
            <a:chExt cx="11039475" cy="50101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1152525"/>
              <a:ext cx="11039475" cy="50101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3225" y="2200275"/>
              <a:ext cx="495300" cy="2762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7050" y="2914650"/>
              <a:ext cx="504825" cy="2762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3750" y="3771912"/>
              <a:ext cx="504825" cy="2762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62525" y="4495800"/>
              <a:ext cx="3114675" cy="8191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415029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Bayes</a:t>
            </a:r>
            <a:r>
              <a:rPr sz="2400" spc="-70" dirty="0"/>
              <a:t> </a:t>
            </a:r>
            <a:r>
              <a:rPr sz="2400" dirty="0"/>
              <a:t>Theorem:</a:t>
            </a:r>
            <a:r>
              <a:rPr sz="2400" spc="-10" dirty="0"/>
              <a:t> </a:t>
            </a:r>
            <a:r>
              <a:rPr sz="2400" dirty="0">
                <a:latin typeface="Times New Roman"/>
                <a:cs typeface="Times New Roman"/>
              </a:rPr>
              <a:t>Example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457" y="1437322"/>
            <a:ext cx="7324090" cy="2219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5080" indent="-342265">
              <a:lnSpc>
                <a:spcPct val="120000"/>
              </a:lnSpc>
              <a:spcBef>
                <a:spcPts val="95"/>
              </a:spcBef>
              <a:buClr>
                <a:srgbClr val="0F1141"/>
              </a:buClr>
              <a:buFont typeface="Wingdings"/>
              <a:buChar char=""/>
              <a:tabLst>
                <a:tab pos="42227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weather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sunny,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player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not? 	</a:t>
            </a:r>
            <a:r>
              <a:rPr sz="2400" dirty="0">
                <a:latin typeface="Calibri"/>
                <a:cs typeface="Calibri"/>
              </a:rPr>
              <a:t>i.e.,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/sunny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  <a:buClr>
                <a:srgbClr val="0F1141"/>
              </a:buClr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F1141"/>
              </a:buClr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Note: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P(Yes/Sunny)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P(No/Sunny)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0"/>
              </a:spcBef>
              <a:buClr>
                <a:srgbClr val="0F1141"/>
              </a:buClr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 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answer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question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asked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489950" y="963675"/>
          <a:ext cx="2882900" cy="5564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1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Weather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0504D"/>
                      </a:solidFill>
                      <a:prstDash val="solid"/>
                    </a:lnL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Play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0504D"/>
                      </a:solidFill>
                      <a:prstDash val="solid"/>
                    </a:lnR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C0504D"/>
                      </a:solidFill>
                      <a:prstDash val="solid"/>
                    </a:lnL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R w="12700">
                      <a:solidFill>
                        <a:srgbClr val="C0504D"/>
                      </a:solidFill>
                      <a:prstDash val="solid"/>
                    </a:lnR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146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latin typeface="Calibri"/>
                <a:cs typeface="Calibri"/>
              </a:rPr>
              <a:t>Steps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Bayes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Theorem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837" y="1117028"/>
            <a:ext cx="6009640" cy="90296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F1141"/>
              </a:buClr>
              <a:buFont typeface="Courier New"/>
              <a:buChar char="o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Step1: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View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“raw”</a:t>
            </a:r>
            <a:r>
              <a:rPr sz="2400" spc="-20" dirty="0">
                <a:latin typeface="Calibri"/>
                <a:cs typeface="Calibri"/>
              </a:rPr>
              <a:t> data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F1141"/>
              </a:buClr>
              <a:buFont typeface="Courier New"/>
              <a:buChar char="o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Step2: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Convert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frequency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7837" y="4186270"/>
            <a:ext cx="6943725" cy="215455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0"/>
              </a:spcBef>
              <a:buClr>
                <a:srgbClr val="0F1141"/>
              </a:buClr>
              <a:buFont typeface="Courier New"/>
              <a:buChar char="o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Step3: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Probabilities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25"/>
              </a:spcBef>
              <a:buClr>
                <a:srgbClr val="0F1141"/>
              </a:buClr>
              <a:buFont typeface="Courier New"/>
              <a:buChar char="o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Weather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Probabilities: </a:t>
            </a:r>
            <a:r>
              <a:rPr sz="2000" dirty="0">
                <a:latin typeface="Calibri"/>
                <a:cs typeface="Calibri"/>
              </a:rPr>
              <a:t>Sunny</a:t>
            </a:r>
            <a:r>
              <a:rPr sz="2000" spc="-10" dirty="0">
                <a:latin typeface="Calibri"/>
                <a:cs typeface="Calibri"/>
              </a:rPr>
              <a:t> =5/14,Rainy=5/14,Overcast=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4/14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0F1141"/>
              </a:buClr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Play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Probabilities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0"/>
              </a:spcBef>
              <a:buClr>
                <a:srgbClr val="0F1141"/>
              </a:buClr>
              <a:buFont typeface="Courier New"/>
              <a:buChar char="o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=5/14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F1141"/>
              </a:buClr>
              <a:buFont typeface="Courier New"/>
              <a:buChar char="o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Yes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=9/14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12565" y="2941840"/>
            <a:ext cx="1553845" cy="407670"/>
          </a:xfrm>
          <a:custGeom>
            <a:avLst/>
            <a:gdLst/>
            <a:ahLst/>
            <a:cxnLst/>
            <a:rect l="l" t="t" r="r" b="b"/>
            <a:pathLst>
              <a:path w="1553845" h="407670">
                <a:moveTo>
                  <a:pt x="1553844" y="0"/>
                </a:moveTo>
                <a:lnTo>
                  <a:pt x="0" y="0"/>
                </a:lnTo>
                <a:lnTo>
                  <a:pt x="0" y="407149"/>
                </a:lnTo>
                <a:lnTo>
                  <a:pt x="1553844" y="407149"/>
                </a:lnTo>
                <a:lnTo>
                  <a:pt x="15538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98423" y="2114930"/>
          <a:ext cx="4660900" cy="16338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1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8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Weather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0504D"/>
                      </a:solidFill>
                      <a:prstDash val="solid"/>
                    </a:lnL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0504D"/>
                      </a:solidFill>
                      <a:prstDash val="solid"/>
                    </a:lnR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68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C0504D"/>
                      </a:solidFill>
                      <a:prstDash val="solid"/>
                    </a:lnL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R w="12700">
                      <a:solidFill>
                        <a:srgbClr val="C0504D"/>
                      </a:solidFill>
                      <a:prstDash val="solid"/>
                    </a:lnR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651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6388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489950" y="963675"/>
          <a:ext cx="2882900" cy="5564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1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Weather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0504D"/>
                      </a:solidFill>
                      <a:prstDash val="solid"/>
                    </a:lnL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Play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0504D"/>
                      </a:solidFill>
                      <a:prstDash val="solid"/>
                    </a:lnR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C0504D"/>
                      </a:solidFill>
                      <a:prstDash val="solid"/>
                    </a:lnL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R w="12700">
                      <a:solidFill>
                        <a:srgbClr val="C0504D"/>
                      </a:solidFill>
                      <a:prstDash val="solid"/>
                    </a:lnR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4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1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>
                <a:latin typeface="Calibri"/>
                <a:cs typeface="Calibri"/>
              </a:rPr>
              <a:t>continuation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20490" y="1926361"/>
            <a:ext cx="2797810" cy="567055"/>
          </a:xfrm>
          <a:custGeom>
            <a:avLst/>
            <a:gdLst/>
            <a:ahLst/>
            <a:cxnLst/>
            <a:rect l="l" t="t" r="r" b="b"/>
            <a:pathLst>
              <a:path w="2797809" h="567055">
                <a:moveTo>
                  <a:pt x="914374" y="0"/>
                </a:moveTo>
                <a:lnTo>
                  <a:pt x="0" y="0"/>
                </a:lnTo>
                <a:lnTo>
                  <a:pt x="0" y="566521"/>
                </a:lnTo>
                <a:lnTo>
                  <a:pt x="914374" y="566521"/>
                </a:lnTo>
                <a:lnTo>
                  <a:pt x="914374" y="0"/>
                </a:lnTo>
                <a:close/>
              </a:path>
              <a:path w="2797809" h="567055">
                <a:moveTo>
                  <a:pt x="2797810" y="0"/>
                </a:moveTo>
                <a:lnTo>
                  <a:pt x="914400" y="0"/>
                </a:lnTo>
                <a:lnTo>
                  <a:pt x="914400" y="566521"/>
                </a:lnTo>
                <a:lnTo>
                  <a:pt x="2797810" y="566521"/>
                </a:lnTo>
                <a:lnTo>
                  <a:pt x="27978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20490" y="2828137"/>
            <a:ext cx="2797810" cy="572770"/>
          </a:xfrm>
          <a:custGeom>
            <a:avLst/>
            <a:gdLst/>
            <a:ahLst/>
            <a:cxnLst/>
            <a:rect l="l" t="t" r="r" b="b"/>
            <a:pathLst>
              <a:path w="2797809" h="572770">
                <a:moveTo>
                  <a:pt x="914374" y="0"/>
                </a:moveTo>
                <a:lnTo>
                  <a:pt x="0" y="0"/>
                </a:lnTo>
                <a:lnTo>
                  <a:pt x="0" y="572287"/>
                </a:lnTo>
                <a:lnTo>
                  <a:pt x="914374" y="572287"/>
                </a:lnTo>
                <a:lnTo>
                  <a:pt x="914374" y="0"/>
                </a:lnTo>
                <a:close/>
              </a:path>
              <a:path w="2797809" h="572770">
                <a:moveTo>
                  <a:pt x="2797810" y="0"/>
                </a:moveTo>
                <a:lnTo>
                  <a:pt x="914400" y="0"/>
                </a:lnTo>
                <a:lnTo>
                  <a:pt x="914400" y="572287"/>
                </a:lnTo>
                <a:lnTo>
                  <a:pt x="2797810" y="572287"/>
                </a:lnTo>
                <a:lnTo>
                  <a:pt x="27978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8489" y="999363"/>
          <a:ext cx="6635115" cy="29654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5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51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11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Weather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C0504D"/>
                      </a:solidFill>
                      <a:prstDash val="solid"/>
                    </a:lnL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Yes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699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497205" marR="89535">
                        <a:lnSpc>
                          <a:spcPct val="105000"/>
                        </a:lnSpc>
                        <a:spcBef>
                          <a:spcPts val="280"/>
                        </a:spcBef>
                      </a:pPr>
                      <a:r>
                        <a:rPr sz="15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Row </a:t>
                      </a:r>
                      <a:r>
                        <a:rPr sz="15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C0504D"/>
                      </a:solidFill>
                      <a:prstDash val="solid"/>
                    </a:lnR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Sunny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0504D"/>
                      </a:solidFill>
                      <a:prstDash val="solid"/>
                    </a:lnL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3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5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P(sunny)=</a:t>
                      </a:r>
                      <a:r>
                        <a:rPr sz="155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20" dirty="0">
                          <a:latin typeface="Calibri"/>
                          <a:cs typeface="Calibri"/>
                        </a:rPr>
                        <a:t>5/14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0504D"/>
                      </a:solidFill>
                      <a:prstDash val="solid"/>
                    </a:lnR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Overcast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0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P(overcast)=4/14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Rainy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3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2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5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4064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P(Rainy)=</a:t>
                      </a:r>
                      <a:r>
                        <a:rPr sz="155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20" dirty="0">
                          <a:latin typeface="Calibri"/>
                          <a:cs typeface="Calibri"/>
                        </a:rPr>
                        <a:t>5/14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550" dirty="0">
                          <a:latin typeface="Calibri"/>
                          <a:cs typeface="Calibri"/>
                        </a:rPr>
                        <a:t>Column</a:t>
                      </a:r>
                      <a:r>
                        <a:rPr sz="155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spc="-20" dirty="0">
                          <a:latin typeface="Calibri"/>
                          <a:cs typeface="Calibri"/>
                        </a:rPr>
                        <a:t>Total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5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550" spc="-50" dirty="0">
                          <a:latin typeface="Calibri"/>
                          <a:cs typeface="Calibri"/>
                        </a:rPr>
                        <a:t>9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550" spc="-25" dirty="0">
                          <a:latin typeface="Calibri"/>
                          <a:cs typeface="Calibri"/>
                        </a:rPr>
                        <a:t>14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P(no)=5/14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4541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550" spc="-10" dirty="0">
                          <a:latin typeface="Calibri"/>
                          <a:cs typeface="Calibri"/>
                        </a:rPr>
                        <a:t>P(yes)=9/14</a:t>
                      </a:r>
                      <a:endParaRPr sz="1550">
                        <a:latin typeface="Calibri"/>
                        <a:cs typeface="Calibri"/>
                      </a:endParaRPr>
                    </a:p>
                  </a:txBody>
                  <a:tcPr marL="0" marR="0" marT="4445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00050" y="4079557"/>
            <a:ext cx="61360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Step4: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Apply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Probabilities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frequency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Bayes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Theorem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1950" y="4505325"/>
            <a:ext cx="11534775" cy="1285875"/>
            <a:chOff x="361950" y="4505325"/>
            <a:chExt cx="11534775" cy="128587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8600" y="4505325"/>
              <a:ext cx="7858125" cy="12858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950" y="4743450"/>
              <a:ext cx="3743325" cy="80962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73783" y="6063297"/>
            <a:ext cx="66992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P(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Times New Roman"/>
                <a:cs typeface="Times New Roman"/>
              </a:rPr>
              <a:t>Yes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| Sunny)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P(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|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Sunny)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Hence,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Player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will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play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game.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>
                <a:latin typeface="Calibri"/>
                <a:cs typeface="Calibri"/>
              </a:rPr>
              <a:t>Bayesian</a:t>
            </a:r>
            <a:r>
              <a:rPr spc="-16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Learning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11187" y="4621276"/>
            <a:ext cx="1416685" cy="511175"/>
            <a:chOff x="611187" y="4621276"/>
            <a:chExt cx="1416685" cy="511175"/>
          </a:xfrm>
        </p:grpSpPr>
        <p:sp>
          <p:nvSpPr>
            <p:cNvPr id="4" name="object 4"/>
            <p:cNvSpPr/>
            <p:nvPr/>
          </p:nvSpPr>
          <p:spPr>
            <a:xfrm>
              <a:off x="623887" y="4633976"/>
              <a:ext cx="1391285" cy="485775"/>
            </a:xfrm>
            <a:custGeom>
              <a:avLst/>
              <a:gdLst/>
              <a:ahLst/>
              <a:cxnLst/>
              <a:rect l="l" t="t" r="r" b="b"/>
              <a:pathLst>
                <a:path w="1391285" h="485775">
                  <a:moveTo>
                    <a:pt x="1166939" y="0"/>
                  </a:moveTo>
                  <a:lnTo>
                    <a:pt x="223723" y="0"/>
                  </a:lnTo>
                  <a:lnTo>
                    <a:pt x="178635" y="4933"/>
                  </a:lnTo>
                  <a:lnTo>
                    <a:pt x="136640" y="19081"/>
                  </a:lnTo>
                  <a:lnTo>
                    <a:pt x="98637" y="41469"/>
                  </a:lnTo>
                  <a:lnTo>
                    <a:pt x="65527" y="71119"/>
                  </a:lnTo>
                  <a:lnTo>
                    <a:pt x="38208" y="107057"/>
                  </a:lnTo>
                  <a:lnTo>
                    <a:pt x="17581" y="148304"/>
                  </a:lnTo>
                  <a:lnTo>
                    <a:pt x="4545" y="193885"/>
                  </a:lnTo>
                  <a:lnTo>
                    <a:pt x="0" y="242824"/>
                  </a:lnTo>
                  <a:lnTo>
                    <a:pt x="4545" y="291768"/>
                  </a:lnTo>
                  <a:lnTo>
                    <a:pt x="17581" y="337363"/>
                  </a:lnTo>
                  <a:lnTo>
                    <a:pt x="38208" y="378631"/>
                  </a:lnTo>
                  <a:lnTo>
                    <a:pt x="65527" y="414591"/>
                  </a:lnTo>
                  <a:lnTo>
                    <a:pt x="98637" y="444265"/>
                  </a:lnTo>
                  <a:lnTo>
                    <a:pt x="136640" y="466673"/>
                  </a:lnTo>
                  <a:lnTo>
                    <a:pt x="178635" y="480836"/>
                  </a:lnTo>
                  <a:lnTo>
                    <a:pt x="223723" y="485775"/>
                  </a:lnTo>
                  <a:lnTo>
                    <a:pt x="1166939" y="485775"/>
                  </a:lnTo>
                  <a:lnTo>
                    <a:pt x="1212033" y="480836"/>
                  </a:lnTo>
                  <a:lnTo>
                    <a:pt x="1254035" y="466673"/>
                  </a:lnTo>
                  <a:lnTo>
                    <a:pt x="1292046" y="444265"/>
                  </a:lnTo>
                  <a:lnTo>
                    <a:pt x="1325165" y="414591"/>
                  </a:lnTo>
                  <a:lnTo>
                    <a:pt x="1352492" y="378631"/>
                  </a:lnTo>
                  <a:lnTo>
                    <a:pt x="1373125" y="337363"/>
                  </a:lnTo>
                  <a:lnTo>
                    <a:pt x="1386166" y="291768"/>
                  </a:lnTo>
                  <a:lnTo>
                    <a:pt x="1390713" y="242824"/>
                  </a:lnTo>
                  <a:lnTo>
                    <a:pt x="1386166" y="193885"/>
                  </a:lnTo>
                  <a:lnTo>
                    <a:pt x="1373125" y="148304"/>
                  </a:lnTo>
                  <a:lnTo>
                    <a:pt x="1352492" y="107057"/>
                  </a:lnTo>
                  <a:lnTo>
                    <a:pt x="1325165" y="71119"/>
                  </a:lnTo>
                  <a:lnTo>
                    <a:pt x="1292046" y="41469"/>
                  </a:lnTo>
                  <a:lnTo>
                    <a:pt x="1254035" y="19081"/>
                  </a:lnTo>
                  <a:lnTo>
                    <a:pt x="1212033" y="4933"/>
                  </a:lnTo>
                  <a:lnTo>
                    <a:pt x="1166939" y="0"/>
                  </a:lnTo>
                  <a:close/>
                </a:path>
              </a:pathLst>
            </a:custGeom>
            <a:solidFill>
              <a:srgbClr val="1C15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3887" y="4633976"/>
              <a:ext cx="1391285" cy="485775"/>
            </a:xfrm>
            <a:custGeom>
              <a:avLst/>
              <a:gdLst/>
              <a:ahLst/>
              <a:cxnLst/>
              <a:rect l="l" t="t" r="r" b="b"/>
              <a:pathLst>
                <a:path w="1391285" h="485775">
                  <a:moveTo>
                    <a:pt x="223723" y="0"/>
                  </a:moveTo>
                  <a:lnTo>
                    <a:pt x="1166939" y="0"/>
                  </a:lnTo>
                  <a:lnTo>
                    <a:pt x="1212033" y="4933"/>
                  </a:lnTo>
                  <a:lnTo>
                    <a:pt x="1254035" y="19081"/>
                  </a:lnTo>
                  <a:lnTo>
                    <a:pt x="1292046" y="41469"/>
                  </a:lnTo>
                  <a:lnTo>
                    <a:pt x="1325165" y="71119"/>
                  </a:lnTo>
                  <a:lnTo>
                    <a:pt x="1352492" y="107057"/>
                  </a:lnTo>
                  <a:lnTo>
                    <a:pt x="1373125" y="148304"/>
                  </a:lnTo>
                  <a:lnTo>
                    <a:pt x="1386166" y="193885"/>
                  </a:lnTo>
                  <a:lnTo>
                    <a:pt x="1390713" y="242824"/>
                  </a:lnTo>
                  <a:lnTo>
                    <a:pt x="1386166" y="291768"/>
                  </a:lnTo>
                  <a:lnTo>
                    <a:pt x="1373125" y="337363"/>
                  </a:lnTo>
                  <a:lnTo>
                    <a:pt x="1352492" y="378631"/>
                  </a:lnTo>
                  <a:lnTo>
                    <a:pt x="1325165" y="414591"/>
                  </a:lnTo>
                  <a:lnTo>
                    <a:pt x="1292046" y="444265"/>
                  </a:lnTo>
                  <a:lnTo>
                    <a:pt x="1254035" y="466673"/>
                  </a:lnTo>
                  <a:lnTo>
                    <a:pt x="1212033" y="480836"/>
                  </a:lnTo>
                  <a:lnTo>
                    <a:pt x="1166939" y="485775"/>
                  </a:lnTo>
                  <a:lnTo>
                    <a:pt x="223723" y="485775"/>
                  </a:lnTo>
                  <a:lnTo>
                    <a:pt x="178635" y="480836"/>
                  </a:lnTo>
                  <a:lnTo>
                    <a:pt x="136640" y="466673"/>
                  </a:lnTo>
                  <a:lnTo>
                    <a:pt x="98637" y="444265"/>
                  </a:lnTo>
                  <a:lnTo>
                    <a:pt x="65527" y="414591"/>
                  </a:lnTo>
                  <a:lnTo>
                    <a:pt x="38208" y="378631"/>
                  </a:lnTo>
                  <a:lnTo>
                    <a:pt x="17581" y="337363"/>
                  </a:lnTo>
                  <a:lnTo>
                    <a:pt x="4545" y="291768"/>
                  </a:lnTo>
                  <a:lnTo>
                    <a:pt x="0" y="242824"/>
                  </a:lnTo>
                  <a:lnTo>
                    <a:pt x="4545" y="193885"/>
                  </a:lnTo>
                  <a:lnTo>
                    <a:pt x="17581" y="148304"/>
                  </a:lnTo>
                  <a:lnTo>
                    <a:pt x="38208" y="107057"/>
                  </a:lnTo>
                  <a:lnTo>
                    <a:pt x="65527" y="71119"/>
                  </a:lnTo>
                  <a:lnTo>
                    <a:pt x="98637" y="41469"/>
                  </a:lnTo>
                  <a:lnTo>
                    <a:pt x="136640" y="19081"/>
                  </a:lnTo>
                  <a:lnTo>
                    <a:pt x="178635" y="4933"/>
                  </a:lnTo>
                  <a:lnTo>
                    <a:pt x="223723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1147" y="900366"/>
            <a:ext cx="11316970" cy="5052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330" marR="285115" indent="-342265">
              <a:lnSpc>
                <a:spcPct val="151300"/>
              </a:lnSpc>
              <a:spcBef>
                <a:spcPts val="95"/>
              </a:spcBef>
              <a:buClr>
                <a:srgbClr val="0F1141"/>
              </a:buClr>
              <a:buFont typeface="Wingdings"/>
              <a:buChar char="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Naive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Bayes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set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simple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efficient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machine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learning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algorithms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solving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variety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of 	</a:t>
            </a:r>
            <a:r>
              <a:rPr sz="2150" dirty="0">
                <a:latin typeface="Calibri"/>
                <a:cs typeface="Calibri"/>
              </a:rPr>
              <a:t>classification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regression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problems.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00"/>
              </a:spcBef>
              <a:buClr>
                <a:srgbClr val="0F1141"/>
              </a:buClr>
              <a:buFont typeface="Wingdings"/>
              <a:buChar char=""/>
              <a:tabLst>
                <a:tab pos="355600" algn="l"/>
              </a:tabLst>
            </a:pP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Naive</a:t>
            </a:r>
            <a:r>
              <a:rPr sz="2150" b="1" spc="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Bayes</a:t>
            </a:r>
            <a:r>
              <a:rPr sz="2150" b="1" spc="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assumes</a:t>
            </a:r>
            <a:r>
              <a:rPr sz="2150" b="1" spc="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conditional</a:t>
            </a:r>
            <a:r>
              <a:rPr sz="2150" b="1" spc="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independence</a:t>
            </a:r>
            <a:r>
              <a:rPr sz="2150" b="1" spc="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where</a:t>
            </a:r>
            <a:r>
              <a:rPr sz="2150" b="1" spc="1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Bayes</a:t>
            </a:r>
            <a:r>
              <a:rPr sz="2150" b="1" spc="1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theorem</a:t>
            </a:r>
            <a:r>
              <a:rPr sz="2150" b="1" spc="1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does</a:t>
            </a:r>
            <a:r>
              <a:rPr sz="2150" b="1" spc="1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not.</a:t>
            </a:r>
            <a:r>
              <a:rPr sz="2150" b="1" spc="1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This</a:t>
            </a:r>
            <a:r>
              <a:rPr sz="2150" b="1" spc="6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00AF50"/>
                </a:solidFill>
                <a:latin typeface="Calibri"/>
                <a:cs typeface="Calibri"/>
              </a:rPr>
              <a:t>means</a:t>
            </a:r>
            <a:endParaRPr sz="2150">
              <a:latin typeface="Calibri"/>
              <a:cs typeface="Calibri"/>
            </a:endParaRPr>
          </a:p>
          <a:p>
            <a:pPr marL="355600" algn="just">
              <a:lnSpc>
                <a:spcPct val="100000"/>
              </a:lnSpc>
              <a:spcBef>
                <a:spcPts val="1400"/>
              </a:spcBef>
            </a:pP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the</a:t>
            </a:r>
            <a:r>
              <a:rPr sz="2150" b="1" spc="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relationship</a:t>
            </a:r>
            <a:r>
              <a:rPr sz="2150" b="1" spc="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between</a:t>
            </a:r>
            <a:r>
              <a:rPr sz="2150" b="1" spc="1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all</a:t>
            </a:r>
            <a:r>
              <a:rPr sz="2150" b="1" spc="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input</a:t>
            </a:r>
            <a:r>
              <a:rPr sz="2150" b="1" spc="1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features</a:t>
            </a:r>
            <a:r>
              <a:rPr sz="2150" b="1" spc="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00AF50"/>
                </a:solidFill>
                <a:latin typeface="Calibri"/>
                <a:cs typeface="Calibri"/>
              </a:rPr>
              <a:t>are</a:t>
            </a:r>
            <a:r>
              <a:rPr sz="2150" b="1" spc="1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150" b="1" spc="-10" dirty="0">
                <a:solidFill>
                  <a:srgbClr val="00AF50"/>
                </a:solidFill>
                <a:latin typeface="Calibri"/>
                <a:cs typeface="Calibri"/>
              </a:rPr>
              <a:t>independent.</a:t>
            </a:r>
            <a:endParaRPr sz="2150">
              <a:latin typeface="Calibri"/>
              <a:cs typeface="Calibri"/>
            </a:endParaRPr>
          </a:p>
          <a:p>
            <a:pPr marL="354330" marR="582930" indent="-342265" algn="just">
              <a:lnSpc>
                <a:spcPct val="152800"/>
              </a:lnSpc>
              <a:spcBef>
                <a:spcPts val="40"/>
              </a:spcBef>
              <a:buClr>
                <a:srgbClr val="0F1141"/>
              </a:buClr>
              <a:buFont typeface="Wingdings"/>
              <a:buChar char=""/>
              <a:tabLst>
                <a:tab pos="355600" algn="l"/>
              </a:tabLst>
            </a:pPr>
            <a:r>
              <a:rPr sz="2150" dirty="0">
                <a:latin typeface="Calibri"/>
                <a:cs typeface="Calibri"/>
              </a:rPr>
              <a:t>Bayesian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learning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algorithms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that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calculate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explicit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probabilities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hypotheses,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such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as</a:t>
            </a:r>
            <a:r>
              <a:rPr sz="2150" spc="15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the 	</a:t>
            </a:r>
            <a:r>
              <a:rPr sz="2150" dirty="0">
                <a:latin typeface="Calibri"/>
                <a:cs typeface="Calibri"/>
              </a:rPr>
              <a:t>Naive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Bayes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classifier,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are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among</a:t>
            </a:r>
            <a:r>
              <a:rPr sz="2150" spc="1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most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practical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approaches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certain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types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learning 	problems.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0F1141"/>
              </a:buClr>
              <a:buFont typeface="Wingdings"/>
              <a:buChar char=""/>
            </a:pPr>
            <a:endParaRPr sz="2150">
              <a:latin typeface="Calibri"/>
              <a:cs typeface="Calibri"/>
            </a:endParaRPr>
          </a:p>
          <a:p>
            <a:pPr marL="48704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Example: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150" dirty="0">
                <a:latin typeface="Calibri"/>
                <a:cs typeface="Calibri"/>
              </a:rPr>
              <a:t>Problem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114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learning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to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classify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text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documents</a:t>
            </a:r>
            <a:r>
              <a:rPr sz="2150" spc="1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such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as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electronic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news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articles.</a:t>
            </a:r>
            <a:endParaRPr sz="21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95"/>
              </a:spcBef>
              <a:buClr>
                <a:srgbClr val="0F1141"/>
              </a:buClr>
              <a:buFont typeface="Wingdings"/>
              <a:buChar char=""/>
              <a:tabLst>
                <a:tab pos="354965" algn="l"/>
              </a:tabLst>
            </a:pPr>
            <a:r>
              <a:rPr sz="2150" dirty="0">
                <a:latin typeface="Calibri"/>
                <a:cs typeface="Calibri"/>
              </a:rPr>
              <a:t>For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such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learning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tasks,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Naive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Bayes</a:t>
            </a:r>
            <a:r>
              <a:rPr sz="2150" spc="7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classifier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among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most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effective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known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algorithms.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Naive</a:t>
            </a:r>
            <a:r>
              <a:rPr sz="2400" spc="-65" dirty="0"/>
              <a:t> </a:t>
            </a:r>
            <a:r>
              <a:rPr sz="2400" dirty="0"/>
              <a:t>Bayes</a:t>
            </a:r>
            <a:r>
              <a:rPr sz="2400" spc="5" dirty="0"/>
              <a:t> </a:t>
            </a:r>
            <a:r>
              <a:rPr sz="2400" spc="-10" dirty="0"/>
              <a:t>Classifier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529454" y="2110358"/>
            <a:ext cx="120967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dirty="0">
                <a:latin typeface="Cambria Math"/>
                <a:cs typeface="Cambria Math"/>
              </a:rPr>
              <a:t>𝑃(𝐶</a:t>
            </a:r>
            <a:r>
              <a:rPr sz="2000" spc="22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1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𝑋)</a:t>
            </a:r>
            <a:r>
              <a:rPr sz="2000" spc="13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93740" y="2301620"/>
            <a:ext cx="1457325" cy="19050"/>
          </a:xfrm>
          <a:custGeom>
            <a:avLst/>
            <a:gdLst/>
            <a:ahLst/>
            <a:cxnLst/>
            <a:rect l="l" t="t" r="r" b="b"/>
            <a:pathLst>
              <a:path w="1457325" h="19050">
                <a:moveTo>
                  <a:pt x="1457325" y="0"/>
                </a:moveTo>
                <a:lnTo>
                  <a:pt x="0" y="0"/>
                </a:lnTo>
                <a:lnTo>
                  <a:pt x="0" y="19050"/>
                </a:lnTo>
                <a:lnTo>
                  <a:pt x="1457325" y="19050"/>
                </a:lnTo>
                <a:lnTo>
                  <a:pt x="14573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5457" y="1410526"/>
            <a:ext cx="7219950" cy="842644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10"/>
              </a:spcBef>
              <a:buFont typeface="Courier New"/>
              <a:buChar char="o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Naive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Bayes,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conditional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probabilities:</a:t>
            </a:r>
            <a:endParaRPr sz="2000">
              <a:latin typeface="Calibri"/>
              <a:cs typeface="Calibri"/>
            </a:endParaRPr>
          </a:p>
          <a:p>
            <a:pPr marR="443230" algn="r">
              <a:lnSpc>
                <a:spcPct val="100000"/>
              </a:lnSpc>
              <a:spcBef>
                <a:spcPts val="815"/>
              </a:spcBef>
            </a:pPr>
            <a:r>
              <a:rPr sz="2000" dirty="0">
                <a:latin typeface="Cambria Math"/>
                <a:cs typeface="Cambria Math"/>
              </a:rPr>
              <a:t>𝑃(𝑋</a:t>
            </a:r>
            <a:r>
              <a:rPr sz="2000" spc="16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130" dirty="0">
                <a:latin typeface="Cambria Math"/>
                <a:cs typeface="Cambria Math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𝐶)𝑃(𝐶)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8875" y="2280856"/>
            <a:ext cx="57086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20" dirty="0">
                <a:latin typeface="Cambria Math"/>
                <a:cs typeface="Cambria Math"/>
              </a:rPr>
              <a:t>𝑃(𝑋)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4657" y="2577845"/>
            <a:ext cx="10657205" cy="2862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3204" indent="-179705">
              <a:lnSpc>
                <a:spcPct val="100000"/>
              </a:lnSpc>
              <a:spcBef>
                <a:spcPts val="130"/>
              </a:spcBef>
              <a:buChar char="·"/>
              <a:tabLst>
                <a:tab pos="243204" algn="l"/>
              </a:tabLst>
            </a:pPr>
            <a:r>
              <a:rPr sz="2000" dirty="0">
                <a:latin typeface="Calibri"/>
                <a:cs typeface="Calibri"/>
              </a:rPr>
              <a:t>C: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label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(hypothesis).</a:t>
            </a:r>
            <a:endParaRPr sz="2000">
              <a:latin typeface="Calibri"/>
              <a:cs typeface="Calibri"/>
            </a:endParaRPr>
          </a:p>
          <a:p>
            <a:pPr marL="243204" indent="-179705">
              <a:lnSpc>
                <a:spcPct val="100000"/>
              </a:lnSpc>
              <a:spcBef>
                <a:spcPts val="5"/>
              </a:spcBef>
              <a:buChar char="·"/>
              <a:tabLst>
                <a:tab pos="243204" algn="l"/>
              </a:tabLst>
            </a:pPr>
            <a:r>
              <a:rPr sz="2000" dirty="0">
                <a:latin typeface="Calibri"/>
                <a:cs typeface="Calibri"/>
              </a:rPr>
              <a:t>X: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Feature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vector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(evidence).</a:t>
            </a:r>
            <a:endParaRPr sz="2000">
              <a:latin typeface="Calibri"/>
              <a:cs typeface="Calibri"/>
            </a:endParaRPr>
          </a:p>
          <a:p>
            <a:pPr marL="405765" indent="-342265">
              <a:lnSpc>
                <a:spcPct val="100000"/>
              </a:lnSpc>
              <a:spcBef>
                <a:spcPts val="2400"/>
              </a:spcBef>
              <a:buFont typeface="Courier New"/>
              <a:buChar char="o"/>
              <a:tabLst>
                <a:tab pos="4057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probabilities over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classes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mbria Math"/>
                <a:cs typeface="Cambria Math"/>
              </a:rPr>
              <a:t>𝐶</a:t>
            </a:r>
            <a:r>
              <a:rPr sz="2100" spc="-15" baseline="-15873" dirty="0">
                <a:latin typeface="Cambria Math"/>
                <a:cs typeface="Cambria Math"/>
              </a:rPr>
              <a:t>1</a:t>
            </a:r>
            <a:r>
              <a:rPr sz="2000" spc="-10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𝐶</a:t>
            </a:r>
            <a:r>
              <a:rPr sz="2100" baseline="-15873" dirty="0">
                <a:latin typeface="Cambria Math"/>
                <a:cs typeface="Cambria Math"/>
              </a:rPr>
              <a:t>2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…</a:t>
            </a:r>
            <a:r>
              <a:rPr sz="2000" spc="-13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,</a:t>
            </a:r>
            <a:r>
              <a:rPr sz="2000" spc="-114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𝐶</a:t>
            </a:r>
            <a:r>
              <a:rPr sz="2100" baseline="-15873" dirty="0">
                <a:latin typeface="Cambria Math"/>
                <a:cs typeface="Cambria Math"/>
              </a:rPr>
              <a:t>𝑛</a:t>
            </a:r>
            <a:r>
              <a:rPr sz="2100" spc="367" baseline="-15873" dirty="0">
                <a:latin typeface="Cambria Math"/>
                <a:cs typeface="Cambria Math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always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1</a:t>
            </a:r>
            <a:r>
              <a:rPr sz="2000" spc="-25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R="1224280" algn="ctr">
              <a:lnSpc>
                <a:spcPct val="100000"/>
              </a:lnSpc>
              <a:spcBef>
                <a:spcPts val="1090"/>
              </a:spcBef>
            </a:pPr>
            <a:r>
              <a:rPr sz="1400" spc="70" dirty="0">
                <a:latin typeface="Cambria Math"/>
                <a:cs typeface="Cambria Math"/>
              </a:rPr>
              <a:t>𝑛</a:t>
            </a:r>
            <a:endParaRPr sz="1400">
              <a:latin typeface="Cambria Math"/>
              <a:cs typeface="Cambria Math"/>
            </a:endParaRPr>
          </a:p>
          <a:p>
            <a:pPr marL="267970" algn="ctr">
              <a:lnSpc>
                <a:spcPct val="100000"/>
              </a:lnSpc>
              <a:spcBef>
                <a:spcPts val="695"/>
              </a:spcBef>
            </a:pPr>
            <a:r>
              <a:rPr sz="2000" spc="680" dirty="0">
                <a:latin typeface="Cambria Math"/>
                <a:cs typeface="Cambria Math"/>
              </a:rPr>
              <a:t>෍</a:t>
            </a:r>
            <a:r>
              <a:rPr sz="2000" spc="-1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𝑃(𝐶</a:t>
            </a:r>
            <a:r>
              <a:rPr sz="2100" baseline="-15873" dirty="0">
                <a:latin typeface="Cambria Math"/>
                <a:cs typeface="Cambria Math"/>
              </a:rPr>
              <a:t>𝑖</a:t>
            </a:r>
            <a:r>
              <a:rPr sz="2100" spc="592" baseline="-15873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∣</a:t>
            </a:r>
            <a:r>
              <a:rPr sz="2000" spc="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𝑋)</a:t>
            </a:r>
            <a:r>
              <a:rPr sz="2000" spc="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00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  <a:p>
            <a:pPr marR="1221105" algn="ctr">
              <a:lnSpc>
                <a:spcPts val="1480"/>
              </a:lnSpc>
              <a:spcBef>
                <a:spcPts val="750"/>
              </a:spcBef>
            </a:pPr>
            <a:r>
              <a:rPr sz="1400" spc="30" dirty="0">
                <a:latin typeface="Cambria Math"/>
                <a:cs typeface="Cambria Math"/>
              </a:rPr>
              <a:t>𝑖=1</a:t>
            </a:r>
            <a:endParaRPr sz="1400">
              <a:latin typeface="Cambria Math"/>
              <a:cs typeface="Cambria Math"/>
            </a:endParaRPr>
          </a:p>
          <a:p>
            <a:pPr marL="406400" indent="-342900">
              <a:lnSpc>
                <a:spcPts val="2200"/>
              </a:lnSpc>
              <a:buFont typeface="Courier New"/>
              <a:buChar char="o"/>
              <a:tabLst>
                <a:tab pos="406400" algn="l"/>
              </a:tabLst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Naive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Bayes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classifier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calculates probabilities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 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mutually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exclusive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4064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exhaustive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classes.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denominator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P(X)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normalizes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probabilities,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ensuring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1.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Generative</a:t>
            </a:r>
            <a:r>
              <a:rPr sz="2400" spc="-95" dirty="0"/>
              <a:t> </a:t>
            </a:r>
            <a:r>
              <a:rPr sz="2400" spc="-20" dirty="0"/>
              <a:t>Model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26732" y="895286"/>
            <a:ext cx="9161145" cy="2228850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70"/>
              </a:spcBef>
              <a:buClr>
                <a:srgbClr val="0F1141"/>
              </a:buClr>
              <a:buFont typeface="Wingdings"/>
              <a:buChar char="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Build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estimate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posterior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P(Y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|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estimating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75"/>
              </a:spcBef>
              <a:buClr>
                <a:srgbClr val="0F1141"/>
              </a:buClr>
              <a:buFont typeface="Wingdings"/>
              <a:buChar char="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likelihood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target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(hypothesis)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P(X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|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Y)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00"/>
              </a:spcBef>
              <a:buClr>
                <a:srgbClr val="0F1141"/>
              </a:buClr>
              <a:buFont typeface="Wingdings"/>
              <a:buChar char="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Prior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probabilities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target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P(Y)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80"/>
              </a:spcBef>
              <a:buClr>
                <a:srgbClr val="0F1141"/>
              </a:buClr>
              <a:buFont typeface="Wingdings"/>
              <a:buChar char="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general,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specific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Y=ck,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4752975"/>
            <a:ext cx="4886325" cy="9715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0900" y="3371850"/>
            <a:ext cx="3857625" cy="27717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29129" y="6138862"/>
            <a:ext cx="10915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𝑃(𝐶</a:t>
            </a:r>
            <a:r>
              <a:rPr sz="1800" spc="19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∣</a:t>
            </a:r>
            <a:r>
              <a:rPr sz="1800" spc="120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𝑋)</a:t>
            </a:r>
            <a:r>
              <a:rPr sz="1800" spc="130" dirty="0">
                <a:latin typeface="Cambria Math"/>
                <a:cs typeface="Cambria Math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3400" y="6295364"/>
            <a:ext cx="1314450" cy="19050"/>
          </a:xfrm>
          <a:custGeom>
            <a:avLst/>
            <a:gdLst/>
            <a:ahLst/>
            <a:cxnLst/>
            <a:rect l="l" t="t" r="r" b="b"/>
            <a:pathLst>
              <a:path w="1314450" h="19050">
                <a:moveTo>
                  <a:pt x="1314450" y="0"/>
                </a:moveTo>
                <a:lnTo>
                  <a:pt x="0" y="0"/>
                </a:lnTo>
                <a:lnTo>
                  <a:pt x="0" y="19050"/>
                </a:lnTo>
                <a:lnTo>
                  <a:pt x="1314450" y="19050"/>
                </a:lnTo>
                <a:lnTo>
                  <a:pt x="131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59176" y="5965507"/>
            <a:ext cx="1341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𝑃(𝑋</a:t>
            </a:r>
            <a:r>
              <a:rPr sz="1800" spc="1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∣</a:t>
            </a:r>
            <a:r>
              <a:rPr sz="1800" spc="114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𝐶)𝑃(𝐶)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1545" y="6291897"/>
            <a:ext cx="5162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 Math"/>
                <a:cs typeface="Cambria Math"/>
              </a:rPr>
              <a:t>𝑃(𝑋)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4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dirty="0">
                <a:latin typeface="Calibri"/>
                <a:cs typeface="Calibri"/>
              </a:rPr>
              <a:t>Conditional</a:t>
            </a:r>
            <a:r>
              <a:rPr sz="2750" spc="18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Independence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10107" y="1187195"/>
            <a:ext cx="9873615" cy="609600"/>
          </a:xfrm>
          <a:custGeom>
            <a:avLst/>
            <a:gdLst/>
            <a:ahLst/>
            <a:cxnLst/>
            <a:rect l="l" t="t" r="r" b="b"/>
            <a:pathLst>
              <a:path w="9873615" h="609600">
                <a:moveTo>
                  <a:pt x="9873183" y="0"/>
                </a:moveTo>
                <a:lnTo>
                  <a:pt x="0" y="0"/>
                </a:lnTo>
                <a:lnTo>
                  <a:pt x="0" y="266700"/>
                </a:lnTo>
                <a:lnTo>
                  <a:pt x="0" y="342900"/>
                </a:lnTo>
                <a:lnTo>
                  <a:pt x="0" y="609600"/>
                </a:lnTo>
                <a:lnTo>
                  <a:pt x="1217625" y="609600"/>
                </a:lnTo>
                <a:lnTo>
                  <a:pt x="1281125" y="609600"/>
                </a:lnTo>
                <a:lnTo>
                  <a:pt x="7846390" y="609600"/>
                </a:lnTo>
                <a:lnTo>
                  <a:pt x="7846390" y="342900"/>
                </a:lnTo>
                <a:lnTo>
                  <a:pt x="9873183" y="342900"/>
                </a:lnTo>
                <a:lnTo>
                  <a:pt x="9873183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4647" y="1166113"/>
            <a:ext cx="10187940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355600" algn="l"/>
              </a:tabLst>
            </a:pPr>
            <a:r>
              <a:rPr sz="2150" b="1" dirty="0">
                <a:latin typeface="Calibri"/>
                <a:cs typeface="Calibri"/>
              </a:rPr>
              <a:t>Naive</a:t>
            </a:r>
            <a:r>
              <a:rPr sz="2150" b="1" spc="6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Bayes</a:t>
            </a:r>
            <a:r>
              <a:rPr sz="2150" b="1" spc="5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assumes</a:t>
            </a:r>
            <a:r>
              <a:rPr sz="2150" b="1" spc="15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conditional</a:t>
            </a:r>
            <a:r>
              <a:rPr sz="2150" b="1" spc="1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independence</a:t>
            </a:r>
            <a:r>
              <a:rPr sz="2150" b="1" spc="14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where</a:t>
            </a:r>
            <a:r>
              <a:rPr sz="2150" b="1" spc="14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Bayes</a:t>
            </a:r>
            <a:r>
              <a:rPr sz="2150" b="1" spc="6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theorem</a:t>
            </a:r>
            <a:r>
              <a:rPr sz="2150" b="1" spc="6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does</a:t>
            </a:r>
            <a:r>
              <a:rPr sz="2150" b="1" spc="15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not.</a:t>
            </a:r>
            <a:r>
              <a:rPr sz="2150" b="1" spc="125" dirty="0">
                <a:latin typeface="Calibri"/>
                <a:cs typeface="Calibri"/>
              </a:rPr>
              <a:t> </a:t>
            </a:r>
            <a:r>
              <a:rPr sz="2150" b="1" spc="-20" dirty="0">
                <a:latin typeface="Calibri"/>
                <a:cs typeface="Calibri"/>
              </a:rPr>
              <a:t>This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0107" y="1520245"/>
            <a:ext cx="7859395" cy="27686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25"/>
              </a:lnSpc>
            </a:pPr>
            <a:r>
              <a:rPr sz="2150" b="1" dirty="0">
                <a:latin typeface="Calibri"/>
                <a:cs typeface="Calibri"/>
              </a:rPr>
              <a:t>means</a:t>
            </a:r>
            <a:r>
              <a:rPr sz="2150" b="1" spc="3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the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relationship</a:t>
            </a:r>
            <a:r>
              <a:rPr sz="2150" b="1" spc="5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between</a:t>
            </a:r>
            <a:r>
              <a:rPr sz="2150" b="1" spc="4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all</a:t>
            </a:r>
            <a:r>
              <a:rPr sz="2150" b="1" spc="8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input</a:t>
            </a:r>
            <a:r>
              <a:rPr sz="2150" b="1" spc="90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features</a:t>
            </a:r>
            <a:r>
              <a:rPr sz="2150" b="1" spc="125" dirty="0">
                <a:latin typeface="Calibri"/>
                <a:cs typeface="Calibri"/>
              </a:rPr>
              <a:t> </a:t>
            </a:r>
            <a:r>
              <a:rPr sz="2150" b="1" dirty="0">
                <a:latin typeface="Calibri"/>
                <a:cs typeface="Calibri"/>
              </a:rPr>
              <a:t>are</a:t>
            </a:r>
            <a:r>
              <a:rPr sz="2150" b="1" spc="125" dirty="0">
                <a:latin typeface="Calibri"/>
                <a:cs typeface="Calibri"/>
              </a:rPr>
              <a:t> </a:t>
            </a:r>
            <a:r>
              <a:rPr sz="2150" b="1" spc="-10" dirty="0">
                <a:latin typeface="Calibri"/>
                <a:cs typeface="Calibri"/>
              </a:rPr>
              <a:t>independent.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9915" y="3199383"/>
            <a:ext cx="930910" cy="255904"/>
          </a:xfrm>
          <a:custGeom>
            <a:avLst/>
            <a:gdLst/>
            <a:ahLst/>
            <a:cxnLst/>
            <a:rect l="l" t="t" r="r" b="b"/>
            <a:pathLst>
              <a:path w="930910" h="255904">
                <a:moveTo>
                  <a:pt x="848791" y="0"/>
                </a:moveTo>
                <a:lnTo>
                  <a:pt x="845108" y="10413"/>
                </a:lnTo>
                <a:lnTo>
                  <a:pt x="859967" y="16869"/>
                </a:lnTo>
                <a:lnTo>
                  <a:pt x="872731" y="25765"/>
                </a:lnTo>
                <a:lnTo>
                  <a:pt x="898565" y="67006"/>
                </a:lnTo>
                <a:lnTo>
                  <a:pt x="906092" y="104590"/>
                </a:lnTo>
                <a:lnTo>
                  <a:pt x="906134" y="104880"/>
                </a:lnTo>
                <a:lnTo>
                  <a:pt x="906132" y="149266"/>
                </a:lnTo>
                <a:lnTo>
                  <a:pt x="898512" y="188164"/>
                </a:lnTo>
                <a:lnTo>
                  <a:pt x="872715" y="230076"/>
                </a:lnTo>
                <a:lnTo>
                  <a:pt x="845489" y="245490"/>
                </a:lnTo>
                <a:lnTo>
                  <a:pt x="848791" y="255904"/>
                </a:lnTo>
                <a:lnTo>
                  <a:pt x="883653" y="239553"/>
                </a:lnTo>
                <a:lnTo>
                  <a:pt x="909370" y="211200"/>
                </a:lnTo>
                <a:lnTo>
                  <a:pt x="925087" y="173275"/>
                </a:lnTo>
                <a:lnTo>
                  <a:pt x="930325" y="128015"/>
                </a:lnTo>
                <a:lnTo>
                  <a:pt x="929030" y="104880"/>
                </a:lnTo>
                <a:lnTo>
                  <a:pt x="918485" y="63025"/>
                </a:lnTo>
                <a:lnTo>
                  <a:pt x="897547" y="29217"/>
                </a:lnTo>
                <a:lnTo>
                  <a:pt x="867345" y="6738"/>
                </a:lnTo>
                <a:lnTo>
                  <a:pt x="848791" y="0"/>
                </a:lnTo>
                <a:close/>
              </a:path>
              <a:path w="930910" h="255904">
                <a:moveTo>
                  <a:pt x="81597" y="0"/>
                </a:moveTo>
                <a:lnTo>
                  <a:pt x="46785" y="16478"/>
                </a:lnTo>
                <a:lnTo>
                  <a:pt x="21107" y="44957"/>
                </a:lnTo>
                <a:lnTo>
                  <a:pt x="5276" y="82915"/>
                </a:lnTo>
                <a:lnTo>
                  <a:pt x="71" y="126745"/>
                </a:lnTo>
                <a:lnTo>
                  <a:pt x="0" y="128015"/>
                </a:lnTo>
                <a:lnTo>
                  <a:pt x="1314" y="151568"/>
                </a:lnTo>
                <a:lnTo>
                  <a:pt x="11835" y="193149"/>
                </a:lnTo>
                <a:lnTo>
                  <a:pt x="32716" y="226865"/>
                </a:lnTo>
                <a:lnTo>
                  <a:pt x="81597" y="255904"/>
                </a:lnTo>
                <a:lnTo>
                  <a:pt x="84836" y="245490"/>
                </a:lnTo>
                <a:lnTo>
                  <a:pt x="70260" y="239063"/>
                </a:lnTo>
                <a:lnTo>
                  <a:pt x="57680" y="230076"/>
                </a:lnTo>
                <a:lnTo>
                  <a:pt x="31864" y="188164"/>
                </a:lnTo>
                <a:lnTo>
                  <a:pt x="24277" y="149266"/>
                </a:lnTo>
                <a:lnTo>
                  <a:pt x="23383" y="128015"/>
                </a:lnTo>
                <a:lnTo>
                  <a:pt x="23329" y="126745"/>
                </a:lnTo>
                <a:lnTo>
                  <a:pt x="27122" y="84978"/>
                </a:lnTo>
                <a:lnTo>
                  <a:pt x="47119" y="37113"/>
                </a:lnTo>
                <a:lnTo>
                  <a:pt x="85242" y="10413"/>
                </a:lnTo>
                <a:lnTo>
                  <a:pt x="815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11960" y="3199383"/>
            <a:ext cx="933450" cy="255904"/>
          </a:xfrm>
          <a:custGeom>
            <a:avLst/>
            <a:gdLst/>
            <a:ahLst/>
            <a:cxnLst/>
            <a:rect l="l" t="t" r="r" b="b"/>
            <a:pathLst>
              <a:path w="933450" h="255904">
                <a:moveTo>
                  <a:pt x="933195" y="2539"/>
                </a:moveTo>
                <a:lnTo>
                  <a:pt x="912367" y="2539"/>
                </a:lnTo>
                <a:lnTo>
                  <a:pt x="912367" y="253491"/>
                </a:lnTo>
                <a:lnTo>
                  <a:pt x="933195" y="253491"/>
                </a:lnTo>
                <a:lnTo>
                  <a:pt x="933195" y="2539"/>
                </a:lnTo>
                <a:close/>
              </a:path>
              <a:path w="933450" h="255904">
                <a:moveTo>
                  <a:pt x="81533" y="0"/>
                </a:moveTo>
                <a:lnTo>
                  <a:pt x="46735" y="16478"/>
                </a:lnTo>
                <a:lnTo>
                  <a:pt x="21081" y="44957"/>
                </a:lnTo>
                <a:lnTo>
                  <a:pt x="5254" y="82915"/>
                </a:lnTo>
                <a:lnTo>
                  <a:pt x="71" y="126745"/>
                </a:lnTo>
                <a:lnTo>
                  <a:pt x="0" y="128015"/>
                </a:lnTo>
                <a:lnTo>
                  <a:pt x="1309" y="151568"/>
                </a:lnTo>
                <a:lnTo>
                  <a:pt x="11787" y="193149"/>
                </a:lnTo>
                <a:lnTo>
                  <a:pt x="32670" y="226865"/>
                </a:lnTo>
                <a:lnTo>
                  <a:pt x="81533" y="255904"/>
                </a:lnTo>
                <a:lnTo>
                  <a:pt x="84835" y="245490"/>
                </a:lnTo>
                <a:lnTo>
                  <a:pt x="70217" y="239063"/>
                </a:lnTo>
                <a:lnTo>
                  <a:pt x="57610" y="230076"/>
                </a:lnTo>
                <a:lnTo>
                  <a:pt x="31813" y="188164"/>
                </a:lnTo>
                <a:lnTo>
                  <a:pt x="24193" y="149266"/>
                </a:lnTo>
                <a:lnTo>
                  <a:pt x="23240" y="126745"/>
                </a:lnTo>
                <a:lnTo>
                  <a:pt x="24193" y="104880"/>
                </a:lnTo>
                <a:lnTo>
                  <a:pt x="31813" y="67006"/>
                </a:lnTo>
                <a:lnTo>
                  <a:pt x="57705" y="25765"/>
                </a:lnTo>
                <a:lnTo>
                  <a:pt x="85216" y="10413"/>
                </a:lnTo>
                <a:lnTo>
                  <a:pt x="815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69747" y="3951859"/>
            <a:ext cx="909319" cy="255904"/>
          </a:xfrm>
          <a:custGeom>
            <a:avLst/>
            <a:gdLst/>
            <a:ahLst/>
            <a:cxnLst/>
            <a:rect l="l" t="t" r="r" b="b"/>
            <a:pathLst>
              <a:path w="909319" h="255904">
                <a:moveTo>
                  <a:pt x="333527" y="2540"/>
                </a:moveTo>
                <a:lnTo>
                  <a:pt x="312750" y="2540"/>
                </a:lnTo>
                <a:lnTo>
                  <a:pt x="312750" y="253492"/>
                </a:lnTo>
                <a:lnTo>
                  <a:pt x="333527" y="253492"/>
                </a:lnTo>
                <a:lnTo>
                  <a:pt x="333527" y="2540"/>
                </a:lnTo>
                <a:close/>
              </a:path>
              <a:path w="909319" h="255904">
                <a:moveTo>
                  <a:pt x="81597" y="0"/>
                </a:moveTo>
                <a:lnTo>
                  <a:pt x="46785" y="16478"/>
                </a:lnTo>
                <a:lnTo>
                  <a:pt x="21107" y="44958"/>
                </a:lnTo>
                <a:lnTo>
                  <a:pt x="5276" y="82915"/>
                </a:lnTo>
                <a:lnTo>
                  <a:pt x="71" y="126746"/>
                </a:lnTo>
                <a:lnTo>
                  <a:pt x="0" y="128016"/>
                </a:lnTo>
                <a:lnTo>
                  <a:pt x="1314" y="151568"/>
                </a:lnTo>
                <a:lnTo>
                  <a:pt x="11835" y="193149"/>
                </a:lnTo>
                <a:lnTo>
                  <a:pt x="32716" y="226865"/>
                </a:lnTo>
                <a:lnTo>
                  <a:pt x="81597" y="255905"/>
                </a:lnTo>
                <a:lnTo>
                  <a:pt x="84836" y="245491"/>
                </a:lnTo>
                <a:lnTo>
                  <a:pt x="70260" y="239063"/>
                </a:lnTo>
                <a:lnTo>
                  <a:pt x="57680" y="230076"/>
                </a:lnTo>
                <a:lnTo>
                  <a:pt x="31864" y="188164"/>
                </a:lnTo>
                <a:lnTo>
                  <a:pt x="24277" y="149266"/>
                </a:lnTo>
                <a:lnTo>
                  <a:pt x="23383" y="128016"/>
                </a:lnTo>
                <a:lnTo>
                  <a:pt x="23329" y="126746"/>
                </a:lnTo>
                <a:lnTo>
                  <a:pt x="27122" y="84978"/>
                </a:lnTo>
                <a:lnTo>
                  <a:pt x="47119" y="37113"/>
                </a:lnTo>
                <a:lnTo>
                  <a:pt x="85242" y="10414"/>
                </a:lnTo>
                <a:lnTo>
                  <a:pt x="81597" y="0"/>
                </a:lnTo>
                <a:close/>
              </a:path>
              <a:path w="909319" h="255904">
                <a:moveTo>
                  <a:pt x="827201" y="0"/>
                </a:moveTo>
                <a:lnTo>
                  <a:pt x="823645" y="10414"/>
                </a:lnTo>
                <a:lnTo>
                  <a:pt x="838431" y="16869"/>
                </a:lnTo>
                <a:lnTo>
                  <a:pt x="851157" y="25765"/>
                </a:lnTo>
                <a:lnTo>
                  <a:pt x="877029" y="67006"/>
                </a:lnTo>
                <a:lnTo>
                  <a:pt x="884521" y="104590"/>
                </a:lnTo>
                <a:lnTo>
                  <a:pt x="884562" y="104880"/>
                </a:lnTo>
                <a:lnTo>
                  <a:pt x="884544" y="149266"/>
                </a:lnTo>
                <a:lnTo>
                  <a:pt x="876975" y="188164"/>
                </a:lnTo>
                <a:lnTo>
                  <a:pt x="851204" y="230076"/>
                </a:lnTo>
                <a:lnTo>
                  <a:pt x="824026" y="245491"/>
                </a:lnTo>
                <a:lnTo>
                  <a:pt x="827201" y="255905"/>
                </a:lnTo>
                <a:lnTo>
                  <a:pt x="862158" y="239553"/>
                </a:lnTo>
                <a:lnTo>
                  <a:pt x="887780" y="211201"/>
                </a:lnTo>
                <a:lnTo>
                  <a:pt x="903608" y="173275"/>
                </a:lnTo>
                <a:lnTo>
                  <a:pt x="908862" y="128016"/>
                </a:lnTo>
                <a:lnTo>
                  <a:pt x="907567" y="104880"/>
                </a:lnTo>
                <a:lnTo>
                  <a:pt x="897022" y="63025"/>
                </a:lnTo>
                <a:lnTo>
                  <a:pt x="876065" y="29217"/>
                </a:lnTo>
                <a:lnTo>
                  <a:pt x="845775" y="6738"/>
                </a:lnTo>
                <a:lnTo>
                  <a:pt x="8272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198877" y="4637659"/>
            <a:ext cx="3095625" cy="255904"/>
          </a:xfrm>
          <a:custGeom>
            <a:avLst/>
            <a:gdLst/>
            <a:ahLst/>
            <a:cxnLst/>
            <a:rect l="l" t="t" r="r" b="b"/>
            <a:pathLst>
              <a:path w="3095625" h="255904">
                <a:moveTo>
                  <a:pt x="1182370" y="2540"/>
                </a:moveTo>
                <a:lnTo>
                  <a:pt x="1161669" y="2540"/>
                </a:lnTo>
                <a:lnTo>
                  <a:pt x="1161669" y="253492"/>
                </a:lnTo>
                <a:lnTo>
                  <a:pt x="1182370" y="253492"/>
                </a:lnTo>
                <a:lnTo>
                  <a:pt x="1182370" y="2540"/>
                </a:lnTo>
                <a:close/>
              </a:path>
              <a:path w="3095625" h="255904">
                <a:moveTo>
                  <a:pt x="81661" y="0"/>
                </a:moveTo>
                <a:lnTo>
                  <a:pt x="46799" y="16478"/>
                </a:lnTo>
                <a:lnTo>
                  <a:pt x="21082" y="44958"/>
                </a:lnTo>
                <a:lnTo>
                  <a:pt x="5254" y="82915"/>
                </a:lnTo>
                <a:lnTo>
                  <a:pt x="71" y="126746"/>
                </a:lnTo>
                <a:lnTo>
                  <a:pt x="0" y="128016"/>
                </a:lnTo>
                <a:lnTo>
                  <a:pt x="1311" y="151568"/>
                </a:lnTo>
                <a:lnTo>
                  <a:pt x="11840" y="193149"/>
                </a:lnTo>
                <a:lnTo>
                  <a:pt x="32726" y="226865"/>
                </a:lnTo>
                <a:lnTo>
                  <a:pt x="81661" y="255905"/>
                </a:lnTo>
                <a:lnTo>
                  <a:pt x="84836" y="245491"/>
                </a:lnTo>
                <a:lnTo>
                  <a:pt x="70288" y="239063"/>
                </a:lnTo>
                <a:lnTo>
                  <a:pt x="57705" y="230076"/>
                </a:lnTo>
                <a:lnTo>
                  <a:pt x="31886" y="188164"/>
                </a:lnTo>
                <a:lnTo>
                  <a:pt x="24318" y="149266"/>
                </a:lnTo>
                <a:lnTo>
                  <a:pt x="23421" y="128016"/>
                </a:lnTo>
                <a:lnTo>
                  <a:pt x="23368" y="126746"/>
                </a:lnTo>
                <a:lnTo>
                  <a:pt x="27162" y="84978"/>
                </a:lnTo>
                <a:lnTo>
                  <a:pt x="47122" y="37113"/>
                </a:lnTo>
                <a:lnTo>
                  <a:pt x="85217" y="10414"/>
                </a:lnTo>
                <a:lnTo>
                  <a:pt x="81661" y="0"/>
                </a:lnTo>
                <a:close/>
              </a:path>
              <a:path w="3095625" h="255904">
                <a:moveTo>
                  <a:pt x="3013456" y="0"/>
                </a:moveTo>
                <a:lnTo>
                  <a:pt x="3009900" y="10414"/>
                </a:lnTo>
                <a:lnTo>
                  <a:pt x="3024685" y="16869"/>
                </a:lnTo>
                <a:lnTo>
                  <a:pt x="3037411" y="25765"/>
                </a:lnTo>
                <a:lnTo>
                  <a:pt x="3063283" y="67006"/>
                </a:lnTo>
                <a:lnTo>
                  <a:pt x="3070775" y="104590"/>
                </a:lnTo>
                <a:lnTo>
                  <a:pt x="3070816" y="104880"/>
                </a:lnTo>
                <a:lnTo>
                  <a:pt x="3070798" y="149266"/>
                </a:lnTo>
                <a:lnTo>
                  <a:pt x="3063230" y="188164"/>
                </a:lnTo>
                <a:lnTo>
                  <a:pt x="3037459" y="230076"/>
                </a:lnTo>
                <a:lnTo>
                  <a:pt x="3010281" y="245491"/>
                </a:lnTo>
                <a:lnTo>
                  <a:pt x="3013456" y="255905"/>
                </a:lnTo>
                <a:lnTo>
                  <a:pt x="3048412" y="239553"/>
                </a:lnTo>
                <a:lnTo>
                  <a:pt x="3074035" y="211201"/>
                </a:lnTo>
                <a:lnTo>
                  <a:pt x="3089862" y="173275"/>
                </a:lnTo>
                <a:lnTo>
                  <a:pt x="3095117" y="128016"/>
                </a:lnTo>
                <a:lnTo>
                  <a:pt x="3093821" y="104880"/>
                </a:lnTo>
                <a:lnTo>
                  <a:pt x="3083276" y="63025"/>
                </a:lnTo>
                <a:lnTo>
                  <a:pt x="3062319" y="29217"/>
                </a:lnTo>
                <a:lnTo>
                  <a:pt x="3032029" y="6738"/>
                </a:lnTo>
                <a:lnTo>
                  <a:pt x="30134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50872" y="4971034"/>
            <a:ext cx="3373754" cy="255904"/>
          </a:xfrm>
          <a:custGeom>
            <a:avLst/>
            <a:gdLst/>
            <a:ahLst/>
            <a:cxnLst/>
            <a:rect l="l" t="t" r="r" b="b"/>
            <a:pathLst>
              <a:path w="3373754" h="255904">
                <a:moveTo>
                  <a:pt x="556132" y="2540"/>
                </a:moveTo>
                <a:lnTo>
                  <a:pt x="535304" y="2540"/>
                </a:lnTo>
                <a:lnTo>
                  <a:pt x="535304" y="253492"/>
                </a:lnTo>
                <a:lnTo>
                  <a:pt x="556132" y="253492"/>
                </a:lnTo>
                <a:lnTo>
                  <a:pt x="556132" y="2540"/>
                </a:lnTo>
                <a:close/>
              </a:path>
              <a:path w="3373754" h="255904">
                <a:moveTo>
                  <a:pt x="3292093" y="0"/>
                </a:moveTo>
                <a:lnTo>
                  <a:pt x="3288411" y="10414"/>
                </a:lnTo>
                <a:lnTo>
                  <a:pt x="3303269" y="16869"/>
                </a:lnTo>
                <a:lnTo>
                  <a:pt x="3316033" y="25765"/>
                </a:lnTo>
                <a:lnTo>
                  <a:pt x="3341868" y="67006"/>
                </a:lnTo>
                <a:lnTo>
                  <a:pt x="3349395" y="104590"/>
                </a:lnTo>
                <a:lnTo>
                  <a:pt x="3350387" y="126746"/>
                </a:lnTo>
                <a:lnTo>
                  <a:pt x="3349434" y="149266"/>
                </a:lnTo>
                <a:lnTo>
                  <a:pt x="3341814" y="188164"/>
                </a:lnTo>
                <a:lnTo>
                  <a:pt x="3316017" y="230076"/>
                </a:lnTo>
                <a:lnTo>
                  <a:pt x="3288791" y="245491"/>
                </a:lnTo>
                <a:lnTo>
                  <a:pt x="3292093" y="255905"/>
                </a:lnTo>
                <a:lnTo>
                  <a:pt x="3326955" y="239553"/>
                </a:lnTo>
                <a:lnTo>
                  <a:pt x="3352673" y="211201"/>
                </a:lnTo>
                <a:lnTo>
                  <a:pt x="3368389" y="173275"/>
                </a:lnTo>
                <a:lnTo>
                  <a:pt x="3373628" y="128016"/>
                </a:lnTo>
                <a:lnTo>
                  <a:pt x="3372332" y="104880"/>
                </a:lnTo>
                <a:lnTo>
                  <a:pt x="3361787" y="63025"/>
                </a:lnTo>
                <a:lnTo>
                  <a:pt x="3340850" y="29217"/>
                </a:lnTo>
                <a:lnTo>
                  <a:pt x="3310647" y="6738"/>
                </a:lnTo>
                <a:lnTo>
                  <a:pt x="3292093" y="0"/>
                </a:lnTo>
                <a:close/>
              </a:path>
              <a:path w="3373754" h="255904">
                <a:moveTo>
                  <a:pt x="81660" y="0"/>
                </a:moveTo>
                <a:lnTo>
                  <a:pt x="46799" y="16478"/>
                </a:lnTo>
                <a:lnTo>
                  <a:pt x="21081" y="44958"/>
                </a:lnTo>
                <a:lnTo>
                  <a:pt x="5254" y="82915"/>
                </a:lnTo>
                <a:lnTo>
                  <a:pt x="71" y="126746"/>
                </a:lnTo>
                <a:lnTo>
                  <a:pt x="0" y="128016"/>
                </a:lnTo>
                <a:lnTo>
                  <a:pt x="1311" y="151568"/>
                </a:lnTo>
                <a:lnTo>
                  <a:pt x="11840" y="193149"/>
                </a:lnTo>
                <a:lnTo>
                  <a:pt x="32726" y="226865"/>
                </a:lnTo>
                <a:lnTo>
                  <a:pt x="81660" y="255905"/>
                </a:lnTo>
                <a:lnTo>
                  <a:pt x="84835" y="245491"/>
                </a:lnTo>
                <a:lnTo>
                  <a:pt x="70288" y="239063"/>
                </a:lnTo>
                <a:lnTo>
                  <a:pt x="57705" y="230076"/>
                </a:lnTo>
                <a:lnTo>
                  <a:pt x="31886" y="188164"/>
                </a:lnTo>
                <a:lnTo>
                  <a:pt x="24318" y="149266"/>
                </a:lnTo>
                <a:lnTo>
                  <a:pt x="23421" y="128016"/>
                </a:lnTo>
                <a:lnTo>
                  <a:pt x="23367" y="126746"/>
                </a:lnTo>
                <a:lnTo>
                  <a:pt x="27162" y="84978"/>
                </a:lnTo>
                <a:lnTo>
                  <a:pt x="47122" y="37113"/>
                </a:lnTo>
                <a:lnTo>
                  <a:pt x="85216" y="10414"/>
                </a:lnTo>
                <a:lnTo>
                  <a:pt x="816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17463" y="4971034"/>
            <a:ext cx="2655570" cy="255904"/>
          </a:xfrm>
          <a:custGeom>
            <a:avLst/>
            <a:gdLst/>
            <a:ahLst/>
            <a:cxnLst/>
            <a:rect l="l" t="t" r="r" b="b"/>
            <a:pathLst>
              <a:path w="2655570" h="255904">
                <a:moveTo>
                  <a:pt x="556006" y="2540"/>
                </a:moveTo>
                <a:lnTo>
                  <a:pt x="535305" y="2540"/>
                </a:lnTo>
                <a:lnTo>
                  <a:pt x="535305" y="253492"/>
                </a:lnTo>
                <a:lnTo>
                  <a:pt x="556006" y="253492"/>
                </a:lnTo>
                <a:lnTo>
                  <a:pt x="556006" y="2540"/>
                </a:lnTo>
                <a:close/>
              </a:path>
              <a:path w="2655570" h="255904">
                <a:moveTo>
                  <a:pt x="2573909" y="0"/>
                </a:moveTo>
                <a:lnTo>
                  <a:pt x="2570353" y="10414"/>
                </a:lnTo>
                <a:lnTo>
                  <a:pt x="2585138" y="16869"/>
                </a:lnTo>
                <a:lnTo>
                  <a:pt x="2597864" y="25765"/>
                </a:lnTo>
                <a:lnTo>
                  <a:pt x="2623736" y="67006"/>
                </a:lnTo>
                <a:lnTo>
                  <a:pt x="2631228" y="104590"/>
                </a:lnTo>
                <a:lnTo>
                  <a:pt x="2632202" y="126746"/>
                </a:lnTo>
                <a:lnTo>
                  <a:pt x="2631251" y="149266"/>
                </a:lnTo>
                <a:lnTo>
                  <a:pt x="2623683" y="188164"/>
                </a:lnTo>
                <a:lnTo>
                  <a:pt x="2597912" y="230076"/>
                </a:lnTo>
                <a:lnTo>
                  <a:pt x="2570734" y="245491"/>
                </a:lnTo>
                <a:lnTo>
                  <a:pt x="2573909" y="255905"/>
                </a:lnTo>
                <a:lnTo>
                  <a:pt x="2608865" y="239553"/>
                </a:lnTo>
                <a:lnTo>
                  <a:pt x="2634488" y="211201"/>
                </a:lnTo>
                <a:lnTo>
                  <a:pt x="2650315" y="173275"/>
                </a:lnTo>
                <a:lnTo>
                  <a:pt x="2655569" y="128016"/>
                </a:lnTo>
                <a:lnTo>
                  <a:pt x="2654274" y="104880"/>
                </a:lnTo>
                <a:lnTo>
                  <a:pt x="2654258" y="104590"/>
                </a:lnTo>
                <a:lnTo>
                  <a:pt x="2643729" y="63025"/>
                </a:lnTo>
                <a:lnTo>
                  <a:pt x="2622772" y="29217"/>
                </a:lnTo>
                <a:lnTo>
                  <a:pt x="2592482" y="6738"/>
                </a:lnTo>
                <a:lnTo>
                  <a:pt x="2573909" y="0"/>
                </a:lnTo>
                <a:close/>
              </a:path>
              <a:path w="2655570" h="255904">
                <a:moveTo>
                  <a:pt x="81534" y="0"/>
                </a:moveTo>
                <a:lnTo>
                  <a:pt x="46736" y="16478"/>
                </a:lnTo>
                <a:lnTo>
                  <a:pt x="21082" y="44958"/>
                </a:lnTo>
                <a:lnTo>
                  <a:pt x="5254" y="82915"/>
                </a:lnTo>
                <a:lnTo>
                  <a:pt x="71" y="126746"/>
                </a:lnTo>
                <a:lnTo>
                  <a:pt x="0" y="128016"/>
                </a:lnTo>
                <a:lnTo>
                  <a:pt x="5238" y="173275"/>
                </a:lnTo>
                <a:lnTo>
                  <a:pt x="20954" y="211201"/>
                </a:lnTo>
                <a:lnTo>
                  <a:pt x="46672" y="239553"/>
                </a:lnTo>
                <a:lnTo>
                  <a:pt x="81534" y="255905"/>
                </a:lnTo>
                <a:lnTo>
                  <a:pt x="84836" y="245491"/>
                </a:lnTo>
                <a:lnTo>
                  <a:pt x="70217" y="239063"/>
                </a:lnTo>
                <a:lnTo>
                  <a:pt x="57610" y="230076"/>
                </a:lnTo>
                <a:lnTo>
                  <a:pt x="31813" y="188164"/>
                </a:lnTo>
                <a:lnTo>
                  <a:pt x="24193" y="149266"/>
                </a:lnTo>
                <a:lnTo>
                  <a:pt x="23294" y="128016"/>
                </a:lnTo>
                <a:lnTo>
                  <a:pt x="23240" y="126746"/>
                </a:lnTo>
                <a:lnTo>
                  <a:pt x="27050" y="84978"/>
                </a:lnTo>
                <a:lnTo>
                  <a:pt x="47051" y="37113"/>
                </a:lnTo>
                <a:lnTo>
                  <a:pt x="85216" y="10414"/>
                </a:lnTo>
                <a:lnTo>
                  <a:pt x="815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78447" y="2110486"/>
            <a:ext cx="10081895" cy="31432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31800" indent="-342900">
              <a:lnSpc>
                <a:spcPts val="2340"/>
              </a:lnSpc>
              <a:spcBef>
                <a:spcPts val="130"/>
              </a:spcBef>
              <a:buFont typeface="Wingdings"/>
              <a:buChar char=""/>
              <a:tabLst>
                <a:tab pos="431800" algn="l"/>
              </a:tabLst>
            </a:pPr>
            <a:r>
              <a:rPr sz="2150" b="1" dirty="0">
                <a:latin typeface="Calibri"/>
                <a:cs typeface="Calibri"/>
              </a:rPr>
              <a:t>Definition</a:t>
            </a:r>
            <a:r>
              <a:rPr sz="2150" dirty="0">
                <a:latin typeface="Calibri"/>
                <a:cs typeface="Calibri"/>
              </a:rPr>
              <a:t>: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mbria Math"/>
                <a:cs typeface="Cambria Math"/>
              </a:rPr>
              <a:t>𝑋</a:t>
            </a:r>
            <a:r>
              <a:rPr sz="2150" spc="170" dirty="0">
                <a:latin typeface="Cambria Math"/>
                <a:cs typeface="Cambria Math"/>
              </a:rPr>
              <a:t> </a:t>
            </a:r>
            <a:r>
              <a:rPr sz="2150" dirty="0">
                <a:latin typeface="Calibri"/>
                <a:cs typeface="Calibri"/>
              </a:rPr>
              <a:t>is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conditionally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independent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140" dirty="0">
                <a:latin typeface="Calibri"/>
                <a:cs typeface="Calibri"/>
              </a:rPr>
              <a:t> </a:t>
            </a:r>
            <a:r>
              <a:rPr sz="2150" dirty="0">
                <a:latin typeface="Cambria Math"/>
                <a:cs typeface="Cambria Math"/>
              </a:rPr>
              <a:t>𝑌</a:t>
            </a:r>
            <a:r>
              <a:rPr sz="2150" spc="160" dirty="0">
                <a:latin typeface="Cambria Math"/>
                <a:cs typeface="Cambria Math"/>
              </a:rPr>
              <a:t> </a:t>
            </a:r>
            <a:r>
              <a:rPr sz="2150" dirty="0">
                <a:latin typeface="Calibri"/>
                <a:cs typeface="Calibri"/>
              </a:rPr>
              <a:t>given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mbria Math"/>
                <a:cs typeface="Cambria Math"/>
              </a:rPr>
              <a:t>𝑍</a:t>
            </a:r>
            <a:r>
              <a:rPr sz="2150" dirty="0">
                <a:latin typeface="Calibri"/>
                <a:cs typeface="Calibri"/>
              </a:rPr>
              <a:t>,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if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probability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distribution</a:t>
            </a:r>
            <a:endParaRPr sz="2150">
              <a:latin typeface="Calibri"/>
              <a:cs typeface="Calibri"/>
            </a:endParaRPr>
          </a:p>
          <a:p>
            <a:pPr marL="431800">
              <a:lnSpc>
                <a:spcPts val="2340"/>
              </a:lnSpc>
            </a:pPr>
            <a:r>
              <a:rPr sz="2150" dirty="0">
                <a:latin typeface="Calibri"/>
                <a:cs typeface="Calibri"/>
              </a:rPr>
              <a:t>governing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mbria Math"/>
                <a:cs typeface="Cambria Math"/>
              </a:rPr>
              <a:t>𝑋</a:t>
            </a:r>
            <a:r>
              <a:rPr sz="2150" spc="125" dirty="0">
                <a:latin typeface="Cambria Math"/>
                <a:cs typeface="Cambria Math"/>
              </a:rPr>
              <a:t> </a:t>
            </a:r>
            <a:r>
              <a:rPr sz="2150" dirty="0">
                <a:latin typeface="Calibri"/>
                <a:cs typeface="Calibri"/>
              </a:rPr>
              <a:t>is</a:t>
            </a:r>
            <a:r>
              <a:rPr sz="2150" spc="3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independent</a:t>
            </a:r>
            <a:r>
              <a:rPr sz="2150" spc="7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value</a:t>
            </a:r>
            <a:r>
              <a:rPr sz="2150" spc="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mbria Math"/>
                <a:cs typeface="Cambria Math"/>
              </a:rPr>
              <a:t>𝑌</a:t>
            </a:r>
            <a:r>
              <a:rPr sz="2150" dirty="0">
                <a:latin typeface="Calibri"/>
                <a:cs typeface="Calibri"/>
              </a:rPr>
              <a:t>,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given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value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of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spc="-50" dirty="0">
                <a:latin typeface="Cambria Math"/>
                <a:cs typeface="Cambria Math"/>
              </a:rPr>
              <a:t>𝑍</a:t>
            </a:r>
            <a:endParaRPr sz="21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2150">
              <a:latin typeface="Cambria Math"/>
              <a:cs typeface="Cambria Math"/>
            </a:endParaRPr>
          </a:p>
          <a:p>
            <a:pPr marL="303530" indent="-214629">
              <a:lnSpc>
                <a:spcPct val="100000"/>
              </a:lnSpc>
              <a:buFont typeface="Arial MT"/>
              <a:buChar char="•"/>
              <a:tabLst>
                <a:tab pos="303530" algn="l"/>
                <a:tab pos="1229995" algn="l"/>
              </a:tabLst>
            </a:pPr>
            <a:r>
              <a:rPr sz="2150" dirty="0">
                <a:latin typeface="Cambria Math"/>
                <a:cs typeface="Cambria Math"/>
              </a:rPr>
              <a:t>∀𝑖,</a:t>
            </a:r>
            <a:r>
              <a:rPr sz="2150" spc="-2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𝑗,</a:t>
            </a:r>
            <a:r>
              <a:rPr sz="2150" spc="-20" dirty="0">
                <a:latin typeface="Cambria Math"/>
                <a:cs typeface="Cambria Math"/>
              </a:rPr>
              <a:t> </a:t>
            </a:r>
            <a:r>
              <a:rPr sz="2150" spc="-50" dirty="0">
                <a:latin typeface="Cambria Math"/>
                <a:cs typeface="Cambria Math"/>
              </a:rPr>
              <a:t>𝑘</a:t>
            </a:r>
            <a:r>
              <a:rPr sz="2150" dirty="0">
                <a:latin typeface="Cambria Math"/>
                <a:cs typeface="Cambria Math"/>
              </a:rPr>
              <a:t>	𝑃</a:t>
            </a:r>
            <a:r>
              <a:rPr sz="2150" spc="30" dirty="0">
                <a:latin typeface="Cambria Math"/>
                <a:cs typeface="Cambria Math"/>
              </a:rPr>
              <a:t>  </a:t>
            </a:r>
            <a:r>
              <a:rPr sz="2150" dirty="0">
                <a:latin typeface="Cambria Math"/>
                <a:cs typeface="Cambria Math"/>
              </a:rPr>
              <a:t>𝑋</a:t>
            </a:r>
            <a:r>
              <a:rPr sz="2150" spc="23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17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𝑥</a:t>
            </a:r>
            <a:r>
              <a:rPr sz="2325" baseline="-16129" dirty="0">
                <a:latin typeface="Cambria Math"/>
                <a:cs typeface="Cambria Math"/>
              </a:rPr>
              <a:t>𝑖</a:t>
            </a:r>
            <a:r>
              <a:rPr sz="2325" spc="142" baseline="-16129" dirty="0">
                <a:latin typeface="Cambria Math"/>
                <a:cs typeface="Cambria Math"/>
              </a:rPr>
              <a:t>  </a:t>
            </a:r>
            <a:r>
              <a:rPr sz="2150" dirty="0">
                <a:latin typeface="Cambria Math"/>
                <a:cs typeface="Cambria Math"/>
              </a:rPr>
              <a:t>𝑌</a:t>
            </a:r>
            <a:r>
              <a:rPr sz="2150" spc="22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165" dirty="0">
                <a:latin typeface="Cambria Math"/>
                <a:cs typeface="Cambria Math"/>
              </a:rPr>
              <a:t> </a:t>
            </a:r>
            <a:r>
              <a:rPr sz="2150" spc="50" dirty="0">
                <a:latin typeface="Cambria Math"/>
                <a:cs typeface="Cambria Math"/>
              </a:rPr>
              <a:t>𝑦</a:t>
            </a:r>
            <a:r>
              <a:rPr sz="2325" spc="75" baseline="-16129" dirty="0">
                <a:latin typeface="Cambria Math"/>
                <a:cs typeface="Cambria Math"/>
              </a:rPr>
              <a:t>𝑗</a:t>
            </a:r>
            <a:r>
              <a:rPr sz="2150" spc="50" dirty="0">
                <a:latin typeface="Cambria Math"/>
                <a:cs typeface="Cambria Math"/>
              </a:rPr>
              <a:t>,</a:t>
            </a:r>
            <a:r>
              <a:rPr sz="2150" spc="-10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𝑍</a:t>
            </a:r>
            <a:r>
              <a:rPr sz="2150" spc="22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165" dirty="0">
                <a:latin typeface="Cambria Math"/>
                <a:cs typeface="Cambria Math"/>
              </a:rPr>
              <a:t> </a:t>
            </a:r>
            <a:r>
              <a:rPr sz="2150" spc="75" dirty="0">
                <a:latin typeface="Cambria Math"/>
                <a:cs typeface="Cambria Math"/>
              </a:rPr>
              <a:t>𝑧</a:t>
            </a:r>
            <a:r>
              <a:rPr sz="2325" spc="112" baseline="-16129" dirty="0">
                <a:latin typeface="Cambria Math"/>
                <a:cs typeface="Cambria Math"/>
              </a:rPr>
              <a:t>𝑘</a:t>
            </a:r>
            <a:r>
              <a:rPr sz="2150" spc="75" dirty="0">
                <a:latin typeface="Cambria Math"/>
                <a:cs typeface="Cambria Math"/>
              </a:rPr>
              <a:t>)</a:t>
            </a:r>
            <a:r>
              <a:rPr sz="2150" spc="16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16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𝑃(𝑋</a:t>
            </a:r>
            <a:r>
              <a:rPr sz="2150" spc="229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=</a:t>
            </a:r>
            <a:r>
              <a:rPr sz="2150" spc="170" dirty="0">
                <a:latin typeface="Cambria Math"/>
                <a:cs typeface="Cambria Math"/>
              </a:rPr>
              <a:t> </a:t>
            </a:r>
            <a:r>
              <a:rPr sz="2150" spc="65" dirty="0">
                <a:latin typeface="Cambria Math"/>
                <a:cs typeface="Cambria Math"/>
              </a:rPr>
              <a:t>𝑥</a:t>
            </a:r>
            <a:r>
              <a:rPr sz="2325" spc="97" baseline="-16129" dirty="0">
                <a:latin typeface="Cambria Math"/>
                <a:cs typeface="Cambria Math"/>
              </a:rPr>
              <a:t>𝑖</a:t>
            </a:r>
            <a:r>
              <a:rPr sz="2150" spc="65" dirty="0">
                <a:latin typeface="Cambria Math"/>
                <a:cs typeface="Cambria Math"/>
              </a:rPr>
              <a:t>|𝑍</a:t>
            </a:r>
            <a:r>
              <a:rPr sz="2325" spc="97" baseline="-16129" dirty="0">
                <a:latin typeface="Cambria Math"/>
                <a:cs typeface="Cambria Math"/>
              </a:rPr>
              <a:t>𝑘</a:t>
            </a:r>
            <a:r>
              <a:rPr sz="2150" spc="65" dirty="0">
                <a:latin typeface="Cambria Math"/>
                <a:cs typeface="Cambria Math"/>
              </a:rPr>
              <a:t>)</a:t>
            </a:r>
            <a:endParaRPr sz="21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830"/>
              </a:spcBef>
              <a:buFont typeface="Arial MT"/>
              <a:buChar char="•"/>
            </a:pPr>
            <a:endParaRPr sz="2150">
              <a:latin typeface="Cambria Math"/>
              <a:cs typeface="Cambria Math"/>
            </a:endParaRPr>
          </a:p>
          <a:p>
            <a:pPr marL="187325" indent="-107950">
              <a:lnSpc>
                <a:spcPct val="100000"/>
              </a:lnSpc>
              <a:buFont typeface="Arial MT"/>
              <a:buChar char="•"/>
              <a:tabLst>
                <a:tab pos="187325" algn="l"/>
                <a:tab pos="1404620" algn="l"/>
              </a:tabLst>
            </a:pPr>
            <a:r>
              <a:rPr sz="2150" dirty="0">
                <a:latin typeface="Cambria Math"/>
                <a:cs typeface="Cambria Math"/>
              </a:rPr>
              <a:t>𝑃</a:t>
            </a:r>
            <a:r>
              <a:rPr sz="2150" spc="35" dirty="0">
                <a:latin typeface="Cambria Math"/>
                <a:cs typeface="Cambria Math"/>
              </a:rPr>
              <a:t>  </a:t>
            </a:r>
            <a:r>
              <a:rPr sz="2150" dirty="0">
                <a:latin typeface="Cambria Math"/>
                <a:cs typeface="Cambria Math"/>
              </a:rPr>
              <a:t>𝑋</a:t>
            </a:r>
            <a:r>
              <a:rPr sz="2150" spc="33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𝑌,</a:t>
            </a:r>
            <a:r>
              <a:rPr sz="2150" spc="-90" dirty="0">
                <a:latin typeface="Cambria Math"/>
                <a:cs typeface="Cambria Math"/>
              </a:rPr>
              <a:t> </a:t>
            </a:r>
            <a:r>
              <a:rPr sz="2150" spc="-50" dirty="0">
                <a:latin typeface="Cambria Math"/>
                <a:cs typeface="Cambria Math"/>
              </a:rPr>
              <a:t>𝑍</a:t>
            </a:r>
            <a:r>
              <a:rPr sz="2150" dirty="0">
                <a:latin typeface="Cambria Math"/>
                <a:cs typeface="Cambria Math"/>
              </a:rPr>
              <a:t>	=</a:t>
            </a:r>
            <a:r>
              <a:rPr sz="2150" spc="160" dirty="0">
                <a:latin typeface="Cambria Math"/>
                <a:cs typeface="Cambria Math"/>
              </a:rPr>
              <a:t> </a:t>
            </a:r>
            <a:r>
              <a:rPr sz="2150" spc="-10" dirty="0">
                <a:latin typeface="Cambria Math"/>
                <a:cs typeface="Cambria Math"/>
              </a:rPr>
              <a:t>𝑃(𝑋|𝑍)</a:t>
            </a:r>
            <a:endParaRPr sz="215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Font typeface="Arial MT"/>
              <a:buChar char="•"/>
            </a:pPr>
            <a:endParaRPr sz="2150">
              <a:latin typeface="Cambria Math"/>
              <a:cs typeface="Cambria Math"/>
            </a:endParaRPr>
          </a:p>
          <a:p>
            <a:pPr marL="187325" indent="-107950">
              <a:lnSpc>
                <a:spcPct val="100000"/>
              </a:lnSpc>
              <a:buFont typeface="Arial MT"/>
              <a:buChar char="•"/>
              <a:tabLst>
                <a:tab pos="187325" algn="l"/>
                <a:tab pos="1717675" algn="l"/>
                <a:tab pos="5122545" algn="l"/>
              </a:tabLst>
            </a:pPr>
            <a:r>
              <a:rPr sz="2150" b="1" dirty="0">
                <a:latin typeface="Calibri"/>
                <a:cs typeface="Calibri"/>
              </a:rPr>
              <a:t>Example:</a:t>
            </a:r>
            <a:r>
              <a:rPr sz="2150" b="1" spc="105" dirty="0">
                <a:latin typeface="Calibri"/>
                <a:cs typeface="Calibri"/>
              </a:rPr>
              <a:t> </a:t>
            </a:r>
            <a:r>
              <a:rPr sz="2150" b="1" spc="-25" dirty="0">
                <a:latin typeface="Calibri"/>
                <a:cs typeface="Calibri"/>
              </a:rPr>
              <a:t>1.</a:t>
            </a:r>
            <a:r>
              <a:rPr sz="2150" b="1" dirty="0">
                <a:latin typeface="Calibri"/>
                <a:cs typeface="Calibri"/>
              </a:rPr>
              <a:t>	</a:t>
            </a:r>
            <a:r>
              <a:rPr sz="2150" dirty="0">
                <a:latin typeface="Cambria Math"/>
                <a:cs typeface="Cambria Math"/>
              </a:rPr>
              <a:t>𝑃</a:t>
            </a:r>
            <a:r>
              <a:rPr sz="2150" spc="75" dirty="0">
                <a:latin typeface="Cambria Math"/>
                <a:cs typeface="Cambria Math"/>
              </a:rPr>
              <a:t>  </a:t>
            </a:r>
            <a:r>
              <a:rPr sz="2150" dirty="0">
                <a:latin typeface="Cambria Math"/>
                <a:cs typeface="Cambria Math"/>
              </a:rPr>
              <a:t>Thunder</a:t>
            </a:r>
            <a:r>
              <a:rPr sz="2150" spc="29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Rain,</a:t>
            </a:r>
            <a:r>
              <a:rPr sz="2150" spc="-60" dirty="0">
                <a:latin typeface="Cambria Math"/>
                <a:cs typeface="Cambria Math"/>
              </a:rPr>
              <a:t> </a:t>
            </a:r>
            <a:r>
              <a:rPr sz="2150" spc="-10" dirty="0">
                <a:latin typeface="Cambria Math"/>
                <a:cs typeface="Cambria Math"/>
              </a:rPr>
              <a:t>Lightning</a:t>
            </a:r>
            <a:r>
              <a:rPr sz="2150" dirty="0">
                <a:latin typeface="Cambria Math"/>
                <a:cs typeface="Cambria Math"/>
              </a:rPr>
              <a:t>	=</a:t>
            </a:r>
            <a:r>
              <a:rPr sz="2150" spc="160" dirty="0">
                <a:latin typeface="Cambria Math"/>
                <a:cs typeface="Cambria Math"/>
              </a:rPr>
              <a:t> </a:t>
            </a:r>
            <a:r>
              <a:rPr sz="2150" spc="-10" dirty="0">
                <a:latin typeface="Cambria Math"/>
                <a:cs typeface="Cambria Math"/>
              </a:rPr>
              <a:t>𝑃(Thunder|Lightning)</a:t>
            </a:r>
            <a:endParaRPr sz="2150">
              <a:latin typeface="Cambria Math"/>
              <a:cs typeface="Cambria Math"/>
            </a:endParaRPr>
          </a:p>
          <a:p>
            <a:pPr marL="1330960" indent="-1242060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1330960" algn="l"/>
                <a:tab pos="5353685" algn="l"/>
              </a:tabLst>
            </a:pPr>
            <a:r>
              <a:rPr sz="2150" dirty="0">
                <a:latin typeface="Calibri"/>
                <a:cs typeface="Calibri"/>
              </a:rPr>
              <a:t>2.</a:t>
            </a:r>
            <a:r>
              <a:rPr sz="2150" spc="45" dirty="0">
                <a:latin typeface="Calibri"/>
                <a:cs typeface="Calibri"/>
              </a:rPr>
              <a:t>  </a:t>
            </a:r>
            <a:r>
              <a:rPr sz="2150" dirty="0">
                <a:latin typeface="Cambria Math"/>
                <a:cs typeface="Cambria Math"/>
              </a:rPr>
              <a:t>𝑃</a:t>
            </a:r>
            <a:r>
              <a:rPr sz="2150" spc="50" dirty="0">
                <a:latin typeface="Cambria Math"/>
                <a:cs typeface="Cambria Math"/>
              </a:rPr>
              <a:t>  </a:t>
            </a:r>
            <a:r>
              <a:rPr sz="2150" dirty="0">
                <a:latin typeface="Cambria Math"/>
                <a:cs typeface="Cambria Math"/>
              </a:rPr>
              <a:t>𝑓𝑙𝑢</a:t>
            </a:r>
            <a:r>
              <a:rPr sz="2150" spc="31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fever,</a:t>
            </a:r>
            <a:r>
              <a:rPr sz="2150" spc="-8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blood</a:t>
            </a:r>
            <a:r>
              <a:rPr sz="2150" spc="8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test</a:t>
            </a:r>
            <a:r>
              <a:rPr sz="2150" spc="7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for</a:t>
            </a:r>
            <a:r>
              <a:rPr sz="2150" spc="95" dirty="0">
                <a:latin typeface="Cambria Math"/>
                <a:cs typeface="Cambria Math"/>
              </a:rPr>
              <a:t> </a:t>
            </a:r>
            <a:r>
              <a:rPr sz="2150" spc="-25" dirty="0">
                <a:latin typeface="Cambria Math"/>
                <a:cs typeface="Cambria Math"/>
              </a:rPr>
              <a:t>flu</a:t>
            </a:r>
            <a:r>
              <a:rPr sz="2150" dirty="0">
                <a:latin typeface="Cambria Math"/>
                <a:cs typeface="Cambria Math"/>
              </a:rPr>
              <a:t>	=</a:t>
            </a:r>
            <a:r>
              <a:rPr sz="2150" spc="185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𝑃</a:t>
            </a:r>
            <a:r>
              <a:rPr sz="2150" spc="45" dirty="0">
                <a:latin typeface="Cambria Math"/>
                <a:cs typeface="Cambria Math"/>
              </a:rPr>
              <a:t>  </a:t>
            </a:r>
            <a:r>
              <a:rPr sz="2150" dirty="0">
                <a:latin typeface="Cambria Math"/>
                <a:cs typeface="Cambria Math"/>
              </a:rPr>
              <a:t>𝑓𝑙𝑢</a:t>
            </a:r>
            <a:r>
              <a:rPr sz="2150" spc="30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blood</a:t>
            </a:r>
            <a:r>
              <a:rPr sz="2150" spc="6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test</a:t>
            </a:r>
            <a:r>
              <a:rPr sz="2150" spc="60" dirty="0">
                <a:latin typeface="Cambria Math"/>
                <a:cs typeface="Cambria Math"/>
              </a:rPr>
              <a:t> </a:t>
            </a:r>
            <a:r>
              <a:rPr sz="2150" dirty="0">
                <a:latin typeface="Cambria Math"/>
                <a:cs typeface="Cambria Math"/>
              </a:rPr>
              <a:t>for</a:t>
            </a:r>
            <a:r>
              <a:rPr sz="2150" spc="80" dirty="0">
                <a:latin typeface="Cambria Math"/>
                <a:cs typeface="Cambria Math"/>
              </a:rPr>
              <a:t> </a:t>
            </a:r>
            <a:r>
              <a:rPr sz="2150" spc="-25" dirty="0">
                <a:latin typeface="Cambria Math"/>
                <a:cs typeface="Cambria Math"/>
              </a:rPr>
              <a:t>flu</a:t>
            </a:r>
            <a:endParaRPr sz="21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575" y="337819"/>
            <a:ext cx="521906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Applying</a:t>
            </a:r>
            <a:r>
              <a:rPr sz="24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Conditional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Independence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2767" y="930655"/>
            <a:ext cx="1063180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Naïve</a:t>
            </a:r>
            <a:r>
              <a:rPr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Bayes</a:t>
            </a:r>
            <a:r>
              <a:rPr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assumes</a:t>
            </a:r>
            <a:r>
              <a:rPr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dirty="0">
                <a:solidFill>
                  <a:srgbClr val="000000"/>
                </a:solidFill>
                <a:latin typeface="Cambria Math"/>
                <a:cs typeface="Cambria Math"/>
              </a:rPr>
              <a:t>𝑿</a:t>
            </a:r>
            <a:r>
              <a:rPr sz="3450" b="0" baseline="-15700" dirty="0">
                <a:solidFill>
                  <a:srgbClr val="000000"/>
                </a:solidFill>
                <a:latin typeface="Cambria Math"/>
                <a:cs typeface="Cambria Math"/>
              </a:rPr>
              <a:t>𝒊</a:t>
            </a:r>
            <a:r>
              <a:rPr sz="3450" b="0" spc="375" baseline="-15700" dirty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sz="320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conditionally</a:t>
            </a:r>
            <a:r>
              <a:rPr sz="32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independent</a:t>
            </a:r>
            <a:r>
              <a:rPr sz="32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000000"/>
                </a:solidFill>
                <a:latin typeface="Calibri"/>
                <a:cs typeface="Calibri"/>
              </a:rPr>
              <a:t>given</a:t>
            </a:r>
            <a:r>
              <a:rPr sz="320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3200" b="0" spc="-50" dirty="0">
                <a:solidFill>
                  <a:srgbClr val="000000"/>
                </a:solidFill>
                <a:latin typeface="Cambria Math"/>
                <a:cs typeface="Cambria Math"/>
              </a:rPr>
              <a:t>𝒀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4241" y="1635632"/>
            <a:ext cx="1657350" cy="379730"/>
          </a:xfrm>
          <a:custGeom>
            <a:avLst/>
            <a:gdLst/>
            <a:ahLst/>
            <a:cxnLst/>
            <a:rect l="l" t="t" r="r" b="b"/>
            <a:pathLst>
              <a:path w="1657350" h="379730">
                <a:moveTo>
                  <a:pt x="635888" y="3682"/>
                </a:moveTo>
                <a:lnTo>
                  <a:pt x="605027" y="3682"/>
                </a:lnTo>
                <a:lnTo>
                  <a:pt x="605027" y="375792"/>
                </a:lnTo>
                <a:lnTo>
                  <a:pt x="635888" y="375792"/>
                </a:lnTo>
                <a:lnTo>
                  <a:pt x="635888" y="3682"/>
                </a:lnTo>
                <a:close/>
              </a:path>
              <a:path w="1657350" h="379730">
                <a:moveTo>
                  <a:pt x="1535938" y="0"/>
                </a:moveTo>
                <a:lnTo>
                  <a:pt x="1530603" y="15493"/>
                </a:lnTo>
                <a:lnTo>
                  <a:pt x="1552511" y="25022"/>
                </a:lnTo>
                <a:lnTo>
                  <a:pt x="1571370" y="38195"/>
                </a:lnTo>
                <a:lnTo>
                  <a:pt x="1599945" y="75564"/>
                </a:lnTo>
                <a:lnTo>
                  <a:pt x="1616741" y="125983"/>
                </a:lnTo>
                <a:lnTo>
                  <a:pt x="1622297" y="187832"/>
                </a:lnTo>
                <a:lnTo>
                  <a:pt x="1620893" y="221319"/>
                </a:lnTo>
                <a:lnTo>
                  <a:pt x="1609653" y="279005"/>
                </a:lnTo>
                <a:lnTo>
                  <a:pt x="1587101" y="324084"/>
                </a:lnTo>
                <a:lnTo>
                  <a:pt x="1552759" y="354460"/>
                </a:lnTo>
                <a:lnTo>
                  <a:pt x="1531111" y="363981"/>
                </a:lnTo>
                <a:lnTo>
                  <a:pt x="1535938" y="379475"/>
                </a:lnTo>
                <a:lnTo>
                  <a:pt x="1587690" y="355187"/>
                </a:lnTo>
                <a:lnTo>
                  <a:pt x="1625726" y="313181"/>
                </a:lnTo>
                <a:lnTo>
                  <a:pt x="1649158" y="256905"/>
                </a:lnTo>
                <a:lnTo>
                  <a:pt x="1656969" y="189864"/>
                </a:lnTo>
                <a:lnTo>
                  <a:pt x="1655036" y="155467"/>
                </a:lnTo>
                <a:lnTo>
                  <a:pt x="1639341" y="93406"/>
                </a:lnTo>
                <a:lnTo>
                  <a:pt x="1608286" y="43237"/>
                </a:lnTo>
                <a:lnTo>
                  <a:pt x="1563467" y="9951"/>
                </a:lnTo>
                <a:lnTo>
                  <a:pt x="1535938" y="0"/>
                </a:lnTo>
                <a:close/>
              </a:path>
              <a:path w="1657350" h="379730">
                <a:moveTo>
                  <a:pt x="120903" y="0"/>
                </a:moveTo>
                <a:lnTo>
                  <a:pt x="69310" y="24368"/>
                </a:lnTo>
                <a:lnTo>
                  <a:pt x="31241" y="66547"/>
                </a:lnTo>
                <a:lnTo>
                  <a:pt x="7810" y="122920"/>
                </a:lnTo>
                <a:lnTo>
                  <a:pt x="114" y="187832"/>
                </a:lnTo>
                <a:lnTo>
                  <a:pt x="0" y="189864"/>
                </a:lnTo>
                <a:lnTo>
                  <a:pt x="1950" y="224724"/>
                </a:lnTo>
                <a:lnTo>
                  <a:pt x="17520" y="286394"/>
                </a:lnTo>
                <a:lnTo>
                  <a:pt x="48448" y="336399"/>
                </a:lnTo>
                <a:lnTo>
                  <a:pt x="93354" y="369546"/>
                </a:lnTo>
                <a:lnTo>
                  <a:pt x="120903" y="379475"/>
                </a:lnTo>
                <a:lnTo>
                  <a:pt x="125729" y="363981"/>
                </a:lnTo>
                <a:lnTo>
                  <a:pt x="104136" y="354460"/>
                </a:lnTo>
                <a:lnTo>
                  <a:pt x="85470" y="341153"/>
                </a:lnTo>
                <a:lnTo>
                  <a:pt x="57022" y="303275"/>
                </a:lnTo>
                <a:lnTo>
                  <a:pt x="40163" y="251698"/>
                </a:lnTo>
                <a:lnTo>
                  <a:pt x="34629" y="189864"/>
                </a:lnTo>
                <a:lnTo>
                  <a:pt x="34543" y="187832"/>
                </a:lnTo>
                <a:lnTo>
                  <a:pt x="40163" y="125983"/>
                </a:lnTo>
                <a:lnTo>
                  <a:pt x="57022" y="75564"/>
                </a:lnTo>
                <a:lnTo>
                  <a:pt x="85597" y="38195"/>
                </a:lnTo>
                <a:lnTo>
                  <a:pt x="126364" y="15493"/>
                </a:lnTo>
                <a:lnTo>
                  <a:pt x="1209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2767" y="1522412"/>
            <a:ext cx="477837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2928620" algn="l"/>
              </a:tabLst>
            </a:pPr>
            <a:r>
              <a:rPr sz="3200" dirty="0">
                <a:latin typeface="Calibri"/>
                <a:cs typeface="Calibri"/>
              </a:rPr>
              <a:t>e.g.,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2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1</a:t>
            </a:r>
            <a:r>
              <a:rPr sz="3450" spc="60" baseline="-15700" dirty="0">
                <a:latin typeface="Cambria Math"/>
                <a:cs typeface="Cambria Math"/>
              </a:rPr>
              <a:t> 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2</a:t>
            </a:r>
            <a:r>
              <a:rPr sz="3200" dirty="0">
                <a:latin typeface="Cambria Math"/>
                <a:cs typeface="Cambria Math"/>
              </a:rPr>
              <a:t>,</a:t>
            </a:r>
            <a:r>
              <a:rPr sz="3200" spc="-175" dirty="0">
                <a:latin typeface="Cambria Math"/>
                <a:cs typeface="Cambria Math"/>
              </a:rPr>
              <a:t> </a:t>
            </a:r>
            <a:r>
              <a:rPr sz="3200" spc="-50" dirty="0">
                <a:latin typeface="Cambria Math"/>
                <a:cs typeface="Cambria Math"/>
              </a:rPr>
              <a:t>𝑌</a:t>
            </a:r>
            <a:r>
              <a:rPr sz="3200" dirty="0">
                <a:latin typeface="Cambria Math"/>
                <a:cs typeface="Cambria Math"/>
              </a:rPr>
              <a:t>	=</a:t>
            </a:r>
            <a:r>
              <a:rPr sz="3200" spc="150" dirty="0">
                <a:latin typeface="Cambria Math"/>
                <a:cs typeface="Cambria Math"/>
              </a:rPr>
              <a:t> </a:t>
            </a:r>
            <a:r>
              <a:rPr sz="3200" spc="-10" dirty="0">
                <a:latin typeface="Cambria Math"/>
                <a:cs typeface="Cambria Math"/>
              </a:rPr>
              <a:t>𝑃(𝑋</a:t>
            </a:r>
            <a:r>
              <a:rPr sz="3450" spc="-15" baseline="-15700" dirty="0">
                <a:latin typeface="Cambria Math"/>
                <a:cs typeface="Cambria Math"/>
              </a:rPr>
              <a:t>1</a:t>
            </a:r>
            <a:r>
              <a:rPr sz="3200" spc="-10" dirty="0">
                <a:latin typeface="Cambria Math"/>
                <a:cs typeface="Cambria Math"/>
              </a:rPr>
              <a:t>|𝑌)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76058" y="2702432"/>
            <a:ext cx="1657350" cy="379730"/>
          </a:xfrm>
          <a:custGeom>
            <a:avLst/>
            <a:gdLst/>
            <a:ahLst/>
            <a:cxnLst/>
            <a:rect l="l" t="t" r="r" b="b"/>
            <a:pathLst>
              <a:path w="1657350" h="379730">
                <a:moveTo>
                  <a:pt x="1220203" y="3682"/>
                </a:moveTo>
                <a:lnTo>
                  <a:pt x="1189469" y="3682"/>
                </a:lnTo>
                <a:lnTo>
                  <a:pt x="1189469" y="375792"/>
                </a:lnTo>
                <a:lnTo>
                  <a:pt x="1220203" y="375792"/>
                </a:lnTo>
                <a:lnTo>
                  <a:pt x="1220203" y="3682"/>
                </a:lnTo>
                <a:close/>
              </a:path>
              <a:path w="1657350" h="379730">
                <a:moveTo>
                  <a:pt x="120992" y="0"/>
                </a:moveTo>
                <a:lnTo>
                  <a:pt x="69376" y="24368"/>
                </a:lnTo>
                <a:lnTo>
                  <a:pt x="31305" y="66547"/>
                </a:lnTo>
                <a:lnTo>
                  <a:pt x="7827" y="122920"/>
                </a:lnTo>
                <a:lnTo>
                  <a:pt x="114" y="187832"/>
                </a:lnTo>
                <a:lnTo>
                  <a:pt x="0" y="189864"/>
                </a:lnTo>
                <a:lnTo>
                  <a:pt x="7800" y="256905"/>
                </a:lnTo>
                <a:lnTo>
                  <a:pt x="31203" y="313181"/>
                </a:lnTo>
                <a:lnTo>
                  <a:pt x="69249" y="355187"/>
                </a:lnTo>
                <a:lnTo>
                  <a:pt x="120992" y="379475"/>
                </a:lnTo>
                <a:lnTo>
                  <a:pt x="125793" y="363981"/>
                </a:lnTo>
                <a:lnTo>
                  <a:pt x="104176" y="354460"/>
                </a:lnTo>
                <a:lnTo>
                  <a:pt x="85521" y="341153"/>
                </a:lnTo>
                <a:lnTo>
                  <a:pt x="57099" y="303275"/>
                </a:lnTo>
                <a:lnTo>
                  <a:pt x="40228" y="251698"/>
                </a:lnTo>
                <a:lnTo>
                  <a:pt x="34692" y="189864"/>
                </a:lnTo>
                <a:lnTo>
                  <a:pt x="34607" y="187832"/>
                </a:lnTo>
                <a:lnTo>
                  <a:pt x="40228" y="125983"/>
                </a:lnTo>
                <a:lnTo>
                  <a:pt x="57099" y="75564"/>
                </a:lnTo>
                <a:lnTo>
                  <a:pt x="85672" y="38195"/>
                </a:lnTo>
                <a:lnTo>
                  <a:pt x="126390" y="15493"/>
                </a:lnTo>
                <a:lnTo>
                  <a:pt x="120992" y="0"/>
                </a:lnTo>
                <a:close/>
              </a:path>
              <a:path w="1657350" h="379730">
                <a:moveTo>
                  <a:pt x="1536052" y="0"/>
                </a:moveTo>
                <a:lnTo>
                  <a:pt x="1530591" y="15493"/>
                </a:lnTo>
                <a:lnTo>
                  <a:pt x="1552570" y="25022"/>
                </a:lnTo>
                <a:lnTo>
                  <a:pt x="1571453" y="38195"/>
                </a:lnTo>
                <a:lnTo>
                  <a:pt x="1599933" y="75564"/>
                </a:lnTo>
                <a:lnTo>
                  <a:pt x="1616792" y="125983"/>
                </a:lnTo>
                <a:lnTo>
                  <a:pt x="1622412" y="187832"/>
                </a:lnTo>
                <a:lnTo>
                  <a:pt x="1621007" y="221319"/>
                </a:lnTo>
                <a:lnTo>
                  <a:pt x="1609767" y="279005"/>
                </a:lnTo>
                <a:lnTo>
                  <a:pt x="1587197" y="324084"/>
                </a:lnTo>
                <a:lnTo>
                  <a:pt x="1552820" y="354460"/>
                </a:lnTo>
                <a:lnTo>
                  <a:pt x="1531226" y="363981"/>
                </a:lnTo>
                <a:lnTo>
                  <a:pt x="1536052" y="379475"/>
                </a:lnTo>
                <a:lnTo>
                  <a:pt x="1587757" y="355187"/>
                </a:lnTo>
                <a:lnTo>
                  <a:pt x="1625841" y="313181"/>
                </a:lnTo>
                <a:lnTo>
                  <a:pt x="1649161" y="256905"/>
                </a:lnTo>
                <a:lnTo>
                  <a:pt x="1656956" y="189864"/>
                </a:lnTo>
                <a:lnTo>
                  <a:pt x="1655025" y="155467"/>
                </a:lnTo>
                <a:lnTo>
                  <a:pt x="1655003" y="155076"/>
                </a:lnTo>
                <a:lnTo>
                  <a:pt x="1639382" y="93406"/>
                </a:lnTo>
                <a:lnTo>
                  <a:pt x="1608329" y="43237"/>
                </a:lnTo>
                <a:lnTo>
                  <a:pt x="1563510" y="9951"/>
                </a:lnTo>
                <a:lnTo>
                  <a:pt x="15360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40067" y="2590164"/>
            <a:ext cx="1891664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35" dirty="0">
                <a:latin typeface="Cambria Math"/>
                <a:cs typeface="Cambria Math"/>
              </a:rPr>
              <a:t> </a:t>
            </a:r>
            <a:r>
              <a:rPr sz="3200" spc="-10" dirty="0">
                <a:latin typeface="Cambria Math"/>
                <a:cs typeface="Cambria Math"/>
              </a:rPr>
              <a:t>𝑋</a:t>
            </a:r>
            <a:r>
              <a:rPr sz="3450" spc="-15" baseline="-15700" dirty="0">
                <a:latin typeface="Cambria Math"/>
                <a:cs typeface="Cambria Math"/>
              </a:rPr>
              <a:t>1</a:t>
            </a:r>
            <a:r>
              <a:rPr sz="3200" spc="-10" dirty="0">
                <a:latin typeface="Cambria Math"/>
                <a:cs typeface="Cambria Math"/>
              </a:rPr>
              <a:t>,</a:t>
            </a:r>
            <a:r>
              <a:rPr sz="3200" spc="-17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2</a:t>
            </a:r>
            <a:r>
              <a:rPr sz="3450" spc="75" baseline="-15700" dirty="0">
                <a:latin typeface="Cambria Math"/>
                <a:cs typeface="Cambria Math"/>
              </a:rPr>
              <a:t>  </a:t>
            </a:r>
            <a:r>
              <a:rPr sz="3200" spc="-50" dirty="0">
                <a:latin typeface="Cambria Math"/>
                <a:cs typeface="Cambria Math"/>
              </a:rPr>
              <a:t>𝑌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95090" y="2702432"/>
            <a:ext cx="1657350" cy="379730"/>
          </a:xfrm>
          <a:custGeom>
            <a:avLst/>
            <a:gdLst/>
            <a:ahLst/>
            <a:cxnLst/>
            <a:rect l="l" t="t" r="r" b="b"/>
            <a:pathLst>
              <a:path w="1657350" h="379730">
                <a:moveTo>
                  <a:pt x="635888" y="3682"/>
                </a:moveTo>
                <a:lnTo>
                  <a:pt x="605028" y="3682"/>
                </a:lnTo>
                <a:lnTo>
                  <a:pt x="605028" y="375792"/>
                </a:lnTo>
                <a:lnTo>
                  <a:pt x="635888" y="375792"/>
                </a:lnTo>
                <a:lnTo>
                  <a:pt x="635888" y="3682"/>
                </a:lnTo>
                <a:close/>
              </a:path>
              <a:path w="1657350" h="379730">
                <a:moveTo>
                  <a:pt x="120904" y="0"/>
                </a:moveTo>
                <a:lnTo>
                  <a:pt x="69310" y="24368"/>
                </a:lnTo>
                <a:lnTo>
                  <a:pt x="31242" y="66547"/>
                </a:lnTo>
                <a:lnTo>
                  <a:pt x="7810" y="122920"/>
                </a:lnTo>
                <a:lnTo>
                  <a:pt x="114" y="187832"/>
                </a:lnTo>
                <a:lnTo>
                  <a:pt x="0" y="189864"/>
                </a:lnTo>
                <a:lnTo>
                  <a:pt x="7794" y="256905"/>
                </a:lnTo>
                <a:lnTo>
                  <a:pt x="31114" y="313181"/>
                </a:lnTo>
                <a:lnTo>
                  <a:pt x="69199" y="355187"/>
                </a:lnTo>
                <a:lnTo>
                  <a:pt x="120904" y="379475"/>
                </a:lnTo>
                <a:lnTo>
                  <a:pt x="125730" y="363981"/>
                </a:lnTo>
                <a:lnTo>
                  <a:pt x="104136" y="354460"/>
                </a:lnTo>
                <a:lnTo>
                  <a:pt x="85471" y="341153"/>
                </a:lnTo>
                <a:lnTo>
                  <a:pt x="57023" y="303275"/>
                </a:lnTo>
                <a:lnTo>
                  <a:pt x="40163" y="251698"/>
                </a:lnTo>
                <a:lnTo>
                  <a:pt x="34629" y="189864"/>
                </a:lnTo>
                <a:lnTo>
                  <a:pt x="34544" y="187832"/>
                </a:lnTo>
                <a:lnTo>
                  <a:pt x="40163" y="125983"/>
                </a:lnTo>
                <a:lnTo>
                  <a:pt x="57023" y="75564"/>
                </a:lnTo>
                <a:lnTo>
                  <a:pt x="85598" y="38195"/>
                </a:lnTo>
                <a:lnTo>
                  <a:pt x="126364" y="15493"/>
                </a:lnTo>
                <a:lnTo>
                  <a:pt x="120904" y="0"/>
                </a:lnTo>
                <a:close/>
              </a:path>
              <a:path w="1657350" h="379730">
                <a:moveTo>
                  <a:pt x="1535938" y="0"/>
                </a:moveTo>
                <a:lnTo>
                  <a:pt x="1530604" y="15493"/>
                </a:lnTo>
                <a:lnTo>
                  <a:pt x="1552511" y="25022"/>
                </a:lnTo>
                <a:lnTo>
                  <a:pt x="1571371" y="38195"/>
                </a:lnTo>
                <a:lnTo>
                  <a:pt x="1599946" y="75564"/>
                </a:lnTo>
                <a:lnTo>
                  <a:pt x="1616741" y="125983"/>
                </a:lnTo>
                <a:lnTo>
                  <a:pt x="1622298" y="187832"/>
                </a:lnTo>
                <a:lnTo>
                  <a:pt x="1620893" y="221319"/>
                </a:lnTo>
                <a:lnTo>
                  <a:pt x="1609653" y="279005"/>
                </a:lnTo>
                <a:lnTo>
                  <a:pt x="1587101" y="324084"/>
                </a:lnTo>
                <a:lnTo>
                  <a:pt x="1552759" y="354460"/>
                </a:lnTo>
                <a:lnTo>
                  <a:pt x="1531112" y="363981"/>
                </a:lnTo>
                <a:lnTo>
                  <a:pt x="1535938" y="379475"/>
                </a:lnTo>
                <a:lnTo>
                  <a:pt x="1587690" y="355187"/>
                </a:lnTo>
                <a:lnTo>
                  <a:pt x="1625727" y="313181"/>
                </a:lnTo>
                <a:lnTo>
                  <a:pt x="1649158" y="256905"/>
                </a:lnTo>
                <a:lnTo>
                  <a:pt x="1656969" y="189864"/>
                </a:lnTo>
                <a:lnTo>
                  <a:pt x="1655036" y="155467"/>
                </a:lnTo>
                <a:lnTo>
                  <a:pt x="1639341" y="93406"/>
                </a:lnTo>
                <a:lnTo>
                  <a:pt x="1608286" y="43237"/>
                </a:lnTo>
                <a:lnTo>
                  <a:pt x="1563467" y="9951"/>
                </a:lnTo>
                <a:lnTo>
                  <a:pt x="15359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85053" y="2702432"/>
            <a:ext cx="1082040" cy="379730"/>
          </a:xfrm>
          <a:custGeom>
            <a:avLst/>
            <a:gdLst/>
            <a:ahLst/>
            <a:cxnLst/>
            <a:rect l="l" t="t" r="r" b="b"/>
            <a:pathLst>
              <a:path w="1082039" h="379730">
                <a:moveTo>
                  <a:pt x="645287" y="3682"/>
                </a:moveTo>
                <a:lnTo>
                  <a:pt x="614426" y="3682"/>
                </a:lnTo>
                <a:lnTo>
                  <a:pt x="614426" y="375792"/>
                </a:lnTo>
                <a:lnTo>
                  <a:pt x="645287" y="375792"/>
                </a:lnTo>
                <a:lnTo>
                  <a:pt x="645287" y="3682"/>
                </a:lnTo>
                <a:close/>
              </a:path>
              <a:path w="1082039" h="379730">
                <a:moveTo>
                  <a:pt x="120904" y="0"/>
                </a:moveTo>
                <a:lnTo>
                  <a:pt x="69310" y="24368"/>
                </a:lnTo>
                <a:lnTo>
                  <a:pt x="31242" y="66547"/>
                </a:lnTo>
                <a:lnTo>
                  <a:pt x="7810" y="122920"/>
                </a:lnTo>
                <a:lnTo>
                  <a:pt x="114" y="187832"/>
                </a:lnTo>
                <a:lnTo>
                  <a:pt x="0" y="189864"/>
                </a:lnTo>
                <a:lnTo>
                  <a:pt x="7794" y="256905"/>
                </a:lnTo>
                <a:lnTo>
                  <a:pt x="31115" y="313181"/>
                </a:lnTo>
                <a:lnTo>
                  <a:pt x="69199" y="355187"/>
                </a:lnTo>
                <a:lnTo>
                  <a:pt x="120904" y="379475"/>
                </a:lnTo>
                <a:lnTo>
                  <a:pt x="125730" y="363981"/>
                </a:lnTo>
                <a:lnTo>
                  <a:pt x="104136" y="354460"/>
                </a:lnTo>
                <a:lnTo>
                  <a:pt x="85471" y="341153"/>
                </a:lnTo>
                <a:lnTo>
                  <a:pt x="57023" y="303275"/>
                </a:lnTo>
                <a:lnTo>
                  <a:pt x="40163" y="251698"/>
                </a:lnTo>
                <a:lnTo>
                  <a:pt x="34629" y="189864"/>
                </a:lnTo>
                <a:lnTo>
                  <a:pt x="34544" y="187832"/>
                </a:lnTo>
                <a:lnTo>
                  <a:pt x="40163" y="125983"/>
                </a:lnTo>
                <a:lnTo>
                  <a:pt x="57023" y="75564"/>
                </a:lnTo>
                <a:lnTo>
                  <a:pt x="85598" y="38195"/>
                </a:lnTo>
                <a:lnTo>
                  <a:pt x="126365" y="15493"/>
                </a:lnTo>
                <a:lnTo>
                  <a:pt x="120904" y="0"/>
                </a:lnTo>
                <a:close/>
              </a:path>
              <a:path w="1082039" h="379730">
                <a:moveTo>
                  <a:pt x="961009" y="0"/>
                </a:moveTo>
                <a:lnTo>
                  <a:pt x="955675" y="15493"/>
                </a:lnTo>
                <a:lnTo>
                  <a:pt x="977582" y="25022"/>
                </a:lnTo>
                <a:lnTo>
                  <a:pt x="996442" y="38195"/>
                </a:lnTo>
                <a:lnTo>
                  <a:pt x="1025017" y="75564"/>
                </a:lnTo>
                <a:lnTo>
                  <a:pt x="1041812" y="125983"/>
                </a:lnTo>
                <a:lnTo>
                  <a:pt x="1047369" y="187832"/>
                </a:lnTo>
                <a:lnTo>
                  <a:pt x="1045964" y="221319"/>
                </a:lnTo>
                <a:lnTo>
                  <a:pt x="1034724" y="279005"/>
                </a:lnTo>
                <a:lnTo>
                  <a:pt x="1012172" y="324084"/>
                </a:lnTo>
                <a:lnTo>
                  <a:pt x="977830" y="354460"/>
                </a:lnTo>
                <a:lnTo>
                  <a:pt x="956183" y="363981"/>
                </a:lnTo>
                <a:lnTo>
                  <a:pt x="961009" y="379475"/>
                </a:lnTo>
                <a:lnTo>
                  <a:pt x="1012761" y="355187"/>
                </a:lnTo>
                <a:lnTo>
                  <a:pt x="1050798" y="313181"/>
                </a:lnTo>
                <a:lnTo>
                  <a:pt x="1074229" y="256905"/>
                </a:lnTo>
                <a:lnTo>
                  <a:pt x="1082040" y="189864"/>
                </a:lnTo>
                <a:lnTo>
                  <a:pt x="1080107" y="155467"/>
                </a:lnTo>
                <a:lnTo>
                  <a:pt x="1064412" y="93406"/>
                </a:lnTo>
                <a:lnTo>
                  <a:pt x="1033357" y="43237"/>
                </a:lnTo>
                <a:lnTo>
                  <a:pt x="988538" y="9951"/>
                </a:lnTo>
                <a:lnTo>
                  <a:pt x="9610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09950" y="3292983"/>
            <a:ext cx="1073150" cy="379730"/>
          </a:xfrm>
          <a:custGeom>
            <a:avLst/>
            <a:gdLst/>
            <a:ahLst/>
            <a:cxnLst/>
            <a:rect l="l" t="t" r="r" b="b"/>
            <a:pathLst>
              <a:path w="1073150" h="379729">
                <a:moveTo>
                  <a:pt x="635888" y="3682"/>
                </a:moveTo>
                <a:lnTo>
                  <a:pt x="605027" y="3682"/>
                </a:lnTo>
                <a:lnTo>
                  <a:pt x="605027" y="375792"/>
                </a:lnTo>
                <a:lnTo>
                  <a:pt x="635888" y="375792"/>
                </a:lnTo>
                <a:lnTo>
                  <a:pt x="635888" y="3682"/>
                </a:lnTo>
                <a:close/>
              </a:path>
              <a:path w="1073150" h="379729">
                <a:moveTo>
                  <a:pt x="951611" y="0"/>
                </a:moveTo>
                <a:lnTo>
                  <a:pt x="946276" y="15493"/>
                </a:lnTo>
                <a:lnTo>
                  <a:pt x="968184" y="25022"/>
                </a:lnTo>
                <a:lnTo>
                  <a:pt x="987044" y="38195"/>
                </a:lnTo>
                <a:lnTo>
                  <a:pt x="1015619" y="75564"/>
                </a:lnTo>
                <a:lnTo>
                  <a:pt x="1032414" y="125983"/>
                </a:lnTo>
                <a:lnTo>
                  <a:pt x="1037971" y="187832"/>
                </a:lnTo>
                <a:lnTo>
                  <a:pt x="1036566" y="221319"/>
                </a:lnTo>
                <a:lnTo>
                  <a:pt x="1025326" y="279005"/>
                </a:lnTo>
                <a:lnTo>
                  <a:pt x="1002774" y="324084"/>
                </a:lnTo>
                <a:lnTo>
                  <a:pt x="968432" y="354460"/>
                </a:lnTo>
                <a:lnTo>
                  <a:pt x="946785" y="363981"/>
                </a:lnTo>
                <a:lnTo>
                  <a:pt x="951611" y="379475"/>
                </a:lnTo>
                <a:lnTo>
                  <a:pt x="1003363" y="355187"/>
                </a:lnTo>
                <a:lnTo>
                  <a:pt x="1041400" y="313181"/>
                </a:lnTo>
                <a:lnTo>
                  <a:pt x="1064831" y="256905"/>
                </a:lnTo>
                <a:lnTo>
                  <a:pt x="1072641" y="189864"/>
                </a:lnTo>
                <a:lnTo>
                  <a:pt x="1070709" y="155467"/>
                </a:lnTo>
                <a:lnTo>
                  <a:pt x="1055014" y="93406"/>
                </a:lnTo>
                <a:lnTo>
                  <a:pt x="1023959" y="43237"/>
                </a:lnTo>
                <a:lnTo>
                  <a:pt x="979140" y="9951"/>
                </a:lnTo>
                <a:lnTo>
                  <a:pt x="951611" y="0"/>
                </a:lnTo>
                <a:close/>
              </a:path>
              <a:path w="1073150" h="379729">
                <a:moveTo>
                  <a:pt x="120903" y="0"/>
                </a:moveTo>
                <a:lnTo>
                  <a:pt x="69310" y="24368"/>
                </a:lnTo>
                <a:lnTo>
                  <a:pt x="31241" y="66547"/>
                </a:lnTo>
                <a:lnTo>
                  <a:pt x="7810" y="122920"/>
                </a:lnTo>
                <a:lnTo>
                  <a:pt x="114" y="187832"/>
                </a:lnTo>
                <a:lnTo>
                  <a:pt x="0" y="189864"/>
                </a:lnTo>
                <a:lnTo>
                  <a:pt x="7794" y="256905"/>
                </a:lnTo>
                <a:lnTo>
                  <a:pt x="31114" y="313181"/>
                </a:lnTo>
                <a:lnTo>
                  <a:pt x="69199" y="355187"/>
                </a:lnTo>
                <a:lnTo>
                  <a:pt x="120903" y="379475"/>
                </a:lnTo>
                <a:lnTo>
                  <a:pt x="125729" y="363981"/>
                </a:lnTo>
                <a:lnTo>
                  <a:pt x="104136" y="354460"/>
                </a:lnTo>
                <a:lnTo>
                  <a:pt x="85471" y="341153"/>
                </a:lnTo>
                <a:lnTo>
                  <a:pt x="57023" y="303275"/>
                </a:lnTo>
                <a:lnTo>
                  <a:pt x="40163" y="251698"/>
                </a:lnTo>
                <a:lnTo>
                  <a:pt x="34629" y="189864"/>
                </a:lnTo>
                <a:lnTo>
                  <a:pt x="34544" y="187832"/>
                </a:lnTo>
                <a:lnTo>
                  <a:pt x="40163" y="125983"/>
                </a:lnTo>
                <a:lnTo>
                  <a:pt x="57023" y="75564"/>
                </a:lnTo>
                <a:lnTo>
                  <a:pt x="85598" y="38195"/>
                </a:lnTo>
                <a:lnTo>
                  <a:pt x="126364" y="15493"/>
                </a:lnTo>
                <a:lnTo>
                  <a:pt x="1209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44520" y="2490851"/>
            <a:ext cx="3724275" cy="120904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10"/>
              </a:spcBef>
            </a:pPr>
            <a:r>
              <a:rPr sz="3200" dirty="0">
                <a:latin typeface="Cambria Math"/>
                <a:cs typeface="Cambria Math"/>
              </a:rPr>
              <a:t>=</a:t>
            </a:r>
            <a:r>
              <a:rPr sz="3200" spc="14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5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1</a:t>
            </a:r>
            <a:r>
              <a:rPr sz="3450" spc="82" baseline="-15700" dirty="0">
                <a:latin typeface="Cambria Math"/>
                <a:cs typeface="Cambria Math"/>
              </a:rPr>
              <a:t> 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2</a:t>
            </a:r>
            <a:r>
              <a:rPr sz="3200" dirty="0">
                <a:latin typeface="Cambria Math"/>
                <a:cs typeface="Cambria Math"/>
              </a:rPr>
              <a:t>,</a:t>
            </a:r>
            <a:r>
              <a:rPr sz="3200" spc="-17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𝑌</a:t>
            </a:r>
            <a:r>
              <a:rPr sz="3200" spc="65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6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2</a:t>
            </a:r>
            <a:r>
              <a:rPr sz="3450" spc="82" baseline="-15700" dirty="0">
                <a:latin typeface="Cambria Math"/>
                <a:cs typeface="Cambria Math"/>
              </a:rPr>
              <a:t>  </a:t>
            </a:r>
            <a:r>
              <a:rPr sz="3200" spc="-50" dirty="0">
                <a:latin typeface="Cambria Math"/>
                <a:cs typeface="Cambria Math"/>
              </a:rPr>
              <a:t>𝑌</a:t>
            </a:r>
            <a:endParaRPr sz="3200">
              <a:latin typeface="Cambria Math"/>
              <a:cs typeface="Cambria Math"/>
            </a:endParaRPr>
          </a:p>
          <a:p>
            <a:pPr marL="52705">
              <a:lnSpc>
                <a:spcPct val="100000"/>
              </a:lnSpc>
              <a:spcBef>
                <a:spcPts val="820"/>
              </a:spcBef>
            </a:pPr>
            <a:r>
              <a:rPr sz="3200" dirty="0">
                <a:latin typeface="Cambria Math"/>
                <a:cs typeface="Cambria Math"/>
              </a:rPr>
              <a:t>=</a:t>
            </a:r>
            <a:r>
              <a:rPr sz="3200" spc="14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4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1</a:t>
            </a:r>
            <a:r>
              <a:rPr sz="3450" spc="82" baseline="-15700" dirty="0">
                <a:latin typeface="Cambria Math"/>
                <a:cs typeface="Cambria Math"/>
              </a:rPr>
              <a:t>  </a:t>
            </a:r>
            <a:r>
              <a:rPr sz="3200" dirty="0">
                <a:latin typeface="Cambria Math"/>
                <a:cs typeface="Cambria Math"/>
              </a:rPr>
              <a:t>𝑌</a:t>
            </a:r>
            <a:r>
              <a:rPr sz="3200" spc="645" dirty="0">
                <a:latin typeface="Cambria Math"/>
                <a:cs typeface="Cambria Math"/>
              </a:rPr>
              <a:t> </a:t>
            </a:r>
            <a:r>
              <a:rPr sz="3200" spc="-10" dirty="0">
                <a:latin typeface="Cambria Math"/>
                <a:cs typeface="Cambria Math"/>
              </a:rPr>
              <a:t>𝑃(𝑋</a:t>
            </a:r>
            <a:r>
              <a:rPr sz="3450" spc="-15" baseline="-15700" dirty="0">
                <a:latin typeface="Cambria Math"/>
                <a:cs typeface="Cambria Math"/>
              </a:rPr>
              <a:t>2</a:t>
            </a:r>
            <a:r>
              <a:rPr sz="3200" spc="-10" dirty="0">
                <a:latin typeface="Cambria Math"/>
                <a:cs typeface="Cambria Math"/>
              </a:rPr>
              <a:t>|𝑌)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62757" y="4474083"/>
            <a:ext cx="2250440" cy="379730"/>
          </a:xfrm>
          <a:custGeom>
            <a:avLst/>
            <a:gdLst/>
            <a:ahLst/>
            <a:cxnLst/>
            <a:rect l="l" t="t" r="r" b="b"/>
            <a:pathLst>
              <a:path w="2250440" h="379729">
                <a:moveTo>
                  <a:pt x="1813178" y="3683"/>
                </a:moveTo>
                <a:lnTo>
                  <a:pt x="1782444" y="3683"/>
                </a:lnTo>
                <a:lnTo>
                  <a:pt x="1782444" y="375793"/>
                </a:lnTo>
                <a:lnTo>
                  <a:pt x="1813178" y="375793"/>
                </a:lnTo>
                <a:lnTo>
                  <a:pt x="1813178" y="3683"/>
                </a:lnTo>
                <a:close/>
              </a:path>
              <a:path w="2250440" h="379729">
                <a:moveTo>
                  <a:pt x="2129028" y="0"/>
                </a:moveTo>
                <a:lnTo>
                  <a:pt x="2123566" y="15494"/>
                </a:lnTo>
                <a:lnTo>
                  <a:pt x="2145545" y="25022"/>
                </a:lnTo>
                <a:lnTo>
                  <a:pt x="2164429" y="38195"/>
                </a:lnTo>
                <a:lnTo>
                  <a:pt x="2192908" y="75565"/>
                </a:lnTo>
                <a:lnTo>
                  <a:pt x="2209768" y="125984"/>
                </a:lnTo>
                <a:lnTo>
                  <a:pt x="2213927" y="155076"/>
                </a:lnTo>
                <a:lnTo>
                  <a:pt x="2213983" y="155467"/>
                </a:lnTo>
                <a:lnTo>
                  <a:pt x="2215388" y="187833"/>
                </a:lnTo>
                <a:lnTo>
                  <a:pt x="2213983" y="221319"/>
                </a:lnTo>
                <a:lnTo>
                  <a:pt x="2209768" y="251698"/>
                </a:lnTo>
                <a:lnTo>
                  <a:pt x="2192908" y="303276"/>
                </a:lnTo>
                <a:lnTo>
                  <a:pt x="2164460" y="341153"/>
                </a:lnTo>
                <a:lnTo>
                  <a:pt x="2124202" y="363982"/>
                </a:lnTo>
                <a:lnTo>
                  <a:pt x="2129028" y="379476"/>
                </a:lnTo>
                <a:lnTo>
                  <a:pt x="2180732" y="355187"/>
                </a:lnTo>
                <a:lnTo>
                  <a:pt x="2218816" y="313182"/>
                </a:lnTo>
                <a:lnTo>
                  <a:pt x="2242137" y="256905"/>
                </a:lnTo>
                <a:lnTo>
                  <a:pt x="2249931" y="189865"/>
                </a:lnTo>
                <a:lnTo>
                  <a:pt x="2248001" y="155467"/>
                </a:lnTo>
                <a:lnTo>
                  <a:pt x="2247979" y="155076"/>
                </a:lnTo>
                <a:lnTo>
                  <a:pt x="2232358" y="93406"/>
                </a:lnTo>
                <a:lnTo>
                  <a:pt x="2201358" y="43237"/>
                </a:lnTo>
                <a:lnTo>
                  <a:pt x="2156503" y="9951"/>
                </a:lnTo>
                <a:lnTo>
                  <a:pt x="2129028" y="0"/>
                </a:lnTo>
                <a:close/>
              </a:path>
              <a:path w="2250440" h="379729">
                <a:moveTo>
                  <a:pt x="120903" y="0"/>
                </a:moveTo>
                <a:lnTo>
                  <a:pt x="69310" y="24368"/>
                </a:lnTo>
                <a:lnTo>
                  <a:pt x="31241" y="66548"/>
                </a:lnTo>
                <a:lnTo>
                  <a:pt x="7810" y="122920"/>
                </a:lnTo>
                <a:lnTo>
                  <a:pt x="114" y="187833"/>
                </a:lnTo>
                <a:lnTo>
                  <a:pt x="0" y="189865"/>
                </a:lnTo>
                <a:lnTo>
                  <a:pt x="7794" y="256905"/>
                </a:lnTo>
                <a:lnTo>
                  <a:pt x="31114" y="313182"/>
                </a:lnTo>
                <a:lnTo>
                  <a:pt x="69199" y="355187"/>
                </a:lnTo>
                <a:lnTo>
                  <a:pt x="120903" y="379476"/>
                </a:lnTo>
                <a:lnTo>
                  <a:pt x="125729" y="363982"/>
                </a:lnTo>
                <a:lnTo>
                  <a:pt x="104136" y="354460"/>
                </a:lnTo>
                <a:lnTo>
                  <a:pt x="85470" y="341153"/>
                </a:lnTo>
                <a:lnTo>
                  <a:pt x="57022" y="303276"/>
                </a:lnTo>
                <a:lnTo>
                  <a:pt x="40163" y="251698"/>
                </a:lnTo>
                <a:lnTo>
                  <a:pt x="34629" y="189865"/>
                </a:lnTo>
                <a:lnTo>
                  <a:pt x="34543" y="187833"/>
                </a:lnTo>
                <a:lnTo>
                  <a:pt x="40163" y="125984"/>
                </a:lnTo>
                <a:lnTo>
                  <a:pt x="57022" y="75565"/>
                </a:lnTo>
                <a:lnTo>
                  <a:pt x="85597" y="38195"/>
                </a:lnTo>
                <a:lnTo>
                  <a:pt x="126364" y="15494"/>
                </a:lnTo>
                <a:lnTo>
                  <a:pt x="1209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40067" y="4364354"/>
            <a:ext cx="48736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latin typeface="Calibri"/>
                <a:cs typeface="Calibri"/>
              </a:rPr>
              <a:t>General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form: </a:t>
            </a: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25" dirty="0">
                <a:latin typeface="Cambria Math"/>
                <a:cs typeface="Cambria Math"/>
              </a:rPr>
              <a:t> </a:t>
            </a:r>
            <a:r>
              <a:rPr sz="3200" spc="-10" dirty="0">
                <a:latin typeface="Cambria Math"/>
                <a:cs typeface="Cambria Math"/>
              </a:rPr>
              <a:t>𝑋</a:t>
            </a:r>
            <a:r>
              <a:rPr sz="3450" spc="-15" baseline="-15700" dirty="0">
                <a:latin typeface="Cambria Math"/>
                <a:cs typeface="Cambria Math"/>
              </a:rPr>
              <a:t>1</a:t>
            </a:r>
            <a:r>
              <a:rPr sz="3200" spc="-10" dirty="0">
                <a:latin typeface="Cambria Math"/>
                <a:cs typeface="Cambria Math"/>
              </a:rPr>
              <a:t>,</a:t>
            </a:r>
            <a:r>
              <a:rPr sz="3200" spc="-17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⋯</a:t>
            </a:r>
            <a:r>
              <a:rPr sz="3200" spc="-200" dirty="0">
                <a:latin typeface="Cambria Math"/>
                <a:cs typeface="Cambria Math"/>
              </a:rPr>
              <a:t> </a:t>
            </a:r>
            <a:r>
              <a:rPr sz="3200" spc="-10" dirty="0">
                <a:latin typeface="Cambria Math"/>
                <a:cs typeface="Cambria Math"/>
              </a:rPr>
              <a:t>,</a:t>
            </a:r>
            <a:r>
              <a:rPr sz="3200" spc="-17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𝑋</a:t>
            </a:r>
            <a:r>
              <a:rPr sz="3450" baseline="-15700" dirty="0">
                <a:latin typeface="Cambria Math"/>
                <a:cs typeface="Cambria Math"/>
              </a:rPr>
              <a:t>𝑛</a:t>
            </a:r>
            <a:r>
              <a:rPr sz="3450" spc="89" baseline="-15700" dirty="0">
                <a:latin typeface="Cambria Math"/>
                <a:cs typeface="Cambria Math"/>
              </a:rPr>
              <a:t>  </a:t>
            </a:r>
            <a:r>
              <a:rPr sz="3200" spc="-50" dirty="0">
                <a:latin typeface="Cambria Math"/>
                <a:cs typeface="Cambria Math"/>
              </a:rPr>
              <a:t>𝑌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7540" y="4579239"/>
            <a:ext cx="563245" cy="381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00" spc="100" dirty="0">
                <a:latin typeface="Cambria Math"/>
                <a:cs typeface="Cambria Math"/>
              </a:rPr>
              <a:t>𝑗=1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26480" y="4197604"/>
            <a:ext cx="110426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800" baseline="-22569" dirty="0">
                <a:latin typeface="Cambria Math"/>
                <a:cs typeface="Cambria Math"/>
              </a:rPr>
              <a:t>=</a:t>
            </a:r>
            <a:r>
              <a:rPr sz="4800" spc="127" baseline="-22569" dirty="0">
                <a:latin typeface="Cambria Math"/>
                <a:cs typeface="Cambria Math"/>
              </a:rPr>
              <a:t>  </a:t>
            </a:r>
            <a:r>
              <a:rPr sz="4800" spc="1005" baseline="-20833" dirty="0">
                <a:latin typeface="Cambria Math"/>
                <a:cs typeface="Cambria Math"/>
              </a:rPr>
              <a:t>ς</a:t>
            </a:r>
            <a:r>
              <a:rPr sz="2300" spc="670" dirty="0">
                <a:latin typeface="Cambria Math"/>
                <a:cs typeface="Cambria Math"/>
              </a:rPr>
              <a:t>𝑛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67550" y="4364354"/>
            <a:ext cx="143637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200" spc="70" dirty="0">
                <a:latin typeface="Cambria Math"/>
                <a:cs typeface="Cambria Math"/>
              </a:rPr>
              <a:t>𝑃</a:t>
            </a:r>
            <a:r>
              <a:rPr sz="3200" spc="-5" dirty="0">
                <a:latin typeface="Cambria Math"/>
                <a:cs typeface="Cambria Math"/>
              </a:rPr>
              <a:t>(</a:t>
            </a:r>
            <a:r>
              <a:rPr sz="3200" spc="-440" dirty="0">
                <a:latin typeface="Cambria Math"/>
                <a:cs typeface="Cambria Math"/>
              </a:rPr>
              <a:t>𝑋</a:t>
            </a:r>
            <a:r>
              <a:rPr sz="3450" spc="345" baseline="-15700" dirty="0">
                <a:latin typeface="Cambria Math"/>
                <a:cs typeface="Cambria Math"/>
              </a:rPr>
              <a:t>𝑗</a:t>
            </a:r>
            <a:r>
              <a:rPr sz="3200" dirty="0">
                <a:latin typeface="Cambria Math"/>
                <a:cs typeface="Cambria Math"/>
              </a:rPr>
              <a:t>|</a:t>
            </a:r>
            <a:r>
              <a:rPr sz="3200" spc="65" dirty="0">
                <a:latin typeface="Cambria Math"/>
                <a:cs typeface="Cambria Math"/>
              </a:rPr>
              <a:t>𝑌</a:t>
            </a:r>
            <a:r>
              <a:rPr sz="3200" spc="10" dirty="0">
                <a:latin typeface="Cambria Math"/>
                <a:cs typeface="Cambria Math"/>
              </a:rPr>
              <a:t>)</a:t>
            </a:r>
            <a:endParaRPr sz="3200">
              <a:latin typeface="Cambria Math"/>
              <a:cs typeface="Cambria Math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007" y="5143500"/>
            <a:ext cx="8235194" cy="143967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1925"/>
            <a:ext cx="10667999" cy="762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61009" y="133335"/>
            <a:ext cx="6674484" cy="1256030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3413125">
              <a:lnSpc>
                <a:spcPct val="100000"/>
              </a:lnSpc>
              <a:spcBef>
                <a:spcPts val="1714"/>
              </a:spcBef>
            </a:pP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Naive</a:t>
            </a:r>
            <a:r>
              <a:rPr sz="24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rial"/>
                <a:cs typeface="Arial"/>
              </a:rPr>
              <a:t>Bayes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Classifier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885"/>
              </a:spcBef>
              <a:buFont typeface="Wingdings"/>
              <a:buChar char=""/>
              <a:tabLst>
                <a:tab pos="354965" algn="l"/>
              </a:tabLst>
            </a:pPr>
            <a:r>
              <a:rPr sz="2750" b="1" dirty="0">
                <a:latin typeface="Calibri"/>
                <a:cs typeface="Calibri"/>
              </a:rPr>
              <a:t>Bayes</a:t>
            </a:r>
            <a:r>
              <a:rPr sz="2750" b="1" spc="-20" dirty="0">
                <a:latin typeface="Calibri"/>
                <a:cs typeface="Calibri"/>
              </a:rPr>
              <a:t> rule: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7503" y="1754377"/>
            <a:ext cx="1238885" cy="326390"/>
          </a:xfrm>
          <a:custGeom>
            <a:avLst/>
            <a:gdLst/>
            <a:ahLst/>
            <a:cxnLst/>
            <a:rect l="l" t="t" r="r" b="b"/>
            <a:pathLst>
              <a:path w="1238885" h="326389">
                <a:moveTo>
                  <a:pt x="1238504" y="3048"/>
                </a:moveTo>
                <a:lnTo>
                  <a:pt x="1211961" y="3048"/>
                </a:lnTo>
                <a:lnTo>
                  <a:pt x="1211961" y="323342"/>
                </a:lnTo>
                <a:lnTo>
                  <a:pt x="1238504" y="323342"/>
                </a:lnTo>
                <a:lnTo>
                  <a:pt x="1238504" y="3048"/>
                </a:lnTo>
                <a:close/>
              </a:path>
              <a:path w="1238885" h="326389">
                <a:moveTo>
                  <a:pt x="104114" y="0"/>
                </a:moveTo>
                <a:lnTo>
                  <a:pt x="59696" y="20970"/>
                </a:lnTo>
                <a:lnTo>
                  <a:pt x="26936" y="57276"/>
                </a:lnTo>
                <a:lnTo>
                  <a:pt x="6734" y="105727"/>
                </a:lnTo>
                <a:lnTo>
                  <a:pt x="100" y="161544"/>
                </a:lnTo>
                <a:lnTo>
                  <a:pt x="0" y="163322"/>
                </a:lnTo>
                <a:lnTo>
                  <a:pt x="6713" y="220964"/>
                </a:lnTo>
                <a:lnTo>
                  <a:pt x="26847" y="269367"/>
                </a:lnTo>
                <a:lnTo>
                  <a:pt x="59585" y="305546"/>
                </a:lnTo>
                <a:lnTo>
                  <a:pt x="104114" y="326389"/>
                </a:lnTo>
                <a:lnTo>
                  <a:pt x="108242" y="313182"/>
                </a:lnTo>
                <a:lnTo>
                  <a:pt x="89639" y="304917"/>
                </a:lnTo>
                <a:lnTo>
                  <a:pt x="73588" y="293449"/>
                </a:lnTo>
                <a:lnTo>
                  <a:pt x="49136" y="260858"/>
                </a:lnTo>
                <a:lnTo>
                  <a:pt x="34613" y="216487"/>
                </a:lnTo>
                <a:lnTo>
                  <a:pt x="29843" y="163322"/>
                </a:lnTo>
                <a:lnTo>
                  <a:pt x="29768" y="161544"/>
                </a:lnTo>
                <a:lnTo>
                  <a:pt x="30980" y="133709"/>
                </a:lnTo>
                <a:lnTo>
                  <a:pt x="40666" y="85373"/>
                </a:lnTo>
                <a:lnTo>
                  <a:pt x="60121" y="47301"/>
                </a:lnTo>
                <a:lnTo>
                  <a:pt x="89934" y="21445"/>
                </a:lnTo>
                <a:lnTo>
                  <a:pt x="108762" y="13208"/>
                </a:lnTo>
                <a:lnTo>
                  <a:pt x="1041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5609" y="1655444"/>
            <a:ext cx="365442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1290" indent="-130175">
              <a:lnSpc>
                <a:spcPct val="100000"/>
              </a:lnSpc>
              <a:spcBef>
                <a:spcPts val="130"/>
              </a:spcBef>
              <a:buSzPct val="96363"/>
              <a:buFont typeface="Arial MT"/>
              <a:buChar char="•"/>
              <a:tabLst>
                <a:tab pos="161290" algn="l"/>
              </a:tabLst>
            </a:pPr>
            <a:r>
              <a:rPr sz="2750" dirty="0">
                <a:latin typeface="Cambria Math"/>
                <a:cs typeface="Cambria Math"/>
              </a:rPr>
              <a:t>𝑃</a:t>
            </a:r>
            <a:r>
              <a:rPr sz="2750" spc="65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𝑌</a:t>
            </a:r>
            <a:r>
              <a:rPr sz="2750" spc="28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=</a:t>
            </a:r>
            <a:r>
              <a:rPr sz="2750" spc="204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𝑦</a:t>
            </a:r>
            <a:r>
              <a:rPr sz="3000" baseline="-15277" dirty="0">
                <a:latin typeface="Cambria Math"/>
                <a:cs typeface="Cambria Math"/>
              </a:rPr>
              <a:t>𝑘</a:t>
            </a:r>
            <a:r>
              <a:rPr sz="3000" spc="157" baseline="-15277" dirty="0">
                <a:latin typeface="Cambria Math"/>
                <a:cs typeface="Cambria Math"/>
              </a:rPr>
              <a:t>  </a:t>
            </a:r>
            <a:r>
              <a:rPr sz="2750" dirty="0">
                <a:latin typeface="Cambria Math"/>
                <a:cs typeface="Cambria Math"/>
              </a:rPr>
              <a:t>𝑋</a:t>
            </a:r>
            <a:r>
              <a:rPr sz="3000" baseline="-15277" dirty="0">
                <a:latin typeface="Cambria Math"/>
                <a:cs typeface="Cambria Math"/>
              </a:rPr>
              <a:t>1</a:t>
            </a:r>
            <a:r>
              <a:rPr sz="2750" dirty="0">
                <a:latin typeface="Cambria Math"/>
                <a:cs typeface="Cambria Math"/>
              </a:rPr>
              <a:t>,</a:t>
            </a:r>
            <a:r>
              <a:rPr sz="2750" spc="-12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⋯</a:t>
            </a:r>
            <a:r>
              <a:rPr sz="2750" spc="-11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,</a:t>
            </a:r>
            <a:r>
              <a:rPr sz="2750" spc="-130" dirty="0">
                <a:latin typeface="Cambria Math"/>
                <a:cs typeface="Cambria Math"/>
              </a:rPr>
              <a:t> </a:t>
            </a:r>
            <a:r>
              <a:rPr sz="2750" spc="75" dirty="0">
                <a:latin typeface="Cambria Math"/>
                <a:cs typeface="Cambria Math"/>
              </a:rPr>
              <a:t>𝑋</a:t>
            </a:r>
            <a:r>
              <a:rPr sz="3000" spc="112" baseline="-15277" dirty="0">
                <a:latin typeface="Cambria Math"/>
                <a:cs typeface="Cambria Math"/>
              </a:rPr>
              <a:t>𝑛</a:t>
            </a:r>
            <a:r>
              <a:rPr sz="2750" spc="75" dirty="0">
                <a:latin typeface="Cambria Math"/>
                <a:cs typeface="Cambria Math"/>
              </a:rPr>
              <a:t>)</a:t>
            </a:r>
            <a:r>
              <a:rPr sz="2750" spc="200" dirty="0">
                <a:latin typeface="Cambria Math"/>
                <a:cs typeface="Cambria Math"/>
              </a:rPr>
              <a:t> </a:t>
            </a:r>
            <a:r>
              <a:rPr sz="2750" spc="-50" dirty="0">
                <a:latin typeface="Cambria Math"/>
                <a:cs typeface="Cambria Math"/>
              </a:rPr>
              <a:t>=</a:t>
            </a:r>
            <a:endParaRPr sz="275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49978" y="1904110"/>
            <a:ext cx="4381500" cy="19050"/>
          </a:xfrm>
          <a:custGeom>
            <a:avLst/>
            <a:gdLst/>
            <a:ahLst/>
            <a:cxnLst/>
            <a:rect l="l" t="t" r="r" b="b"/>
            <a:pathLst>
              <a:path w="4381500" h="19050">
                <a:moveTo>
                  <a:pt x="4381500" y="0"/>
                </a:moveTo>
                <a:lnTo>
                  <a:pt x="0" y="0"/>
                </a:lnTo>
                <a:lnTo>
                  <a:pt x="0" y="19050"/>
                </a:lnTo>
                <a:lnTo>
                  <a:pt x="4381500" y="19050"/>
                </a:lnTo>
                <a:lnTo>
                  <a:pt x="438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90791" y="1617599"/>
            <a:ext cx="804545" cy="238125"/>
          </a:xfrm>
          <a:custGeom>
            <a:avLst/>
            <a:gdLst/>
            <a:ahLst/>
            <a:cxnLst/>
            <a:rect l="l" t="t" r="r" b="b"/>
            <a:pathLst>
              <a:path w="804545" h="238125">
                <a:moveTo>
                  <a:pt x="19430" y="2286"/>
                </a:moveTo>
                <a:lnTo>
                  <a:pt x="0" y="2286"/>
                </a:lnTo>
                <a:lnTo>
                  <a:pt x="0" y="235965"/>
                </a:lnTo>
                <a:lnTo>
                  <a:pt x="19430" y="235965"/>
                </a:lnTo>
                <a:lnTo>
                  <a:pt x="19430" y="2286"/>
                </a:lnTo>
                <a:close/>
              </a:path>
              <a:path w="804545" h="238125">
                <a:moveTo>
                  <a:pt x="728217" y="0"/>
                </a:moveTo>
                <a:lnTo>
                  <a:pt x="724788" y="9651"/>
                </a:lnTo>
                <a:lnTo>
                  <a:pt x="738578" y="15652"/>
                </a:lnTo>
                <a:lnTo>
                  <a:pt x="750427" y="23939"/>
                </a:lnTo>
                <a:lnTo>
                  <a:pt x="774517" y="62277"/>
                </a:lnTo>
                <a:lnTo>
                  <a:pt x="781532" y="97287"/>
                </a:lnTo>
                <a:lnTo>
                  <a:pt x="781565" y="97520"/>
                </a:lnTo>
                <a:lnTo>
                  <a:pt x="782447" y="117855"/>
                </a:lnTo>
                <a:lnTo>
                  <a:pt x="781565" y="138884"/>
                </a:lnTo>
                <a:lnTo>
                  <a:pt x="778922" y="157972"/>
                </a:lnTo>
                <a:lnTo>
                  <a:pt x="760352" y="203398"/>
                </a:lnTo>
                <a:lnTo>
                  <a:pt x="725169" y="228473"/>
                </a:lnTo>
                <a:lnTo>
                  <a:pt x="728217" y="238125"/>
                </a:lnTo>
                <a:lnTo>
                  <a:pt x="773723" y="211139"/>
                </a:lnTo>
                <a:lnTo>
                  <a:pt x="799290" y="161242"/>
                </a:lnTo>
                <a:lnTo>
                  <a:pt x="804163" y="119125"/>
                </a:lnTo>
                <a:lnTo>
                  <a:pt x="802958" y="97520"/>
                </a:lnTo>
                <a:lnTo>
                  <a:pt x="802945" y="97287"/>
                </a:lnTo>
                <a:lnTo>
                  <a:pt x="793126" y="58564"/>
                </a:lnTo>
                <a:lnTo>
                  <a:pt x="760587" y="15208"/>
                </a:lnTo>
                <a:lnTo>
                  <a:pt x="745456" y="6187"/>
                </a:lnTo>
                <a:lnTo>
                  <a:pt x="7282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29226" y="1542478"/>
            <a:ext cx="311340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70" dirty="0">
                <a:latin typeface="Cambria Math"/>
                <a:cs typeface="Cambria Math"/>
              </a:rPr>
              <a:t>𝑃(𝑌=𝑦</a:t>
            </a:r>
            <a:r>
              <a:rPr sz="2475" spc="104" baseline="-15151" dirty="0">
                <a:latin typeface="Cambria Math"/>
                <a:cs typeface="Cambria Math"/>
              </a:rPr>
              <a:t>𝑘</a:t>
            </a:r>
            <a:r>
              <a:rPr sz="2000" spc="70" dirty="0">
                <a:latin typeface="Cambria Math"/>
                <a:cs typeface="Cambria Math"/>
              </a:rPr>
              <a:t>)𝑃(𝑋</a:t>
            </a:r>
            <a:r>
              <a:rPr sz="2475" spc="104" baseline="-13468" dirty="0">
                <a:latin typeface="Cambria Math"/>
                <a:cs typeface="Cambria Math"/>
              </a:rPr>
              <a:t>1</a:t>
            </a:r>
            <a:r>
              <a:rPr sz="2000" spc="70" dirty="0">
                <a:latin typeface="Cambria Math"/>
                <a:cs typeface="Cambria Math"/>
              </a:rPr>
              <a:t>,⋯,𝑋</a:t>
            </a:r>
            <a:r>
              <a:rPr sz="2475" spc="104" baseline="-13468" dirty="0">
                <a:latin typeface="Cambria Math"/>
                <a:cs typeface="Cambria Math"/>
              </a:rPr>
              <a:t>𝑛</a:t>
            </a:r>
            <a:r>
              <a:rPr sz="2475" spc="667" baseline="-13468" dirty="0">
                <a:latin typeface="Cambria Math"/>
                <a:cs typeface="Cambria Math"/>
              </a:rPr>
              <a:t> </a:t>
            </a:r>
            <a:r>
              <a:rPr sz="2000" spc="80" dirty="0">
                <a:latin typeface="Cambria Math"/>
                <a:cs typeface="Cambria Math"/>
              </a:rPr>
              <a:t>𝑌=𝑦</a:t>
            </a:r>
            <a:r>
              <a:rPr sz="2475" spc="120" baseline="-15151" dirty="0">
                <a:latin typeface="Cambria Math"/>
                <a:cs typeface="Cambria Math"/>
              </a:rPr>
              <a:t>𝑘</a:t>
            </a:r>
            <a:endParaRPr sz="2475" baseline="-15151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39946" y="1961832"/>
            <a:ext cx="208279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245" dirty="0">
                <a:latin typeface="Cambria Math"/>
                <a:cs typeface="Cambria Math"/>
              </a:rPr>
              <a:t>σ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23715" y="2104072"/>
            <a:ext cx="12827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165" dirty="0">
                <a:latin typeface="Cambria Math"/>
                <a:cs typeface="Cambria Math"/>
              </a:rPr>
              <a:t>𝑗</a:t>
            </a:r>
            <a:endParaRPr sz="165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94179" y="2010917"/>
            <a:ext cx="824230" cy="311150"/>
          </a:xfrm>
          <a:custGeom>
            <a:avLst/>
            <a:gdLst/>
            <a:ahLst/>
            <a:cxnLst/>
            <a:rect l="l" t="t" r="r" b="b"/>
            <a:pathLst>
              <a:path w="824229" h="311150">
                <a:moveTo>
                  <a:pt x="742436" y="0"/>
                </a:moveTo>
                <a:lnTo>
                  <a:pt x="739261" y="10287"/>
                </a:lnTo>
                <a:lnTo>
                  <a:pt x="753499" y="17692"/>
                </a:lnTo>
                <a:lnTo>
                  <a:pt x="765915" y="28479"/>
                </a:lnTo>
                <a:lnTo>
                  <a:pt x="792069" y="80510"/>
                </a:lnTo>
                <a:lnTo>
                  <a:pt x="799879" y="128135"/>
                </a:lnTo>
                <a:lnTo>
                  <a:pt x="800856" y="155448"/>
                </a:lnTo>
                <a:lnTo>
                  <a:pt x="799879" y="182687"/>
                </a:lnTo>
                <a:lnTo>
                  <a:pt x="792069" y="230260"/>
                </a:lnTo>
                <a:lnTo>
                  <a:pt x="776497" y="268047"/>
                </a:lnTo>
                <a:lnTo>
                  <a:pt x="739261" y="300355"/>
                </a:lnTo>
                <a:lnTo>
                  <a:pt x="742436" y="310642"/>
                </a:lnTo>
                <a:lnTo>
                  <a:pt x="777075" y="292163"/>
                </a:lnTo>
                <a:lnTo>
                  <a:pt x="802761" y="257302"/>
                </a:lnTo>
                <a:lnTo>
                  <a:pt x="818699" y="210264"/>
                </a:lnTo>
                <a:lnTo>
                  <a:pt x="823964" y="155448"/>
                </a:lnTo>
                <a:lnTo>
                  <a:pt x="822715" y="128135"/>
                </a:lnTo>
                <a:lnTo>
                  <a:pt x="812075" y="75864"/>
                </a:lnTo>
                <a:lnTo>
                  <a:pt x="791049" y="33861"/>
                </a:lnTo>
                <a:lnTo>
                  <a:pt x="760863" y="7191"/>
                </a:lnTo>
                <a:lnTo>
                  <a:pt x="742436" y="0"/>
                </a:lnTo>
                <a:close/>
              </a:path>
              <a:path w="824229" h="311150">
                <a:moveTo>
                  <a:pt x="81528" y="0"/>
                </a:moveTo>
                <a:lnTo>
                  <a:pt x="46888" y="18478"/>
                </a:lnTo>
                <a:lnTo>
                  <a:pt x="21203" y="53340"/>
                </a:lnTo>
                <a:lnTo>
                  <a:pt x="5264" y="100377"/>
                </a:lnTo>
                <a:lnTo>
                  <a:pt x="0" y="155448"/>
                </a:lnTo>
                <a:lnTo>
                  <a:pt x="1257" y="182687"/>
                </a:lnTo>
                <a:lnTo>
                  <a:pt x="1307" y="183774"/>
                </a:lnTo>
                <a:lnTo>
                  <a:pt x="11888" y="234777"/>
                </a:lnTo>
                <a:lnTo>
                  <a:pt x="32914" y="276780"/>
                </a:lnTo>
                <a:lnTo>
                  <a:pt x="63101" y="303450"/>
                </a:lnTo>
                <a:lnTo>
                  <a:pt x="81528" y="310642"/>
                </a:lnTo>
                <a:lnTo>
                  <a:pt x="84703" y="300355"/>
                </a:lnTo>
                <a:lnTo>
                  <a:pt x="70465" y="292951"/>
                </a:lnTo>
                <a:lnTo>
                  <a:pt x="58049" y="282178"/>
                </a:lnTo>
                <a:lnTo>
                  <a:pt x="31894" y="230260"/>
                </a:lnTo>
                <a:lnTo>
                  <a:pt x="24084" y="182687"/>
                </a:lnTo>
                <a:lnTo>
                  <a:pt x="23108" y="155448"/>
                </a:lnTo>
                <a:lnTo>
                  <a:pt x="24084" y="128135"/>
                </a:lnTo>
                <a:lnTo>
                  <a:pt x="31894" y="80510"/>
                </a:lnTo>
                <a:lnTo>
                  <a:pt x="47466" y="42648"/>
                </a:lnTo>
                <a:lnTo>
                  <a:pt x="84703" y="10287"/>
                </a:lnTo>
                <a:lnTo>
                  <a:pt x="815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38367" y="1954148"/>
            <a:ext cx="2690495" cy="424180"/>
          </a:xfrm>
          <a:custGeom>
            <a:avLst/>
            <a:gdLst/>
            <a:ahLst/>
            <a:cxnLst/>
            <a:rect l="l" t="t" r="r" b="b"/>
            <a:pathLst>
              <a:path w="2690495" h="424180">
                <a:moveTo>
                  <a:pt x="1556004" y="1142"/>
                </a:moveTo>
                <a:lnTo>
                  <a:pt x="1535430" y="1142"/>
                </a:lnTo>
                <a:lnTo>
                  <a:pt x="1535430" y="423037"/>
                </a:lnTo>
                <a:lnTo>
                  <a:pt x="1556004" y="423037"/>
                </a:lnTo>
                <a:lnTo>
                  <a:pt x="1556004" y="1142"/>
                </a:lnTo>
                <a:close/>
              </a:path>
              <a:path w="2690495" h="424180">
                <a:moveTo>
                  <a:pt x="2598801" y="0"/>
                </a:moveTo>
                <a:lnTo>
                  <a:pt x="2594737" y="10033"/>
                </a:lnTo>
                <a:lnTo>
                  <a:pt x="2610524" y="22895"/>
                </a:lnTo>
                <a:lnTo>
                  <a:pt x="2624550" y="39592"/>
                </a:lnTo>
                <a:lnTo>
                  <a:pt x="2647315" y="84581"/>
                </a:lnTo>
                <a:lnTo>
                  <a:pt x="2661602" y="142779"/>
                </a:lnTo>
                <a:lnTo>
                  <a:pt x="2666356" y="211962"/>
                </a:lnTo>
                <a:lnTo>
                  <a:pt x="2666365" y="212216"/>
                </a:lnTo>
                <a:lnTo>
                  <a:pt x="2661666" y="280701"/>
                </a:lnTo>
                <a:lnTo>
                  <a:pt x="2647441" y="339089"/>
                </a:lnTo>
                <a:lnTo>
                  <a:pt x="2624756" y="384428"/>
                </a:lnTo>
                <a:lnTo>
                  <a:pt x="2594737" y="414147"/>
                </a:lnTo>
                <a:lnTo>
                  <a:pt x="2598801" y="424179"/>
                </a:lnTo>
                <a:lnTo>
                  <a:pt x="2636488" y="393969"/>
                </a:lnTo>
                <a:lnTo>
                  <a:pt x="2665603" y="345566"/>
                </a:lnTo>
                <a:lnTo>
                  <a:pt x="2684176" y="283384"/>
                </a:lnTo>
                <a:lnTo>
                  <a:pt x="2690357" y="212216"/>
                </a:lnTo>
                <a:lnTo>
                  <a:pt x="2690367" y="211962"/>
                </a:lnTo>
                <a:lnTo>
                  <a:pt x="2684176" y="140255"/>
                </a:lnTo>
                <a:lnTo>
                  <a:pt x="2665603" y="78359"/>
                </a:lnTo>
                <a:lnTo>
                  <a:pt x="2636488" y="30273"/>
                </a:lnTo>
                <a:lnTo>
                  <a:pt x="2618704" y="12904"/>
                </a:lnTo>
                <a:lnTo>
                  <a:pt x="2598801" y="0"/>
                </a:lnTo>
                <a:close/>
              </a:path>
              <a:path w="2690495" h="424180">
                <a:moveTo>
                  <a:pt x="91440" y="0"/>
                </a:moveTo>
                <a:lnTo>
                  <a:pt x="53816" y="30273"/>
                </a:lnTo>
                <a:lnTo>
                  <a:pt x="24765" y="78359"/>
                </a:lnTo>
                <a:lnTo>
                  <a:pt x="6191" y="140255"/>
                </a:lnTo>
                <a:lnTo>
                  <a:pt x="0" y="211962"/>
                </a:lnTo>
                <a:lnTo>
                  <a:pt x="1501" y="247721"/>
                </a:lnTo>
                <a:lnTo>
                  <a:pt x="1547" y="248822"/>
                </a:lnTo>
                <a:lnTo>
                  <a:pt x="13930" y="315636"/>
                </a:lnTo>
                <a:lnTo>
                  <a:pt x="38219" y="372048"/>
                </a:lnTo>
                <a:lnTo>
                  <a:pt x="71556" y="411343"/>
                </a:lnTo>
                <a:lnTo>
                  <a:pt x="91440" y="424179"/>
                </a:lnTo>
                <a:lnTo>
                  <a:pt x="95631" y="414147"/>
                </a:lnTo>
                <a:lnTo>
                  <a:pt x="79680" y="401240"/>
                </a:lnTo>
                <a:lnTo>
                  <a:pt x="65563" y="384429"/>
                </a:lnTo>
                <a:lnTo>
                  <a:pt x="42926" y="339089"/>
                </a:lnTo>
                <a:lnTo>
                  <a:pt x="28702" y="280701"/>
                </a:lnTo>
                <a:lnTo>
                  <a:pt x="25291" y="248822"/>
                </a:lnTo>
                <a:lnTo>
                  <a:pt x="25173" y="247721"/>
                </a:lnTo>
                <a:lnTo>
                  <a:pt x="25193" y="176093"/>
                </a:lnTo>
                <a:lnTo>
                  <a:pt x="34718" y="112275"/>
                </a:lnTo>
                <a:lnTo>
                  <a:pt x="53554" y="60146"/>
                </a:lnTo>
                <a:lnTo>
                  <a:pt x="79843" y="22895"/>
                </a:lnTo>
                <a:lnTo>
                  <a:pt x="95631" y="10033"/>
                </a:lnTo>
                <a:lnTo>
                  <a:pt x="914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462526" y="1876805"/>
            <a:ext cx="3881754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083310" algn="l"/>
              </a:tabLst>
            </a:pPr>
            <a:r>
              <a:rPr sz="2000" spc="60" dirty="0">
                <a:latin typeface="Cambria Math"/>
                <a:cs typeface="Cambria Math"/>
              </a:rPr>
              <a:t>𝑃</a:t>
            </a:r>
            <a:r>
              <a:rPr sz="2000" spc="45" dirty="0">
                <a:latin typeface="Cambria Math"/>
                <a:cs typeface="Cambria Math"/>
              </a:rPr>
              <a:t>  </a:t>
            </a:r>
            <a:r>
              <a:rPr sz="2000" spc="100" dirty="0">
                <a:latin typeface="Cambria Math"/>
                <a:cs typeface="Cambria Math"/>
              </a:rPr>
              <a:t>𝑌=𝑦</a:t>
            </a:r>
            <a:r>
              <a:rPr sz="2475" spc="150" baseline="-15151" dirty="0">
                <a:latin typeface="Cambria Math"/>
                <a:cs typeface="Cambria Math"/>
              </a:rPr>
              <a:t>𝑗</a:t>
            </a:r>
            <a:r>
              <a:rPr sz="2475" baseline="-15151" dirty="0">
                <a:latin typeface="Cambria Math"/>
                <a:cs typeface="Cambria Math"/>
              </a:rPr>
              <a:t>	</a:t>
            </a:r>
            <a:r>
              <a:rPr sz="2000" spc="60" dirty="0">
                <a:latin typeface="Cambria Math"/>
                <a:cs typeface="Cambria Math"/>
              </a:rPr>
              <a:t>𝑃</a:t>
            </a:r>
            <a:r>
              <a:rPr sz="2000" spc="105" dirty="0">
                <a:latin typeface="Cambria Math"/>
                <a:cs typeface="Cambria Math"/>
              </a:rPr>
              <a:t>  </a:t>
            </a:r>
            <a:r>
              <a:rPr sz="2750" dirty="0">
                <a:latin typeface="Cambria Math"/>
                <a:cs typeface="Cambria Math"/>
              </a:rPr>
              <a:t>𝑋</a:t>
            </a:r>
            <a:r>
              <a:rPr sz="3000" baseline="-15277" dirty="0">
                <a:latin typeface="Cambria Math"/>
                <a:cs typeface="Cambria Math"/>
              </a:rPr>
              <a:t>1</a:t>
            </a:r>
            <a:r>
              <a:rPr sz="2750" dirty="0">
                <a:latin typeface="Cambria Math"/>
                <a:cs typeface="Cambria Math"/>
              </a:rPr>
              <a:t>,</a:t>
            </a:r>
            <a:r>
              <a:rPr sz="2750" spc="-12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⋯</a:t>
            </a:r>
            <a:r>
              <a:rPr sz="2750" spc="-11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,</a:t>
            </a:r>
            <a:r>
              <a:rPr sz="2750" spc="-12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𝑋</a:t>
            </a:r>
            <a:r>
              <a:rPr sz="3000" baseline="-15277" dirty="0">
                <a:latin typeface="Cambria Math"/>
                <a:cs typeface="Cambria Math"/>
              </a:rPr>
              <a:t>𝑛</a:t>
            </a:r>
            <a:r>
              <a:rPr sz="3000" spc="585" baseline="-15277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𝑌</a:t>
            </a:r>
            <a:r>
              <a:rPr sz="2750" spc="27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=</a:t>
            </a:r>
            <a:r>
              <a:rPr sz="2750" spc="204" dirty="0">
                <a:latin typeface="Cambria Math"/>
                <a:cs typeface="Cambria Math"/>
              </a:rPr>
              <a:t> </a:t>
            </a:r>
            <a:r>
              <a:rPr sz="2750" spc="-25" dirty="0">
                <a:latin typeface="Cambria Math"/>
                <a:cs typeface="Cambria Math"/>
              </a:rPr>
              <a:t>𝑦</a:t>
            </a:r>
            <a:r>
              <a:rPr sz="3000" spc="-37" baseline="-15277" dirty="0">
                <a:latin typeface="Cambria Math"/>
                <a:cs typeface="Cambria Math"/>
              </a:rPr>
              <a:t>𝑗</a:t>
            </a:r>
            <a:endParaRPr sz="3000" baseline="-15277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5609" y="2943542"/>
            <a:ext cx="734377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380365" algn="l"/>
              </a:tabLst>
            </a:pPr>
            <a:r>
              <a:rPr sz="2750" b="1" dirty="0">
                <a:latin typeface="Calibri"/>
                <a:cs typeface="Calibri"/>
              </a:rPr>
              <a:t>Assume</a:t>
            </a:r>
            <a:r>
              <a:rPr sz="2750" b="1" spc="9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conditional</a:t>
            </a:r>
            <a:r>
              <a:rPr sz="2750" b="1" spc="13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independence</a:t>
            </a:r>
            <a:r>
              <a:rPr sz="2750" b="1" spc="17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among</a:t>
            </a:r>
            <a:r>
              <a:rPr sz="2750" b="1" spc="254" dirty="0">
                <a:latin typeface="Calibri"/>
                <a:cs typeface="Calibri"/>
              </a:rPr>
              <a:t> </a:t>
            </a:r>
            <a:r>
              <a:rPr sz="2750" spc="-10" dirty="0">
                <a:latin typeface="Cambria Math"/>
                <a:cs typeface="Cambria Math"/>
              </a:rPr>
              <a:t>𝑿</a:t>
            </a:r>
            <a:r>
              <a:rPr sz="3000" spc="-15" baseline="-15277" dirty="0">
                <a:latin typeface="Cambria Math"/>
                <a:cs typeface="Cambria Math"/>
              </a:rPr>
              <a:t>𝒊</a:t>
            </a:r>
            <a:r>
              <a:rPr sz="2750" b="1" spc="-10" dirty="0">
                <a:latin typeface="Calibri"/>
                <a:cs typeface="Calibri"/>
              </a:rPr>
              <a:t>’s: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57503" y="3745103"/>
            <a:ext cx="1238885" cy="326390"/>
          </a:xfrm>
          <a:custGeom>
            <a:avLst/>
            <a:gdLst/>
            <a:ahLst/>
            <a:cxnLst/>
            <a:rect l="l" t="t" r="r" b="b"/>
            <a:pathLst>
              <a:path w="1238885" h="326389">
                <a:moveTo>
                  <a:pt x="1238504" y="3048"/>
                </a:moveTo>
                <a:lnTo>
                  <a:pt x="1211961" y="3048"/>
                </a:lnTo>
                <a:lnTo>
                  <a:pt x="1211961" y="323342"/>
                </a:lnTo>
                <a:lnTo>
                  <a:pt x="1238504" y="323342"/>
                </a:lnTo>
                <a:lnTo>
                  <a:pt x="1238504" y="3048"/>
                </a:lnTo>
                <a:close/>
              </a:path>
              <a:path w="1238885" h="326389">
                <a:moveTo>
                  <a:pt x="104114" y="0"/>
                </a:moveTo>
                <a:lnTo>
                  <a:pt x="59696" y="20970"/>
                </a:lnTo>
                <a:lnTo>
                  <a:pt x="26936" y="57277"/>
                </a:lnTo>
                <a:lnTo>
                  <a:pt x="6734" y="105727"/>
                </a:lnTo>
                <a:lnTo>
                  <a:pt x="100" y="161544"/>
                </a:lnTo>
                <a:lnTo>
                  <a:pt x="0" y="163322"/>
                </a:lnTo>
                <a:lnTo>
                  <a:pt x="6713" y="220964"/>
                </a:lnTo>
                <a:lnTo>
                  <a:pt x="26847" y="269367"/>
                </a:lnTo>
                <a:lnTo>
                  <a:pt x="59585" y="305546"/>
                </a:lnTo>
                <a:lnTo>
                  <a:pt x="104114" y="326390"/>
                </a:lnTo>
                <a:lnTo>
                  <a:pt x="108242" y="313182"/>
                </a:lnTo>
                <a:lnTo>
                  <a:pt x="89639" y="304917"/>
                </a:lnTo>
                <a:lnTo>
                  <a:pt x="73588" y="293449"/>
                </a:lnTo>
                <a:lnTo>
                  <a:pt x="49136" y="260858"/>
                </a:lnTo>
                <a:lnTo>
                  <a:pt x="34613" y="216487"/>
                </a:lnTo>
                <a:lnTo>
                  <a:pt x="29843" y="163322"/>
                </a:lnTo>
                <a:lnTo>
                  <a:pt x="29768" y="161544"/>
                </a:lnTo>
                <a:lnTo>
                  <a:pt x="30980" y="133709"/>
                </a:lnTo>
                <a:lnTo>
                  <a:pt x="40666" y="85373"/>
                </a:lnTo>
                <a:lnTo>
                  <a:pt x="60121" y="47301"/>
                </a:lnTo>
                <a:lnTo>
                  <a:pt x="89934" y="21445"/>
                </a:lnTo>
                <a:lnTo>
                  <a:pt x="108762" y="13208"/>
                </a:lnTo>
                <a:lnTo>
                  <a:pt x="1041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35609" y="3649281"/>
            <a:ext cx="365442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1290" indent="-130175">
              <a:lnSpc>
                <a:spcPct val="100000"/>
              </a:lnSpc>
              <a:spcBef>
                <a:spcPts val="125"/>
              </a:spcBef>
              <a:buSzPct val="96363"/>
              <a:buFont typeface="Arial MT"/>
              <a:buChar char="•"/>
              <a:tabLst>
                <a:tab pos="161290" algn="l"/>
              </a:tabLst>
            </a:pPr>
            <a:r>
              <a:rPr sz="2750" dirty="0">
                <a:latin typeface="Cambria Math"/>
                <a:cs typeface="Cambria Math"/>
              </a:rPr>
              <a:t>𝑃</a:t>
            </a:r>
            <a:r>
              <a:rPr sz="2750" spc="65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𝑌</a:t>
            </a:r>
            <a:r>
              <a:rPr sz="2750" spc="27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=</a:t>
            </a:r>
            <a:r>
              <a:rPr sz="2750" spc="20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𝑦</a:t>
            </a:r>
            <a:r>
              <a:rPr sz="3000" baseline="-15277" dirty="0">
                <a:latin typeface="Cambria Math"/>
                <a:cs typeface="Cambria Math"/>
              </a:rPr>
              <a:t>𝑘</a:t>
            </a:r>
            <a:r>
              <a:rPr sz="3000" spc="157" baseline="-15277" dirty="0">
                <a:latin typeface="Cambria Math"/>
                <a:cs typeface="Cambria Math"/>
              </a:rPr>
              <a:t>  </a:t>
            </a:r>
            <a:r>
              <a:rPr sz="2750" dirty="0">
                <a:latin typeface="Cambria Math"/>
                <a:cs typeface="Cambria Math"/>
              </a:rPr>
              <a:t>𝑋</a:t>
            </a:r>
            <a:r>
              <a:rPr sz="3000" baseline="-15277" dirty="0">
                <a:latin typeface="Cambria Math"/>
                <a:cs typeface="Cambria Math"/>
              </a:rPr>
              <a:t>1</a:t>
            </a:r>
            <a:r>
              <a:rPr sz="2750" dirty="0">
                <a:latin typeface="Cambria Math"/>
                <a:cs typeface="Cambria Math"/>
              </a:rPr>
              <a:t>,</a:t>
            </a:r>
            <a:r>
              <a:rPr sz="2750" spc="-12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⋯</a:t>
            </a:r>
            <a:r>
              <a:rPr sz="2750" spc="-10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,</a:t>
            </a:r>
            <a:r>
              <a:rPr sz="2750" spc="-130" dirty="0">
                <a:latin typeface="Cambria Math"/>
                <a:cs typeface="Cambria Math"/>
              </a:rPr>
              <a:t> </a:t>
            </a:r>
            <a:r>
              <a:rPr sz="2750" spc="70" dirty="0">
                <a:latin typeface="Cambria Math"/>
                <a:cs typeface="Cambria Math"/>
              </a:rPr>
              <a:t>𝑋</a:t>
            </a:r>
            <a:r>
              <a:rPr sz="3000" spc="104" baseline="-15277" dirty="0">
                <a:latin typeface="Cambria Math"/>
                <a:cs typeface="Cambria Math"/>
              </a:rPr>
              <a:t>𝑛</a:t>
            </a:r>
            <a:r>
              <a:rPr sz="2750" spc="70" dirty="0">
                <a:latin typeface="Cambria Math"/>
                <a:cs typeface="Cambria Math"/>
              </a:rPr>
              <a:t>)</a:t>
            </a:r>
            <a:r>
              <a:rPr sz="2750" spc="200" dirty="0">
                <a:latin typeface="Cambria Math"/>
                <a:cs typeface="Cambria Math"/>
              </a:rPr>
              <a:t> </a:t>
            </a:r>
            <a:r>
              <a:rPr sz="2750" spc="-50" dirty="0">
                <a:latin typeface="Cambria Math"/>
                <a:cs typeface="Cambria Math"/>
              </a:rPr>
              <a:t>=</a:t>
            </a:r>
            <a:endParaRPr sz="275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49978" y="3894835"/>
            <a:ext cx="3057525" cy="19050"/>
          </a:xfrm>
          <a:custGeom>
            <a:avLst/>
            <a:gdLst/>
            <a:ahLst/>
            <a:cxnLst/>
            <a:rect l="l" t="t" r="r" b="b"/>
            <a:pathLst>
              <a:path w="3057525" h="19050">
                <a:moveTo>
                  <a:pt x="3057525" y="0"/>
                </a:moveTo>
                <a:lnTo>
                  <a:pt x="0" y="0"/>
                </a:lnTo>
                <a:lnTo>
                  <a:pt x="0" y="19050"/>
                </a:lnTo>
                <a:lnTo>
                  <a:pt x="3057525" y="19050"/>
                </a:lnTo>
                <a:lnTo>
                  <a:pt x="30575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97196" y="3608323"/>
            <a:ext cx="838200" cy="238125"/>
          </a:xfrm>
          <a:custGeom>
            <a:avLst/>
            <a:gdLst/>
            <a:ahLst/>
            <a:cxnLst/>
            <a:rect l="l" t="t" r="r" b="b"/>
            <a:pathLst>
              <a:path w="838200" h="238125">
                <a:moveTo>
                  <a:pt x="762253" y="0"/>
                </a:moveTo>
                <a:lnTo>
                  <a:pt x="758825" y="9651"/>
                </a:lnTo>
                <a:lnTo>
                  <a:pt x="772614" y="15652"/>
                </a:lnTo>
                <a:lnTo>
                  <a:pt x="784463" y="23939"/>
                </a:lnTo>
                <a:lnTo>
                  <a:pt x="808553" y="62277"/>
                </a:lnTo>
                <a:lnTo>
                  <a:pt x="816482" y="117856"/>
                </a:lnTo>
                <a:lnTo>
                  <a:pt x="815601" y="138884"/>
                </a:lnTo>
                <a:lnTo>
                  <a:pt x="802386" y="190373"/>
                </a:lnTo>
                <a:lnTo>
                  <a:pt x="772775" y="222448"/>
                </a:lnTo>
                <a:lnTo>
                  <a:pt x="759205" y="228473"/>
                </a:lnTo>
                <a:lnTo>
                  <a:pt x="762253" y="238125"/>
                </a:lnTo>
                <a:lnTo>
                  <a:pt x="807759" y="211139"/>
                </a:lnTo>
                <a:lnTo>
                  <a:pt x="833326" y="161242"/>
                </a:lnTo>
                <a:lnTo>
                  <a:pt x="838200" y="119125"/>
                </a:lnTo>
                <a:lnTo>
                  <a:pt x="836994" y="97520"/>
                </a:lnTo>
                <a:lnTo>
                  <a:pt x="836981" y="97287"/>
                </a:lnTo>
                <a:lnTo>
                  <a:pt x="827162" y="58564"/>
                </a:lnTo>
                <a:lnTo>
                  <a:pt x="794623" y="15208"/>
                </a:lnTo>
                <a:lnTo>
                  <a:pt x="779492" y="6187"/>
                </a:lnTo>
                <a:lnTo>
                  <a:pt x="762253" y="0"/>
                </a:lnTo>
                <a:close/>
              </a:path>
              <a:path w="838200" h="238125">
                <a:moveTo>
                  <a:pt x="75945" y="0"/>
                </a:moveTo>
                <a:lnTo>
                  <a:pt x="30565" y="27039"/>
                </a:lnTo>
                <a:lnTo>
                  <a:pt x="4937" y="77104"/>
                </a:lnTo>
                <a:lnTo>
                  <a:pt x="71" y="117856"/>
                </a:lnTo>
                <a:lnTo>
                  <a:pt x="0" y="119125"/>
                </a:lnTo>
                <a:lnTo>
                  <a:pt x="1113" y="138884"/>
                </a:lnTo>
                <a:lnTo>
                  <a:pt x="1234" y="141035"/>
                </a:lnTo>
                <a:lnTo>
                  <a:pt x="4921" y="161242"/>
                </a:lnTo>
                <a:lnTo>
                  <a:pt x="19557" y="196595"/>
                </a:lnTo>
                <a:lnTo>
                  <a:pt x="58634" y="231939"/>
                </a:lnTo>
                <a:lnTo>
                  <a:pt x="75945" y="238125"/>
                </a:lnTo>
                <a:lnTo>
                  <a:pt x="78993" y="228473"/>
                </a:lnTo>
                <a:lnTo>
                  <a:pt x="65442" y="222448"/>
                </a:lnTo>
                <a:lnTo>
                  <a:pt x="53736" y="214090"/>
                </a:lnTo>
                <a:lnTo>
                  <a:pt x="29646" y="175131"/>
                </a:lnTo>
                <a:lnTo>
                  <a:pt x="21770" y="119125"/>
                </a:lnTo>
                <a:lnTo>
                  <a:pt x="21716" y="117856"/>
                </a:lnTo>
                <a:lnTo>
                  <a:pt x="25241" y="78993"/>
                </a:lnTo>
                <a:lnTo>
                  <a:pt x="43888" y="34512"/>
                </a:lnTo>
                <a:lnTo>
                  <a:pt x="79375" y="9651"/>
                </a:lnTo>
                <a:lnTo>
                  <a:pt x="759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39840" y="3608323"/>
            <a:ext cx="403860" cy="238125"/>
          </a:xfrm>
          <a:custGeom>
            <a:avLst/>
            <a:gdLst/>
            <a:ahLst/>
            <a:cxnLst/>
            <a:rect l="l" t="t" r="r" b="b"/>
            <a:pathLst>
              <a:path w="403860" h="238125">
                <a:moveTo>
                  <a:pt x="403351" y="2286"/>
                </a:moveTo>
                <a:lnTo>
                  <a:pt x="384048" y="2286"/>
                </a:lnTo>
                <a:lnTo>
                  <a:pt x="384048" y="235965"/>
                </a:lnTo>
                <a:lnTo>
                  <a:pt x="403351" y="235965"/>
                </a:lnTo>
                <a:lnTo>
                  <a:pt x="403351" y="2286"/>
                </a:lnTo>
                <a:close/>
              </a:path>
              <a:path w="403860" h="238125">
                <a:moveTo>
                  <a:pt x="75946" y="0"/>
                </a:moveTo>
                <a:lnTo>
                  <a:pt x="30493" y="27039"/>
                </a:lnTo>
                <a:lnTo>
                  <a:pt x="4873" y="77104"/>
                </a:lnTo>
                <a:lnTo>
                  <a:pt x="70" y="117856"/>
                </a:lnTo>
                <a:lnTo>
                  <a:pt x="0" y="119125"/>
                </a:lnTo>
                <a:lnTo>
                  <a:pt x="1096" y="138884"/>
                </a:lnTo>
                <a:lnTo>
                  <a:pt x="1216" y="141035"/>
                </a:lnTo>
                <a:lnTo>
                  <a:pt x="4873" y="161242"/>
                </a:lnTo>
                <a:lnTo>
                  <a:pt x="19558" y="196595"/>
                </a:lnTo>
                <a:lnTo>
                  <a:pt x="58634" y="231939"/>
                </a:lnTo>
                <a:lnTo>
                  <a:pt x="75946" y="238125"/>
                </a:lnTo>
                <a:lnTo>
                  <a:pt x="78994" y="228473"/>
                </a:lnTo>
                <a:lnTo>
                  <a:pt x="65371" y="222448"/>
                </a:lnTo>
                <a:lnTo>
                  <a:pt x="53641" y="214090"/>
                </a:lnTo>
                <a:lnTo>
                  <a:pt x="29646" y="175131"/>
                </a:lnTo>
                <a:lnTo>
                  <a:pt x="21770" y="119125"/>
                </a:lnTo>
                <a:lnTo>
                  <a:pt x="21717" y="117856"/>
                </a:lnTo>
                <a:lnTo>
                  <a:pt x="25241" y="78993"/>
                </a:lnTo>
                <a:lnTo>
                  <a:pt x="43816" y="34512"/>
                </a:lnTo>
                <a:lnTo>
                  <a:pt x="79375" y="9651"/>
                </a:lnTo>
                <a:lnTo>
                  <a:pt x="759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265295" y="3535997"/>
            <a:ext cx="282892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000" spc="60" dirty="0">
                <a:latin typeface="Cambria Math"/>
                <a:cs typeface="Cambria Math"/>
              </a:rPr>
              <a:t>𝑃</a:t>
            </a:r>
            <a:r>
              <a:rPr sz="2000" spc="470" dirty="0">
                <a:latin typeface="Cambria Math"/>
                <a:cs typeface="Cambria Math"/>
              </a:rPr>
              <a:t> </a:t>
            </a:r>
            <a:r>
              <a:rPr sz="2000" spc="100" dirty="0">
                <a:latin typeface="Cambria Math"/>
                <a:cs typeface="Cambria Math"/>
              </a:rPr>
              <a:t>𝑌=𝑦</a:t>
            </a:r>
            <a:r>
              <a:rPr sz="2475" spc="150" baseline="-15151" dirty="0">
                <a:latin typeface="Cambria Math"/>
                <a:cs typeface="Cambria Math"/>
              </a:rPr>
              <a:t>𝑘</a:t>
            </a:r>
            <a:r>
              <a:rPr sz="2475" spc="165" baseline="-15151" dirty="0">
                <a:latin typeface="Cambria Math"/>
                <a:cs typeface="Cambria Math"/>
              </a:rPr>
              <a:t>  </a:t>
            </a:r>
            <a:r>
              <a:rPr sz="2000" spc="130" dirty="0">
                <a:latin typeface="Cambria Math"/>
                <a:cs typeface="Cambria Math"/>
              </a:rPr>
              <a:t>Π</a:t>
            </a:r>
            <a:r>
              <a:rPr sz="2475" spc="195" baseline="-15151" dirty="0">
                <a:latin typeface="Cambria Math"/>
                <a:cs typeface="Cambria Math"/>
              </a:rPr>
              <a:t>𝑖</a:t>
            </a:r>
            <a:r>
              <a:rPr sz="2000" spc="130" dirty="0">
                <a:latin typeface="Cambria Math"/>
                <a:cs typeface="Cambria Math"/>
              </a:rPr>
              <a:t>𝑃</a:t>
            </a:r>
            <a:r>
              <a:rPr sz="2000" spc="475" dirty="0">
                <a:latin typeface="Cambria Math"/>
                <a:cs typeface="Cambria Math"/>
              </a:rPr>
              <a:t> </a:t>
            </a:r>
            <a:r>
              <a:rPr sz="2000" spc="100" dirty="0">
                <a:latin typeface="Cambria Math"/>
                <a:cs typeface="Cambria Math"/>
              </a:rPr>
              <a:t>𝑋</a:t>
            </a:r>
            <a:r>
              <a:rPr sz="2475" spc="150" baseline="-15151" dirty="0">
                <a:latin typeface="Cambria Math"/>
                <a:cs typeface="Cambria Math"/>
              </a:rPr>
              <a:t>𝑖</a:t>
            </a:r>
            <a:r>
              <a:rPr sz="2475" spc="555" baseline="-15151" dirty="0">
                <a:latin typeface="Cambria Math"/>
                <a:cs typeface="Cambria Math"/>
              </a:rPr>
              <a:t> </a:t>
            </a:r>
            <a:r>
              <a:rPr sz="2000" spc="80" dirty="0">
                <a:latin typeface="Cambria Math"/>
                <a:cs typeface="Cambria Math"/>
              </a:rPr>
              <a:t>𝑌=𝑦</a:t>
            </a:r>
            <a:r>
              <a:rPr sz="2475" spc="120" baseline="-15151" dirty="0">
                <a:latin typeface="Cambria Math"/>
                <a:cs typeface="Cambria Math"/>
              </a:rPr>
              <a:t>𝑘</a:t>
            </a:r>
            <a:r>
              <a:rPr sz="2000" spc="80" dirty="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94179" y="3959352"/>
            <a:ext cx="824230" cy="311150"/>
          </a:xfrm>
          <a:custGeom>
            <a:avLst/>
            <a:gdLst/>
            <a:ahLst/>
            <a:cxnLst/>
            <a:rect l="l" t="t" r="r" b="b"/>
            <a:pathLst>
              <a:path w="824229" h="311150">
                <a:moveTo>
                  <a:pt x="742436" y="0"/>
                </a:moveTo>
                <a:lnTo>
                  <a:pt x="739261" y="10287"/>
                </a:lnTo>
                <a:lnTo>
                  <a:pt x="753499" y="17692"/>
                </a:lnTo>
                <a:lnTo>
                  <a:pt x="765915" y="28479"/>
                </a:lnTo>
                <a:lnTo>
                  <a:pt x="792069" y="80510"/>
                </a:lnTo>
                <a:lnTo>
                  <a:pt x="799879" y="128135"/>
                </a:lnTo>
                <a:lnTo>
                  <a:pt x="800856" y="155448"/>
                </a:lnTo>
                <a:lnTo>
                  <a:pt x="799879" y="182687"/>
                </a:lnTo>
                <a:lnTo>
                  <a:pt x="792069" y="230260"/>
                </a:lnTo>
                <a:lnTo>
                  <a:pt x="776497" y="268047"/>
                </a:lnTo>
                <a:lnTo>
                  <a:pt x="739261" y="300355"/>
                </a:lnTo>
                <a:lnTo>
                  <a:pt x="742436" y="310642"/>
                </a:lnTo>
                <a:lnTo>
                  <a:pt x="777075" y="292163"/>
                </a:lnTo>
                <a:lnTo>
                  <a:pt x="802761" y="257302"/>
                </a:lnTo>
                <a:lnTo>
                  <a:pt x="818699" y="210264"/>
                </a:lnTo>
                <a:lnTo>
                  <a:pt x="823964" y="155448"/>
                </a:lnTo>
                <a:lnTo>
                  <a:pt x="822715" y="128135"/>
                </a:lnTo>
                <a:lnTo>
                  <a:pt x="812075" y="75864"/>
                </a:lnTo>
                <a:lnTo>
                  <a:pt x="791049" y="33861"/>
                </a:lnTo>
                <a:lnTo>
                  <a:pt x="760863" y="7191"/>
                </a:lnTo>
                <a:lnTo>
                  <a:pt x="742436" y="0"/>
                </a:lnTo>
                <a:close/>
              </a:path>
              <a:path w="824229" h="311150">
                <a:moveTo>
                  <a:pt x="81528" y="0"/>
                </a:moveTo>
                <a:lnTo>
                  <a:pt x="46888" y="18478"/>
                </a:lnTo>
                <a:lnTo>
                  <a:pt x="21203" y="53340"/>
                </a:lnTo>
                <a:lnTo>
                  <a:pt x="5264" y="100377"/>
                </a:lnTo>
                <a:lnTo>
                  <a:pt x="0" y="155448"/>
                </a:lnTo>
                <a:lnTo>
                  <a:pt x="1257" y="182687"/>
                </a:lnTo>
                <a:lnTo>
                  <a:pt x="1307" y="183774"/>
                </a:lnTo>
                <a:lnTo>
                  <a:pt x="11888" y="234777"/>
                </a:lnTo>
                <a:lnTo>
                  <a:pt x="32914" y="276780"/>
                </a:lnTo>
                <a:lnTo>
                  <a:pt x="63101" y="303450"/>
                </a:lnTo>
                <a:lnTo>
                  <a:pt x="81528" y="310642"/>
                </a:lnTo>
                <a:lnTo>
                  <a:pt x="84703" y="300355"/>
                </a:lnTo>
                <a:lnTo>
                  <a:pt x="70465" y="292951"/>
                </a:lnTo>
                <a:lnTo>
                  <a:pt x="58049" y="282178"/>
                </a:lnTo>
                <a:lnTo>
                  <a:pt x="31894" y="230260"/>
                </a:lnTo>
                <a:lnTo>
                  <a:pt x="24084" y="182687"/>
                </a:lnTo>
                <a:lnTo>
                  <a:pt x="23108" y="155448"/>
                </a:lnTo>
                <a:lnTo>
                  <a:pt x="24084" y="128135"/>
                </a:lnTo>
                <a:lnTo>
                  <a:pt x="31894" y="80510"/>
                </a:lnTo>
                <a:lnTo>
                  <a:pt x="47466" y="42648"/>
                </a:lnTo>
                <a:lnTo>
                  <a:pt x="84703" y="10287"/>
                </a:lnTo>
                <a:lnTo>
                  <a:pt x="815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22594" y="3995420"/>
            <a:ext cx="403860" cy="238760"/>
          </a:xfrm>
          <a:custGeom>
            <a:avLst/>
            <a:gdLst/>
            <a:ahLst/>
            <a:cxnLst/>
            <a:rect l="l" t="t" r="r" b="b"/>
            <a:pathLst>
              <a:path w="403860" h="238760">
                <a:moveTo>
                  <a:pt x="403478" y="2285"/>
                </a:moveTo>
                <a:lnTo>
                  <a:pt x="384047" y="2285"/>
                </a:lnTo>
                <a:lnTo>
                  <a:pt x="384047" y="235965"/>
                </a:lnTo>
                <a:lnTo>
                  <a:pt x="403478" y="235965"/>
                </a:lnTo>
                <a:lnTo>
                  <a:pt x="403478" y="2285"/>
                </a:lnTo>
                <a:close/>
              </a:path>
              <a:path w="403860" h="238760">
                <a:moveTo>
                  <a:pt x="75945" y="0"/>
                </a:moveTo>
                <a:lnTo>
                  <a:pt x="30565" y="27164"/>
                </a:lnTo>
                <a:lnTo>
                  <a:pt x="4937" y="77184"/>
                </a:lnTo>
                <a:lnTo>
                  <a:pt x="71" y="117982"/>
                </a:lnTo>
                <a:lnTo>
                  <a:pt x="0" y="119252"/>
                </a:lnTo>
                <a:lnTo>
                  <a:pt x="1113" y="138955"/>
                </a:lnTo>
                <a:lnTo>
                  <a:pt x="1234" y="141089"/>
                </a:lnTo>
                <a:lnTo>
                  <a:pt x="4921" y="161258"/>
                </a:lnTo>
                <a:lnTo>
                  <a:pt x="19557" y="196595"/>
                </a:lnTo>
                <a:lnTo>
                  <a:pt x="58634" y="232011"/>
                </a:lnTo>
                <a:lnTo>
                  <a:pt x="75945" y="238251"/>
                </a:lnTo>
                <a:lnTo>
                  <a:pt x="78993" y="228599"/>
                </a:lnTo>
                <a:lnTo>
                  <a:pt x="65442" y="222573"/>
                </a:lnTo>
                <a:lnTo>
                  <a:pt x="53736" y="214201"/>
                </a:lnTo>
                <a:lnTo>
                  <a:pt x="29646" y="175186"/>
                </a:lnTo>
                <a:lnTo>
                  <a:pt x="21770" y="119252"/>
                </a:lnTo>
                <a:lnTo>
                  <a:pt x="21716" y="117982"/>
                </a:lnTo>
                <a:lnTo>
                  <a:pt x="22598" y="97645"/>
                </a:lnTo>
                <a:lnTo>
                  <a:pt x="35813" y="47370"/>
                </a:lnTo>
                <a:lnTo>
                  <a:pt x="65657" y="15652"/>
                </a:lnTo>
                <a:lnTo>
                  <a:pt x="79375" y="9651"/>
                </a:lnTo>
                <a:lnTo>
                  <a:pt x="759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114546" y="3923284"/>
            <a:ext cx="313118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1431290" algn="l"/>
              </a:tabLst>
            </a:pPr>
            <a:r>
              <a:rPr sz="3000" spc="382" baseline="2777" dirty="0">
                <a:latin typeface="Cambria Math"/>
                <a:cs typeface="Cambria Math"/>
              </a:rPr>
              <a:t>σ</a:t>
            </a:r>
            <a:r>
              <a:rPr sz="2475" spc="382" baseline="-21885" dirty="0">
                <a:latin typeface="Cambria Math"/>
                <a:cs typeface="Cambria Math"/>
              </a:rPr>
              <a:t>𝑗</a:t>
            </a:r>
            <a:r>
              <a:rPr sz="2475" spc="179" baseline="-21885" dirty="0">
                <a:latin typeface="Cambria Math"/>
                <a:cs typeface="Cambria Math"/>
              </a:rPr>
              <a:t> </a:t>
            </a:r>
            <a:r>
              <a:rPr sz="2000" spc="60" dirty="0">
                <a:latin typeface="Cambria Math"/>
                <a:cs typeface="Cambria Math"/>
              </a:rPr>
              <a:t>𝑃</a:t>
            </a:r>
            <a:r>
              <a:rPr sz="2000" spc="50" dirty="0">
                <a:latin typeface="Cambria Math"/>
                <a:cs typeface="Cambria Math"/>
              </a:rPr>
              <a:t>  </a:t>
            </a:r>
            <a:r>
              <a:rPr sz="2000" spc="100" dirty="0">
                <a:latin typeface="Cambria Math"/>
                <a:cs typeface="Cambria Math"/>
              </a:rPr>
              <a:t>𝑌=𝑦</a:t>
            </a:r>
            <a:r>
              <a:rPr sz="2475" spc="150" baseline="-15151" dirty="0">
                <a:latin typeface="Cambria Math"/>
                <a:cs typeface="Cambria Math"/>
              </a:rPr>
              <a:t>𝑗</a:t>
            </a:r>
            <a:r>
              <a:rPr sz="2475" baseline="-15151" dirty="0">
                <a:latin typeface="Cambria Math"/>
                <a:cs typeface="Cambria Math"/>
              </a:rPr>
              <a:t>	</a:t>
            </a:r>
            <a:r>
              <a:rPr sz="2000" spc="135" dirty="0">
                <a:latin typeface="Cambria Math"/>
                <a:cs typeface="Cambria Math"/>
              </a:rPr>
              <a:t>Π</a:t>
            </a:r>
            <a:r>
              <a:rPr sz="2475" spc="202" baseline="-15151" dirty="0">
                <a:latin typeface="Cambria Math"/>
                <a:cs typeface="Cambria Math"/>
              </a:rPr>
              <a:t>𝑖</a:t>
            </a:r>
            <a:r>
              <a:rPr sz="2000" spc="135" dirty="0">
                <a:latin typeface="Cambria Math"/>
                <a:cs typeface="Cambria Math"/>
              </a:rPr>
              <a:t>𝑃</a:t>
            </a:r>
            <a:r>
              <a:rPr sz="2000" spc="465" dirty="0">
                <a:latin typeface="Cambria Math"/>
                <a:cs typeface="Cambria Math"/>
              </a:rPr>
              <a:t> </a:t>
            </a:r>
            <a:r>
              <a:rPr sz="2000" spc="100" dirty="0">
                <a:latin typeface="Cambria Math"/>
                <a:cs typeface="Cambria Math"/>
              </a:rPr>
              <a:t>𝑋</a:t>
            </a:r>
            <a:r>
              <a:rPr sz="2475" spc="150" baseline="-15151" dirty="0">
                <a:latin typeface="Cambria Math"/>
                <a:cs typeface="Cambria Math"/>
              </a:rPr>
              <a:t>𝑖</a:t>
            </a:r>
            <a:r>
              <a:rPr sz="2475" spc="555" baseline="-15151" dirty="0">
                <a:latin typeface="Cambria Math"/>
                <a:cs typeface="Cambria Math"/>
              </a:rPr>
              <a:t> </a:t>
            </a:r>
            <a:r>
              <a:rPr sz="2000" spc="95" dirty="0">
                <a:latin typeface="Cambria Math"/>
                <a:cs typeface="Cambria Math"/>
              </a:rPr>
              <a:t>𝑌=𝑦</a:t>
            </a:r>
            <a:r>
              <a:rPr sz="2475" spc="142" baseline="-15151" dirty="0">
                <a:latin typeface="Cambria Math"/>
                <a:cs typeface="Cambria Math"/>
              </a:rPr>
              <a:t>𝑗</a:t>
            </a:r>
            <a:r>
              <a:rPr sz="2000" spc="95" dirty="0">
                <a:latin typeface="Cambria Math"/>
                <a:cs typeface="Cambria Math"/>
              </a:rPr>
              <a:t>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72536" y="5069078"/>
            <a:ext cx="1285240" cy="326390"/>
          </a:xfrm>
          <a:custGeom>
            <a:avLst/>
            <a:gdLst/>
            <a:ahLst/>
            <a:cxnLst/>
            <a:rect l="l" t="t" r="r" b="b"/>
            <a:pathLst>
              <a:path w="1285239" h="326389">
                <a:moveTo>
                  <a:pt x="1180591" y="0"/>
                </a:moveTo>
                <a:lnTo>
                  <a:pt x="1176020" y="13208"/>
                </a:lnTo>
                <a:lnTo>
                  <a:pt x="1194901" y="21445"/>
                </a:lnTo>
                <a:lnTo>
                  <a:pt x="1211151" y="32813"/>
                </a:lnTo>
                <a:lnTo>
                  <a:pt x="1235710" y="64897"/>
                </a:lnTo>
                <a:lnTo>
                  <a:pt x="1250172" y="108315"/>
                </a:lnTo>
                <a:lnTo>
                  <a:pt x="1255014" y="161544"/>
                </a:lnTo>
                <a:lnTo>
                  <a:pt x="1253799" y="190331"/>
                </a:lnTo>
                <a:lnTo>
                  <a:pt x="1244084" y="240000"/>
                </a:lnTo>
                <a:lnTo>
                  <a:pt x="1224605" y="278766"/>
                </a:lnTo>
                <a:lnTo>
                  <a:pt x="1195077" y="304917"/>
                </a:lnTo>
                <a:lnTo>
                  <a:pt x="1176527" y="313182"/>
                </a:lnTo>
                <a:lnTo>
                  <a:pt x="1180591" y="326390"/>
                </a:lnTo>
                <a:lnTo>
                  <a:pt x="1225169" y="305546"/>
                </a:lnTo>
                <a:lnTo>
                  <a:pt x="1257935" y="269367"/>
                </a:lnTo>
                <a:lnTo>
                  <a:pt x="1278048" y="220964"/>
                </a:lnTo>
                <a:lnTo>
                  <a:pt x="1284732" y="163322"/>
                </a:lnTo>
                <a:lnTo>
                  <a:pt x="1283061" y="133709"/>
                </a:lnTo>
                <a:lnTo>
                  <a:pt x="1283043" y="133393"/>
                </a:lnTo>
                <a:lnTo>
                  <a:pt x="1269569" y="80347"/>
                </a:lnTo>
                <a:lnTo>
                  <a:pt x="1242903" y="37201"/>
                </a:lnTo>
                <a:lnTo>
                  <a:pt x="1204283" y="8574"/>
                </a:lnTo>
                <a:lnTo>
                  <a:pt x="1180591" y="0"/>
                </a:lnTo>
                <a:close/>
              </a:path>
              <a:path w="1285239" h="326389">
                <a:moveTo>
                  <a:pt x="104012" y="0"/>
                </a:moveTo>
                <a:lnTo>
                  <a:pt x="59658" y="20970"/>
                </a:lnTo>
                <a:lnTo>
                  <a:pt x="26924" y="57277"/>
                </a:lnTo>
                <a:lnTo>
                  <a:pt x="6699" y="105727"/>
                </a:lnTo>
                <a:lnTo>
                  <a:pt x="99" y="161544"/>
                </a:lnTo>
                <a:lnTo>
                  <a:pt x="0" y="163322"/>
                </a:lnTo>
                <a:lnTo>
                  <a:pt x="1668" y="193303"/>
                </a:lnTo>
                <a:lnTo>
                  <a:pt x="15055" y="246314"/>
                </a:lnTo>
                <a:lnTo>
                  <a:pt x="41701" y="289367"/>
                </a:lnTo>
                <a:lnTo>
                  <a:pt x="80321" y="317890"/>
                </a:lnTo>
                <a:lnTo>
                  <a:pt x="104012" y="326390"/>
                </a:lnTo>
                <a:lnTo>
                  <a:pt x="108204" y="313182"/>
                </a:lnTo>
                <a:lnTo>
                  <a:pt x="89580" y="304917"/>
                </a:lnTo>
                <a:lnTo>
                  <a:pt x="73517" y="293449"/>
                </a:lnTo>
                <a:lnTo>
                  <a:pt x="49021" y="260858"/>
                </a:lnTo>
                <a:lnTo>
                  <a:pt x="34559" y="216487"/>
                </a:lnTo>
                <a:lnTo>
                  <a:pt x="29792" y="163322"/>
                </a:lnTo>
                <a:lnTo>
                  <a:pt x="29718" y="161544"/>
                </a:lnTo>
                <a:lnTo>
                  <a:pt x="34559" y="108315"/>
                </a:lnTo>
                <a:lnTo>
                  <a:pt x="49021" y="64897"/>
                </a:lnTo>
                <a:lnTo>
                  <a:pt x="73675" y="32813"/>
                </a:lnTo>
                <a:lnTo>
                  <a:pt x="108712" y="13208"/>
                </a:lnTo>
                <a:lnTo>
                  <a:pt x="1040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703698" y="5069078"/>
            <a:ext cx="513080" cy="326390"/>
          </a:xfrm>
          <a:custGeom>
            <a:avLst/>
            <a:gdLst/>
            <a:ahLst/>
            <a:cxnLst/>
            <a:rect l="l" t="t" r="r" b="b"/>
            <a:pathLst>
              <a:path w="513079" h="326389">
                <a:moveTo>
                  <a:pt x="512572" y="3048"/>
                </a:moveTo>
                <a:lnTo>
                  <a:pt x="486028" y="3048"/>
                </a:lnTo>
                <a:lnTo>
                  <a:pt x="486028" y="323342"/>
                </a:lnTo>
                <a:lnTo>
                  <a:pt x="512572" y="323342"/>
                </a:lnTo>
                <a:lnTo>
                  <a:pt x="512572" y="3048"/>
                </a:lnTo>
                <a:close/>
              </a:path>
              <a:path w="513079" h="326389">
                <a:moveTo>
                  <a:pt x="104012" y="0"/>
                </a:moveTo>
                <a:lnTo>
                  <a:pt x="59658" y="20970"/>
                </a:lnTo>
                <a:lnTo>
                  <a:pt x="26924" y="57277"/>
                </a:lnTo>
                <a:lnTo>
                  <a:pt x="6699" y="105727"/>
                </a:lnTo>
                <a:lnTo>
                  <a:pt x="99" y="161544"/>
                </a:lnTo>
                <a:lnTo>
                  <a:pt x="0" y="163322"/>
                </a:lnTo>
                <a:lnTo>
                  <a:pt x="6683" y="220964"/>
                </a:lnTo>
                <a:lnTo>
                  <a:pt x="26797" y="269367"/>
                </a:lnTo>
                <a:lnTo>
                  <a:pt x="59547" y="305546"/>
                </a:lnTo>
                <a:lnTo>
                  <a:pt x="104012" y="326390"/>
                </a:lnTo>
                <a:lnTo>
                  <a:pt x="108203" y="313182"/>
                </a:lnTo>
                <a:lnTo>
                  <a:pt x="89580" y="304917"/>
                </a:lnTo>
                <a:lnTo>
                  <a:pt x="73517" y="293449"/>
                </a:lnTo>
                <a:lnTo>
                  <a:pt x="49022" y="260858"/>
                </a:lnTo>
                <a:lnTo>
                  <a:pt x="34559" y="216487"/>
                </a:lnTo>
                <a:lnTo>
                  <a:pt x="29792" y="163322"/>
                </a:lnTo>
                <a:lnTo>
                  <a:pt x="29717" y="161544"/>
                </a:lnTo>
                <a:lnTo>
                  <a:pt x="30930" y="133709"/>
                </a:lnTo>
                <a:lnTo>
                  <a:pt x="40594" y="85373"/>
                </a:lnTo>
                <a:lnTo>
                  <a:pt x="60045" y="47301"/>
                </a:lnTo>
                <a:lnTo>
                  <a:pt x="89902" y="21445"/>
                </a:lnTo>
                <a:lnTo>
                  <a:pt x="108712" y="13208"/>
                </a:lnTo>
                <a:lnTo>
                  <a:pt x="1040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84809" y="4197255"/>
            <a:ext cx="8695690" cy="1990089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431165" indent="-342265">
              <a:lnSpc>
                <a:spcPct val="100000"/>
              </a:lnSpc>
              <a:spcBef>
                <a:spcPts val="1520"/>
              </a:spcBef>
              <a:buFont typeface="Wingdings"/>
              <a:buChar char=""/>
              <a:tabLst>
                <a:tab pos="431165" algn="l"/>
              </a:tabLst>
            </a:pPr>
            <a:r>
              <a:rPr sz="2750" b="1" dirty="0">
                <a:latin typeface="Calibri"/>
                <a:cs typeface="Calibri"/>
              </a:rPr>
              <a:t>Pick</a:t>
            </a:r>
            <a:r>
              <a:rPr sz="2750" b="1" spc="1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the</a:t>
            </a:r>
            <a:r>
              <a:rPr sz="2750" b="1" spc="100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most</a:t>
            </a:r>
            <a:r>
              <a:rPr sz="2750" b="1" spc="85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probable</a:t>
            </a:r>
            <a:r>
              <a:rPr sz="2750" b="1" spc="95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(MAP)</a:t>
            </a:r>
            <a:r>
              <a:rPr sz="2750" b="1" spc="60" dirty="0">
                <a:latin typeface="Calibri"/>
                <a:cs typeface="Calibri"/>
              </a:rPr>
              <a:t>  </a:t>
            </a:r>
            <a:r>
              <a:rPr sz="2750" b="1" spc="-50" dirty="0">
                <a:latin typeface="Calibri"/>
                <a:cs typeface="Calibri"/>
              </a:rPr>
              <a:t>Y</a:t>
            </a:r>
            <a:endParaRPr sz="2750">
              <a:latin typeface="Calibri"/>
              <a:cs typeface="Calibri"/>
            </a:endParaRPr>
          </a:p>
          <a:p>
            <a:pPr marL="212090" indent="-130175">
              <a:lnSpc>
                <a:spcPts val="3180"/>
              </a:lnSpc>
              <a:spcBef>
                <a:spcPts val="1430"/>
              </a:spcBef>
              <a:buSzPct val="96363"/>
              <a:buFont typeface="Arial MT"/>
              <a:buChar char="•"/>
              <a:tabLst>
                <a:tab pos="212090" algn="l"/>
                <a:tab pos="3707129" algn="l"/>
              </a:tabLst>
            </a:pPr>
            <a:r>
              <a:rPr sz="2750" spc="-1470" dirty="0">
                <a:latin typeface="Cambria Math"/>
                <a:cs typeface="Cambria Math"/>
              </a:rPr>
              <a:t>𝑌</a:t>
            </a:r>
            <a:r>
              <a:rPr sz="4125" spc="-2204" baseline="11111" dirty="0">
                <a:latin typeface="Cambria Math"/>
                <a:cs typeface="Cambria Math"/>
              </a:rPr>
              <a:t>෠</a:t>
            </a:r>
            <a:r>
              <a:rPr sz="4125" spc="630" baseline="11111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←</a:t>
            </a:r>
            <a:r>
              <a:rPr sz="2750" spc="21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argmax</a:t>
            </a:r>
            <a:r>
              <a:rPr sz="2750" spc="-9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𝑃</a:t>
            </a:r>
            <a:r>
              <a:rPr sz="2750" spc="67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𝑌</a:t>
            </a:r>
            <a:r>
              <a:rPr sz="2750" spc="28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=</a:t>
            </a:r>
            <a:r>
              <a:rPr sz="2750" spc="204" dirty="0">
                <a:latin typeface="Cambria Math"/>
                <a:cs typeface="Cambria Math"/>
              </a:rPr>
              <a:t> </a:t>
            </a:r>
            <a:r>
              <a:rPr sz="2750" spc="-25" dirty="0">
                <a:latin typeface="Cambria Math"/>
                <a:cs typeface="Cambria Math"/>
              </a:rPr>
              <a:t>𝑦</a:t>
            </a:r>
            <a:r>
              <a:rPr sz="3000" spc="-37" baseline="-15277" dirty="0">
                <a:latin typeface="Cambria Math"/>
                <a:cs typeface="Cambria Math"/>
              </a:rPr>
              <a:t>𝑘</a:t>
            </a:r>
            <a:r>
              <a:rPr sz="3000" baseline="-15277" dirty="0">
                <a:latin typeface="Cambria Math"/>
                <a:cs typeface="Cambria Math"/>
              </a:rPr>
              <a:t>	</a:t>
            </a:r>
            <a:r>
              <a:rPr sz="2750" spc="100" dirty="0">
                <a:latin typeface="Cambria Math"/>
                <a:cs typeface="Cambria Math"/>
              </a:rPr>
              <a:t>Π</a:t>
            </a:r>
            <a:r>
              <a:rPr sz="3000" spc="150" baseline="-15277" dirty="0">
                <a:latin typeface="Cambria Math"/>
                <a:cs typeface="Cambria Math"/>
              </a:rPr>
              <a:t>𝑖</a:t>
            </a:r>
            <a:r>
              <a:rPr sz="2750" spc="100" dirty="0">
                <a:latin typeface="Cambria Math"/>
                <a:cs typeface="Cambria Math"/>
              </a:rPr>
              <a:t>𝑃</a:t>
            </a:r>
            <a:r>
              <a:rPr sz="2750" spc="635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𝑋</a:t>
            </a:r>
            <a:r>
              <a:rPr sz="3000" baseline="-15277" dirty="0">
                <a:latin typeface="Cambria Math"/>
                <a:cs typeface="Cambria Math"/>
              </a:rPr>
              <a:t>𝑖</a:t>
            </a:r>
            <a:r>
              <a:rPr sz="3000" spc="135" baseline="-15277" dirty="0">
                <a:latin typeface="Cambria Math"/>
                <a:cs typeface="Cambria Math"/>
              </a:rPr>
              <a:t>  </a:t>
            </a:r>
            <a:r>
              <a:rPr sz="2750" dirty="0">
                <a:latin typeface="Cambria Math"/>
                <a:cs typeface="Cambria Math"/>
              </a:rPr>
              <a:t>𝑌</a:t>
            </a:r>
            <a:r>
              <a:rPr sz="2750" spc="260" dirty="0">
                <a:latin typeface="Cambria Math"/>
                <a:cs typeface="Cambria Math"/>
              </a:rPr>
              <a:t> </a:t>
            </a:r>
            <a:r>
              <a:rPr sz="2750" dirty="0">
                <a:latin typeface="Cambria Math"/>
                <a:cs typeface="Cambria Math"/>
              </a:rPr>
              <a:t>=</a:t>
            </a:r>
            <a:r>
              <a:rPr sz="2750" spc="175" dirty="0">
                <a:latin typeface="Cambria Math"/>
                <a:cs typeface="Cambria Math"/>
              </a:rPr>
              <a:t> </a:t>
            </a:r>
            <a:r>
              <a:rPr sz="2750" spc="55" dirty="0">
                <a:latin typeface="Cambria Math"/>
                <a:cs typeface="Cambria Math"/>
              </a:rPr>
              <a:t>𝑦</a:t>
            </a:r>
            <a:r>
              <a:rPr sz="3000" spc="82" baseline="-15277" dirty="0">
                <a:latin typeface="Cambria Math"/>
                <a:cs typeface="Cambria Math"/>
              </a:rPr>
              <a:t>𝑘</a:t>
            </a:r>
            <a:r>
              <a:rPr sz="2750" spc="55" dirty="0">
                <a:latin typeface="Cambria Math"/>
                <a:cs typeface="Cambria Math"/>
              </a:rPr>
              <a:t>)</a:t>
            </a:r>
            <a:endParaRPr sz="2750">
              <a:latin typeface="Cambria Math"/>
              <a:cs typeface="Cambria Math"/>
            </a:endParaRPr>
          </a:p>
          <a:p>
            <a:pPr marL="1344295">
              <a:lnSpc>
                <a:spcPts val="2280"/>
              </a:lnSpc>
            </a:pPr>
            <a:r>
              <a:rPr sz="2000" spc="130" dirty="0">
                <a:latin typeface="Cambria Math"/>
                <a:cs typeface="Cambria Math"/>
              </a:rPr>
              <a:t>𝑦</a:t>
            </a:r>
            <a:r>
              <a:rPr sz="2475" spc="195" baseline="-15151" dirty="0">
                <a:latin typeface="Cambria Math"/>
                <a:cs typeface="Cambria Math"/>
              </a:rPr>
              <a:t>𝑘</a:t>
            </a:r>
            <a:endParaRPr sz="2475" baseline="-15151">
              <a:latin typeface="Cambria Math"/>
              <a:cs typeface="Cambria Math"/>
            </a:endParaRPr>
          </a:p>
          <a:p>
            <a:pPr marL="212090" indent="-130175">
              <a:lnSpc>
                <a:spcPct val="100000"/>
              </a:lnSpc>
              <a:spcBef>
                <a:spcPts val="550"/>
              </a:spcBef>
              <a:buSzPct val="96363"/>
              <a:buFont typeface="Arial MT"/>
              <a:buChar char="•"/>
              <a:tabLst>
                <a:tab pos="212090" algn="l"/>
              </a:tabLst>
            </a:pPr>
            <a:r>
              <a:rPr sz="2750" dirty="0">
                <a:latin typeface="Calibri"/>
                <a:cs typeface="Calibri"/>
              </a:rPr>
              <a:t>New</a:t>
            </a:r>
            <a:r>
              <a:rPr sz="2750" spc="114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point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is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classified</a:t>
            </a:r>
            <a:r>
              <a:rPr sz="2750" spc="5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to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Y</a:t>
            </a:r>
            <a:r>
              <a:rPr sz="2775" baseline="-18018" dirty="0">
                <a:latin typeface="Calibri"/>
                <a:cs typeface="Calibri"/>
              </a:rPr>
              <a:t>k</a:t>
            </a:r>
            <a:r>
              <a:rPr sz="2775" spc="345" baseline="-18018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if</a:t>
            </a:r>
            <a:r>
              <a:rPr sz="2750" spc="35" dirty="0">
                <a:latin typeface="Calibri"/>
                <a:cs typeface="Calibri"/>
              </a:rPr>
              <a:t>  </a:t>
            </a:r>
            <a:r>
              <a:rPr sz="2750" dirty="0">
                <a:latin typeface="Calibri"/>
                <a:cs typeface="Calibri"/>
              </a:rPr>
              <a:t>P(Y</a:t>
            </a:r>
            <a:r>
              <a:rPr sz="2775" baseline="-18018" dirty="0">
                <a:latin typeface="Calibri"/>
                <a:cs typeface="Calibri"/>
              </a:rPr>
              <a:t>k</a:t>
            </a:r>
            <a:r>
              <a:rPr sz="2750" dirty="0">
                <a:latin typeface="Calibri"/>
                <a:cs typeface="Calibri"/>
              </a:rPr>
              <a:t>)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dirty="0">
                <a:latin typeface="Symbol"/>
                <a:cs typeface="Symbol"/>
              </a:rPr>
              <a:t></a:t>
            </a:r>
            <a:r>
              <a:rPr sz="2750" spc="-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Calibri"/>
                <a:cs typeface="Calibri"/>
              </a:rPr>
              <a:t>P(X</a:t>
            </a:r>
            <a:r>
              <a:rPr sz="2775" baseline="-18018" dirty="0">
                <a:latin typeface="Calibri"/>
                <a:cs typeface="Calibri"/>
              </a:rPr>
              <a:t>i</a:t>
            </a:r>
            <a:r>
              <a:rPr sz="2750" dirty="0">
                <a:latin typeface="Calibri"/>
                <a:cs typeface="Calibri"/>
              </a:rPr>
              <a:t>|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Y</a:t>
            </a:r>
            <a:r>
              <a:rPr sz="2775" baseline="-18018" dirty="0">
                <a:latin typeface="Calibri"/>
                <a:cs typeface="Calibri"/>
              </a:rPr>
              <a:t>k</a:t>
            </a:r>
            <a:r>
              <a:rPr sz="2750" dirty="0">
                <a:latin typeface="Calibri"/>
                <a:cs typeface="Calibri"/>
              </a:rPr>
              <a:t>)</a:t>
            </a:r>
            <a:r>
              <a:rPr sz="2750" spc="40" dirty="0">
                <a:latin typeface="Calibri"/>
                <a:cs typeface="Calibri"/>
              </a:rPr>
              <a:t>  </a:t>
            </a:r>
            <a:r>
              <a:rPr sz="2750" dirty="0">
                <a:latin typeface="Calibri"/>
                <a:cs typeface="Calibri"/>
              </a:rPr>
              <a:t>is</a:t>
            </a:r>
            <a:r>
              <a:rPr sz="2750" spc="4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maximal.</a:t>
            </a:r>
            <a:endParaRPr sz="2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461835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spc="-25" dirty="0"/>
              <a:t>1:</a:t>
            </a:r>
            <a:endParaRPr sz="2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65850" y="1487550"/>
          <a:ext cx="5207000" cy="4805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Suppose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got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message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with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6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words</a:t>
            </a:r>
            <a:r>
              <a:rPr sz="2400" spc="270" dirty="0">
                <a:latin typeface="Calibri"/>
                <a:cs typeface="Calibri"/>
              </a:rPr>
              <a:t>   </a:t>
            </a:r>
            <a:r>
              <a:rPr sz="2400" dirty="0">
                <a:latin typeface="Calibri"/>
                <a:cs typeface="Calibri"/>
              </a:rPr>
              <a:t>‘</a:t>
            </a:r>
            <a:r>
              <a:rPr sz="2400" b="1" dirty="0">
                <a:latin typeface="Calibri"/>
                <a:cs typeface="Calibri"/>
              </a:rPr>
              <a:t>Dear</a:t>
            </a:r>
            <a:r>
              <a:rPr sz="2400" b="1" spc="275" dirty="0">
                <a:latin typeface="Calibri"/>
                <a:cs typeface="Calibri"/>
              </a:rPr>
              <a:t>   </a:t>
            </a:r>
            <a:r>
              <a:rPr sz="2400" b="1" dirty="0">
                <a:latin typeface="Calibri"/>
                <a:cs typeface="Calibri"/>
              </a:rPr>
              <a:t>Friend</a:t>
            </a:r>
            <a:r>
              <a:rPr sz="2400" dirty="0">
                <a:latin typeface="Calibri"/>
                <a:cs typeface="Calibri"/>
              </a:rPr>
              <a:t>’,</a:t>
            </a:r>
            <a:r>
              <a:rPr sz="2400" spc="270" dirty="0">
                <a:latin typeface="Calibri"/>
                <a:cs typeface="Calibri"/>
              </a:rPr>
              <a:t>   </a:t>
            </a:r>
            <a:r>
              <a:rPr sz="2400" spc="-10" dirty="0">
                <a:latin typeface="Calibri"/>
                <a:cs typeface="Calibri"/>
              </a:rPr>
              <a:t>Decide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message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normal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message?</a:t>
            </a:r>
            <a:endParaRPr sz="2400">
              <a:latin typeface="Calibri"/>
              <a:cs typeface="Calibri"/>
            </a:endParaRPr>
          </a:p>
          <a:p>
            <a:pPr marL="12700" marR="11430">
              <a:lnSpc>
                <a:spcPts val="5780"/>
              </a:lnSpc>
              <a:spcBef>
                <a:spcPts val="680"/>
              </a:spcBef>
              <a:tabLst>
                <a:tab pos="816610" algn="l"/>
                <a:tab pos="1177290" algn="l"/>
                <a:tab pos="1740535" algn="l"/>
                <a:tab pos="2612390" algn="l"/>
                <a:tab pos="2965450" algn="l"/>
                <a:tab pos="4294505" algn="l"/>
              </a:tabLst>
            </a:pPr>
            <a:r>
              <a:rPr sz="2400" dirty="0">
                <a:latin typeface="Calibri"/>
                <a:cs typeface="Calibri"/>
              </a:rPr>
              <a:t>i.e.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Normal/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Dear,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Friend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Yes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 </a:t>
            </a:r>
            <a:r>
              <a:rPr sz="2400" spc="-20" dirty="0">
                <a:latin typeface="Calibri"/>
                <a:cs typeface="Calibri"/>
              </a:rPr>
              <a:t>Note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if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know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P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(Normal/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60" dirty="0">
                <a:latin typeface="Calibri"/>
                <a:cs typeface="Calibri"/>
              </a:rPr>
              <a:t>Dear,</a:t>
            </a:r>
            <a:endParaRPr sz="2400">
              <a:latin typeface="Calibri"/>
              <a:cs typeface="Calibri"/>
            </a:endParaRPr>
          </a:p>
          <a:p>
            <a:pPr marL="12700" algn="just">
              <a:lnSpc>
                <a:spcPts val="2180"/>
              </a:lnSpc>
            </a:pPr>
            <a:r>
              <a:rPr sz="2400" dirty="0">
                <a:latin typeface="Calibri"/>
                <a:cs typeface="Calibri"/>
              </a:rPr>
              <a:t>Friend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P(Spam/</a:t>
            </a:r>
            <a:r>
              <a:rPr sz="2400" spc="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Dear,</a:t>
            </a:r>
            <a:r>
              <a:rPr sz="2400" spc="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Friend</a:t>
            </a:r>
            <a:r>
              <a:rPr sz="2400" spc="75" dirty="0">
                <a:latin typeface="Calibri"/>
                <a:cs typeface="Calibri"/>
              </a:rPr>
              <a:t>  </a:t>
            </a:r>
            <a:r>
              <a:rPr sz="2400" spc="-50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0"/>
              </a:spcBef>
            </a:pPr>
            <a:r>
              <a:rPr sz="2400" dirty="0">
                <a:latin typeface="Calibri"/>
                <a:cs typeface="Calibri"/>
              </a:rPr>
              <a:t>then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answer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question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asked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96811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20" dirty="0"/>
              <a:t> </a:t>
            </a:r>
            <a:r>
              <a:rPr sz="2400" dirty="0"/>
              <a:t>1:</a:t>
            </a:r>
            <a:r>
              <a:rPr sz="2400" spc="-10" dirty="0"/>
              <a:t> Solution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231457" y="1433766"/>
            <a:ext cx="5828030" cy="1181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235"/>
              </a:lnSpc>
              <a:spcBef>
                <a:spcPts val="100"/>
              </a:spcBef>
            </a:pPr>
            <a:r>
              <a:rPr sz="2700" b="1" i="1" dirty="0">
                <a:latin typeface="Calibri"/>
                <a:cs typeface="Calibri"/>
              </a:rPr>
              <a:t>Step</a:t>
            </a:r>
            <a:r>
              <a:rPr sz="2700" b="1" i="1" spc="-3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1-</a:t>
            </a:r>
            <a:r>
              <a:rPr sz="2700" b="1" i="1" spc="-1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View</a:t>
            </a:r>
            <a:r>
              <a:rPr sz="2700" b="1" i="1" spc="-1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or</a:t>
            </a:r>
            <a:r>
              <a:rPr sz="2700" b="1" i="1" spc="-8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collect</a:t>
            </a:r>
            <a:r>
              <a:rPr sz="2700" b="1" i="1" spc="1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“raw”</a:t>
            </a:r>
            <a:r>
              <a:rPr sz="2700" b="1" i="1" spc="-5" dirty="0">
                <a:latin typeface="Calibri"/>
                <a:cs typeface="Calibri"/>
              </a:rPr>
              <a:t> </a:t>
            </a:r>
            <a:r>
              <a:rPr sz="2700" b="1" i="1" spc="-10" dirty="0">
                <a:latin typeface="Calibri"/>
                <a:cs typeface="Calibri"/>
              </a:rPr>
              <a:t>data.</a:t>
            </a:r>
            <a:endParaRPr sz="2700">
              <a:latin typeface="Calibri"/>
              <a:cs typeface="Calibri"/>
            </a:endParaRPr>
          </a:p>
          <a:p>
            <a:pPr marL="12700" marR="5080">
              <a:lnSpc>
                <a:spcPts val="2630"/>
              </a:lnSpc>
              <a:spcBef>
                <a:spcPts val="590"/>
              </a:spcBef>
            </a:pPr>
            <a:r>
              <a:rPr sz="2700" b="1" i="1" dirty="0">
                <a:latin typeface="Calibri"/>
                <a:cs typeface="Calibri"/>
              </a:rPr>
              <a:t>Step</a:t>
            </a:r>
            <a:r>
              <a:rPr sz="2700" b="1" i="1" spc="-4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2</a:t>
            </a:r>
            <a:r>
              <a:rPr sz="2700" b="1" i="1" spc="-3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-</a:t>
            </a:r>
            <a:r>
              <a:rPr sz="2700" b="1" i="1" spc="-3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Convert</a:t>
            </a:r>
            <a:r>
              <a:rPr sz="2700" b="1" i="1" spc="-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long</a:t>
            </a:r>
            <a:r>
              <a:rPr sz="2700" b="1" i="1" spc="-3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data</a:t>
            </a:r>
            <a:r>
              <a:rPr sz="2700" b="1" i="1" spc="-4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to</a:t>
            </a:r>
            <a:r>
              <a:rPr sz="2700" b="1" i="1" spc="3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a</a:t>
            </a:r>
            <a:r>
              <a:rPr sz="2700" b="1" i="1" spc="-45" dirty="0">
                <a:latin typeface="Calibri"/>
                <a:cs typeface="Calibri"/>
              </a:rPr>
              <a:t> </a:t>
            </a:r>
            <a:r>
              <a:rPr sz="2700" b="1" i="1" spc="-10" dirty="0">
                <a:latin typeface="Calibri"/>
                <a:cs typeface="Calibri"/>
              </a:rPr>
              <a:t>frequency table</a:t>
            </a:r>
            <a:endParaRPr sz="27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2407" y="3010439"/>
          <a:ext cx="5264785" cy="24025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1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2465">
                <a:tc>
                  <a:txBody>
                    <a:bodyPr/>
                    <a:lstStyle/>
                    <a:p>
                      <a:pPr marL="1821814">
                        <a:lnSpc>
                          <a:spcPts val="2265"/>
                        </a:lnSpc>
                      </a:pPr>
                      <a:r>
                        <a:rPr sz="2700" spc="-10" dirty="0">
                          <a:latin typeface="Calibri"/>
                          <a:cs typeface="Calibri"/>
                        </a:rPr>
                        <a:t>normal</a:t>
                      </a:r>
                      <a:endParaRPr sz="2700">
                        <a:latin typeface="Calibri"/>
                        <a:cs typeface="Calibri"/>
                      </a:endParaRPr>
                    </a:p>
                    <a:p>
                      <a:pPr marL="31750">
                        <a:lnSpc>
                          <a:spcPts val="2930"/>
                        </a:lnSpc>
                      </a:pPr>
                      <a:r>
                        <a:rPr sz="2700" spc="-20" dirty="0">
                          <a:latin typeface="Calibri"/>
                          <a:cs typeface="Calibri"/>
                        </a:rPr>
                        <a:t>word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ts val="2570"/>
                        </a:lnSpc>
                      </a:pPr>
                      <a:r>
                        <a:rPr sz="2700" spc="-20" dirty="0">
                          <a:latin typeface="Calibri"/>
                          <a:cs typeface="Calibri"/>
                        </a:rPr>
                        <a:t>spam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2570"/>
                        </a:lnSpc>
                      </a:pPr>
                      <a:r>
                        <a:rPr sz="27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Row</a:t>
                      </a:r>
                      <a:r>
                        <a:rPr sz="2700" spc="-9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31750">
                        <a:lnSpc>
                          <a:spcPts val="2495"/>
                        </a:lnSpc>
                        <a:tabLst>
                          <a:tab pos="2402840" algn="l"/>
                        </a:tabLst>
                      </a:pPr>
                      <a:r>
                        <a:rPr sz="2700" spc="-20" dirty="0">
                          <a:latin typeface="Calibri"/>
                          <a:cs typeface="Calibri"/>
                        </a:rPr>
                        <a:t>Dear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8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0375">
                        <a:lnSpc>
                          <a:spcPts val="2495"/>
                        </a:lnSpc>
                      </a:pPr>
                      <a:r>
                        <a:rPr sz="2700" spc="-50" dirty="0">
                          <a:latin typeface="Calibri"/>
                          <a:cs typeface="Calibri"/>
                        </a:rPr>
                        <a:t>2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069" algn="ctr">
                        <a:lnSpc>
                          <a:spcPts val="2495"/>
                        </a:lnSpc>
                      </a:pPr>
                      <a:r>
                        <a:rPr sz="27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31750">
                        <a:lnSpc>
                          <a:spcPts val="2490"/>
                        </a:lnSpc>
                        <a:tabLst>
                          <a:tab pos="2392045" algn="l"/>
                        </a:tabLst>
                      </a:pPr>
                      <a:r>
                        <a:rPr sz="2700" spc="-10" dirty="0">
                          <a:latin typeface="Calibri"/>
                          <a:cs typeface="Calibri"/>
                        </a:rPr>
                        <a:t>Friend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5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ts val="2490"/>
                        </a:lnSpc>
                      </a:pPr>
                      <a:r>
                        <a:rPr sz="2700" spc="-50" dirty="0">
                          <a:latin typeface="Calibri"/>
                          <a:cs typeface="Calibri"/>
                        </a:rPr>
                        <a:t>1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9545" algn="ctr">
                        <a:lnSpc>
                          <a:spcPts val="2490"/>
                        </a:lnSpc>
                      </a:pPr>
                      <a:r>
                        <a:rPr sz="27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31750">
                        <a:lnSpc>
                          <a:spcPts val="2490"/>
                        </a:lnSpc>
                        <a:tabLst>
                          <a:tab pos="2334895" algn="l"/>
                        </a:tabLst>
                      </a:pPr>
                      <a:r>
                        <a:rPr sz="2700" spc="-10" dirty="0">
                          <a:latin typeface="Calibri"/>
                          <a:cs typeface="Calibri"/>
                        </a:rPr>
                        <a:t>Lunch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3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9530" algn="ctr">
                        <a:lnSpc>
                          <a:spcPts val="2490"/>
                        </a:lnSpc>
                      </a:pPr>
                      <a:r>
                        <a:rPr sz="2700" spc="-50" dirty="0">
                          <a:latin typeface="Calibri"/>
                          <a:cs typeface="Calibri"/>
                        </a:rPr>
                        <a:t>0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2490"/>
                        </a:lnSpc>
                      </a:pPr>
                      <a:r>
                        <a:rPr sz="27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marL="31750">
                        <a:lnSpc>
                          <a:spcPts val="2495"/>
                        </a:lnSpc>
                        <a:tabLst>
                          <a:tab pos="2413000" algn="l"/>
                        </a:tabLst>
                      </a:pPr>
                      <a:r>
                        <a:rPr sz="2700" spc="-20" dirty="0">
                          <a:latin typeface="Calibri"/>
                          <a:cs typeface="Calibri"/>
                        </a:rPr>
                        <a:t>Money</a:t>
                      </a:r>
                      <a:r>
                        <a:rPr sz="27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700" spc="-50" dirty="0">
                          <a:latin typeface="Calibri"/>
                          <a:cs typeface="Calibri"/>
                        </a:rPr>
                        <a:t>1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ts val="2495"/>
                        </a:lnSpc>
                      </a:pPr>
                      <a:r>
                        <a:rPr sz="2700" spc="-50" dirty="0">
                          <a:latin typeface="Calibri"/>
                          <a:cs typeface="Calibri"/>
                        </a:rPr>
                        <a:t>4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9390" algn="ctr">
                        <a:lnSpc>
                          <a:spcPts val="2495"/>
                        </a:lnSpc>
                      </a:pPr>
                      <a:r>
                        <a:rPr sz="27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pPr marL="31750">
                        <a:lnSpc>
                          <a:spcPts val="2830"/>
                        </a:lnSpc>
                        <a:tabLst>
                          <a:tab pos="2326640" algn="l"/>
                        </a:tabLst>
                      </a:pPr>
                      <a:r>
                        <a:rPr sz="27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Column</a:t>
                      </a:r>
                      <a:r>
                        <a:rPr sz="2700" spc="-8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7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r>
                        <a:rPr sz="27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27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0">
                        <a:lnSpc>
                          <a:spcPts val="2830"/>
                        </a:lnSpc>
                      </a:pPr>
                      <a:r>
                        <a:rPr sz="27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5640">
                        <a:lnSpc>
                          <a:spcPts val="2830"/>
                        </a:lnSpc>
                      </a:pPr>
                      <a:r>
                        <a:rPr sz="27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31457" y="5391784"/>
            <a:ext cx="5245100" cy="7620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 marR="5080">
              <a:lnSpc>
                <a:spcPct val="78800"/>
              </a:lnSpc>
              <a:spcBef>
                <a:spcPts val="790"/>
              </a:spcBef>
            </a:pPr>
            <a:r>
              <a:rPr sz="2700" b="1" i="1" dirty="0">
                <a:latin typeface="Calibri"/>
                <a:cs typeface="Calibri"/>
              </a:rPr>
              <a:t>Step</a:t>
            </a:r>
            <a:r>
              <a:rPr sz="2700" b="1" i="1" spc="-4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3</a:t>
            </a:r>
            <a:r>
              <a:rPr sz="2700" b="1" i="1" spc="-3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-</a:t>
            </a:r>
            <a:r>
              <a:rPr sz="2700" b="1" i="1" spc="-3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Row</a:t>
            </a:r>
            <a:r>
              <a:rPr sz="2700" b="1" i="1" spc="-3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and</a:t>
            </a:r>
            <a:r>
              <a:rPr sz="2700" b="1" i="1" spc="-4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column</a:t>
            </a:r>
            <a:r>
              <a:rPr sz="2700" b="1" i="1" spc="-40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sums</a:t>
            </a:r>
            <a:r>
              <a:rPr sz="2700" b="1" i="1" spc="15" dirty="0">
                <a:latin typeface="Calibri"/>
                <a:cs typeface="Calibri"/>
              </a:rPr>
              <a:t> </a:t>
            </a:r>
            <a:r>
              <a:rPr sz="2700" b="1" i="1" dirty="0">
                <a:latin typeface="Calibri"/>
                <a:cs typeface="Calibri"/>
              </a:rPr>
              <a:t>to</a:t>
            </a:r>
            <a:r>
              <a:rPr sz="2700" b="1" i="1" spc="-40" dirty="0">
                <a:latin typeface="Calibri"/>
                <a:cs typeface="Calibri"/>
              </a:rPr>
              <a:t> </a:t>
            </a:r>
            <a:r>
              <a:rPr sz="2700" b="1" i="1" spc="-25" dirty="0">
                <a:latin typeface="Calibri"/>
                <a:cs typeface="Calibri"/>
              </a:rPr>
              <a:t>get </a:t>
            </a:r>
            <a:r>
              <a:rPr sz="2700" b="1" i="1" spc="-10" dirty="0">
                <a:latin typeface="Calibri"/>
                <a:cs typeface="Calibri"/>
              </a:rPr>
              <a:t>probabilities</a:t>
            </a:r>
            <a:endParaRPr sz="27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851650" y="1487550"/>
          <a:ext cx="5207000" cy="4805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96811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20" dirty="0"/>
              <a:t> </a:t>
            </a:r>
            <a:r>
              <a:rPr sz="2400" dirty="0"/>
              <a:t>1:</a:t>
            </a:r>
            <a:r>
              <a:rPr sz="2400" spc="-10" dirty="0"/>
              <a:t> Solution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16572" y="1531302"/>
            <a:ext cx="4051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Play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5021" y="1808162"/>
            <a:ext cx="2301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spam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Row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Total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45134" y="2154570"/>
          <a:ext cx="3068319" cy="1600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7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729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00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4960" algn="r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ts val="190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5100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5435" algn="r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7630" algn="r">
                        <a:lnSpc>
                          <a:spcPts val="190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729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Column</a:t>
                      </a:r>
                      <a:r>
                        <a:rPr sz="1800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0" algn="r">
                        <a:lnSpc>
                          <a:spcPts val="1889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64184" y="4011231"/>
            <a:ext cx="5795010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Step</a:t>
            </a:r>
            <a:r>
              <a:rPr sz="1800" b="1" i="1" spc="-4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4</a:t>
            </a:r>
            <a:r>
              <a:rPr sz="1800" b="1" i="1" spc="-6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-</a:t>
            </a:r>
            <a:r>
              <a:rPr sz="1800" b="1" i="1" spc="-4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Apply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Georgia"/>
                <a:cs typeface="Georgia"/>
              </a:rPr>
              <a:t>probabilities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from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frequency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Georgia"/>
                <a:cs typeface="Georgia"/>
              </a:rPr>
              <a:t>table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to</a:t>
            </a:r>
            <a:r>
              <a:rPr sz="1800" b="1" i="1" spc="-5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Navie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Bayes</a:t>
            </a:r>
            <a:r>
              <a:rPr sz="1800" b="1" i="1" spc="-7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Georgia"/>
                <a:cs typeface="Georgia"/>
              </a:rPr>
              <a:t>theorem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4022" y="4918392"/>
            <a:ext cx="11391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(N/ </a:t>
            </a:r>
            <a:r>
              <a:rPr sz="1800" spc="-10" dirty="0">
                <a:latin typeface="Calibri"/>
                <a:cs typeface="Calibri"/>
              </a:rPr>
              <a:t>D,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)=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1495" y="4918392"/>
            <a:ext cx="139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1724" y="4784407"/>
            <a:ext cx="53632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  <a:tab pos="2574290" algn="l"/>
                <a:tab pos="5349875" algn="l"/>
              </a:tabLst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(D, F/N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).P(N)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 (D/N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).P(F/N).P(N)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77770" y="5039677"/>
            <a:ext cx="49917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72540" algn="l"/>
              </a:tabLst>
            </a:pPr>
            <a:r>
              <a:rPr sz="2700" baseline="1543" dirty="0">
                <a:latin typeface="Calibri"/>
                <a:cs typeface="Calibri"/>
              </a:rPr>
              <a:t>P</a:t>
            </a:r>
            <a:r>
              <a:rPr sz="2700" spc="-15" baseline="1543" dirty="0">
                <a:latin typeface="Calibri"/>
                <a:cs typeface="Calibri"/>
              </a:rPr>
              <a:t> </a:t>
            </a:r>
            <a:r>
              <a:rPr sz="2700" baseline="1543" dirty="0">
                <a:latin typeface="Calibri"/>
                <a:cs typeface="Calibri"/>
              </a:rPr>
              <a:t>(D,</a:t>
            </a:r>
            <a:r>
              <a:rPr sz="2700" spc="-22" baseline="1543" dirty="0">
                <a:latin typeface="Calibri"/>
                <a:cs typeface="Calibri"/>
              </a:rPr>
              <a:t> </a:t>
            </a:r>
            <a:r>
              <a:rPr sz="2700" spc="-37" baseline="1543" dirty="0">
                <a:latin typeface="Calibri"/>
                <a:cs typeface="Calibri"/>
              </a:rPr>
              <a:t>F)</a:t>
            </a:r>
            <a:r>
              <a:rPr sz="2700" baseline="1543" dirty="0"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(D/N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).P(F/N).P(N)</a:t>
            </a:r>
            <a:r>
              <a:rPr sz="1350" spc="-10" dirty="0">
                <a:latin typeface="Cambria Math"/>
                <a:cs typeface="Cambria Math"/>
              </a:rPr>
              <a:t>+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(D/S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).P(F/S).P(S)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00240" y="4918392"/>
            <a:ext cx="139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23303" y="4785105"/>
            <a:ext cx="2047875" cy="311150"/>
          </a:xfrm>
          <a:custGeom>
            <a:avLst/>
            <a:gdLst/>
            <a:ahLst/>
            <a:cxnLst/>
            <a:rect l="l" t="t" r="r" b="b"/>
            <a:pathLst>
              <a:path w="2047875" h="311150">
                <a:moveTo>
                  <a:pt x="579755" y="6604"/>
                </a:moveTo>
                <a:lnTo>
                  <a:pt x="541426" y="34658"/>
                </a:lnTo>
                <a:lnTo>
                  <a:pt x="525246" y="71983"/>
                </a:lnTo>
                <a:lnTo>
                  <a:pt x="516915" y="116509"/>
                </a:lnTo>
                <a:lnTo>
                  <a:pt x="515874" y="141224"/>
                </a:lnTo>
                <a:lnTo>
                  <a:pt x="516877" y="165125"/>
                </a:lnTo>
                <a:lnTo>
                  <a:pt x="525246" y="210400"/>
                </a:lnTo>
                <a:lnTo>
                  <a:pt x="541426" y="248005"/>
                </a:lnTo>
                <a:lnTo>
                  <a:pt x="576961" y="282702"/>
                </a:lnTo>
                <a:lnTo>
                  <a:pt x="579755" y="276098"/>
                </a:lnTo>
                <a:lnTo>
                  <a:pt x="569048" y="267474"/>
                </a:lnTo>
                <a:lnTo>
                  <a:pt x="559638" y="256260"/>
                </a:lnTo>
                <a:lnTo>
                  <a:pt x="539000" y="207365"/>
                </a:lnTo>
                <a:lnTo>
                  <a:pt x="532739" y="165862"/>
                </a:lnTo>
                <a:lnTo>
                  <a:pt x="531876" y="141478"/>
                </a:lnTo>
                <a:lnTo>
                  <a:pt x="532676" y="117386"/>
                </a:lnTo>
                <a:lnTo>
                  <a:pt x="539102" y="74803"/>
                </a:lnTo>
                <a:lnTo>
                  <a:pt x="559841" y="26339"/>
                </a:lnTo>
                <a:lnTo>
                  <a:pt x="569201" y="15214"/>
                </a:lnTo>
                <a:lnTo>
                  <a:pt x="579755" y="6604"/>
                </a:lnTo>
                <a:close/>
              </a:path>
              <a:path w="2047875" h="311150">
                <a:moveTo>
                  <a:pt x="742950" y="139319"/>
                </a:moveTo>
                <a:lnTo>
                  <a:pt x="581025" y="139319"/>
                </a:lnTo>
                <a:lnTo>
                  <a:pt x="581025" y="148844"/>
                </a:lnTo>
                <a:lnTo>
                  <a:pt x="742950" y="148844"/>
                </a:lnTo>
                <a:lnTo>
                  <a:pt x="742950" y="139319"/>
                </a:lnTo>
                <a:close/>
              </a:path>
              <a:path w="2047875" h="311150">
                <a:moveTo>
                  <a:pt x="814197" y="141224"/>
                </a:moveTo>
                <a:lnTo>
                  <a:pt x="810082" y="93433"/>
                </a:lnTo>
                <a:lnTo>
                  <a:pt x="797687" y="52197"/>
                </a:lnTo>
                <a:lnTo>
                  <a:pt x="766394" y="8559"/>
                </a:lnTo>
                <a:lnTo>
                  <a:pt x="753110" y="0"/>
                </a:lnTo>
                <a:lnTo>
                  <a:pt x="750443" y="6604"/>
                </a:lnTo>
                <a:lnTo>
                  <a:pt x="760984" y="15214"/>
                </a:lnTo>
                <a:lnTo>
                  <a:pt x="770343" y="26339"/>
                </a:lnTo>
                <a:lnTo>
                  <a:pt x="791057" y="74803"/>
                </a:lnTo>
                <a:lnTo>
                  <a:pt x="797306" y="116509"/>
                </a:lnTo>
                <a:lnTo>
                  <a:pt x="798182" y="141224"/>
                </a:lnTo>
                <a:lnTo>
                  <a:pt x="798195" y="141478"/>
                </a:lnTo>
                <a:lnTo>
                  <a:pt x="795032" y="187096"/>
                </a:lnTo>
                <a:lnTo>
                  <a:pt x="785495" y="225933"/>
                </a:lnTo>
                <a:lnTo>
                  <a:pt x="761060" y="267474"/>
                </a:lnTo>
                <a:lnTo>
                  <a:pt x="750443" y="276098"/>
                </a:lnTo>
                <a:lnTo>
                  <a:pt x="753110" y="282702"/>
                </a:lnTo>
                <a:lnTo>
                  <a:pt x="788682" y="248005"/>
                </a:lnTo>
                <a:lnTo>
                  <a:pt x="804926" y="210400"/>
                </a:lnTo>
                <a:lnTo>
                  <a:pt x="813168" y="165862"/>
                </a:lnTo>
                <a:lnTo>
                  <a:pt x="814184" y="141478"/>
                </a:lnTo>
                <a:lnTo>
                  <a:pt x="814197" y="141224"/>
                </a:lnTo>
                <a:close/>
              </a:path>
              <a:path w="2047875" h="311150">
                <a:moveTo>
                  <a:pt x="2047875" y="291719"/>
                </a:moveTo>
                <a:lnTo>
                  <a:pt x="0" y="291719"/>
                </a:lnTo>
                <a:lnTo>
                  <a:pt x="0" y="310769"/>
                </a:lnTo>
                <a:lnTo>
                  <a:pt x="2047875" y="310769"/>
                </a:lnTo>
                <a:lnTo>
                  <a:pt x="2047875" y="291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943468" y="4798059"/>
            <a:ext cx="6096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.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999603" y="4785105"/>
            <a:ext cx="659130" cy="283210"/>
          </a:xfrm>
          <a:custGeom>
            <a:avLst/>
            <a:gdLst/>
            <a:ahLst/>
            <a:cxnLst/>
            <a:rect l="l" t="t" r="r" b="b"/>
            <a:pathLst>
              <a:path w="659129" h="283210">
                <a:moveTo>
                  <a:pt x="63881" y="6604"/>
                </a:moveTo>
                <a:lnTo>
                  <a:pt x="25552" y="34658"/>
                </a:lnTo>
                <a:lnTo>
                  <a:pt x="9372" y="71983"/>
                </a:lnTo>
                <a:lnTo>
                  <a:pt x="1041" y="116509"/>
                </a:lnTo>
                <a:lnTo>
                  <a:pt x="0" y="141224"/>
                </a:lnTo>
                <a:lnTo>
                  <a:pt x="1003" y="165125"/>
                </a:lnTo>
                <a:lnTo>
                  <a:pt x="9372" y="210400"/>
                </a:lnTo>
                <a:lnTo>
                  <a:pt x="25552" y="248005"/>
                </a:lnTo>
                <a:lnTo>
                  <a:pt x="61087" y="282702"/>
                </a:lnTo>
                <a:lnTo>
                  <a:pt x="63881" y="276098"/>
                </a:lnTo>
                <a:lnTo>
                  <a:pt x="53174" y="267474"/>
                </a:lnTo>
                <a:lnTo>
                  <a:pt x="43764" y="256260"/>
                </a:lnTo>
                <a:lnTo>
                  <a:pt x="23126" y="207365"/>
                </a:lnTo>
                <a:lnTo>
                  <a:pt x="16865" y="165862"/>
                </a:lnTo>
                <a:lnTo>
                  <a:pt x="16002" y="141478"/>
                </a:lnTo>
                <a:lnTo>
                  <a:pt x="16802" y="117386"/>
                </a:lnTo>
                <a:lnTo>
                  <a:pt x="23228" y="74803"/>
                </a:lnTo>
                <a:lnTo>
                  <a:pt x="43967" y="26339"/>
                </a:lnTo>
                <a:lnTo>
                  <a:pt x="53327" y="15214"/>
                </a:lnTo>
                <a:lnTo>
                  <a:pt x="63881" y="6604"/>
                </a:lnTo>
                <a:close/>
              </a:path>
              <a:path w="659129" h="283210">
                <a:moveTo>
                  <a:pt x="228600" y="139319"/>
                </a:moveTo>
                <a:lnTo>
                  <a:pt x="66675" y="139319"/>
                </a:lnTo>
                <a:lnTo>
                  <a:pt x="66675" y="148844"/>
                </a:lnTo>
                <a:lnTo>
                  <a:pt x="228600" y="148844"/>
                </a:lnTo>
                <a:lnTo>
                  <a:pt x="228600" y="139319"/>
                </a:lnTo>
                <a:close/>
              </a:path>
              <a:path w="659129" h="283210">
                <a:moveTo>
                  <a:pt x="298323" y="141224"/>
                </a:moveTo>
                <a:lnTo>
                  <a:pt x="294208" y="93433"/>
                </a:lnTo>
                <a:lnTo>
                  <a:pt x="281813" y="52197"/>
                </a:lnTo>
                <a:lnTo>
                  <a:pt x="250520" y="8559"/>
                </a:lnTo>
                <a:lnTo>
                  <a:pt x="237236" y="0"/>
                </a:lnTo>
                <a:lnTo>
                  <a:pt x="234569" y="6604"/>
                </a:lnTo>
                <a:lnTo>
                  <a:pt x="245110" y="15214"/>
                </a:lnTo>
                <a:lnTo>
                  <a:pt x="254469" y="26339"/>
                </a:lnTo>
                <a:lnTo>
                  <a:pt x="275183" y="74803"/>
                </a:lnTo>
                <a:lnTo>
                  <a:pt x="281432" y="116509"/>
                </a:lnTo>
                <a:lnTo>
                  <a:pt x="282308" y="141224"/>
                </a:lnTo>
                <a:lnTo>
                  <a:pt x="282321" y="141478"/>
                </a:lnTo>
                <a:lnTo>
                  <a:pt x="279158" y="187096"/>
                </a:lnTo>
                <a:lnTo>
                  <a:pt x="269621" y="225933"/>
                </a:lnTo>
                <a:lnTo>
                  <a:pt x="245186" y="267474"/>
                </a:lnTo>
                <a:lnTo>
                  <a:pt x="234569" y="276098"/>
                </a:lnTo>
                <a:lnTo>
                  <a:pt x="237236" y="282702"/>
                </a:lnTo>
                <a:lnTo>
                  <a:pt x="272808" y="248005"/>
                </a:lnTo>
                <a:lnTo>
                  <a:pt x="289052" y="210400"/>
                </a:lnTo>
                <a:lnTo>
                  <a:pt x="297294" y="165862"/>
                </a:lnTo>
                <a:lnTo>
                  <a:pt x="298310" y="141478"/>
                </a:lnTo>
                <a:lnTo>
                  <a:pt x="298323" y="141224"/>
                </a:lnTo>
                <a:close/>
              </a:path>
              <a:path w="659129" h="283210">
                <a:moveTo>
                  <a:pt x="424307" y="6604"/>
                </a:moveTo>
                <a:lnTo>
                  <a:pt x="385978" y="34658"/>
                </a:lnTo>
                <a:lnTo>
                  <a:pt x="369798" y="71983"/>
                </a:lnTo>
                <a:lnTo>
                  <a:pt x="361467" y="116509"/>
                </a:lnTo>
                <a:lnTo>
                  <a:pt x="360426" y="141224"/>
                </a:lnTo>
                <a:lnTo>
                  <a:pt x="361429" y="165125"/>
                </a:lnTo>
                <a:lnTo>
                  <a:pt x="369798" y="210400"/>
                </a:lnTo>
                <a:lnTo>
                  <a:pt x="385978" y="248005"/>
                </a:lnTo>
                <a:lnTo>
                  <a:pt x="421513" y="282702"/>
                </a:lnTo>
                <a:lnTo>
                  <a:pt x="424307" y="276098"/>
                </a:lnTo>
                <a:lnTo>
                  <a:pt x="413600" y="267474"/>
                </a:lnTo>
                <a:lnTo>
                  <a:pt x="404190" y="256260"/>
                </a:lnTo>
                <a:lnTo>
                  <a:pt x="383552" y="207365"/>
                </a:lnTo>
                <a:lnTo>
                  <a:pt x="377291" y="165862"/>
                </a:lnTo>
                <a:lnTo>
                  <a:pt x="376428" y="141478"/>
                </a:lnTo>
                <a:lnTo>
                  <a:pt x="377228" y="117386"/>
                </a:lnTo>
                <a:lnTo>
                  <a:pt x="383654" y="74803"/>
                </a:lnTo>
                <a:lnTo>
                  <a:pt x="404393" y="26339"/>
                </a:lnTo>
                <a:lnTo>
                  <a:pt x="413753" y="15214"/>
                </a:lnTo>
                <a:lnTo>
                  <a:pt x="424307" y="6604"/>
                </a:lnTo>
                <a:close/>
              </a:path>
              <a:path w="659129" h="283210">
                <a:moveTo>
                  <a:pt x="590550" y="139319"/>
                </a:moveTo>
                <a:lnTo>
                  <a:pt x="428625" y="139319"/>
                </a:lnTo>
                <a:lnTo>
                  <a:pt x="428625" y="148844"/>
                </a:lnTo>
                <a:lnTo>
                  <a:pt x="590550" y="148844"/>
                </a:lnTo>
                <a:lnTo>
                  <a:pt x="590550" y="139319"/>
                </a:lnTo>
                <a:close/>
              </a:path>
              <a:path w="659129" h="283210">
                <a:moveTo>
                  <a:pt x="658749" y="141224"/>
                </a:moveTo>
                <a:lnTo>
                  <a:pt x="654634" y="93433"/>
                </a:lnTo>
                <a:lnTo>
                  <a:pt x="642239" y="52197"/>
                </a:lnTo>
                <a:lnTo>
                  <a:pt x="610946" y="8559"/>
                </a:lnTo>
                <a:lnTo>
                  <a:pt x="597662" y="0"/>
                </a:lnTo>
                <a:lnTo>
                  <a:pt x="594995" y="6604"/>
                </a:lnTo>
                <a:lnTo>
                  <a:pt x="605536" y="15214"/>
                </a:lnTo>
                <a:lnTo>
                  <a:pt x="614895" y="26339"/>
                </a:lnTo>
                <a:lnTo>
                  <a:pt x="635609" y="74803"/>
                </a:lnTo>
                <a:lnTo>
                  <a:pt x="641858" y="116509"/>
                </a:lnTo>
                <a:lnTo>
                  <a:pt x="642734" y="141224"/>
                </a:lnTo>
                <a:lnTo>
                  <a:pt x="642747" y="141478"/>
                </a:lnTo>
                <a:lnTo>
                  <a:pt x="639584" y="187096"/>
                </a:lnTo>
                <a:lnTo>
                  <a:pt x="630047" y="225933"/>
                </a:lnTo>
                <a:lnTo>
                  <a:pt x="605612" y="267474"/>
                </a:lnTo>
                <a:lnTo>
                  <a:pt x="594995" y="276098"/>
                </a:lnTo>
                <a:lnTo>
                  <a:pt x="597662" y="282702"/>
                </a:lnTo>
                <a:lnTo>
                  <a:pt x="633234" y="248005"/>
                </a:lnTo>
                <a:lnTo>
                  <a:pt x="649478" y="210400"/>
                </a:lnTo>
                <a:lnTo>
                  <a:pt x="657720" y="165862"/>
                </a:lnTo>
                <a:lnTo>
                  <a:pt x="658736" y="141478"/>
                </a:lnTo>
                <a:lnTo>
                  <a:pt x="658749" y="1412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714615" y="4700270"/>
            <a:ext cx="92900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98145" algn="l"/>
              </a:tabLst>
            </a:pPr>
            <a:r>
              <a:rPr sz="1050" spc="-50" dirty="0">
                <a:latin typeface="Cambria Math"/>
                <a:cs typeface="Cambria Math"/>
              </a:rPr>
              <a:t>8</a:t>
            </a:r>
            <a:r>
              <a:rPr sz="1050" dirty="0">
                <a:latin typeface="Cambria Math"/>
                <a:cs typeface="Cambria Math"/>
              </a:rPr>
              <a:t>	5</a:t>
            </a:r>
            <a:r>
              <a:rPr sz="1050" spc="260" dirty="0">
                <a:latin typeface="Cambria Math"/>
                <a:cs typeface="Cambria Math"/>
              </a:rPr>
              <a:t>  </a:t>
            </a:r>
            <a:r>
              <a:rPr sz="2025" baseline="-30864" dirty="0">
                <a:latin typeface="Cambria Math"/>
                <a:cs typeface="Cambria Math"/>
              </a:rPr>
              <a:t>.</a:t>
            </a:r>
            <a:r>
              <a:rPr sz="2025" spc="540" baseline="-30864" dirty="0">
                <a:latin typeface="Cambria Math"/>
                <a:cs typeface="Cambria Math"/>
              </a:rPr>
              <a:t> </a:t>
            </a:r>
            <a:r>
              <a:rPr sz="1050" spc="55" dirty="0">
                <a:latin typeface="Cambria Math"/>
                <a:cs typeface="Cambria Math"/>
              </a:rPr>
              <a:t>17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99375" y="4919979"/>
            <a:ext cx="918844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2745" algn="l"/>
                <a:tab pos="734060" algn="l"/>
              </a:tabLst>
            </a:pPr>
            <a:r>
              <a:rPr sz="1050" spc="35" dirty="0">
                <a:latin typeface="Cambria Math"/>
                <a:cs typeface="Cambria Math"/>
              </a:rPr>
              <a:t>17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25" dirty="0">
                <a:latin typeface="Cambria Math"/>
                <a:cs typeface="Cambria Math"/>
              </a:rPr>
              <a:t>17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60" dirty="0">
                <a:latin typeface="Cambria Math"/>
                <a:cs typeface="Cambria Math"/>
              </a:rPr>
              <a:t>24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36638" y="5104891"/>
            <a:ext cx="298450" cy="283210"/>
          </a:xfrm>
          <a:custGeom>
            <a:avLst/>
            <a:gdLst/>
            <a:ahLst/>
            <a:cxnLst/>
            <a:rect l="l" t="t" r="r" b="b"/>
            <a:pathLst>
              <a:path w="298450" h="283210">
                <a:moveTo>
                  <a:pt x="63881" y="6731"/>
                </a:moveTo>
                <a:lnTo>
                  <a:pt x="25552" y="34721"/>
                </a:lnTo>
                <a:lnTo>
                  <a:pt x="9372" y="72059"/>
                </a:lnTo>
                <a:lnTo>
                  <a:pt x="1041" y="116636"/>
                </a:lnTo>
                <a:lnTo>
                  <a:pt x="0" y="141478"/>
                </a:lnTo>
                <a:lnTo>
                  <a:pt x="1003" y="165188"/>
                </a:lnTo>
                <a:lnTo>
                  <a:pt x="9372" y="210451"/>
                </a:lnTo>
                <a:lnTo>
                  <a:pt x="25552" y="248031"/>
                </a:lnTo>
                <a:lnTo>
                  <a:pt x="61087" y="282829"/>
                </a:lnTo>
                <a:lnTo>
                  <a:pt x="63881" y="276098"/>
                </a:lnTo>
                <a:lnTo>
                  <a:pt x="53174" y="267538"/>
                </a:lnTo>
                <a:lnTo>
                  <a:pt x="43764" y="256324"/>
                </a:lnTo>
                <a:lnTo>
                  <a:pt x="23126" y="207441"/>
                </a:lnTo>
                <a:lnTo>
                  <a:pt x="16865" y="165925"/>
                </a:lnTo>
                <a:lnTo>
                  <a:pt x="16002" y="141478"/>
                </a:lnTo>
                <a:lnTo>
                  <a:pt x="16802" y="117436"/>
                </a:lnTo>
                <a:lnTo>
                  <a:pt x="23228" y="74866"/>
                </a:lnTo>
                <a:lnTo>
                  <a:pt x="43967" y="26416"/>
                </a:lnTo>
                <a:lnTo>
                  <a:pt x="53327" y="15278"/>
                </a:lnTo>
                <a:lnTo>
                  <a:pt x="63881" y="6731"/>
                </a:lnTo>
                <a:close/>
              </a:path>
              <a:path w="298450" h="283210">
                <a:moveTo>
                  <a:pt x="224790" y="133858"/>
                </a:moveTo>
                <a:lnTo>
                  <a:pt x="62865" y="133858"/>
                </a:lnTo>
                <a:lnTo>
                  <a:pt x="62865" y="143383"/>
                </a:lnTo>
                <a:lnTo>
                  <a:pt x="224790" y="143383"/>
                </a:lnTo>
                <a:lnTo>
                  <a:pt x="224790" y="133858"/>
                </a:lnTo>
                <a:close/>
              </a:path>
              <a:path w="298450" h="283210">
                <a:moveTo>
                  <a:pt x="298310" y="141478"/>
                </a:moveTo>
                <a:lnTo>
                  <a:pt x="297319" y="117436"/>
                </a:lnTo>
                <a:lnTo>
                  <a:pt x="297294" y="116636"/>
                </a:lnTo>
                <a:lnTo>
                  <a:pt x="294208" y="93535"/>
                </a:lnTo>
                <a:lnTo>
                  <a:pt x="281813" y="52197"/>
                </a:lnTo>
                <a:lnTo>
                  <a:pt x="250520" y="8623"/>
                </a:lnTo>
                <a:lnTo>
                  <a:pt x="237236" y="0"/>
                </a:lnTo>
                <a:lnTo>
                  <a:pt x="234569" y="6731"/>
                </a:lnTo>
                <a:lnTo>
                  <a:pt x="245110" y="15278"/>
                </a:lnTo>
                <a:lnTo>
                  <a:pt x="254469" y="26416"/>
                </a:lnTo>
                <a:lnTo>
                  <a:pt x="275183" y="74866"/>
                </a:lnTo>
                <a:lnTo>
                  <a:pt x="281444" y="116636"/>
                </a:lnTo>
                <a:lnTo>
                  <a:pt x="282321" y="141478"/>
                </a:lnTo>
                <a:lnTo>
                  <a:pt x="281520" y="165188"/>
                </a:lnTo>
                <a:lnTo>
                  <a:pt x="275183" y="207441"/>
                </a:lnTo>
                <a:lnTo>
                  <a:pt x="254571" y="256324"/>
                </a:lnTo>
                <a:lnTo>
                  <a:pt x="234569" y="276098"/>
                </a:lnTo>
                <a:lnTo>
                  <a:pt x="237236" y="282829"/>
                </a:lnTo>
                <a:lnTo>
                  <a:pt x="272808" y="248031"/>
                </a:lnTo>
                <a:lnTo>
                  <a:pt x="289052" y="210451"/>
                </a:lnTo>
                <a:lnTo>
                  <a:pt x="297294" y="165925"/>
                </a:lnTo>
                <a:lnTo>
                  <a:pt x="298310" y="141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440676" y="5118353"/>
            <a:ext cx="6096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.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97064" y="5104891"/>
            <a:ext cx="1303655" cy="283210"/>
          </a:xfrm>
          <a:custGeom>
            <a:avLst/>
            <a:gdLst/>
            <a:ahLst/>
            <a:cxnLst/>
            <a:rect l="l" t="t" r="r" b="b"/>
            <a:pathLst>
              <a:path w="1303654" h="283210">
                <a:moveTo>
                  <a:pt x="63881" y="6731"/>
                </a:moveTo>
                <a:lnTo>
                  <a:pt x="25552" y="34721"/>
                </a:lnTo>
                <a:lnTo>
                  <a:pt x="9372" y="72059"/>
                </a:lnTo>
                <a:lnTo>
                  <a:pt x="1041" y="116636"/>
                </a:lnTo>
                <a:lnTo>
                  <a:pt x="0" y="141478"/>
                </a:lnTo>
                <a:lnTo>
                  <a:pt x="1003" y="165188"/>
                </a:lnTo>
                <a:lnTo>
                  <a:pt x="9372" y="210451"/>
                </a:lnTo>
                <a:lnTo>
                  <a:pt x="25552" y="248031"/>
                </a:lnTo>
                <a:lnTo>
                  <a:pt x="61087" y="282829"/>
                </a:lnTo>
                <a:lnTo>
                  <a:pt x="63881" y="276098"/>
                </a:lnTo>
                <a:lnTo>
                  <a:pt x="53174" y="267538"/>
                </a:lnTo>
                <a:lnTo>
                  <a:pt x="43764" y="256324"/>
                </a:lnTo>
                <a:lnTo>
                  <a:pt x="23126" y="207441"/>
                </a:lnTo>
                <a:lnTo>
                  <a:pt x="16865" y="165925"/>
                </a:lnTo>
                <a:lnTo>
                  <a:pt x="16002" y="141478"/>
                </a:lnTo>
                <a:lnTo>
                  <a:pt x="16802" y="117436"/>
                </a:lnTo>
                <a:lnTo>
                  <a:pt x="23228" y="74866"/>
                </a:lnTo>
                <a:lnTo>
                  <a:pt x="43967" y="26416"/>
                </a:lnTo>
                <a:lnTo>
                  <a:pt x="53327" y="15278"/>
                </a:lnTo>
                <a:lnTo>
                  <a:pt x="63881" y="6731"/>
                </a:lnTo>
                <a:close/>
              </a:path>
              <a:path w="1303654" h="283210">
                <a:moveTo>
                  <a:pt x="226314" y="133858"/>
                </a:moveTo>
                <a:lnTo>
                  <a:pt x="64389" y="133858"/>
                </a:lnTo>
                <a:lnTo>
                  <a:pt x="64389" y="143383"/>
                </a:lnTo>
                <a:lnTo>
                  <a:pt x="226314" y="143383"/>
                </a:lnTo>
                <a:lnTo>
                  <a:pt x="226314" y="133858"/>
                </a:lnTo>
                <a:close/>
              </a:path>
              <a:path w="1303654" h="283210">
                <a:moveTo>
                  <a:pt x="298310" y="141478"/>
                </a:moveTo>
                <a:lnTo>
                  <a:pt x="297319" y="117436"/>
                </a:lnTo>
                <a:lnTo>
                  <a:pt x="297294" y="116636"/>
                </a:lnTo>
                <a:lnTo>
                  <a:pt x="294208" y="93535"/>
                </a:lnTo>
                <a:lnTo>
                  <a:pt x="281813" y="52197"/>
                </a:lnTo>
                <a:lnTo>
                  <a:pt x="250520" y="8623"/>
                </a:lnTo>
                <a:lnTo>
                  <a:pt x="237236" y="0"/>
                </a:lnTo>
                <a:lnTo>
                  <a:pt x="234569" y="6731"/>
                </a:lnTo>
                <a:lnTo>
                  <a:pt x="245110" y="15278"/>
                </a:lnTo>
                <a:lnTo>
                  <a:pt x="254469" y="26416"/>
                </a:lnTo>
                <a:lnTo>
                  <a:pt x="275183" y="74866"/>
                </a:lnTo>
                <a:lnTo>
                  <a:pt x="281444" y="116636"/>
                </a:lnTo>
                <a:lnTo>
                  <a:pt x="282321" y="141478"/>
                </a:lnTo>
                <a:lnTo>
                  <a:pt x="281520" y="165188"/>
                </a:lnTo>
                <a:lnTo>
                  <a:pt x="275183" y="207441"/>
                </a:lnTo>
                <a:lnTo>
                  <a:pt x="254571" y="256324"/>
                </a:lnTo>
                <a:lnTo>
                  <a:pt x="234569" y="276098"/>
                </a:lnTo>
                <a:lnTo>
                  <a:pt x="237236" y="282829"/>
                </a:lnTo>
                <a:lnTo>
                  <a:pt x="272808" y="248031"/>
                </a:lnTo>
                <a:lnTo>
                  <a:pt x="289052" y="210451"/>
                </a:lnTo>
                <a:lnTo>
                  <a:pt x="297294" y="165925"/>
                </a:lnTo>
                <a:lnTo>
                  <a:pt x="298310" y="141478"/>
                </a:lnTo>
                <a:close/>
              </a:path>
              <a:path w="1303654" h="283210">
                <a:moveTo>
                  <a:pt x="424307" y="6731"/>
                </a:moveTo>
                <a:lnTo>
                  <a:pt x="385978" y="34721"/>
                </a:lnTo>
                <a:lnTo>
                  <a:pt x="369798" y="72059"/>
                </a:lnTo>
                <a:lnTo>
                  <a:pt x="361467" y="116636"/>
                </a:lnTo>
                <a:lnTo>
                  <a:pt x="360426" y="141478"/>
                </a:lnTo>
                <a:lnTo>
                  <a:pt x="361429" y="165188"/>
                </a:lnTo>
                <a:lnTo>
                  <a:pt x="369798" y="210451"/>
                </a:lnTo>
                <a:lnTo>
                  <a:pt x="385978" y="248031"/>
                </a:lnTo>
                <a:lnTo>
                  <a:pt x="421513" y="282829"/>
                </a:lnTo>
                <a:lnTo>
                  <a:pt x="424307" y="276098"/>
                </a:lnTo>
                <a:lnTo>
                  <a:pt x="413600" y="267538"/>
                </a:lnTo>
                <a:lnTo>
                  <a:pt x="404190" y="256324"/>
                </a:lnTo>
                <a:lnTo>
                  <a:pt x="383552" y="207441"/>
                </a:lnTo>
                <a:lnTo>
                  <a:pt x="377291" y="165925"/>
                </a:lnTo>
                <a:lnTo>
                  <a:pt x="376428" y="141478"/>
                </a:lnTo>
                <a:lnTo>
                  <a:pt x="377228" y="117436"/>
                </a:lnTo>
                <a:lnTo>
                  <a:pt x="383654" y="74866"/>
                </a:lnTo>
                <a:lnTo>
                  <a:pt x="404393" y="26416"/>
                </a:lnTo>
                <a:lnTo>
                  <a:pt x="413753" y="15278"/>
                </a:lnTo>
                <a:lnTo>
                  <a:pt x="424307" y="6731"/>
                </a:lnTo>
                <a:close/>
              </a:path>
              <a:path w="1303654" h="283210">
                <a:moveTo>
                  <a:pt x="588264" y="133858"/>
                </a:moveTo>
                <a:lnTo>
                  <a:pt x="426339" y="133858"/>
                </a:lnTo>
                <a:lnTo>
                  <a:pt x="426339" y="143383"/>
                </a:lnTo>
                <a:lnTo>
                  <a:pt x="588264" y="143383"/>
                </a:lnTo>
                <a:lnTo>
                  <a:pt x="588264" y="133858"/>
                </a:lnTo>
                <a:close/>
              </a:path>
              <a:path w="1303654" h="283210">
                <a:moveTo>
                  <a:pt x="658736" y="141478"/>
                </a:moveTo>
                <a:lnTo>
                  <a:pt x="657745" y="117436"/>
                </a:lnTo>
                <a:lnTo>
                  <a:pt x="657720" y="116636"/>
                </a:lnTo>
                <a:lnTo>
                  <a:pt x="654634" y="93535"/>
                </a:lnTo>
                <a:lnTo>
                  <a:pt x="642239" y="52197"/>
                </a:lnTo>
                <a:lnTo>
                  <a:pt x="610946" y="8623"/>
                </a:lnTo>
                <a:lnTo>
                  <a:pt x="597662" y="0"/>
                </a:lnTo>
                <a:lnTo>
                  <a:pt x="594995" y="6731"/>
                </a:lnTo>
                <a:lnTo>
                  <a:pt x="605536" y="15278"/>
                </a:lnTo>
                <a:lnTo>
                  <a:pt x="614895" y="26416"/>
                </a:lnTo>
                <a:lnTo>
                  <a:pt x="635609" y="74866"/>
                </a:lnTo>
                <a:lnTo>
                  <a:pt x="641870" y="116636"/>
                </a:lnTo>
                <a:lnTo>
                  <a:pt x="642747" y="141478"/>
                </a:lnTo>
                <a:lnTo>
                  <a:pt x="641946" y="165188"/>
                </a:lnTo>
                <a:lnTo>
                  <a:pt x="635609" y="207441"/>
                </a:lnTo>
                <a:lnTo>
                  <a:pt x="614997" y="256324"/>
                </a:lnTo>
                <a:lnTo>
                  <a:pt x="594995" y="276098"/>
                </a:lnTo>
                <a:lnTo>
                  <a:pt x="597662" y="282829"/>
                </a:lnTo>
                <a:lnTo>
                  <a:pt x="633234" y="248031"/>
                </a:lnTo>
                <a:lnTo>
                  <a:pt x="649478" y="210451"/>
                </a:lnTo>
                <a:lnTo>
                  <a:pt x="657720" y="165925"/>
                </a:lnTo>
                <a:lnTo>
                  <a:pt x="658736" y="141478"/>
                </a:lnTo>
                <a:close/>
              </a:path>
              <a:path w="1303654" h="283210">
                <a:moveTo>
                  <a:pt x="870458" y="6731"/>
                </a:moveTo>
                <a:lnTo>
                  <a:pt x="832129" y="34721"/>
                </a:lnTo>
                <a:lnTo>
                  <a:pt x="815949" y="72059"/>
                </a:lnTo>
                <a:lnTo>
                  <a:pt x="807618" y="116636"/>
                </a:lnTo>
                <a:lnTo>
                  <a:pt x="806577" y="141478"/>
                </a:lnTo>
                <a:lnTo>
                  <a:pt x="807580" y="165188"/>
                </a:lnTo>
                <a:lnTo>
                  <a:pt x="815949" y="210451"/>
                </a:lnTo>
                <a:lnTo>
                  <a:pt x="832129" y="248031"/>
                </a:lnTo>
                <a:lnTo>
                  <a:pt x="867664" y="282829"/>
                </a:lnTo>
                <a:lnTo>
                  <a:pt x="870458" y="276098"/>
                </a:lnTo>
                <a:lnTo>
                  <a:pt x="859751" y="267538"/>
                </a:lnTo>
                <a:lnTo>
                  <a:pt x="850341" y="256324"/>
                </a:lnTo>
                <a:lnTo>
                  <a:pt x="829703" y="207441"/>
                </a:lnTo>
                <a:lnTo>
                  <a:pt x="823442" y="165925"/>
                </a:lnTo>
                <a:lnTo>
                  <a:pt x="822579" y="141478"/>
                </a:lnTo>
                <a:lnTo>
                  <a:pt x="823379" y="117436"/>
                </a:lnTo>
                <a:lnTo>
                  <a:pt x="829805" y="74866"/>
                </a:lnTo>
                <a:lnTo>
                  <a:pt x="850544" y="26416"/>
                </a:lnTo>
                <a:lnTo>
                  <a:pt x="859904" y="15278"/>
                </a:lnTo>
                <a:lnTo>
                  <a:pt x="870458" y="6731"/>
                </a:lnTo>
                <a:close/>
              </a:path>
              <a:path w="1303654" h="283210">
                <a:moveTo>
                  <a:pt x="959739" y="133858"/>
                </a:moveTo>
                <a:lnTo>
                  <a:pt x="874014" y="133858"/>
                </a:lnTo>
                <a:lnTo>
                  <a:pt x="874014" y="143383"/>
                </a:lnTo>
                <a:lnTo>
                  <a:pt x="959739" y="143383"/>
                </a:lnTo>
                <a:lnTo>
                  <a:pt x="959739" y="133858"/>
                </a:lnTo>
                <a:close/>
              </a:path>
              <a:path w="1303654" h="283210">
                <a:moveTo>
                  <a:pt x="1023988" y="141478"/>
                </a:moveTo>
                <a:lnTo>
                  <a:pt x="1019822" y="93535"/>
                </a:lnTo>
                <a:lnTo>
                  <a:pt x="1007364" y="52197"/>
                </a:lnTo>
                <a:lnTo>
                  <a:pt x="976134" y="8623"/>
                </a:lnTo>
                <a:lnTo>
                  <a:pt x="962787" y="0"/>
                </a:lnTo>
                <a:lnTo>
                  <a:pt x="960120" y="6731"/>
                </a:lnTo>
                <a:lnTo>
                  <a:pt x="970661" y="15278"/>
                </a:lnTo>
                <a:lnTo>
                  <a:pt x="980020" y="26416"/>
                </a:lnTo>
                <a:lnTo>
                  <a:pt x="1000760" y="74866"/>
                </a:lnTo>
                <a:lnTo>
                  <a:pt x="1007097" y="116636"/>
                </a:lnTo>
                <a:lnTo>
                  <a:pt x="1007186" y="117436"/>
                </a:lnTo>
                <a:lnTo>
                  <a:pt x="1007999" y="141478"/>
                </a:lnTo>
                <a:lnTo>
                  <a:pt x="1007186" y="165188"/>
                </a:lnTo>
                <a:lnTo>
                  <a:pt x="1004785" y="187159"/>
                </a:lnTo>
                <a:lnTo>
                  <a:pt x="995299" y="226060"/>
                </a:lnTo>
                <a:lnTo>
                  <a:pt x="970737" y="267538"/>
                </a:lnTo>
                <a:lnTo>
                  <a:pt x="960120" y="276098"/>
                </a:lnTo>
                <a:lnTo>
                  <a:pt x="962787" y="282829"/>
                </a:lnTo>
                <a:lnTo>
                  <a:pt x="998423" y="248031"/>
                </a:lnTo>
                <a:lnTo>
                  <a:pt x="1014615" y="210451"/>
                </a:lnTo>
                <a:lnTo>
                  <a:pt x="1022946" y="165925"/>
                </a:lnTo>
                <a:lnTo>
                  <a:pt x="1023988" y="141478"/>
                </a:lnTo>
                <a:close/>
              </a:path>
              <a:path w="1303654" h="283210">
                <a:moveTo>
                  <a:pt x="1149858" y="6731"/>
                </a:moveTo>
                <a:lnTo>
                  <a:pt x="1111605" y="34721"/>
                </a:lnTo>
                <a:lnTo>
                  <a:pt x="1095362" y="72059"/>
                </a:lnTo>
                <a:lnTo>
                  <a:pt x="1087120" y="116636"/>
                </a:lnTo>
                <a:lnTo>
                  <a:pt x="1086104" y="141478"/>
                </a:lnTo>
                <a:lnTo>
                  <a:pt x="1087094" y="165188"/>
                </a:lnTo>
                <a:lnTo>
                  <a:pt x="1087120" y="165925"/>
                </a:lnTo>
                <a:lnTo>
                  <a:pt x="1095362" y="210451"/>
                </a:lnTo>
                <a:lnTo>
                  <a:pt x="1111605" y="248031"/>
                </a:lnTo>
                <a:lnTo>
                  <a:pt x="1147064" y="282829"/>
                </a:lnTo>
                <a:lnTo>
                  <a:pt x="1149858" y="276098"/>
                </a:lnTo>
                <a:lnTo>
                  <a:pt x="1139228" y="267538"/>
                </a:lnTo>
                <a:lnTo>
                  <a:pt x="1129830" y="256324"/>
                </a:lnTo>
                <a:lnTo>
                  <a:pt x="1109167" y="207441"/>
                </a:lnTo>
                <a:lnTo>
                  <a:pt x="1102969" y="165925"/>
                </a:lnTo>
                <a:lnTo>
                  <a:pt x="1102880" y="165188"/>
                </a:lnTo>
                <a:lnTo>
                  <a:pt x="1102893" y="117436"/>
                </a:lnTo>
                <a:lnTo>
                  <a:pt x="1109230" y="74866"/>
                </a:lnTo>
                <a:lnTo>
                  <a:pt x="1129944" y="26416"/>
                </a:lnTo>
                <a:lnTo>
                  <a:pt x="1139304" y="15278"/>
                </a:lnTo>
                <a:lnTo>
                  <a:pt x="1149858" y="6731"/>
                </a:lnTo>
                <a:close/>
              </a:path>
              <a:path w="1303654" h="283210">
                <a:moveTo>
                  <a:pt x="1235964" y="133858"/>
                </a:moveTo>
                <a:lnTo>
                  <a:pt x="1150239" y="133858"/>
                </a:lnTo>
                <a:lnTo>
                  <a:pt x="1150239" y="143383"/>
                </a:lnTo>
                <a:lnTo>
                  <a:pt x="1235964" y="143383"/>
                </a:lnTo>
                <a:lnTo>
                  <a:pt x="1235964" y="133858"/>
                </a:lnTo>
                <a:close/>
              </a:path>
              <a:path w="1303654" h="283210">
                <a:moveTo>
                  <a:pt x="1303388" y="141478"/>
                </a:moveTo>
                <a:lnTo>
                  <a:pt x="1302397" y="117436"/>
                </a:lnTo>
                <a:lnTo>
                  <a:pt x="1302372" y="116636"/>
                </a:lnTo>
                <a:lnTo>
                  <a:pt x="1299286" y="93535"/>
                </a:lnTo>
                <a:lnTo>
                  <a:pt x="1286891" y="52197"/>
                </a:lnTo>
                <a:lnTo>
                  <a:pt x="1255598" y="8623"/>
                </a:lnTo>
                <a:lnTo>
                  <a:pt x="1242314" y="0"/>
                </a:lnTo>
                <a:lnTo>
                  <a:pt x="1239647" y="6731"/>
                </a:lnTo>
                <a:lnTo>
                  <a:pt x="1250188" y="15278"/>
                </a:lnTo>
                <a:lnTo>
                  <a:pt x="1259547" y="26416"/>
                </a:lnTo>
                <a:lnTo>
                  <a:pt x="1280261" y="74866"/>
                </a:lnTo>
                <a:lnTo>
                  <a:pt x="1286522" y="116636"/>
                </a:lnTo>
                <a:lnTo>
                  <a:pt x="1287399" y="141478"/>
                </a:lnTo>
                <a:lnTo>
                  <a:pt x="1286598" y="165188"/>
                </a:lnTo>
                <a:lnTo>
                  <a:pt x="1280261" y="207441"/>
                </a:lnTo>
                <a:lnTo>
                  <a:pt x="1259649" y="256324"/>
                </a:lnTo>
                <a:lnTo>
                  <a:pt x="1239647" y="276098"/>
                </a:lnTo>
                <a:lnTo>
                  <a:pt x="1242314" y="282829"/>
                </a:lnTo>
                <a:lnTo>
                  <a:pt x="1277886" y="248031"/>
                </a:lnTo>
                <a:lnTo>
                  <a:pt x="1294130" y="210451"/>
                </a:lnTo>
                <a:lnTo>
                  <a:pt x="1302372" y="165925"/>
                </a:lnTo>
                <a:lnTo>
                  <a:pt x="1303388" y="141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171055" y="5003378"/>
            <a:ext cx="1734820" cy="4222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235"/>
              </a:spcBef>
              <a:tabLst>
                <a:tab pos="438784" algn="l"/>
              </a:tabLst>
            </a:pPr>
            <a:r>
              <a:rPr sz="1050" spc="-50" dirty="0">
                <a:latin typeface="Cambria Math"/>
                <a:cs typeface="Cambria Math"/>
              </a:rPr>
              <a:t>8</a:t>
            </a:r>
            <a:r>
              <a:rPr sz="1050" dirty="0">
                <a:latin typeface="Cambria Math"/>
                <a:cs typeface="Cambria Math"/>
              </a:rPr>
              <a:t>	5</a:t>
            </a:r>
            <a:r>
              <a:rPr sz="1050" spc="254" dirty="0">
                <a:latin typeface="Cambria Math"/>
                <a:cs typeface="Cambria Math"/>
              </a:rPr>
              <a:t>  </a:t>
            </a:r>
            <a:r>
              <a:rPr sz="2025" baseline="-30864" dirty="0">
                <a:latin typeface="Cambria Math"/>
                <a:cs typeface="Cambria Math"/>
              </a:rPr>
              <a:t>.</a:t>
            </a:r>
            <a:r>
              <a:rPr sz="2025" spc="540" baseline="-30864" dirty="0">
                <a:latin typeface="Cambria Math"/>
                <a:cs typeface="Cambria Math"/>
              </a:rPr>
              <a:t> </a:t>
            </a:r>
            <a:r>
              <a:rPr sz="1050" spc="55" dirty="0">
                <a:latin typeface="Cambria Math"/>
                <a:cs typeface="Cambria Math"/>
              </a:rPr>
              <a:t>17</a:t>
            </a:r>
            <a:r>
              <a:rPr sz="1050" spc="385" dirty="0">
                <a:latin typeface="Cambria Math"/>
                <a:cs typeface="Cambria Math"/>
              </a:rPr>
              <a:t> </a:t>
            </a:r>
            <a:r>
              <a:rPr sz="2025" baseline="-30864" dirty="0">
                <a:latin typeface="Cambria Math"/>
                <a:cs typeface="Cambria Math"/>
              </a:rPr>
              <a:t>+</a:t>
            </a:r>
            <a:r>
              <a:rPr sz="2025" spc="487" baseline="-30864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2</a:t>
            </a:r>
            <a:r>
              <a:rPr sz="1050" spc="420" dirty="0">
                <a:latin typeface="Cambria Math"/>
                <a:cs typeface="Cambria Math"/>
              </a:rPr>
              <a:t> </a:t>
            </a:r>
            <a:r>
              <a:rPr sz="2025" baseline="-30864" dirty="0">
                <a:latin typeface="Cambria Math"/>
                <a:cs typeface="Cambria Math"/>
              </a:rPr>
              <a:t>.</a:t>
            </a:r>
            <a:r>
              <a:rPr sz="2025" spc="540" baseline="-30864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1</a:t>
            </a:r>
            <a:r>
              <a:rPr sz="1050" spc="420" dirty="0">
                <a:latin typeface="Cambria Math"/>
                <a:cs typeface="Cambria Math"/>
              </a:rPr>
              <a:t> </a:t>
            </a:r>
            <a:r>
              <a:rPr sz="2025" spc="-75" baseline="-30864" dirty="0">
                <a:latin typeface="Cambria Math"/>
                <a:cs typeface="Cambria Math"/>
              </a:rPr>
              <a:t>.</a:t>
            </a:r>
            <a:endParaRPr sz="2025" baseline="-30864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spc="60" dirty="0">
                <a:latin typeface="Cambria Math"/>
                <a:cs typeface="Cambria Math"/>
              </a:rPr>
              <a:t>17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862568" y="5104891"/>
            <a:ext cx="298450" cy="283210"/>
          </a:xfrm>
          <a:custGeom>
            <a:avLst/>
            <a:gdLst/>
            <a:ahLst/>
            <a:cxnLst/>
            <a:rect l="l" t="t" r="r" b="b"/>
            <a:pathLst>
              <a:path w="298450" h="283210">
                <a:moveTo>
                  <a:pt x="63881" y="6731"/>
                </a:moveTo>
                <a:lnTo>
                  <a:pt x="25552" y="34721"/>
                </a:lnTo>
                <a:lnTo>
                  <a:pt x="9372" y="72059"/>
                </a:lnTo>
                <a:lnTo>
                  <a:pt x="1041" y="116636"/>
                </a:lnTo>
                <a:lnTo>
                  <a:pt x="0" y="141478"/>
                </a:lnTo>
                <a:lnTo>
                  <a:pt x="1003" y="165188"/>
                </a:lnTo>
                <a:lnTo>
                  <a:pt x="9372" y="210451"/>
                </a:lnTo>
                <a:lnTo>
                  <a:pt x="25552" y="248031"/>
                </a:lnTo>
                <a:lnTo>
                  <a:pt x="61087" y="282829"/>
                </a:lnTo>
                <a:lnTo>
                  <a:pt x="63881" y="276098"/>
                </a:lnTo>
                <a:lnTo>
                  <a:pt x="53174" y="267538"/>
                </a:lnTo>
                <a:lnTo>
                  <a:pt x="43764" y="256324"/>
                </a:lnTo>
                <a:lnTo>
                  <a:pt x="23126" y="207441"/>
                </a:lnTo>
                <a:lnTo>
                  <a:pt x="16865" y="165925"/>
                </a:lnTo>
                <a:lnTo>
                  <a:pt x="16002" y="141478"/>
                </a:lnTo>
                <a:lnTo>
                  <a:pt x="16802" y="117436"/>
                </a:lnTo>
                <a:lnTo>
                  <a:pt x="23228" y="74866"/>
                </a:lnTo>
                <a:lnTo>
                  <a:pt x="43967" y="26416"/>
                </a:lnTo>
                <a:lnTo>
                  <a:pt x="53327" y="15278"/>
                </a:lnTo>
                <a:lnTo>
                  <a:pt x="63881" y="6731"/>
                </a:lnTo>
                <a:close/>
              </a:path>
              <a:path w="298450" h="283210">
                <a:moveTo>
                  <a:pt x="232410" y="133858"/>
                </a:moveTo>
                <a:lnTo>
                  <a:pt x="70485" y="133858"/>
                </a:lnTo>
                <a:lnTo>
                  <a:pt x="70485" y="143383"/>
                </a:lnTo>
                <a:lnTo>
                  <a:pt x="232410" y="143383"/>
                </a:lnTo>
                <a:lnTo>
                  <a:pt x="232410" y="133858"/>
                </a:lnTo>
                <a:close/>
              </a:path>
              <a:path w="298450" h="283210">
                <a:moveTo>
                  <a:pt x="298310" y="141478"/>
                </a:moveTo>
                <a:lnTo>
                  <a:pt x="297319" y="117436"/>
                </a:lnTo>
                <a:lnTo>
                  <a:pt x="297294" y="116636"/>
                </a:lnTo>
                <a:lnTo>
                  <a:pt x="294208" y="93535"/>
                </a:lnTo>
                <a:lnTo>
                  <a:pt x="281813" y="52197"/>
                </a:lnTo>
                <a:lnTo>
                  <a:pt x="250520" y="8623"/>
                </a:lnTo>
                <a:lnTo>
                  <a:pt x="237236" y="0"/>
                </a:lnTo>
                <a:lnTo>
                  <a:pt x="234569" y="6731"/>
                </a:lnTo>
                <a:lnTo>
                  <a:pt x="245110" y="15278"/>
                </a:lnTo>
                <a:lnTo>
                  <a:pt x="254469" y="26416"/>
                </a:lnTo>
                <a:lnTo>
                  <a:pt x="275183" y="74866"/>
                </a:lnTo>
                <a:lnTo>
                  <a:pt x="281444" y="116636"/>
                </a:lnTo>
                <a:lnTo>
                  <a:pt x="282321" y="141478"/>
                </a:lnTo>
                <a:lnTo>
                  <a:pt x="281520" y="165188"/>
                </a:lnTo>
                <a:lnTo>
                  <a:pt x="275183" y="207441"/>
                </a:lnTo>
                <a:lnTo>
                  <a:pt x="254571" y="256324"/>
                </a:lnTo>
                <a:lnTo>
                  <a:pt x="234569" y="276098"/>
                </a:lnTo>
                <a:lnTo>
                  <a:pt x="237236" y="282829"/>
                </a:lnTo>
                <a:lnTo>
                  <a:pt x="272808" y="248031"/>
                </a:lnTo>
                <a:lnTo>
                  <a:pt x="289052" y="210451"/>
                </a:lnTo>
                <a:lnTo>
                  <a:pt x="297294" y="165925"/>
                </a:lnTo>
                <a:lnTo>
                  <a:pt x="298310" y="141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557134" y="5037391"/>
            <a:ext cx="1564005" cy="38862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R="56515" algn="r">
              <a:lnSpc>
                <a:spcPct val="100000"/>
              </a:lnSpc>
              <a:spcBef>
                <a:spcPts val="265"/>
              </a:spcBef>
            </a:pPr>
            <a:r>
              <a:rPr sz="1050" spc="-50" dirty="0">
                <a:latin typeface="Cambria Math"/>
                <a:cs typeface="Cambria Math"/>
              </a:rPr>
              <a:t>7</a:t>
            </a:r>
            <a:endParaRPr sz="1050">
              <a:latin typeface="Cambria Math"/>
              <a:cs typeface="Cambria Math"/>
            </a:endParaRPr>
          </a:p>
          <a:p>
            <a:pPr marR="5080" algn="r">
              <a:lnSpc>
                <a:spcPct val="100000"/>
              </a:lnSpc>
              <a:spcBef>
                <a:spcPts val="170"/>
              </a:spcBef>
              <a:tabLst>
                <a:tab pos="360680" algn="l"/>
                <a:tab pos="807085" algn="l"/>
                <a:tab pos="1086485" algn="l"/>
                <a:tab pos="1366520" algn="l"/>
              </a:tabLst>
            </a:pPr>
            <a:r>
              <a:rPr sz="1050" spc="35" dirty="0">
                <a:latin typeface="Cambria Math"/>
                <a:cs typeface="Cambria Math"/>
              </a:rPr>
              <a:t>17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30" dirty="0">
                <a:latin typeface="Cambria Math"/>
                <a:cs typeface="Cambria Math"/>
              </a:rPr>
              <a:t>24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50" dirty="0">
                <a:latin typeface="Cambria Math"/>
                <a:cs typeface="Cambria Math"/>
              </a:rPr>
              <a:t>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50" dirty="0">
                <a:latin typeface="Cambria Math"/>
                <a:cs typeface="Cambria Math"/>
              </a:rPr>
              <a:t>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55" dirty="0">
                <a:latin typeface="Cambria Math"/>
                <a:cs typeface="Cambria Math"/>
              </a:rPr>
              <a:t>24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31376" y="4918392"/>
            <a:ext cx="1968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466326" y="4798377"/>
            <a:ext cx="447675" cy="52451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u="heavy" spc="-1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0.098</a:t>
            </a:r>
            <a:endParaRPr sz="1350">
              <a:latin typeface="Cambria Math"/>
              <a:cs typeface="Cambria Math"/>
            </a:endParaRPr>
          </a:p>
          <a:p>
            <a:pPr marL="58419">
              <a:lnSpc>
                <a:spcPct val="100000"/>
              </a:lnSpc>
              <a:spcBef>
                <a:spcPts val="345"/>
              </a:spcBef>
            </a:pPr>
            <a:r>
              <a:rPr sz="1350" spc="-20" dirty="0">
                <a:latin typeface="Cambria Math"/>
                <a:cs typeface="Cambria Math"/>
              </a:rPr>
              <a:t>0.11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36860" y="4918392"/>
            <a:ext cx="6654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=0.891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4022" y="5762307"/>
            <a:ext cx="11010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(S/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)=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942970" y="5762307"/>
            <a:ext cx="139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58925" y="5628322"/>
            <a:ext cx="52819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63370" algn="l"/>
                <a:tab pos="2552700" algn="l"/>
                <a:tab pos="5268595" algn="l"/>
              </a:tabLst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</a:t>
            </a:r>
            <a:r>
              <a:rPr sz="1800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(D,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F/S 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).P(S)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</a:t>
            </a:r>
            <a:r>
              <a:rPr sz="1800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(D/S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).P(F/S).P(S)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91664" y="5883592"/>
            <a:ext cx="49491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9995" algn="l"/>
              </a:tabLst>
            </a:pPr>
            <a:r>
              <a:rPr sz="2700" baseline="1543" dirty="0">
                <a:latin typeface="Calibri"/>
                <a:cs typeface="Calibri"/>
              </a:rPr>
              <a:t>P</a:t>
            </a:r>
            <a:r>
              <a:rPr sz="2700" spc="-7" baseline="1543" dirty="0">
                <a:latin typeface="Calibri"/>
                <a:cs typeface="Calibri"/>
              </a:rPr>
              <a:t> </a:t>
            </a:r>
            <a:r>
              <a:rPr sz="2700" baseline="1543" dirty="0">
                <a:latin typeface="Calibri"/>
                <a:cs typeface="Calibri"/>
              </a:rPr>
              <a:t>(D,</a:t>
            </a:r>
            <a:r>
              <a:rPr sz="2700" spc="-15" baseline="1543" dirty="0">
                <a:latin typeface="Calibri"/>
                <a:cs typeface="Calibri"/>
              </a:rPr>
              <a:t> </a:t>
            </a:r>
            <a:r>
              <a:rPr sz="2700" spc="-37" baseline="1543" dirty="0">
                <a:latin typeface="Calibri"/>
                <a:cs typeface="Calibri"/>
              </a:rPr>
              <a:t>F)</a:t>
            </a:r>
            <a:r>
              <a:rPr sz="2700" baseline="1543" dirty="0"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(D/N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).P(F/N).P(N)</a:t>
            </a:r>
            <a:r>
              <a:rPr sz="1350" spc="-10" dirty="0">
                <a:latin typeface="Cambria Math"/>
                <a:cs typeface="Cambria Math"/>
              </a:rPr>
              <a:t>+</a:t>
            </a: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(D/S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).P(F/S).P(S)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71716" y="5762307"/>
            <a:ext cx="139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989953" y="5627700"/>
            <a:ext cx="2047875" cy="311150"/>
          </a:xfrm>
          <a:custGeom>
            <a:avLst/>
            <a:gdLst/>
            <a:ahLst/>
            <a:cxnLst/>
            <a:rect l="l" t="t" r="r" b="b"/>
            <a:pathLst>
              <a:path w="2047875" h="311150">
                <a:moveTo>
                  <a:pt x="665480" y="6692"/>
                </a:moveTo>
                <a:lnTo>
                  <a:pt x="627151" y="34721"/>
                </a:lnTo>
                <a:lnTo>
                  <a:pt x="610971" y="72059"/>
                </a:lnTo>
                <a:lnTo>
                  <a:pt x="602640" y="116598"/>
                </a:lnTo>
                <a:lnTo>
                  <a:pt x="601599" y="141312"/>
                </a:lnTo>
                <a:lnTo>
                  <a:pt x="602602" y="165163"/>
                </a:lnTo>
                <a:lnTo>
                  <a:pt x="610971" y="210451"/>
                </a:lnTo>
                <a:lnTo>
                  <a:pt x="627151" y="248043"/>
                </a:lnTo>
                <a:lnTo>
                  <a:pt x="662686" y="282790"/>
                </a:lnTo>
                <a:lnTo>
                  <a:pt x="665480" y="276098"/>
                </a:lnTo>
                <a:lnTo>
                  <a:pt x="654773" y="267512"/>
                </a:lnTo>
                <a:lnTo>
                  <a:pt x="645363" y="256298"/>
                </a:lnTo>
                <a:lnTo>
                  <a:pt x="624725" y="207441"/>
                </a:lnTo>
                <a:lnTo>
                  <a:pt x="618464" y="165912"/>
                </a:lnTo>
                <a:lnTo>
                  <a:pt x="617601" y="141478"/>
                </a:lnTo>
                <a:lnTo>
                  <a:pt x="618401" y="117424"/>
                </a:lnTo>
                <a:lnTo>
                  <a:pt x="624827" y="74879"/>
                </a:lnTo>
                <a:lnTo>
                  <a:pt x="645566" y="26403"/>
                </a:lnTo>
                <a:lnTo>
                  <a:pt x="654926" y="15265"/>
                </a:lnTo>
                <a:lnTo>
                  <a:pt x="665480" y="6692"/>
                </a:lnTo>
                <a:close/>
              </a:path>
              <a:path w="2047875" h="311150">
                <a:moveTo>
                  <a:pt x="752475" y="139331"/>
                </a:moveTo>
                <a:lnTo>
                  <a:pt x="666750" y="139331"/>
                </a:lnTo>
                <a:lnTo>
                  <a:pt x="666750" y="148856"/>
                </a:lnTo>
                <a:lnTo>
                  <a:pt x="752475" y="148856"/>
                </a:lnTo>
                <a:lnTo>
                  <a:pt x="752475" y="139331"/>
                </a:lnTo>
                <a:close/>
              </a:path>
              <a:path w="2047875" h="311150">
                <a:moveTo>
                  <a:pt x="819023" y="141312"/>
                </a:moveTo>
                <a:lnTo>
                  <a:pt x="814844" y="93510"/>
                </a:lnTo>
                <a:lnTo>
                  <a:pt x="802386" y="52235"/>
                </a:lnTo>
                <a:lnTo>
                  <a:pt x="771156" y="8610"/>
                </a:lnTo>
                <a:lnTo>
                  <a:pt x="757809" y="0"/>
                </a:lnTo>
                <a:lnTo>
                  <a:pt x="755142" y="6692"/>
                </a:lnTo>
                <a:lnTo>
                  <a:pt x="765683" y="15265"/>
                </a:lnTo>
                <a:lnTo>
                  <a:pt x="775042" y="26403"/>
                </a:lnTo>
                <a:lnTo>
                  <a:pt x="795782" y="74879"/>
                </a:lnTo>
                <a:lnTo>
                  <a:pt x="802119" y="116598"/>
                </a:lnTo>
                <a:lnTo>
                  <a:pt x="803008" y="141312"/>
                </a:lnTo>
                <a:lnTo>
                  <a:pt x="802208" y="165163"/>
                </a:lnTo>
                <a:lnTo>
                  <a:pt x="795832" y="207441"/>
                </a:lnTo>
                <a:lnTo>
                  <a:pt x="775157" y="256298"/>
                </a:lnTo>
                <a:lnTo>
                  <a:pt x="755142" y="276098"/>
                </a:lnTo>
                <a:lnTo>
                  <a:pt x="757809" y="282790"/>
                </a:lnTo>
                <a:lnTo>
                  <a:pt x="793445" y="248043"/>
                </a:lnTo>
                <a:lnTo>
                  <a:pt x="809637" y="210451"/>
                </a:lnTo>
                <a:lnTo>
                  <a:pt x="817968" y="165912"/>
                </a:lnTo>
                <a:lnTo>
                  <a:pt x="819010" y="141478"/>
                </a:lnTo>
                <a:lnTo>
                  <a:pt x="819023" y="141312"/>
                </a:lnTo>
                <a:close/>
              </a:path>
              <a:path w="2047875" h="311150">
                <a:moveTo>
                  <a:pt x="944880" y="6692"/>
                </a:moveTo>
                <a:lnTo>
                  <a:pt x="906627" y="34721"/>
                </a:lnTo>
                <a:lnTo>
                  <a:pt x="890384" y="72059"/>
                </a:lnTo>
                <a:lnTo>
                  <a:pt x="882142" y="116598"/>
                </a:lnTo>
                <a:lnTo>
                  <a:pt x="881126" y="141312"/>
                </a:lnTo>
                <a:lnTo>
                  <a:pt x="882116" y="165163"/>
                </a:lnTo>
                <a:lnTo>
                  <a:pt x="882142" y="165912"/>
                </a:lnTo>
                <a:lnTo>
                  <a:pt x="890384" y="210451"/>
                </a:lnTo>
                <a:lnTo>
                  <a:pt x="906627" y="248043"/>
                </a:lnTo>
                <a:lnTo>
                  <a:pt x="942086" y="282790"/>
                </a:lnTo>
                <a:lnTo>
                  <a:pt x="944880" y="276098"/>
                </a:lnTo>
                <a:lnTo>
                  <a:pt x="934250" y="267512"/>
                </a:lnTo>
                <a:lnTo>
                  <a:pt x="924852" y="256298"/>
                </a:lnTo>
                <a:lnTo>
                  <a:pt x="904189" y="207441"/>
                </a:lnTo>
                <a:lnTo>
                  <a:pt x="897991" y="165912"/>
                </a:lnTo>
                <a:lnTo>
                  <a:pt x="897902" y="165163"/>
                </a:lnTo>
                <a:lnTo>
                  <a:pt x="897915" y="117424"/>
                </a:lnTo>
                <a:lnTo>
                  <a:pt x="904252" y="74879"/>
                </a:lnTo>
                <a:lnTo>
                  <a:pt x="924966" y="26403"/>
                </a:lnTo>
                <a:lnTo>
                  <a:pt x="934326" y="15265"/>
                </a:lnTo>
                <a:lnTo>
                  <a:pt x="944880" y="6692"/>
                </a:lnTo>
                <a:close/>
              </a:path>
              <a:path w="2047875" h="311150">
                <a:moveTo>
                  <a:pt x="1038225" y="139331"/>
                </a:moveTo>
                <a:lnTo>
                  <a:pt x="952500" y="139331"/>
                </a:lnTo>
                <a:lnTo>
                  <a:pt x="952500" y="148856"/>
                </a:lnTo>
                <a:lnTo>
                  <a:pt x="1038225" y="148856"/>
                </a:lnTo>
                <a:lnTo>
                  <a:pt x="1038225" y="139331"/>
                </a:lnTo>
                <a:close/>
              </a:path>
              <a:path w="2047875" h="311150">
                <a:moveTo>
                  <a:pt x="1098423" y="141312"/>
                </a:moveTo>
                <a:lnTo>
                  <a:pt x="1097419" y="117424"/>
                </a:lnTo>
                <a:lnTo>
                  <a:pt x="1097394" y="116598"/>
                </a:lnTo>
                <a:lnTo>
                  <a:pt x="1094308" y="93510"/>
                </a:lnTo>
                <a:lnTo>
                  <a:pt x="1081913" y="52235"/>
                </a:lnTo>
                <a:lnTo>
                  <a:pt x="1050620" y="8610"/>
                </a:lnTo>
                <a:lnTo>
                  <a:pt x="1037336" y="0"/>
                </a:lnTo>
                <a:lnTo>
                  <a:pt x="1034669" y="6692"/>
                </a:lnTo>
                <a:lnTo>
                  <a:pt x="1045210" y="15265"/>
                </a:lnTo>
                <a:lnTo>
                  <a:pt x="1054569" y="26403"/>
                </a:lnTo>
                <a:lnTo>
                  <a:pt x="1075283" y="74879"/>
                </a:lnTo>
                <a:lnTo>
                  <a:pt x="1081544" y="116598"/>
                </a:lnTo>
                <a:lnTo>
                  <a:pt x="1082408" y="141312"/>
                </a:lnTo>
                <a:lnTo>
                  <a:pt x="1081620" y="165163"/>
                </a:lnTo>
                <a:lnTo>
                  <a:pt x="1075283" y="207441"/>
                </a:lnTo>
                <a:lnTo>
                  <a:pt x="1054671" y="256298"/>
                </a:lnTo>
                <a:lnTo>
                  <a:pt x="1034669" y="276098"/>
                </a:lnTo>
                <a:lnTo>
                  <a:pt x="1037336" y="282790"/>
                </a:lnTo>
                <a:lnTo>
                  <a:pt x="1072908" y="248043"/>
                </a:lnTo>
                <a:lnTo>
                  <a:pt x="1089152" y="210451"/>
                </a:lnTo>
                <a:lnTo>
                  <a:pt x="1097394" y="165912"/>
                </a:lnTo>
                <a:lnTo>
                  <a:pt x="1098410" y="141478"/>
                </a:lnTo>
                <a:lnTo>
                  <a:pt x="1098423" y="141312"/>
                </a:lnTo>
                <a:close/>
              </a:path>
              <a:path w="2047875" h="311150">
                <a:moveTo>
                  <a:pt x="1224407" y="6692"/>
                </a:moveTo>
                <a:lnTo>
                  <a:pt x="1186078" y="34721"/>
                </a:lnTo>
                <a:lnTo>
                  <a:pt x="1169898" y="72059"/>
                </a:lnTo>
                <a:lnTo>
                  <a:pt x="1161567" y="116598"/>
                </a:lnTo>
                <a:lnTo>
                  <a:pt x="1160526" y="141312"/>
                </a:lnTo>
                <a:lnTo>
                  <a:pt x="1161529" y="165163"/>
                </a:lnTo>
                <a:lnTo>
                  <a:pt x="1169898" y="210451"/>
                </a:lnTo>
                <a:lnTo>
                  <a:pt x="1186078" y="248043"/>
                </a:lnTo>
                <a:lnTo>
                  <a:pt x="1221613" y="282790"/>
                </a:lnTo>
                <a:lnTo>
                  <a:pt x="1224407" y="276098"/>
                </a:lnTo>
                <a:lnTo>
                  <a:pt x="1213700" y="267512"/>
                </a:lnTo>
                <a:lnTo>
                  <a:pt x="1204290" y="256298"/>
                </a:lnTo>
                <a:lnTo>
                  <a:pt x="1183652" y="207441"/>
                </a:lnTo>
                <a:lnTo>
                  <a:pt x="1177391" y="165912"/>
                </a:lnTo>
                <a:lnTo>
                  <a:pt x="1176528" y="141478"/>
                </a:lnTo>
                <a:lnTo>
                  <a:pt x="1177328" y="117424"/>
                </a:lnTo>
                <a:lnTo>
                  <a:pt x="1183754" y="74879"/>
                </a:lnTo>
                <a:lnTo>
                  <a:pt x="1204493" y="26403"/>
                </a:lnTo>
                <a:lnTo>
                  <a:pt x="1213853" y="15265"/>
                </a:lnTo>
                <a:lnTo>
                  <a:pt x="1224407" y="6692"/>
                </a:lnTo>
                <a:close/>
              </a:path>
              <a:path w="2047875" h="311150">
                <a:moveTo>
                  <a:pt x="1390650" y="139331"/>
                </a:moveTo>
                <a:lnTo>
                  <a:pt x="1228725" y="139331"/>
                </a:lnTo>
                <a:lnTo>
                  <a:pt x="1228725" y="148856"/>
                </a:lnTo>
                <a:lnTo>
                  <a:pt x="1390650" y="148856"/>
                </a:lnTo>
                <a:lnTo>
                  <a:pt x="1390650" y="139331"/>
                </a:lnTo>
                <a:close/>
              </a:path>
              <a:path w="2047875" h="311150">
                <a:moveTo>
                  <a:pt x="1458849" y="141312"/>
                </a:moveTo>
                <a:lnTo>
                  <a:pt x="1457845" y="117424"/>
                </a:lnTo>
                <a:lnTo>
                  <a:pt x="1457820" y="116598"/>
                </a:lnTo>
                <a:lnTo>
                  <a:pt x="1454734" y="93510"/>
                </a:lnTo>
                <a:lnTo>
                  <a:pt x="1442339" y="52235"/>
                </a:lnTo>
                <a:lnTo>
                  <a:pt x="1411046" y="8610"/>
                </a:lnTo>
                <a:lnTo>
                  <a:pt x="1397762" y="0"/>
                </a:lnTo>
                <a:lnTo>
                  <a:pt x="1395095" y="6692"/>
                </a:lnTo>
                <a:lnTo>
                  <a:pt x="1405636" y="15265"/>
                </a:lnTo>
                <a:lnTo>
                  <a:pt x="1414995" y="26403"/>
                </a:lnTo>
                <a:lnTo>
                  <a:pt x="1435709" y="74879"/>
                </a:lnTo>
                <a:lnTo>
                  <a:pt x="1441970" y="116598"/>
                </a:lnTo>
                <a:lnTo>
                  <a:pt x="1442834" y="141312"/>
                </a:lnTo>
                <a:lnTo>
                  <a:pt x="1442046" y="165163"/>
                </a:lnTo>
                <a:lnTo>
                  <a:pt x="1435709" y="207441"/>
                </a:lnTo>
                <a:lnTo>
                  <a:pt x="1415084" y="256298"/>
                </a:lnTo>
                <a:lnTo>
                  <a:pt x="1395095" y="276098"/>
                </a:lnTo>
                <a:lnTo>
                  <a:pt x="1397762" y="282790"/>
                </a:lnTo>
                <a:lnTo>
                  <a:pt x="1433334" y="248043"/>
                </a:lnTo>
                <a:lnTo>
                  <a:pt x="1449578" y="210451"/>
                </a:lnTo>
                <a:lnTo>
                  <a:pt x="1457820" y="165912"/>
                </a:lnTo>
                <a:lnTo>
                  <a:pt x="1458836" y="141478"/>
                </a:lnTo>
                <a:lnTo>
                  <a:pt x="1458849" y="141312"/>
                </a:lnTo>
                <a:close/>
              </a:path>
              <a:path w="2047875" h="311150">
                <a:moveTo>
                  <a:pt x="2047875" y="291731"/>
                </a:moveTo>
                <a:lnTo>
                  <a:pt x="0" y="291731"/>
                </a:lnTo>
                <a:lnTo>
                  <a:pt x="0" y="310781"/>
                </a:lnTo>
                <a:lnTo>
                  <a:pt x="2047875" y="310781"/>
                </a:lnTo>
                <a:lnTo>
                  <a:pt x="2047875" y="2917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626350" y="5543867"/>
            <a:ext cx="75628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Cambria Math"/>
                <a:cs typeface="Cambria Math"/>
              </a:rPr>
              <a:t>2</a:t>
            </a:r>
            <a:r>
              <a:rPr sz="1050" spc="425" dirty="0">
                <a:latin typeface="Cambria Math"/>
                <a:cs typeface="Cambria Math"/>
              </a:rPr>
              <a:t> </a:t>
            </a:r>
            <a:r>
              <a:rPr sz="2025" baseline="-30864" dirty="0">
                <a:latin typeface="Cambria Math"/>
                <a:cs typeface="Cambria Math"/>
              </a:rPr>
              <a:t>.</a:t>
            </a:r>
            <a:r>
              <a:rPr sz="2025" spc="540" baseline="-30864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1</a:t>
            </a:r>
            <a:r>
              <a:rPr sz="1050" spc="425" dirty="0">
                <a:latin typeface="Cambria Math"/>
                <a:cs typeface="Cambria Math"/>
              </a:rPr>
              <a:t> </a:t>
            </a:r>
            <a:r>
              <a:rPr sz="2025" baseline="-30864" dirty="0">
                <a:latin typeface="Cambria Math"/>
                <a:cs typeface="Cambria Math"/>
              </a:rPr>
              <a:t>.</a:t>
            </a:r>
            <a:r>
              <a:rPr sz="2025" spc="292" baseline="-30864" dirty="0">
                <a:latin typeface="Cambria Math"/>
                <a:cs typeface="Cambria Math"/>
              </a:rPr>
              <a:t>  </a:t>
            </a:r>
            <a:r>
              <a:rPr sz="1050" spc="-50" dirty="0">
                <a:latin typeface="Cambria Math"/>
                <a:cs typeface="Cambria Math"/>
              </a:rPr>
              <a:t>7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51750" y="5763259"/>
            <a:ext cx="756920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2100" algn="l"/>
                <a:tab pos="571500" algn="l"/>
              </a:tabLst>
            </a:pPr>
            <a:r>
              <a:rPr sz="1050" spc="-50" dirty="0">
                <a:latin typeface="Cambria Math"/>
                <a:cs typeface="Cambria Math"/>
              </a:rPr>
              <a:t>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50" dirty="0">
                <a:latin typeface="Cambria Math"/>
                <a:cs typeface="Cambria Math"/>
              </a:rPr>
              <a:t>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55" dirty="0">
                <a:latin typeface="Cambria Math"/>
                <a:cs typeface="Cambria Math"/>
              </a:rPr>
              <a:t>24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08114" y="5947549"/>
            <a:ext cx="298450" cy="283210"/>
          </a:xfrm>
          <a:custGeom>
            <a:avLst/>
            <a:gdLst/>
            <a:ahLst/>
            <a:cxnLst/>
            <a:rect l="l" t="t" r="r" b="b"/>
            <a:pathLst>
              <a:path w="298450" h="283210">
                <a:moveTo>
                  <a:pt x="63754" y="6692"/>
                </a:moveTo>
                <a:lnTo>
                  <a:pt x="25501" y="34721"/>
                </a:lnTo>
                <a:lnTo>
                  <a:pt x="9258" y="72059"/>
                </a:lnTo>
                <a:lnTo>
                  <a:pt x="1016" y="116598"/>
                </a:lnTo>
                <a:lnTo>
                  <a:pt x="0" y="141312"/>
                </a:lnTo>
                <a:lnTo>
                  <a:pt x="990" y="165163"/>
                </a:lnTo>
                <a:lnTo>
                  <a:pt x="1016" y="165912"/>
                </a:lnTo>
                <a:lnTo>
                  <a:pt x="9258" y="210451"/>
                </a:lnTo>
                <a:lnTo>
                  <a:pt x="25501" y="248043"/>
                </a:lnTo>
                <a:lnTo>
                  <a:pt x="60960" y="282790"/>
                </a:lnTo>
                <a:lnTo>
                  <a:pt x="63754" y="276098"/>
                </a:lnTo>
                <a:lnTo>
                  <a:pt x="53124" y="267512"/>
                </a:lnTo>
                <a:lnTo>
                  <a:pt x="43726" y="256298"/>
                </a:lnTo>
                <a:lnTo>
                  <a:pt x="23063" y="207441"/>
                </a:lnTo>
                <a:lnTo>
                  <a:pt x="16865" y="165912"/>
                </a:lnTo>
                <a:lnTo>
                  <a:pt x="16776" y="165163"/>
                </a:lnTo>
                <a:lnTo>
                  <a:pt x="16789" y="117424"/>
                </a:lnTo>
                <a:lnTo>
                  <a:pt x="23126" y="74879"/>
                </a:lnTo>
                <a:lnTo>
                  <a:pt x="43840" y="26403"/>
                </a:lnTo>
                <a:lnTo>
                  <a:pt x="53200" y="15265"/>
                </a:lnTo>
                <a:lnTo>
                  <a:pt x="63754" y="6692"/>
                </a:lnTo>
                <a:close/>
              </a:path>
              <a:path w="298450" h="283210">
                <a:moveTo>
                  <a:pt x="229489" y="133807"/>
                </a:moveTo>
                <a:lnTo>
                  <a:pt x="67564" y="133807"/>
                </a:lnTo>
                <a:lnTo>
                  <a:pt x="67564" y="143332"/>
                </a:lnTo>
                <a:lnTo>
                  <a:pt x="229489" y="143332"/>
                </a:lnTo>
                <a:lnTo>
                  <a:pt x="229489" y="133807"/>
                </a:lnTo>
                <a:close/>
              </a:path>
              <a:path w="298450" h="283210">
                <a:moveTo>
                  <a:pt x="298323" y="141312"/>
                </a:moveTo>
                <a:lnTo>
                  <a:pt x="294144" y="93510"/>
                </a:lnTo>
                <a:lnTo>
                  <a:pt x="281686" y="52235"/>
                </a:lnTo>
                <a:lnTo>
                  <a:pt x="250456" y="8610"/>
                </a:lnTo>
                <a:lnTo>
                  <a:pt x="237109" y="0"/>
                </a:lnTo>
                <a:lnTo>
                  <a:pt x="234442" y="6692"/>
                </a:lnTo>
                <a:lnTo>
                  <a:pt x="244983" y="15265"/>
                </a:lnTo>
                <a:lnTo>
                  <a:pt x="254342" y="26403"/>
                </a:lnTo>
                <a:lnTo>
                  <a:pt x="275082" y="74879"/>
                </a:lnTo>
                <a:lnTo>
                  <a:pt x="281419" y="116598"/>
                </a:lnTo>
                <a:lnTo>
                  <a:pt x="282308" y="141312"/>
                </a:lnTo>
                <a:lnTo>
                  <a:pt x="281508" y="165163"/>
                </a:lnTo>
                <a:lnTo>
                  <a:pt x="275132" y="207441"/>
                </a:lnTo>
                <a:lnTo>
                  <a:pt x="254457" y="256298"/>
                </a:lnTo>
                <a:lnTo>
                  <a:pt x="234442" y="276098"/>
                </a:lnTo>
                <a:lnTo>
                  <a:pt x="237109" y="282790"/>
                </a:lnTo>
                <a:lnTo>
                  <a:pt x="272745" y="248043"/>
                </a:lnTo>
                <a:lnTo>
                  <a:pt x="288937" y="210451"/>
                </a:lnTo>
                <a:lnTo>
                  <a:pt x="297268" y="165912"/>
                </a:lnTo>
                <a:lnTo>
                  <a:pt x="298310" y="141478"/>
                </a:lnTo>
                <a:lnTo>
                  <a:pt x="298323" y="141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311770" y="5961697"/>
            <a:ext cx="6096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.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368540" y="5947549"/>
            <a:ext cx="1303655" cy="283210"/>
          </a:xfrm>
          <a:custGeom>
            <a:avLst/>
            <a:gdLst/>
            <a:ahLst/>
            <a:cxnLst/>
            <a:rect l="l" t="t" r="r" b="b"/>
            <a:pathLst>
              <a:path w="1303654" h="283210">
                <a:moveTo>
                  <a:pt x="63754" y="6692"/>
                </a:moveTo>
                <a:lnTo>
                  <a:pt x="25501" y="34721"/>
                </a:lnTo>
                <a:lnTo>
                  <a:pt x="9258" y="72059"/>
                </a:lnTo>
                <a:lnTo>
                  <a:pt x="1016" y="116598"/>
                </a:lnTo>
                <a:lnTo>
                  <a:pt x="0" y="141312"/>
                </a:lnTo>
                <a:lnTo>
                  <a:pt x="990" y="165163"/>
                </a:lnTo>
                <a:lnTo>
                  <a:pt x="1016" y="165912"/>
                </a:lnTo>
                <a:lnTo>
                  <a:pt x="9258" y="210451"/>
                </a:lnTo>
                <a:lnTo>
                  <a:pt x="25501" y="248043"/>
                </a:lnTo>
                <a:lnTo>
                  <a:pt x="60960" y="282790"/>
                </a:lnTo>
                <a:lnTo>
                  <a:pt x="63754" y="276098"/>
                </a:lnTo>
                <a:lnTo>
                  <a:pt x="53124" y="267512"/>
                </a:lnTo>
                <a:lnTo>
                  <a:pt x="43726" y="256298"/>
                </a:lnTo>
                <a:lnTo>
                  <a:pt x="23063" y="207441"/>
                </a:lnTo>
                <a:lnTo>
                  <a:pt x="16865" y="165912"/>
                </a:lnTo>
                <a:lnTo>
                  <a:pt x="16776" y="165163"/>
                </a:lnTo>
                <a:lnTo>
                  <a:pt x="16789" y="117424"/>
                </a:lnTo>
                <a:lnTo>
                  <a:pt x="23126" y="74879"/>
                </a:lnTo>
                <a:lnTo>
                  <a:pt x="43840" y="26403"/>
                </a:lnTo>
                <a:lnTo>
                  <a:pt x="53200" y="15265"/>
                </a:lnTo>
                <a:lnTo>
                  <a:pt x="63754" y="6692"/>
                </a:lnTo>
                <a:close/>
              </a:path>
              <a:path w="1303654" h="283210">
                <a:moveTo>
                  <a:pt x="231013" y="133807"/>
                </a:moveTo>
                <a:lnTo>
                  <a:pt x="69088" y="133807"/>
                </a:lnTo>
                <a:lnTo>
                  <a:pt x="69088" y="143332"/>
                </a:lnTo>
                <a:lnTo>
                  <a:pt x="231013" y="143332"/>
                </a:lnTo>
                <a:lnTo>
                  <a:pt x="231013" y="133807"/>
                </a:lnTo>
                <a:close/>
              </a:path>
              <a:path w="1303654" h="283210">
                <a:moveTo>
                  <a:pt x="298323" y="141312"/>
                </a:moveTo>
                <a:lnTo>
                  <a:pt x="294144" y="93510"/>
                </a:lnTo>
                <a:lnTo>
                  <a:pt x="281686" y="52235"/>
                </a:lnTo>
                <a:lnTo>
                  <a:pt x="250456" y="8610"/>
                </a:lnTo>
                <a:lnTo>
                  <a:pt x="237109" y="0"/>
                </a:lnTo>
                <a:lnTo>
                  <a:pt x="234442" y="6692"/>
                </a:lnTo>
                <a:lnTo>
                  <a:pt x="244983" y="15265"/>
                </a:lnTo>
                <a:lnTo>
                  <a:pt x="254342" y="26403"/>
                </a:lnTo>
                <a:lnTo>
                  <a:pt x="275082" y="74879"/>
                </a:lnTo>
                <a:lnTo>
                  <a:pt x="281419" y="116598"/>
                </a:lnTo>
                <a:lnTo>
                  <a:pt x="282308" y="141312"/>
                </a:lnTo>
                <a:lnTo>
                  <a:pt x="281508" y="165163"/>
                </a:lnTo>
                <a:lnTo>
                  <a:pt x="275132" y="207441"/>
                </a:lnTo>
                <a:lnTo>
                  <a:pt x="254457" y="256298"/>
                </a:lnTo>
                <a:lnTo>
                  <a:pt x="234442" y="276098"/>
                </a:lnTo>
                <a:lnTo>
                  <a:pt x="237109" y="282790"/>
                </a:lnTo>
                <a:lnTo>
                  <a:pt x="272745" y="248043"/>
                </a:lnTo>
                <a:lnTo>
                  <a:pt x="288937" y="210451"/>
                </a:lnTo>
                <a:lnTo>
                  <a:pt x="297268" y="165912"/>
                </a:lnTo>
                <a:lnTo>
                  <a:pt x="298310" y="141478"/>
                </a:lnTo>
                <a:lnTo>
                  <a:pt x="298323" y="141312"/>
                </a:lnTo>
                <a:close/>
              </a:path>
              <a:path w="1303654" h="283210">
                <a:moveTo>
                  <a:pt x="424180" y="6692"/>
                </a:moveTo>
                <a:lnTo>
                  <a:pt x="385927" y="34721"/>
                </a:lnTo>
                <a:lnTo>
                  <a:pt x="369684" y="72059"/>
                </a:lnTo>
                <a:lnTo>
                  <a:pt x="361442" y="116598"/>
                </a:lnTo>
                <a:lnTo>
                  <a:pt x="360426" y="141312"/>
                </a:lnTo>
                <a:lnTo>
                  <a:pt x="361416" y="165163"/>
                </a:lnTo>
                <a:lnTo>
                  <a:pt x="361442" y="165912"/>
                </a:lnTo>
                <a:lnTo>
                  <a:pt x="369684" y="210451"/>
                </a:lnTo>
                <a:lnTo>
                  <a:pt x="385927" y="248043"/>
                </a:lnTo>
                <a:lnTo>
                  <a:pt x="421386" y="282790"/>
                </a:lnTo>
                <a:lnTo>
                  <a:pt x="424180" y="276098"/>
                </a:lnTo>
                <a:lnTo>
                  <a:pt x="413550" y="267512"/>
                </a:lnTo>
                <a:lnTo>
                  <a:pt x="404152" y="256298"/>
                </a:lnTo>
                <a:lnTo>
                  <a:pt x="383489" y="207441"/>
                </a:lnTo>
                <a:lnTo>
                  <a:pt x="377291" y="165912"/>
                </a:lnTo>
                <a:lnTo>
                  <a:pt x="377202" y="165163"/>
                </a:lnTo>
                <a:lnTo>
                  <a:pt x="377215" y="117424"/>
                </a:lnTo>
                <a:lnTo>
                  <a:pt x="383552" y="74879"/>
                </a:lnTo>
                <a:lnTo>
                  <a:pt x="404266" y="26403"/>
                </a:lnTo>
                <a:lnTo>
                  <a:pt x="413626" y="15265"/>
                </a:lnTo>
                <a:lnTo>
                  <a:pt x="424180" y="6692"/>
                </a:lnTo>
                <a:close/>
              </a:path>
              <a:path w="1303654" h="283210">
                <a:moveTo>
                  <a:pt x="592963" y="133807"/>
                </a:moveTo>
                <a:lnTo>
                  <a:pt x="431038" y="133807"/>
                </a:lnTo>
                <a:lnTo>
                  <a:pt x="431038" y="143332"/>
                </a:lnTo>
                <a:lnTo>
                  <a:pt x="592963" y="143332"/>
                </a:lnTo>
                <a:lnTo>
                  <a:pt x="592963" y="133807"/>
                </a:lnTo>
                <a:close/>
              </a:path>
              <a:path w="1303654" h="283210">
                <a:moveTo>
                  <a:pt x="658749" y="141312"/>
                </a:moveTo>
                <a:lnTo>
                  <a:pt x="654570" y="93510"/>
                </a:lnTo>
                <a:lnTo>
                  <a:pt x="642112" y="52235"/>
                </a:lnTo>
                <a:lnTo>
                  <a:pt x="610882" y="8610"/>
                </a:lnTo>
                <a:lnTo>
                  <a:pt x="597535" y="0"/>
                </a:lnTo>
                <a:lnTo>
                  <a:pt x="594868" y="6692"/>
                </a:lnTo>
                <a:lnTo>
                  <a:pt x="605409" y="15265"/>
                </a:lnTo>
                <a:lnTo>
                  <a:pt x="614768" y="26403"/>
                </a:lnTo>
                <a:lnTo>
                  <a:pt x="635508" y="74879"/>
                </a:lnTo>
                <a:lnTo>
                  <a:pt x="641845" y="116598"/>
                </a:lnTo>
                <a:lnTo>
                  <a:pt x="642734" y="141312"/>
                </a:lnTo>
                <a:lnTo>
                  <a:pt x="641934" y="165163"/>
                </a:lnTo>
                <a:lnTo>
                  <a:pt x="635558" y="207441"/>
                </a:lnTo>
                <a:lnTo>
                  <a:pt x="614883" y="256298"/>
                </a:lnTo>
                <a:lnTo>
                  <a:pt x="594868" y="276098"/>
                </a:lnTo>
                <a:lnTo>
                  <a:pt x="597535" y="282790"/>
                </a:lnTo>
                <a:lnTo>
                  <a:pt x="633171" y="248043"/>
                </a:lnTo>
                <a:lnTo>
                  <a:pt x="649363" y="210451"/>
                </a:lnTo>
                <a:lnTo>
                  <a:pt x="657694" y="165912"/>
                </a:lnTo>
                <a:lnTo>
                  <a:pt x="658736" y="141478"/>
                </a:lnTo>
                <a:lnTo>
                  <a:pt x="658749" y="141312"/>
                </a:lnTo>
                <a:close/>
              </a:path>
              <a:path w="1303654" h="283210">
                <a:moveTo>
                  <a:pt x="870331" y="6692"/>
                </a:moveTo>
                <a:lnTo>
                  <a:pt x="832078" y="34721"/>
                </a:lnTo>
                <a:lnTo>
                  <a:pt x="815835" y="72059"/>
                </a:lnTo>
                <a:lnTo>
                  <a:pt x="807593" y="116598"/>
                </a:lnTo>
                <a:lnTo>
                  <a:pt x="806577" y="141312"/>
                </a:lnTo>
                <a:lnTo>
                  <a:pt x="807567" y="165163"/>
                </a:lnTo>
                <a:lnTo>
                  <a:pt x="807593" y="165912"/>
                </a:lnTo>
                <a:lnTo>
                  <a:pt x="815835" y="210451"/>
                </a:lnTo>
                <a:lnTo>
                  <a:pt x="832078" y="248043"/>
                </a:lnTo>
                <a:lnTo>
                  <a:pt x="867537" y="282790"/>
                </a:lnTo>
                <a:lnTo>
                  <a:pt x="870331" y="276098"/>
                </a:lnTo>
                <a:lnTo>
                  <a:pt x="859701" y="267512"/>
                </a:lnTo>
                <a:lnTo>
                  <a:pt x="850303" y="256298"/>
                </a:lnTo>
                <a:lnTo>
                  <a:pt x="829640" y="207441"/>
                </a:lnTo>
                <a:lnTo>
                  <a:pt x="823442" y="165912"/>
                </a:lnTo>
                <a:lnTo>
                  <a:pt x="823353" y="165163"/>
                </a:lnTo>
                <a:lnTo>
                  <a:pt x="823366" y="117424"/>
                </a:lnTo>
                <a:lnTo>
                  <a:pt x="829703" y="74879"/>
                </a:lnTo>
                <a:lnTo>
                  <a:pt x="850417" y="26403"/>
                </a:lnTo>
                <a:lnTo>
                  <a:pt x="859777" y="15265"/>
                </a:lnTo>
                <a:lnTo>
                  <a:pt x="870331" y="6692"/>
                </a:lnTo>
                <a:close/>
              </a:path>
              <a:path w="1303654" h="283210">
                <a:moveTo>
                  <a:pt x="954913" y="133807"/>
                </a:moveTo>
                <a:lnTo>
                  <a:pt x="869188" y="133807"/>
                </a:lnTo>
                <a:lnTo>
                  <a:pt x="869188" y="143332"/>
                </a:lnTo>
                <a:lnTo>
                  <a:pt x="954913" y="143332"/>
                </a:lnTo>
                <a:lnTo>
                  <a:pt x="954913" y="133807"/>
                </a:lnTo>
                <a:close/>
              </a:path>
              <a:path w="1303654" h="283210">
                <a:moveTo>
                  <a:pt x="1023874" y="141312"/>
                </a:moveTo>
                <a:lnTo>
                  <a:pt x="1022870" y="117424"/>
                </a:lnTo>
                <a:lnTo>
                  <a:pt x="1022845" y="116598"/>
                </a:lnTo>
                <a:lnTo>
                  <a:pt x="1019759" y="93510"/>
                </a:lnTo>
                <a:lnTo>
                  <a:pt x="1007364" y="52235"/>
                </a:lnTo>
                <a:lnTo>
                  <a:pt x="976071" y="8610"/>
                </a:lnTo>
                <a:lnTo>
                  <a:pt x="962787" y="0"/>
                </a:lnTo>
                <a:lnTo>
                  <a:pt x="960120" y="6692"/>
                </a:lnTo>
                <a:lnTo>
                  <a:pt x="970661" y="15265"/>
                </a:lnTo>
                <a:lnTo>
                  <a:pt x="980020" y="26403"/>
                </a:lnTo>
                <a:lnTo>
                  <a:pt x="1000734" y="74879"/>
                </a:lnTo>
                <a:lnTo>
                  <a:pt x="1006995" y="116598"/>
                </a:lnTo>
                <a:lnTo>
                  <a:pt x="1007859" y="141312"/>
                </a:lnTo>
                <a:lnTo>
                  <a:pt x="1007071" y="165163"/>
                </a:lnTo>
                <a:lnTo>
                  <a:pt x="1000734" y="207441"/>
                </a:lnTo>
                <a:lnTo>
                  <a:pt x="980122" y="256298"/>
                </a:lnTo>
                <a:lnTo>
                  <a:pt x="960120" y="276098"/>
                </a:lnTo>
                <a:lnTo>
                  <a:pt x="962787" y="282790"/>
                </a:lnTo>
                <a:lnTo>
                  <a:pt x="998359" y="248043"/>
                </a:lnTo>
                <a:lnTo>
                  <a:pt x="1014603" y="210451"/>
                </a:lnTo>
                <a:lnTo>
                  <a:pt x="1022845" y="165912"/>
                </a:lnTo>
                <a:lnTo>
                  <a:pt x="1023861" y="141478"/>
                </a:lnTo>
                <a:lnTo>
                  <a:pt x="1023874" y="141312"/>
                </a:lnTo>
                <a:close/>
              </a:path>
              <a:path w="1303654" h="283210">
                <a:moveTo>
                  <a:pt x="1149858" y="6692"/>
                </a:moveTo>
                <a:lnTo>
                  <a:pt x="1111529" y="34721"/>
                </a:lnTo>
                <a:lnTo>
                  <a:pt x="1095349" y="72059"/>
                </a:lnTo>
                <a:lnTo>
                  <a:pt x="1087018" y="116598"/>
                </a:lnTo>
                <a:lnTo>
                  <a:pt x="1085977" y="141312"/>
                </a:lnTo>
                <a:lnTo>
                  <a:pt x="1086980" y="165163"/>
                </a:lnTo>
                <a:lnTo>
                  <a:pt x="1095349" y="210451"/>
                </a:lnTo>
                <a:lnTo>
                  <a:pt x="1111529" y="248043"/>
                </a:lnTo>
                <a:lnTo>
                  <a:pt x="1147064" y="282790"/>
                </a:lnTo>
                <a:lnTo>
                  <a:pt x="1149858" y="276098"/>
                </a:lnTo>
                <a:lnTo>
                  <a:pt x="1139151" y="267512"/>
                </a:lnTo>
                <a:lnTo>
                  <a:pt x="1129741" y="256298"/>
                </a:lnTo>
                <a:lnTo>
                  <a:pt x="1109103" y="207441"/>
                </a:lnTo>
                <a:lnTo>
                  <a:pt x="1102842" y="165912"/>
                </a:lnTo>
                <a:lnTo>
                  <a:pt x="1101979" y="141478"/>
                </a:lnTo>
                <a:lnTo>
                  <a:pt x="1102779" y="117424"/>
                </a:lnTo>
                <a:lnTo>
                  <a:pt x="1109205" y="74879"/>
                </a:lnTo>
                <a:lnTo>
                  <a:pt x="1129944" y="26403"/>
                </a:lnTo>
                <a:lnTo>
                  <a:pt x="1139304" y="15265"/>
                </a:lnTo>
                <a:lnTo>
                  <a:pt x="1149858" y="6692"/>
                </a:lnTo>
                <a:close/>
              </a:path>
              <a:path w="1303654" h="283210">
                <a:moveTo>
                  <a:pt x="1240663" y="133807"/>
                </a:moveTo>
                <a:lnTo>
                  <a:pt x="1154938" y="133807"/>
                </a:lnTo>
                <a:lnTo>
                  <a:pt x="1154938" y="143332"/>
                </a:lnTo>
                <a:lnTo>
                  <a:pt x="1240663" y="143332"/>
                </a:lnTo>
                <a:lnTo>
                  <a:pt x="1240663" y="133807"/>
                </a:lnTo>
                <a:close/>
              </a:path>
              <a:path w="1303654" h="283210">
                <a:moveTo>
                  <a:pt x="1303401" y="141312"/>
                </a:moveTo>
                <a:lnTo>
                  <a:pt x="1299222" y="93510"/>
                </a:lnTo>
                <a:lnTo>
                  <a:pt x="1286764" y="52235"/>
                </a:lnTo>
                <a:lnTo>
                  <a:pt x="1255534" y="8610"/>
                </a:lnTo>
                <a:lnTo>
                  <a:pt x="1242187" y="0"/>
                </a:lnTo>
                <a:lnTo>
                  <a:pt x="1239520" y="6692"/>
                </a:lnTo>
                <a:lnTo>
                  <a:pt x="1250061" y="15265"/>
                </a:lnTo>
                <a:lnTo>
                  <a:pt x="1259420" y="26403"/>
                </a:lnTo>
                <a:lnTo>
                  <a:pt x="1280160" y="74879"/>
                </a:lnTo>
                <a:lnTo>
                  <a:pt x="1286497" y="116598"/>
                </a:lnTo>
                <a:lnTo>
                  <a:pt x="1287386" y="141312"/>
                </a:lnTo>
                <a:lnTo>
                  <a:pt x="1286586" y="165163"/>
                </a:lnTo>
                <a:lnTo>
                  <a:pt x="1280210" y="207441"/>
                </a:lnTo>
                <a:lnTo>
                  <a:pt x="1259535" y="256298"/>
                </a:lnTo>
                <a:lnTo>
                  <a:pt x="1239520" y="276098"/>
                </a:lnTo>
                <a:lnTo>
                  <a:pt x="1242187" y="282790"/>
                </a:lnTo>
                <a:lnTo>
                  <a:pt x="1277823" y="248043"/>
                </a:lnTo>
                <a:lnTo>
                  <a:pt x="1294015" y="210451"/>
                </a:lnTo>
                <a:lnTo>
                  <a:pt x="1302346" y="165912"/>
                </a:lnTo>
                <a:lnTo>
                  <a:pt x="1303388" y="141478"/>
                </a:lnTo>
                <a:lnTo>
                  <a:pt x="1303401" y="141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042531" y="5847170"/>
            <a:ext cx="1734820" cy="4222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78105">
              <a:lnSpc>
                <a:spcPct val="100000"/>
              </a:lnSpc>
              <a:spcBef>
                <a:spcPts val="235"/>
              </a:spcBef>
              <a:tabLst>
                <a:tab pos="438784" algn="l"/>
              </a:tabLst>
            </a:pPr>
            <a:r>
              <a:rPr sz="1050" spc="-50" dirty="0">
                <a:latin typeface="Cambria Math"/>
                <a:cs typeface="Cambria Math"/>
              </a:rPr>
              <a:t>8</a:t>
            </a:r>
            <a:r>
              <a:rPr sz="1050" dirty="0">
                <a:latin typeface="Cambria Math"/>
                <a:cs typeface="Cambria Math"/>
              </a:rPr>
              <a:t>	5</a:t>
            </a:r>
            <a:r>
              <a:rPr sz="1050" spc="254" dirty="0">
                <a:latin typeface="Cambria Math"/>
                <a:cs typeface="Cambria Math"/>
              </a:rPr>
              <a:t>  </a:t>
            </a:r>
            <a:r>
              <a:rPr sz="2025" baseline="-30864" dirty="0">
                <a:latin typeface="Cambria Math"/>
                <a:cs typeface="Cambria Math"/>
              </a:rPr>
              <a:t>.</a:t>
            </a:r>
            <a:r>
              <a:rPr sz="2025" spc="540" baseline="-30864" dirty="0">
                <a:latin typeface="Cambria Math"/>
                <a:cs typeface="Cambria Math"/>
              </a:rPr>
              <a:t> </a:t>
            </a:r>
            <a:r>
              <a:rPr sz="1050" spc="60" dirty="0">
                <a:latin typeface="Cambria Math"/>
                <a:cs typeface="Cambria Math"/>
              </a:rPr>
              <a:t>17</a:t>
            </a:r>
            <a:r>
              <a:rPr sz="1050" spc="385" dirty="0">
                <a:latin typeface="Cambria Math"/>
                <a:cs typeface="Cambria Math"/>
              </a:rPr>
              <a:t> </a:t>
            </a:r>
            <a:r>
              <a:rPr sz="2025" baseline="-30864" dirty="0">
                <a:latin typeface="Cambria Math"/>
                <a:cs typeface="Cambria Math"/>
              </a:rPr>
              <a:t>+</a:t>
            </a:r>
            <a:r>
              <a:rPr sz="2025" spc="487" baseline="-30864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2</a:t>
            </a:r>
            <a:r>
              <a:rPr sz="1050" spc="420" dirty="0">
                <a:latin typeface="Cambria Math"/>
                <a:cs typeface="Cambria Math"/>
              </a:rPr>
              <a:t> </a:t>
            </a:r>
            <a:r>
              <a:rPr sz="2025" baseline="-30864" dirty="0">
                <a:latin typeface="Cambria Math"/>
                <a:cs typeface="Cambria Math"/>
              </a:rPr>
              <a:t>.</a:t>
            </a:r>
            <a:r>
              <a:rPr sz="2025" spc="532" baseline="-30864" dirty="0">
                <a:latin typeface="Cambria Math"/>
                <a:cs typeface="Cambria Math"/>
              </a:rPr>
              <a:t> </a:t>
            </a:r>
            <a:r>
              <a:rPr sz="1050" dirty="0">
                <a:latin typeface="Cambria Math"/>
                <a:cs typeface="Cambria Math"/>
              </a:rPr>
              <a:t>1</a:t>
            </a:r>
            <a:r>
              <a:rPr sz="1050" spc="420" dirty="0">
                <a:latin typeface="Cambria Math"/>
                <a:cs typeface="Cambria Math"/>
              </a:rPr>
              <a:t> </a:t>
            </a:r>
            <a:r>
              <a:rPr sz="2025" spc="-75" baseline="-30864" dirty="0">
                <a:latin typeface="Cambria Math"/>
                <a:cs typeface="Cambria Math"/>
              </a:rPr>
              <a:t>.</a:t>
            </a:r>
            <a:endParaRPr sz="2025" baseline="-30864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050" spc="55" dirty="0">
                <a:latin typeface="Cambria Math"/>
                <a:cs typeface="Cambria Math"/>
              </a:rPr>
              <a:t>17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734044" y="5947549"/>
            <a:ext cx="298450" cy="283210"/>
          </a:xfrm>
          <a:custGeom>
            <a:avLst/>
            <a:gdLst/>
            <a:ahLst/>
            <a:cxnLst/>
            <a:rect l="l" t="t" r="r" b="b"/>
            <a:pathLst>
              <a:path w="298450" h="283210">
                <a:moveTo>
                  <a:pt x="63754" y="6692"/>
                </a:moveTo>
                <a:lnTo>
                  <a:pt x="25501" y="34721"/>
                </a:lnTo>
                <a:lnTo>
                  <a:pt x="9258" y="72059"/>
                </a:lnTo>
                <a:lnTo>
                  <a:pt x="1016" y="116598"/>
                </a:lnTo>
                <a:lnTo>
                  <a:pt x="0" y="141312"/>
                </a:lnTo>
                <a:lnTo>
                  <a:pt x="990" y="165163"/>
                </a:lnTo>
                <a:lnTo>
                  <a:pt x="1016" y="165912"/>
                </a:lnTo>
                <a:lnTo>
                  <a:pt x="9258" y="210451"/>
                </a:lnTo>
                <a:lnTo>
                  <a:pt x="25501" y="248043"/>
                </a:lnTo>
                <a:lnTo>
                  <a:pt x="60960" y="282790"/>
                </a:lnTo>
                <a:lnTo>
                  <a:pt x="63754" y="276098"/>
                </a:lnTo>
                <a:lnTo>
                  <a:pt x="53124" y="267512"/>
                </a:lnTo>
                <a:lnTo>
                  <a:pt x="43726" y="256298"/>
                </a:lnTo>
                <a:lnTo>
                  <a:pt x="23063" y="207441"/>
                </a:lnTo>
                <a:lnTo>
                  <a:pt x="16865" y="165912"/>
                </a:lnTo>
                <a:lnTo>
                  <a:pt x="16776" y="165163"/>
                </a:lnTo>
                <a:lnTo>
                  <a:pt x="16789" y="117424"/>
                </a:lnTo>
                <a:lnTo>
                  <a:pt x="23126" y="74879"/>
                </a:lnTo>
                <a:lnTo>
                  <a:pt x="43840" y="26403"/>
                </a:lnTo>
                <a:lnTo>
                  <a:pt x="53200" y="15265"/>
                </a:lnTo>
                <a:lnTo>
                  <a:pt x="63754" y="6692"/>
                </a:lnTo>
                <a:close/>
              </a:path>
              <a:path w="298450" h="283210">
                <a:moveTo>
                  <a:pt x="227584" y="133807"/>
                </a:moveTo>
                <a:lnTo>
                  <a:pt x="65659" y="133807"/>
                </a:lnTo>
                <a:lnTo>
                  <a:pt x="65659" y="143332"/>
                </a:lnTo>
                <a:lnTo>
                  <a:pt x="227584" y="143332"/>
                </a:lnTo>
                <a:lnTo>
                  <a:pt x="227584" y="133807"/>
                </a:lnTo>
                <a:close/>
              </a:path>
              <a:path w="298450" h="283210">
                <a:moveTo>
                  <a:pt x="298323" y="141312"/>
                </a:moveTo>
                <a:lnTo>
                  <a:pt x="294144" y="93510"/>
                </a:lnTo>
                <a:lnTo>
                  <a:pt x="281686" y="52235"/>
                </a:lnTo>
                <a:lnTo>
                  <a:pt x="250456" y="8610"/>
                </a:lnTo>
                <a:lnTo>
                  <a:pt x="237109" y="0"/>
                </a:lnTo>
                <a:lnTo>
                  <a:pt x="234442" y="6692"/>
                </a:lnTo>
                <a:lnTo>
                  <a:pt x="244983" y="15265"/>
                </a:lnTo>
                <a:lnTo>
                  <a:pt x="254342" y="26403"/>
                </a:lnTo>
                <a:lnTo>
                  <a:pt x="275082" y="74879"/>
                </a:lnTo>
                <a:lnTo>
                  <a:pt x="281419" y="116598"/>
                </a:lnTo>
                <a:lnTo>
                  <a:pt x="282308" y="141312"/>
                </a:lnTo>
                <a:lnTo>
                  <a:pt x="281508" y="165163"/>
                </a:lnTo>
                <a:lnTo>
                  <a:pt x="275132" y="207441"/>
                </a:lnTo>
                <a:lnTo>
                  <a:pt x="254457" y="256298"/>
                </a:lnTo>
                <a:lnTo>
                  <a:pt x="234442" y="276098"/>
                </a:lnTo>
                <a:lnTo>
                  <a:pt x="237109" y="282790"/>
                </a:lnTo>
                <a:lnTo>
                  <a:pt x="272745" y="248043"/>
                </a:lnTo>
                <a:lnTo>
                  <a:pt x="288937" y="210451"/>
                </a:lnTo>
                <a:lnTo>
                  <a:pt x="297268" y="165912"/>
                </a:lnTo>
                <a:lnTo>
                  <a:pt x="298310" y="141478"/>
                </a:lnTo>
                <a:lnTo>
                  <a:pt x="298323" y="141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7428483" y="5881737"/>
            <a:ext cx="1564005" cy="38798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R="56515" algn="r">
              <a:lnSpc>
                <a:spcPct val="100000"/>
              </a:lnSpc>
              <a:spcBef>
                <a:spcPts val="265"/>
              </a:spcBef>
            </a:pPr>
            <a:r>
              <a:rPr sz="1050" spc="-50" dirty="0">
                <a:latin typeface="Cambria Math"/>
                <a:cs typeface="Cambria Math"/>
              </a:rPr>
              <a:t>7</a:t>
            </a:r>
            <a:endParaRPr sz="1050">
              <a:latin typeface="Cambria Math"/>
              <a:cs typeface="Cambria Math"/>
            </a:endParaRPr>
          </a:p>
          <a:p>
            <a:pPr marR="5080" algn="r">
              <a:lnSpc>
                <a:spcPct val="100000"/>
              </a:lnSpc>
              <a:spcBef>
                <a:spcPts val="165"/>
              </a:spcBef>
              <a:tabLst>
                <a:tab pos="360045" algn="l"/>
                <a:tab pos="807085" algn="l"/>
                <a:tab pos="1086485" algn="l"/>
                <a:tab pos="1366520" algn="l"/>
              </a:tabLst>
            </a:pPr>
            <a:r>
              <a:rPr sz="1050" spc="30" dirty="0">
                <a:latin typeface="Cambria Math"/>
                <a:cs typeface="Cambria Math"/>
              </a:rPr>
              <a:t>17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30" dirty="0">
                <a:latin typeface="Cambria Math"/>
                <a:cs typeface="Cambria Math"/>
              </a:rPr>
              <a:t>24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50" dirty="0">
                <a:latin typeface="Cambria Math"/>
                <a:cs typeface="Cambria Math"/>
              </a:rPr>
              <a:t>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-50" dirty="0">
                <a:latin typeface="Cambria Math"/>
                <a:cs typeface="Cambria Math"/>
              </a:rPr>
              <a:t>7</a:t>
            </a:r>
            <a:r>
              <a:rPr sz="1050" dirty="0">
                <a:latin typeface="Cambria Math"/>
                <a:cs typeface="Cambria Math"/>
              </a:rPr>
              <a:t>	</a:t>
            </a:r>
            <a:r>
              <a:rPr sz="1050" spc="55" dirty="0">
                <a:latin typeface="Cambria Math"/>
                <a:cs typeface="Cambria Math"/>
              </a:rPr>
              <a:t>24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02725" y="5762307"/>
            <a:ext cx="1968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337675" y="5642292"/>
            <a:ext cx="443230" cy="52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u="heavy" spc="-1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0.012</a:t>
            </a:r>
            <a:endParaRPr sz="1350">
              <a:latin typeface="Cambria Math"/>
              <a:cs typeface="Cambria Math"/>
            </a:endParaRPr>
          </a:p>
          <a:p>
            <a:pPr marL="60960">
              <a:lnSpc>
                <a:spcPct val="100000"/>
              </a:lnSpc>
              <a:spcBef>
                <a:spcPts val="345"/>
              </a:spcBef>
            </a:pPr>
            <a:r>
              <a:rPr sz="1350" spc="-20" dirty="0">
                <a:latin typeface="Cambria Math"/>
                <a:cs typeface="Cambria Math"/>
              </a:rPr>
              <a:t>0.11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812655" y="5762307"/>
            <a:ext cx="6667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=0.109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301359" y="1716976"/>
            <a:ext cx="4394200" cy="577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  <a:tabLst>
                <a:tab pos="2190750" algn="l"/>
              </a:tabLst>
            </a:pPr>
            <a:r>
              <a:rPr sz="1800" dirty="0">
                <a:latin typeface="Calibri"/>
                <a:cs typeface="Calibri"/>
              </a:rPr>
              <a:t>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(N/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(S/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decide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that </a:t>
            </a:r>
            <a:r>
              <a:rPr sz="1800" dirty="0">
                <a:latin typeface="Calibri"/>
                <a:cs typeface="Calibri"/>
              </a:rPr>
              <a:t>Dear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Friend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Normal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message.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8233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35" dirty="0"/>
              <a:t> </a:t>
            </a:r>
            <a:r>
              <a:rPr sz="2400" dirty="0"/>
              <a:t>1:</a:t>
            </a:r>
            <a:r>
              <a:rPr sz="2400" spc="-25" dirty="0"/>
              <a:t> </a:t>
            </a:r>
            <a:r>
              <a:rPr sz="2400" spc="-10" dirty="0"/>
              <a:t>Continued</a:t>
            </a:r>
            <a:endParaRPr sz="2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165850" y="1487550"/>
          <a:ext cx="5207000" cy="4805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0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70"/>
              </a:spcBef>
            </a:pPr>
            <a:r>
              <a:rPr dirty="0"/>
              <a:t>Suppose</a:t>
            </a:r>
            <a:r>
              <a:rPr spc="70" dirty="0"/>
              <a:t> </a:t>
            </a:r>
            <a:r>
              <a:rPr dirty="0"/>
              <a:t>we</a:t>
            </a:r>
            <a:r>
              <a:rPr spc="70" dirty="0"/>
              <a:t> </a:t>
            </a:r>
            <a:r>
              <a:rPr dirty="0"/>
              <a:t>got</a:t>
            </a:r>
            <a:r>
              <a:rPr spc="80" dirty="0"/>
              <a:t> </a:t>
            </a:r>
            <a:r>
              <a:rPr dirty="0"/>
              <a:t>the</a:t>
            </a:r>
            <a:r>
              <a:rPr spc="70" dirty="0"/>
              <a:t> </a:t>
            </a:r>
            <a:r>
              <a:rPr dirty="0"/>
              <a:t>new</a:t>
            </a:r>
            <a:r>
              <a:rPr spc="45" dirty="0"/>
              <a:t> </a:t>
            </a:r>
            <a:r>
              <a:rPr spc="-10" dirty="0"/>
              <a:t>message </a:t>
            </a:r>
            <a:r>
              <a:rPr dirty="0"/>
              <a:t>contains</a:t>
            </a:r>
            <a:r>
              <a:rPr spc="105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word</a:t>
            </a:r>
            <a:r>
              <a:rPr spc="110" dirty="0"/>
              <a:t> </a:t>
            </a:r>
            <a:r>
              <a:rPr dirty="0"/>
              <a:t>‘</a:t>
            </a:r>
            <a:r>
              <a:rPr b="1" dirty="0">
                <a:latin typeface="Times New Roman"/>
                <a:cs typeface="Times New Roman"/>
              </a:rPr>
              <a:t>Lunch</a:t>
            </a:r>
            <a:r>
              <a:rPr b="1" spc="10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Money </a:t>
            </a:r>
            <a:r>
              <a:rPr b="1" dirty="0">
                <a:latin typeface="Times New Roman"/>
                <a:cs typeface="Times New Roman"/>
              </a:rPr>
              <a:t>Money</a:t>
            </a:r>
            <a:r>
              <a:rPr b="1" spc="9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Money</a:t>
            </a:r>
            <a:r>
              <a:rPr b="1" spc="9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Money’</a:t>
            </a:r>
            <a:r>
              <a:rPr b="1" spc="80" dirty="0">
                <a:latin typeface="Times New Roman"/>
                <a:cs typeface="Times New Roman"/>
              </a:rPr>
              <a:t> </a:t>
            </a:r>
            <a:r>
              <a:rPr dirty="0"/>
              <a:t>,</a:t>
            </a:r>
            <a:r>
              <a:rPr spc="95" dirty="0"/>
              <a:t> </a:t>
            </a:r>
            <a:r>
              <a:rPr spc="-10" dirty="0"/>
              <a:t>Decide </a:t>
            </a:r>
            <a:r>
              <a:rPr dirty="0"/>
              <a:t>whether</a:t>
            </a:r>
            <a:r>
              <a:rPr spc="55" dirty="0"/>
              <a:t> </a:t>
            </a:r>
            <a:r>
              <a:rPr dirty="0"/>
              <a:t>this</a:t>
            </a:r>
            <a:r>
              <a:rPr spc="65" dirty="0"/>
              <a:t> </a:t>
            </a:r>
            <a:r>
              <a:rPr dirty="0"/>
              <a:t>new</a:t>
            </a:r>
            <a:r>
              <a:rPr spc="40" dirty="0"/>
              <a:t> </a:t>
            </a:r>
            <a:r>
              <a:rPr dirty="0"/>
              <a:t>message</a:t>
            </a:r>
            <a:r>
              <a:rPr spc="60" dirty="0"/>
              <a:t> </a:t>
            </a:r>
            <a:r>
              <a:rPr dirty="0"/>
              <a:t>is</a:t>
            </a:r>
            <a:r>
              <a:rPr spc="60" dirty="0"/>
              <a:t> </a:t>
            </a:r>
            <a:r>
              <a:rPr spc="-50" dirty="0"/>
              <a:t>a </a:t>
            </a:r>
            <a:r>
              <a:rPr dirty="0"/>
              <a:t>normal</a:t>
            </a:r>
            <a:r>
              <a:rPr spc="65" dirty="0"/>
              <a:t> </a:t>
            </a:r>
            <a:r>
              <a:rPr dirty="0"/>
              <a:t>or</a:t>
            </a:r>
            <a:r>
              <a:rPr spc="75" dirty="0"/>
              <a:t> </a:t>
            </a:r>
            <a:r>
              <a:rPr dirty="0"/>
              <a:t>spam</a:t>
            </a:r>
            <a:r>
              <a:rPr spc="114" dirty="0"/>
              <a:t> </a:t>
            </a:r>
            <a:r>
              <a:rPr spc="-10" dirty="0"/>
              <a:t>message?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96811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20" dirty="0"/>
              <a:t> </a:t>
            </a:r>
            <a:r>
              <a:rPr sz="2400" dirty="0"/>
              <a:t>1:</a:t>
            </a:r>
            <a:r>
              <a:rPr sz="2400" spc="-10" dirty="0"/>
              <a:t> Solution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16572" y="1531302"/>
            <a:ext cx="4051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Play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5021" y="1808162"/>
            <a:ext cx="2301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spam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Row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Total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45134" y="2154570"/>
          <a:ext cx="3068316" cy="1600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729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00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ts val="190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ts val="186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ts val="1900"/>
                        </a:lnSpc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190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729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Column</a:t>
                      </a:r>
                      <a:r>
                        <a:rPr sz="1800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ts val="1889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209" algn="r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64184" y="4011231"/>
            <a:ext cx="57950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Step</a:t>
            </a:r>
            <a:r>
              <a:rPr sz="1800" b="1" i="1" spc="-4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4</a:t>
            </a:r>
            <a:r>
              <a:rPr sz="1800" b="1" i="1" spc="-6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-</a:t>
            </a:r>
            <a:r>
              <a:rPr sz="1800" b="1" i="1" spc="-4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Apply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Georgia"/>
                <a:cs typeface="Georgia"/>
              </a:rPr>
              <a:t>probabilities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from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frequency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Georgia"/>
                <a:cs typeface="Georgia"/>
              </a:rPr>
              <a:t>table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8622" y="4861242"/>
            <a:ext cx="2173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P(N).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P(L/N).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P(M/N)</a:t>
            </a:r>
            <a:r>
              <a:rPr sz="1800" spc="-15" baseline="23148" dirty="0">
                <a:latin typeface="Calibri"/>
                <a:cs typeface="Calibri"/>
              </a:rPr>
              <a:t>4</a:t>
            </a:r>
            <a:r>
              <a:rPr sz="1800" spc="-1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61463" y="4842001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4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24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379094" h="377189">
                <a:moveTo>
                  <a:pt x="285115" y="177673"/>
                </a:moveTo>
                <a:lnTo>
                  <a:pt x="94615" y="177673"/>
                </a:lnTo>
                <a:lnTo>
                  <a:pt x="94615" y="196723"/>
                </a:lnTo>
                <a:lnTo>
                  <a:pt x="285115" y="196723"/>
                </a:lnTo>
                <a:lnTo>
                  <a:pt x="285115" y="177673"/>
                </a:lnTo>
                <a:close/>
              </a:path>
              <a:path w="379094" h="377189">
                <a:moveTo>
                  <a:pt x="378587" y="188468"/>
                </a:moveTo>
                <a:lnTo>
                  <a:pt x="373062" y="124714"/>
                </a:lnTo>
                <a:lnTo>
                  <a:pt x="356489" y="69723"/>
                </a:lnTo>
                <a:lnTo>
                  <a:pt x="330581" y="26962"/>
                </a:lnTo>
                <a:lnTo>
                  <a:pt x="297053" y="0"/>
                </a:lnTo>
                <a:lnTo>
                  <a:pt x="293497" y="8890"/>
                </a:lnTo>
                <a:lnTo>
                  <a:pt x="307543" y="20320"/>
                </a:lnTo>
                <a:lnTo>
                  <a:pt x="320001" y="35179"/>
                </a:lnTo>
                <a:lnTo>
                  <a:pt x="340233" y="75184"/>
                </a:lnTo>
                <a:lnTo>
                  <a:pt x="352971" y="127000"/>
                </a:lnTo>
                <a:lnTo>
                  <a:pt x="357238" y="188468"/>
                </a:lnTo>
                <a:lnTo>
                  <a:pt x="357251" y="188722"/>
                </a:lnTo>
                <a:lnTo>
                  <a:pt x="352983" y="249580"/>
                </a:lnTo>
                <a:lnTo>
                  <a:pt x="340360" y="301371"/>
                </a:lnTo>
                <a:lnTo>
                  <a:pt x="320154" y="341782"/>
                </a:lnTo>
                <a:lnTo>
                  <a:pt x="293497" y="368173"/>
                </a:lnTo>
                <a:lnTo>
                  <a:pt x="297053" y="377063"/>
                </a:lnTo>
                <a:lnTo>
                  <a:pt x="330581" y="350240"/>
                </a:lnTo>
                <a:lnTo>
                  <a:pt x="356489" y="307213"/>
                </a:lnTo>
                <a:lnTo>
                  <a:pt x="373049" y="251993"/>
                </a:lnTo>
                <a:lnTo>
                  <a:pt x="378574" y="188722"/>
                </a:lnTo>
                <a:lnTo>
                  <a:pt x="378587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43251" y="4741688"/>
            <a:ext cx="215900" cy="523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350" spc="-25" dirty="0">
                <a:latin typeface="Cambria Math"/>
                <a:cs typeface="Cambria Math"/>
              </a:rPr>
              <a:t>17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24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87420" y="4861242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03118" y="4842001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5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11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379095" h="377189">
                <a:moveTo>
                  <a:pt x="286385" y="177673"/>
                </a:moveTo>
                <a:lnTo>
                  <a:pt x="95885" y="177673"/>
                </a:lnTo>
                <a:lnTo>
                  <a:pt x="95885" y="196723"/>
                </a:lnTo>
                <a:lnTo>
                  <a:pt x="286385" y="196723"/>
                </a:lnTo>
                <a:lnTo>
                  <a:pt x="286385" y="177673"/>
                </a:lnTo>
                <a:close/>
              </a:path>
              <a:path w="379095" h="377189">
                <a:moveTo>
                  <a:pt x="378587" y="188468"/>
                </a:moveTo>
                <a:lnTo>
                  <a:pt x="373062" y="124714"/>
                </a:lnTo>
                <a:lnTo>
                  <a:pt x="356489" y="69723"/>
                </a:lnTo>
                <a:lnTo>
                  <a:pt x="330581" y="26962"/>
                </a:lnTo>
                <a:lnTo>
                  <a:pt x="297053" y="0"/>
                </a:lnTo>
                <a:lnTo>
                  <a:pt x="293497" y="8890"/>
                </a:lnTo>
                <a:lnTo>
                  <a:pt x="307543" y="20320"/>
                </a:lnTo>
                <a:lnTo>
                  <a:pt x="320001" y="35179"/>
                </a:lnTo>
                <a:lnTo>
                  <a:pt x="340233" y="75184"/>
                </a:lnTo>
                <a:lnTo>
                  <a:pt x="352971" y="127000"/>
                </a:lnTo>
                <a:lnTo>
                  <a:pt x="357238" y="188468"/>
                </a:lnTo>
                <a:lnTo>
                  <a:pt x="357251" y="188722"/>
                </a:lnTo>
                <a:lnTo>
                  <a:pt x="352996" y="249580"/>
                </a:lnTo>
                <a:lnTo>
                  <a:pt x="340360" y="301371"/>
                </a:lnTo>
                <a:lnTo>
                  <a:pt x="320154" y="341782"/>
                </a:lnTo>
                <a:lnTo>
                  <a:pt x="293497" y="368173"/>
                </a:lnTo>
                <a:lnTo>
                  <a:pt x="297053" y="377063"/>
                </a:lnTo>
                <a:lnTo>
                  <a:pt x="330581" y="350240"/>
                </a:lnTo>
                <a:lnTo>
                  <a:pt x="356489" y="307213"/>
                </a:lnTo>
                <a:lnTo>
                  <a:pt x="373062" y="251993"/>
                </a:lnTo>
                <a:lnTo>
                  <a:pt x="378574" y="188722"/>
                </a:lnTo>
                <a:lnTo>
                  <a:pt x="378587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85541" y="4741688"/>
            <a:ext cx="215900" cy="523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434"/>
              </a:spcBef>
            </a:pPr>
            <a:r>
              <a:rPr sz="1350" spc="-50" dirty="0">
                <a:latin typeface="Cambria Math"/>
                <a:cs typeface="Cambria Math"/>
              </a:rPr>
              <a:t>3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17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29329" y="4861242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44773" y="4842001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5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24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379095" h="377189">
                <a:moveTo>
                  <a:pt x="287655" y="177673"/>
                </a:moveTo>
                <a:lnTo>
                  <a:pt x="97155" y="177673"/>
                </a:lnTo>
                <a:lnTo>
                  <a:pt x="97155" y="196723"/>
                </a:lnTo>
                <a:lnTo>
                  <a:pt x="287655" y="196723"/>
                </a:lnTo>
                <a:lnTo>
                  <a:pt x="287655" y="177673"/>
                </a:lnTo>
                <a:close/>
              </a:path>
              <a:path w="379095" h="377189">
                <a:moveTo>
                  <a:pt x="378587" y="188468"/>
                </a:moveTo>
                <a:lnTo>
                  <a:pt x="373062" y="124714"/>
                </a:lnTo>
                <a:lnTo>
                  <a:pt x="356489" y="69723"/>
                </a:lnTo>
                <a:lnTo>
                  <a:pt x="330581" y="26962"/>
                </a:lnTo>
                <a:lnTo>
                  <a:pt x="297053" y="0"/>
                </a:lnTo>
                <a:lnTo>
                  <a:pt x="293497" y="8890"/>
                </a:lnTo>
                <a:lnTo>
                  <a:pt x="307543" y="20320"/>
                </a:lnTo>
                <a:lnTo>
                  <a:pt x="320001" y="35179"/>
                </a:lnTo>
                <a:lnTo>
                  <a:pt x="340233" y="75184"/>
                </a:lnTo>
                <a:lnTo>
                  <a:pt x="352971" y="127000"/>
                </a:lnTo>
                <a:lnTo>
                  <a:pt x="357238" y="188468"/>
                </a:lnTo>
                <a:lnTo>
                  <a:pt x="357251" y="188722"/>
                </a:lnTo>
                <a:lnTo>
                  <a:pt x="352996" y="249580"/>
                </a:lnTo>
                <a:lnTo>
                  <a:pt x="340360" y="301371"/>
                </a:lnTo>
                <a:lnTo>
                  <a:pt x="320167" y="341782"/>
                </a:lnTo>
                <a:lnTo>
                  <a:pt x="293497" y="368173"/>
                </a:lnTo>
                <a:lnTo>
                  <a:pt x="297053" y="377063"/>
                </a:lnTo>
                <a:lnTo>
                  <a:pt x="330581" y="350240"/>
                </a:lnTo>
                <a:lnTo>
                  <a:pt x="356489" y="307213"/>
                </a:lnTo>
                <a:lnTo>
                  <a:pt x="373062" y="251993"/>
                </a:lnTo>
                <a:lnTo>
                  <a:pt x="378574" y="188722"/>
                </a:lnTo>
                <a:lnTo>
                  <a:pt x="378587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27450" y="4741688"/>
            <a:ext cx="215900" cy="523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434"/>
              </a:spcBef>
            </a:pPr>
            <a:r>
              <a:rPr sz="1350" spc="-50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17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33520" y="4716145"/>
            <a:ext cx="1349375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8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  <a:p>
            <a:pPr marL="182245">
              <a:lnSpc>
                <a:spcPts val="1920"/>
              </a:lnSpc>
            </a:pPr>
            <a:r>
              <a:rPr sz="1800" spc="-10" dirty="0">
                <a:latin typeface="Cambria Math"/>
                <a:cs typeface="Cambria Math"/>
              </a:rPr>
              <a:t>=</a:t>
            </a:r>
            <a:r>
              <a:rPr sz="1800" spc="-10" dirty="0">
                <a:latin typeface="Calibri"/>
                <a:cs typeface="Calibri"/>
              </a:rPr>
              <a:t>0.0000015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01359" y="1716976"/>
            <a:ext cx="4787900" cy="11303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0"/>
              </a:spcBef>
            </a:pPr>
            <a:r>
              <a:rPr sz="1800" dirty="0">
                <a:latin typeface="Calibri"/>
                <a:cs typeface="Calibri"/>
              </a:rPr>
              <a:t>We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observe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classify</a:t>
            </a:r>
            <a:r>
              <a:rPr sz="1800" spc="-25" dirty="0">
                <a:latin typeface="Calibri"/>
                <a:cs typeface="Calibri"/>
              </a:rPr>
              <a:t> any </a:t>
            </a:r>
            <a:r>
              <a:rPr sz="1800" dirty="0">
                <a:latin typeface="Calibri"/>
                <a:cs typeface="Calibri"/>
              </a:rPr>
              <a:t>message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Lunch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message,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matter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Money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</a:t>
            </a:r>
            <a:r>
              <a:rPr sz="1800" spc="5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that’s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problem.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7352" y="5621020"/>
            <a:ext cx="2044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P(S). P(L/S). </a:t>
            </a:r>
            <a:r>
              <a:rPr sz="1800" spc="-10" dirty="0">
                <a:latin typeface="Calibri"/>
                <a:cs typeface="Calibri"/>
              </a:rPr>
              <a:t>P(M/S)</a:t>
            </a:r>
            <a:r>
              <a:rPr sz="1800" spc="-15" baseline="23148" dirty="0">
                <a:latin typeface="Calibri"/>
                <a:cs typeface="Calibri"/>
              </a:rPr>
              <a:t>4</a:t>
            </a:r>
            <a:r>
              <a:rPr sz="1800" spc="-1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31796" y="5600865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4" h="377189">
                <a:moveTo>
                  <a:pt x="85090" y="8940"/>
                </a:moveTo>
                <a:lnTo>
                  <a:pt x="47891" y="26911"/>
                </a:lnTo>
                <a:lnTo>
                  <a:pt x="22098" y="69659"/>
                </a:lnTo>
                <a:lnTo>
                  <a:pt x="5524" y="124688"/>
                </a:lnTo>
                <a:lnTo>
                  <a:pt x="0" y="188417"/>
                </a:lnTo>
                <a:lnTo>
                  <a:pt x="1333" y="220230"/>
                </a:lnTo>
                <a:lnTo>
                  <a:pt x="1371" y="221208"/>
                </a:lnTo>
                <a:lnTo>
                  <a:pt x="12420" y="280593"/>
                </a:lnTo>
                <a:lnTo>
                  <a:pt x="34023" y="330733"/>
                </a:lnTo>
                <a:lnTo>
                  <a:pt x="63690" y="365671"/>
                </a:lnTo>
                <a:lnTo>
                  <a:pt x="81407" y="377063"/>
                </a:lnTo>
                <a:lnTo>
                  <a:pt x="85090" y="368134"/>
                </a:lnTo>
                <a:lnTo>
                  <a:pt x="70866" y="356679"/>
                </a:lnTo>
                <a:lnTo>
                  <a:pt x="58318" y="341731"/>
                </a:lnTo>
                <a:lnTo>
                  <a:pt x="38227" y="301383"/>
                </a:lnTo>
                <a:lnTo>
                  <a:pt x="25539" y="249542"/>
                </a:lnTo>
                <a:lnTo>
                  <a:pt x="22491" y="221208"/>
                </a:lnTo>
                <a:lnTo>
                  <a:pt x="22377" y="220230"/>
                </a:lnTo>
                <a:lnTo>
                  <a:pt x="22402" y="156578"/>
                </a:lnTo>
                <a:lnTo>
                  <a:pt x="30924" y="99847"/>
                </a:lnTo>
                <a:lnTo>
                  <a:pt x="47637" y="53492"/>
                </a:lnTo>
                <a:lnTo>
                  <a:pt x="71018" y="20370"/>
                </a:lnTo>
                <a:lnTo>
                  <a:pt x="85090" y="8940"/>
                </a:lnTo>
                <a:close/>
              </a:path>
              <a:path w="379094" h="377189">
                <a:moveTo>
                  <a:pt x="280416" y="177622"/>
                </a:moveTo>
                <a:lnTo>
                  <a:pt x="89916" y="177622"/>
                </a:lnTo>
                <a:lnTo>
                  <a:pt x="89916" y="196672"/>
                </a:lnTo>
                <a:lnTo>
                  <a:pt x="280416" y="196672"/>
                </a:lnTo>
                <a:lnTo>
                  <a:pt x="280416" y="177622"/>
                </a:lnTo>
                <a:close/>
              </a:path>
              <a:path w="379094" h="377189">
                <a:moveTo>
                  <a:pt x="378587" y="188417"/>
                </a:moveTo>
                <a:lnTo>
                  <a:pt x="377240" y="156578"/>
                </a:lnTo>
                <a:lnTo>
                  <a:pt x="377202" y="155473"/>
                </a:lnTo>
                <a:lnTo>
                  <a:pt x="373062" y="124688"/>
                </a:lnTo>
                <a:lnTo>
                  <a:pt x="356489" y="69659"/>
                </a:lnTo>
                <a:lnTo>
                  <a:pt x="330581" y="26911"/>
                </a:lnTo>
                <a:lnTo>
                  <a:pt x="297053" y="0"/>
                </a:lnTo>
                <a:lnTo>
                  <a:pt x="293497" y="8940"/>
                </a:lnTo>
                <a:lnTo>
                  <a:pt x="307543" y="20370"/>
                </a:lnTo>
                <a:lnTo>
                  <a:pt x="320001" y="35217"/>
                </a:lnTo>
                <a:lnTo>
                  <a:pt x="340233" y="75184"/>
                </a:lnTo>
                <a:lnTo>
                  <a:pt x="352971" y="126961"/>
                </a:lnTo>
                <a:lnTo>
                  <a:pt x="357238" y="188417"/>
                </a:lnTo>
                <a:lnTo>
                  <a:pt x="357251" y="188645"/>
                </a:lnTo>
                <a:lnTo>
                  <a:pt x="352996" y="249542"/>
                </a:lnTo>
                <a:lnTo>
                  <a:pt x="340360" y="301383"/>
                </a:lnTo>
                <a:lnTo>
                  <a:pt x="320154" y="341731"/>
                </a:lnTo>
                <a:lnTo>
                  <a:pt x="293497" y="368134"/>
                </a:lnTo>
                <a:lnTo>
                  <a:pt x="297053" y="377063"/>
                </a:lnTo>
                <a:lnTo>
                  <a:pt x="330581" y="350215"/>
                </a:lnTo>
                <a:lnTo>
                  <a:pt x="356489" y="307187"/>
                </a:lnTo>
                <a:lnTo>
                  <a:pt x="373062" y="251942"/>
                </a:lnTo>
                <a:lnTo>
                  <a:pt x="378574" y="188645"/>
                </a:lnTo>
                <a:lnTo>
                  <a:pt x="378587" y="188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13710" y="5501068"/>
            <a:ext cx="215900" cy="52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440"/>
              </a:spcBef>
            </a:pPr>
            <a:r>
              <a:rPr sz="1350" spc="-50" dirty="0">
                <a:latin typeface="Cambria Math"/>
                <a:cs typeface="Cambria Math"/>
              </a:rPr>
              <a:t>7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24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57500" y="5621020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73451" y="5600865"/>
            <a:ext cx="281940" cy="377190"/>
          </a:xfrm>
          <a:custGeom>
            <a:avLst/>
            <a:gdLst/>
            <a:ahLst/>
            <a:cxnLst/>
            <a:rect l="l" t="t" r="r" b="b"/>
            <a:pathLst>
              <a:path w="281939" h="377189">
                <a:moveTo>
                  <a:pt x="85090" y="8940"/>
                </a:moveTo>
                <a:lnTo>
                  <a:pt x="47891" y="26911"/>
                </a:lnTo>
                <a:lnTo>
                  <a:pt x="22098" y="69659"/>
                </a:lnTo>
                <a:lnTo>
                  <a:pt x="5524" y="124688"/>
                </a:lnTo>
                <a:lnTo>
                  <a:pt x="0" y="188417"/>
                </a:lnTo>
                <a:lnTo>
                  <a:pt x="1333" y="220230"/>
                </a:lnTo>
                <a:lnTo>
                  <a:pt x="1371" y="221208"/>
                </a:lnTo>
                <a:lnTo>
                  <a:pt x="12420" y="280593"/>
                </a:lnTo>
                <a:lnTo>
                  <a:pt x="34023" y="330733"/>
                </a:lnTo>
                <a:lnTo>
                  <a:pt x="63690" y="365671"/>
                </a:lnTo>
                <a:lnTo>
                  <a:pt x="81407" y="377063"/>
                </a:lnTo>
                <a:lnTo>
                  <a:pt x="85090" y="368134"/>
                </a:lnTo>
                <a:lnTo>
                  <a:pt x="70866" y="356679"/>
                </a:lnTo>
                <a:lnTo>
                  <a:pt x="58318" y="341731"/>
                </a:lnTo>
                <a:lnTo>
                  <a:pt x="38227" y="301383"/>
                </a:lnTo>
                <a:lnTo>
                  <a:pt x="25539" y="249542"/>
                </a:lnTo>
                <a:lnTo>
                  <a:pt x="22491" y="221208"/>
                </a:lnTo>
                <a:lnTo>
                  <a:pt x="22377" y="220230"/>
                </a:lnTo>
                <a:lnTo>
                  <a:pt x="22402" y="156578"/>
                </a:lnTo>
                <a:lnTo>
                  <a:pt x="30924" y="99847"/>
                </a:lnTo>
                <a:lnTo>
                  <a:pt x="47637" y="53492"/>
                </a:lnTo>
                <a:lnTo>
                  <a:pt x="71018" y="20370"/>
                </a:lnTo>
                <a:lnTo>
                  <a:pt x="85090" y="8940"/>
                </a:lnTo>
                <a:close/>
              </a:path>
              <a:path w="281939" h="377189">
                <a:moveTo>
                  <a:pt x="186436" y="177622"/>
                </a:moveTo>
                <a:lnTo>
                  <a:pt x="91186" y="177622"/>
                </a:lnTo>
                <a:lnTo>
                  <a:pt x="91186" y="196672"/>
                </a:lnTo>
                <a:lnTo>
                  <a:pt x="186436" y="196672"/>
                </a:lnTo>
                <a:lnTo>
                  <a:pt x="186436" y="177622"/>
                </a:lnTo>
                <a:close/>
              </a:path>
              <a:path w="281939" h="377189">
                <a:moveTo>
                  <a:pt x="281686" y="188417"/>
                </a:moveTo>
                <a:lnTo>
                  <a:pt x="276174" y="124688"/>
                </a:lnTo>
                <a:lnTo>
                  <a:pt x="259715" y="69659"/>
                </a:lnTo>
                <a:lnTo>
                  <a:pt x="233807" y="26911"/>
                </a:lnTo>
                <a:lnTo>
                  <a:pt x="200279" y="0"/>
                </a:lnTo>
                <a:lnTo>
                  <a:pt x="196596" y="8940"/>
                </a:lnTo>
                <a:lnTo>
                  <a:pt x="210654" y="20370"/>
                </a:lnTo>
                <a:lnTo>
                  <a:pt x="223151" y="35217"/>
                </a:lnTo>
                <a:lnTo>
                  <a:pt x="243332" y="75184"/>
                </a:lnTo>
                <a:lnTo>
                  <a:pt x="256120" y="126961"/>
                </a:lnTo>
                <a:lnTo>
                  <a:pt x="259168" y="155473"/>
                </a:lnTo>
                <a:lnTo>
                  <a:pt x="259295" y="156578"/>
                </a:lnTo>
                <a:lnTo>
                  <a:pt x="260337" y="188417"/>
                </a:lnTo>
                <a:lnTo>
                  <a:pt x="260350" y="188645"/>
                </a:lnTo>
                <a:lnTo>
                  <a:pt x="259295" y="220230"/>
                </a:lnTo>
                <a:lnTo>
                  <a:pt x="250863" y="276593"/>
                </a:lnTo>
                <a:lnTo>
                  <a:pt x="234162" y="323303"/>
                </a:lnTo>
                <a:lnTo>
                  <a:pt x="210731" y="356679"/>
                </a:lnTo>
                <a:lnTo>
                  <a:pt x="196596" y="368134"/>
                </a:lnTo>
                <a:lnTo>
                  <a:pt x="200279" y="377063"/>
                </a:lnTo>
                <a:lnTo>
                  <a:pt x="233807" y="350215"/>
                </a:lnTo>
                <a:lnTo>
                  <a:pt x="259715" y="307187"/>
                </a:lnTo>
                <a:lnTo>
                  <a:pt x="276174" y="251942"/>
                </a:lnTo>
                <a:lnTo>
                  <a:pt x="281673" y="188645"/>
                </a:lnTo>
                <a:lnTo>
                  <a:pt x="281686" y="188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055620" y="5501068"/>
            <a:ext cx="125095" cy="52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spc="-50" dirty="0">
                <a:latin typeface="Cambria Math"/>
                <a:cs typeface="Cambria Math"/>
              </a:rPr>
              <a:t>0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50" dirty="0">
                <a:latin typeface="Cambria Math"/>
                <a:cs typeface="Cambria Math"/>
              </a:rPr>
              <a:t>7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02634" y="5621020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18332" y="5600865"/>
            <a:ext cx="281940" cy="377190"/>
          </a:xfrm>
          <a:custGeom>
            <a:avLst/>
            <a:gdLst/>
            <a:ahLst/>
            <a:cxnLst/>
            <a:rect l="l" t="t" r="r" b="b"/>
            <a:pathLst>
              <a:path w="281939" h="377189">
                <a:moveTo>
                  <a:pt x="84963" y="8940"/>
                </a:moveTo>
                <a:lnTo>
                  <a:pt x="47853" y="26911"/>
                </a:lnTo>
                <a:lnTo>
                  <a:pt x="21971" y="69659"/>
                </a:lnTo>
                <a:lnTo>
                  <a:pt x="5461" y="124688"/>
                </a:lnTo>
                <a:lnTo>
                  <a:pt x="0" y="188417"/>
                </a:lnTo>
                <a:lnTo>
                  <a:pt x="1308" y="220230"/>
                </a:lnTo>
                <a:lnTo>
                  <a:pt x="12319" y="280593"/>
                </a:lnTo>
                <a:lnTo>
                  <a:pt x="33959" y="330733"/>
                </a:lnTo>
                <a:lnTo>
                  <a:pt x="63627" y="365671"/>
                </a:lnTo>
                <a:lnTo>
                  <a:pt x="81280" y="377063"/>
                </a:lnTo>
                <a:lnTo>
                  <a:pt x="84963" y="368134"/>
                </a:lnTo>
                <a:lnTo>
                  <a:pt x="70815" y="356679"/>
                </a:lnTo>
                <a:lnTo>
                  <a:pt x="58293" y="341731"/>
                </a:lnTo>
                <a:lnTo>
                  <a:pt x="38100" y="301383"/>
                </a:lnTo>
                <a:lnTo>
                  <a:pt x="25463" y="249542"/>
                </a:lnTo>
                <a:lnTo>
                  <a:pt x="21209" y="188645"/>
                </a:lnTo>
                <a:lnTo>
                  <a:pt x="22275" y="156578"/>
                </a:lnTo>
                <a:lnTo>
                  <a:pt x="30848" y="99847"/>
                </a:lnTo>
                <a:lnTo>
                  <a:pt x="47612" y="53492"/>
                </a:lnTo>
                <a:lnTo>
                  <a:pt x="70904" y="20370"/>
                </a:lnTo>
                <a:lnTo>
                  <a:pt x="84963" y="8940"/>
                </a:lnTo>
                <a:close/>
              </a:path>
              <a:path w="281939" h="377189">
                <a:moveTo>
                  <a:pt x="189230" y="177622"/>
                </a:moveTo>
                <a:lnTo>
                  <a:pt x="93980" y="177622"/>
                </a:lnTo>
                <a:lnTo>
                  <a:pt x="93980" y="196672"/>
                </a:lnTo>
                <a:lnTo>
                  <a:pt x="189230" y="196672"/>
                </a:lnTo>
                <a:lnTo>
                  <a:pt x="189230" y="177622"/>
                </a:lnTo>
                <a:close/>
              </a:path>
              <a:path w="281939" h="377189">
                <a:moveTo>
                  <a:pt x="281686" y="188417"/>
                </a:moveTo>
                <a:lnTo>
                  <a:pt x="280339" y="156578"/>
                </a:lnTo>
                <a:lnTo>
                  <a:pt x="280301" y="155473"/>
                </a:lnTo>
                <a:lnTo>
                  <a:pt x="276161" y="124688"/>
                </a:lnTo>
                <a:lnTo>
                  <a:pt x="259588" y="69659"/>
                </a:lnTo>
                <a:lnTo>
                  <a:pt x="233680" y="26911"/>
                </a:lnTo>
                <a:lnTo>
                  <a:pt x="200152" y="0"/>
                </a:lnTo>
                <a:lnTo>
                  <a:pt x="196596" y="8940"/>
                </a:lnTo>
                <a:lnTo>
                  <a:pt x="210642" y="20370"/>
                </a:lnTo>
                <a:lnTo>
                  <a:pt x="223100" y="35217"/>
                </a:lnTo>
                <a:lnTo>
                  <a:pt x="243332" y="75184"/>
                </a:lnTo>
                <a:lnTo>
                  <a:pt x="256070" y="126961"/>
                </a:lnTo>
                <a:lnTo>
                  <a:pt x="260337" y="188417"/>
                </a:lnTo>
                <a:lnTo>
                  <a:pt x="260350" y="188645"/>
                </a:lnTo>
                <a:lnTo>
                  <a:pt x="256095" y="249542"/>
                </a:lnTo>
                <a:lnTo>
                  <a:pt x="243459" y="301383"/>
                </a:lnTo>
                <a:lnTo>
                  <a:pt x="223253" y="341731"/>
                </a:lnTo>
                <a:lnTo>
                  <a:pt x="196596" y="368134"/>
                </a:lnTo>
                <a:lnTo>
                  <a:pt x="200152" y="377063"/>
                </a:lnTo>
                <a:lnTo>
                  <a:pt x="233680" y="350215"/>
                </a:lnTo>
                <a:lnTo>
                  <a:pt x="259588" y="307187"/>
                </a:lnTo>
                <a:lnTo>
                  <a:pt x="276161" y="251942"/>
                </a:lnTo>
                <a:lnTo>
                  <a:pt x="281673" y="188645"/>
                </a:lnTo>
                <a:lnTo>
                  <a:pt x="281686" y="188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500754" y="5501068"/>
            <a:ext cx="125095" cy="52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spc="-50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50" dirty="0">
                <a:latin typeface="Cambria Math"/>
                <a:cs typeface="Cambria Math"/>
              </a:rPr>
              <a:t>7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09670" y="5475604"/>
            <a:ext cx="483234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8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  <a:p>
            <a:pPr marL="182245">
              <a:lnSpc>
                <a:spcPts val="1920"/>
              </a:lnSpc>
            </a:pPr>
            <a:r>
              <a:rPr sz="1800" spc="-25" dirty="0">
                <a:latin typeface="Cambria Math"/>
                <a:cs typeface="Cambria Math"/>
              </a:rPr>
              <a:t>=</a:t>
            </a:r>
            <a:r>
              <a:rPr sz="1800" spc="-25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89419" y="3166300"/>
            <a:ext cx="4314825" cy="110299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Issue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sz="1800" b="1" spc="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Naïve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Bayes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classifier: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28699"/>
              </a:lnSpc>
              <a:spcBef>
                <a:spcPts val="70"/>
              </a:spcBef>
            </a:pP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will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sz="18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be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able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classify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1800" b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Normal</a:t>
            </a:r>
            <a:r>
              <a:rPr sz="18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or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Spam!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64630" y="4840287"/>
            <a:ext cx="4876800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sz="1800" b="1" spc="-80" dirty="0">
                <a:latin typeface="Calibri"/>
                <a:cs typeface="Calibri"/>
              </a:rPr>
              <a:t>To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work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around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this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problem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add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 count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2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the </a:t>
            </a:r>
            <a:r>
              <a:rPr sz="1800" b="1" dirty="0">
                <a:latin typeface="Calibri"/>
                <a:cs typeface="Calibri"/>
              </a:rPr>
              <a:t>frequency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table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each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word.</a:t>
            </a:r>
            <a:r>
              <a:rPr sz="1800" b="1" spc="355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(Laplace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smoothing)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96811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20" dirty="0"/>
              <a:t> </a:t>
            </a:r>
            <a:r>
              <a:rPr sz="2400" dirty="0"/>
              <a:t>1:</a:t>
            </a:r>
            <a:r>
              <a:rPr sz="2400" spc="-10" dirty="0"/>
              <a:t> Solution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16572" y="1531302"/>
            <a:ext cx="4051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Play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5021" y="1808162"/>
            <a:ext cx="2301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normal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spam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Row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Total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45134" y="2154570"/>
          <a:ext cx="3595368" cy="16008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0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6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729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Dear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9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8+1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ts val="19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2+1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ts val="1900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Friend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9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5+1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5904">
                        <a:lnSpc>
                          <a:spcPts val="19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0">
                        <a:lnSpc>
                          <a:spcPts val="190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80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Lunch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3+1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7804">
                        <a:lnSpc>
                          <a:spcPts val="186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0+1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6555">
                        <a:lnSpc>
                          <a:spcPts val="186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Money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0660" algn="r">
                        <a:lnSpc>
                          <a:spcPts val="19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3055">
                        <a:lnSpc>
                          <a:spcPts val="1900"/>
                        </a:lnSpc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4+1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1005">
                        <a:lnSpc>
                          <a:spcPts val="1900"/>
                        </a:lnSpc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729">
                <a:tc>
                  <a:txBody>
                    <a:bodyPr/>
                    <a:lstStyle/>
                    <a:p>
                      <a:pPr marL="31750">
                        <a:lnSpc>
                          <a:spcPts val="1889"/>
                        </a:lnSpc>
                      </a:pPr>
                      <a:r>
                        <a:rPr sz="1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Column</a:t>
                      </a:r>
                      <a:r>
                        <a:rPr sz="1800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Total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9075" algn="r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ts val="1889"/>
                        </a:lnSpc>
                      </a:pPr>
                      <a:r>
                        <a:rPr sz="18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64184" y="4011231"/>
            <a:ext cx="57950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Step</a:t>
            </a:r>
            <a:r>
              <a:rPr sz="1800" b="1" i="1" spc="-4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4</a:t>
            </a:r>
            <a:r>
              <a:rPr sz="1800" b="1" i="1" spc="-60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-</a:t>
            </a:r>
            <a:r>
              <a:rPr sz="1800" b="1" i="1" spc="-4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Apply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Georgia"/>
                <a:cs typeface="Georgia"/>
              </a:rPr>
              <a:t>probabilities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from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dirty="0">
                <a:solidFill>
                  <a:srgbClr val="292929"/>
                </a:solidFill>
                <a:latin typeface="Georgia"/>
                <a:cs typeface="Georgia"/>
              </a:rPr>
              <a:t>frequency</a:t>
            </a:r>
            <a:r>
              <a:rPr sz="1800" b="1" i="1" spc="-55" dirty="0">
                <a:solidFill>
                  <a:srgbClr val="292929"/>
                </a:solidFill>
                <a:latin typeface="Georgia"/>
                <a:cs typeface="Georgia"/>
              </a:rPr>
              <a:t> </a:t>
            </a:r>
            <a:r>
              <a:rPr sz="1800" b="1" i="1" spc="-10" dirty="0">
                <a:solidFill>
                  <a:srgbClr val="292929"/>
                </a:solidFill>
                <a:latin typeface="Georgia"/>
                <a:cs typeface="Georgia"/>
              </a:rPr>
              <a:t>table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8622" y="4861242"/>
            <a:ext cx="2173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P(N).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P(L/N).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P(M/N)</a:t>
            </a:r>
            <a:r>
              <a:rPr sz="1800" spc="-15" baseline="23148" dirty="0">
                <a:latin typeface="Calibri"/>
                <a:cs typeface="Calibri"/>
              </a:rPr>
              <a:t>4</a:t>
            </a:r>
            <a:r>
              <a:rPr sz="1800" spc="-1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61463" y="4842001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4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24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379094" h="377189">
                <a:moveTo>
                  <a:pt x="285115" y="177673"/>
                </a:moveTo>
                <a:lnTo>
                  <a:pt x="94615" y="177673"/>
                </a:lnTo>
                <a:lnTo>
                  <a:pt x="94615" y="196723"/>
                </a:lnTo>
                <a:lnTo>
                  <a:pt x="285115" y="196723"/>
                </a:lnTo>
                <a:lnTo>
                  <a:pt x="285115" y="177673"/>
                </a:lnTo>
                <a:close/>
              </a:path>
              <a:path w="379094" h="377189">
                <a:moveTo>
                  <a:pt x="378587" y="188468"/>
                </a:moveTo>
                <a:lnTo>
                  <a:pt x="373062" y="124714"/>
                </a:lnTo>
                <a:lnTo>
                  <a:pt x="356489" y="69723"/>
                </a:lnTo>
                <a:lnTo>
                  <a:pt x="330581" y="26962"/>
                </a:lnTo>
                <a:lnTo>
                  <a:pt x="297053" y="0"/>
                </a:lnTo>
                <a:lnTo>
                  <a:pt x="293497" y="8890"/>
                </a:lnTo>
                <a:lnTo>
                  <a:pt x="307543" y="20320"/>
                </a:lnTo>
                <a:lnTo>
                  <a:pt x="320001" y="35179"/>
                </a:lnTo>
                <a:lnTo>
                  <a:pt x="340233" y="75184"/>
                </a:lnTo>
                <a:lnTo>
                  <a:pt x="352971" y="127000"/>
                </a:lnTo>
                <a:lnTo>
                  <a:pt x="357238" y="188468"/>
                </a:lnTo>
                <a:lnTo>
                  <a:pt x="357251" y="188722"/>
                </a:lnTo>
                <a:lnTo>
                  <a:pt x="352983" y="249580"/>
                </a:lnTo>
                <a:lnTo>
                  <a:pt x="340360" y="301371"/>
                </a:lnTo>
                <a:lnTo>
                  <a:pt x="320154" y="341782"/>
                </a:lnTo>
                <a:lnTo>
                  <a:pt x="293497" y="368173"/>
                </a:lnTo>
                <a:lnTo>
                  <a:pt x="297053" y="377063"/>
                </a:lnTo>
                <a:lnTo>
                  <a:pt x="330581" y="350240"/>
                </a:lnTo>
                <a:lnTo>
                  <a:pt x="356489" y="307213"/>
                </a:lnTo>
                <a:lnTo>
                  <a:pt x="373049" y="251993"/>
                </a:lnTo>
                <a:lnTo>
                  <a:pt x="378574" y="188722"/>
                </a:lnTo>
                <a:lnTo>
                  <a:pt x="378587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643251" y="4741688"/>
            <a:ext cx="215900" cy="523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350" spc="-25" dirty="0">
                <a:latin typeface="Cambria Math"/>
                <a:cs typeface="Cambria Math"/>
              </a:rPr>
              <a:t>21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32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87420" y="4861242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03118" y="4842001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5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11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379095" h="377189">
                <a:moveTo>
                  <a:pt x="286385" y="177673"/>
                </a:moveTo>
                <a:lnTo>
                  <a:pt x="95885" y="177673"/>
                </a:lnTo>
                <a:lnTo>
                  <a:pt x="95885" y="196723"/>
                </a:lnTo>
                <a:lnTo>
                  <a:pt x="286385" y="196723"/>
                </a:lnTo>
                <a:lnTo>
                  <a:pt x="286385" y="177673"/>
                </a:lnTo>
                <a:close/>
              </a:path>
              <a:path w="379095" h="377189">
                <a:moveTo>
                  <a:pt x="378587" y="188468"/>
                </a:moveTo>
                <a:lnTo>
                  <a:pt x="373062" y="124714"/>
                </a:lnTo>
                <a:lnTo>
                  <a:pt x="356489" y="69723"/>
                </a:lnTo>
                <a:lnTo>
                  <a:pt x="330581" y="26962"/>
                </a:lnTo>
                <a:lnTo>
                  <a:pt x="297053" y="0"/>
                </a:lnTo>
                <a:lnTo>
                  <a:pt x="293497" y="8890"/>
                </a:lnTo>
                <a:lnTo>
                  <a:pt x="307543" y="20320"/>
                </a:lnTo>
                <a:lnTo>
                  <a:pt x="320001" y="35179"/>
                </a:lnTo>
                <a:lnTo>
                  <a:pt x="340233" y="75184"/>
                </a:lnTo>
                <a:lnTo>
                  <a:pt x="352971" y="127000"/>
                </a:lnTo>
                <a:lnTo>
                  <a:pt x="357238" y="188468"/>
                </a:lnTo>
                <a:lnTo>
                  <a:pt x="357251" y="188722"/>
                </a:lnTo>
                <a:lnTo>
                  <a:pt x="352996" y="249580"/>
                </a:lnTo>
                <a:lnTo>
                  <a:pt x="340360" y="301371"/>
                </a:lnTo>
                <a:lnTo>
                  <a:pt x="320154" y="341782"/>
                </a:lnTo>
                <a:lnTo>
                  <a:pt x="293497" y="368173"/>
                </a:lnTo>
                <a:lnTo>
                  <a:pt x="297053" y="377063"/>
                </a:lnTo>
                <a:lnTo>
                  <a:pt x="330581" y="350240"/>
                </a:lnTo>
                <a:lnTo>
                  <a:pt x="356489" y="307213"/>
                </a:lnTo>
                <a:lnTo>
                  <a:pt x="373062" y="251993"/>
                </a:lnTo>
                <a:lnTo>
                  <a:pt x="378574" y="188722"/>
                </a:lnTo>
                <a:lnTo>
                  <a:pt x="378587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85541" y="4741688"/>
            <a:ext cx="215900" cy="523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434"/>
              </a:spcBef>
            </a:pPr>
            <a:r>
              <a:rPr sz="1350" spc="-50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21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29329" y="4861242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44773" y="4842001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5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24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379095" h="377189">
                <a:moveTo>
                  <a:pt x="287655" y="177673"/>
                </a:moveTo>
                <a:lnTo>
                  <a:pt x="97155" y="177673"/>
                </a:lnTo>
                <a:lnTo>
                  <a:pt x="97155" y="196723"/>
                </a:lnTo>
                <a:lnTo>
                  <a:pt x="287655" y="196723"/>
                </a:lnTo>
                <a:lnTo>
                  <a:pt x="287655" y="177673"/>
                </a:lnTo>
                <a:close/>
              </a:path>
              <a:path w="379095" h="377189">
                <a:moveTo>
                  <a:pt x="378587" y="188468"/>
                </a:moveTo>
                <a:lnTo>
                  <a:pt x="373062" y="124714"/>
                </a:lnTo>
                <a:lnTo>
                  <a:pt x="356489" y="69723"/>
                </a:lnTo>
                <a:lnTo>
                  <a:pt x="330581" y="26962"/>
                </a:lnTo>
                <a:lnTo>
                  <a:pt x="297053" y="0"/>
                </a:lnTo>
                <a:lnTo>
                  <a:pt x="293497" y="8890"/>
                </a:lnTo>
                <a:lnTo>
                  <a:pt x="307543" y="20320"/>
                </a:lnTo>
                <a:lnTo>
                  <a:pt x="320001" y="35179"/>
                </a:lnTo>
                <a:lnTo>
                  <a:pt x="340233" y="75184"/>
                </a:lnTo>
                <a:lnTo>
                  <a:pt x="352971" y="127000"/>
                </a:lnTo>
                <a:lnTo>
                  <a:pt x="357238" y="188468"/>
                </a:lnTo>
                <a:lnTo>
                  <a:pt x="357251" y="188722"/>
                </a:lnTo>
                <a:lnTo>
                  <a:pt x="352996" y="249580"/>
                </a:lnTo>
                <a:lnTo>
                  <a:pt x="340360" y="301371"/>
                </a:lnTo>
                <a:lnTo>
                  <a:pt x="320167" y="341782"/>
                </a:lnTo>
                <a:lnTo>
                  <a:pt x="293497" y="368173"/>
                </a:lnTo>
                <a:lnTo>
                  <a:pt x="297053" y="377063"/>
                </a:lnTo>
                <a:lnTo>
                  <a:pt x="330581" y="350240"/>
                </a:lnTo>
                <a:lnTo>
                  <a:pt x="356489" y="307213"/>
                </a:lnTo>
                <a:lnTo>
                  <a:pt x="373062" y="251993"/>
                </a:lnTo>
                <a:lnTo>
                  <a:pt x="378574" y="188722"/>
                </a:lnTo>
                <a:lnTo>
                  <a:pt x="378587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27450" y="4741688"/>
            <a:ext cx="215900" cy="523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434"/>
              </a:spcBef>
            </a:pPr>
            <a:r>
              <a:rPr sz="1350" spc="-50" dirty="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21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33520" y="4716145"/>
            <a:ext cx="1120775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8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  <a:p>
            <a:pPr marL="182245">
              <a:lnSpc>
                <a:spcPts val="1920"/>
              </a:lnSpc>
            </a:pPr>
            <a:r>
              <a:rPr sz="1800" spc="-10" dirty="0">
                <a:latin typeface="Cambria Math"/>
                <a:cs typeface="Cambria Math"/>
              </a:rPr>
              <a:t>=</a:t>
            </a:r>
            <a:r>
              <a:rPr sz="1800" spc="-10" dirty="0">
                <a:latin typeface="Calibri"/>
                <a:cs typeface="Calibri"/>
              </a:rPr>
              <a:t>0.00001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7352" y="5621020"/>
            <a:ext cx="2044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P(S). P(L/S). </a:t>
            </a:r>
            <a:r>
              <a:rPr sz="1800" spc="-10" dirty="0">
                <a:latin typeface="Calibri"/>
                <a:cs typeface="Calibri"/>
              </a:rPr>
              <a:t>P(M/S)</a:t>
            </a:r>
            <a:r>
              <a:rPr sz="1800" spc="-15" baseline="23148" dirty="0">
                <a:latin typeface="Calibri"/>
                <a:cs typeface="Calibri"/>
              </a:rPr>
              <a:t>4</a:t>
            </a:r>
            <a:r>
              <a:rPr sz="1800" spc="-10" dirty="0">
                <a:latin typeface="Calibri"/>
                <a:cs typeface="Calibri"/>
              </a:rPr>
              <a:t>=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431796" y="5600865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4" h="377189">
                <a:moveTo>
                  <a:pt x="85090" y="8940"/>
                </a:moveTo>
                <a:lnTo>
                  <a:pt x="47891" y="26911"/>
                </a:lnTo>
                <a:lnTo>
                  <a:pt x="22098" y="69659"/>
                </a:lnTo>
                <a:lnTo>
                  <a:pt x="5524" y="124688"/>
                </a:lnTo>
                <a:lnTo>
                  <a:pt x="0" y="188417"/>
                </a:lnTo>
                <a:lnTo>
                  <a:pt x="1333" y="220230"/>
                </a:lnTo>
                <a:lnTo>
                  <a:pt x="1371" y="221208"/>
                </a:lnTo>
                <a:lnTo>
                  <a:pt x="12420" y="280593"/>
                </a:lnTo>
                <a:lnTo>
                  <a:pt x="34023" y="330733"/>
                </a:lnTo>
                <a:lnTo>
                  <a:pt x="63690" y="365671"/>
                </a:lnTo>
                <a:lnTo>
                  <a:pt x="81407" y="377063"/>
                </a:lnTo>
                <a:lnTo>
                  <a:pt x="85090" y="368134"/>
                </a:lnTo>
                <a:lnTo>
                  <a:pt x="70866" y="356679"/>
                </a:lnTo>
                <a:lnTo>
                  <a:pt x="58318" y="341731"/>
                </a:lnTo>
                <a:lnTo>
                  <a:pt x="38227" y="301383"/>
                </a:lnTo>
                <a:lnTo>
                  <a:pt x="25539" y="249542"/>
                </a:lnTo>
                <a:lnTo>
                  <a:pt x="22491" y="221208"/>
                </a:lnTo>
                <a:lnTo>
                  <a:pt x="22377" y="220230"/>
                </a:lnTo>
                <a:lnTo>
                  <a:pt x="22402" y="156578"/>
                </a:lnTo>
                <a:lnTo>
                  <a:pt x="30924" y="99847"/>
                </a:lnTo>
                <a:lnTo>
                  <a:pt x="47637" y="53492"/>
                </a:lnTo>
                <a:lnTo>
                  <a:pt x="71018" y="20370"/>
                </a:lnTo>
                <a:lnTo>
                  <a:pt x="85090" y="8940"/>
                </a:lnTo>
                <a:close/>
              </a:path>
              <a:path w="379094" h="377189">
                <a:moveTo>
                  <a:pt x="280416" y="177622"/>
                </a:moveTo>
                <a:lnTo>
                  <a:pt x="89916" y="177622"/>
                </a:lnTo>
                <a:lnTo>
                  <a:pt x="89916" y="196672"/>
                </a:lnTo>
                <a:lnTo>
                  <a:pt x="280416" y="196672"/>
                </a:lnTo>
                <a:lnTo>
                  <a:pt x="280416" y="177622"/>
                </a:lnTo>
                <a:close/>
              </a:path>
              <a:path w="379094" h="377189">
                <a:moveTo>
                  <a:pt x="378587" y="188417"/>
                </a:moveTo>
                <a:lnTo>
                  <a:pt x="377240" y="156578"/>
                </a:lnTo>
                <a:lnTo>
                  <a:pt x="377202" y="155473"/>
                </a:lnTo>
                <a:lnTo>
                  <a:pt x="373062" y="124688"/>
                </a:lnTo>
                <a:lnTo>
                  <a:pt x="356489" y="69659"/>
                </a:lnTo>
                <a:lnTo>
                  <a:pt x="330581" y="26911"/>
                </a:lnTo>
                <a:lnTo>
                  <a:pt x="297053" y="0"/>
                </a:lnTo>
                <a:lnTo>
                  <a:pt x="293497" y="8940"/>
                </a:lnTo>
                <a:lnTo>
                  <a:pt x="307543" y="20370"/>
                </a:lnTo>
                <a:lnTo>
                  <a:pt x="320001" y="35217"/>
                </a:lnTo>
                <a:lnTo>
                  <a:pt x="340233" y="75184"/>
                </a:lnTo>
                <a:lnTo>
                  <a:pt x="352971" y="126961"/>
                </a:lnTo>
                <a:lnTo>
                  <a:pt x="357238" y="188417"/>
                </a:lnTo>
                <a:lnTo>
                  <a:pt x="357251" y="188645"/>
                </a:lnTo>
                <a:lnTo>
                  <a:pt x="352996" y="249542"/>
                </a:lnTo>
                <a:lnTo>
                  <a:pt x="340360" y="301383"/>
                </a:lnTo>
                <a:lnTo>
                  <a:pt x="320154" y="341731"/>
                </a:lnTo>
                <a:lnTo>
                  <a:pt x="293497" y="368134"/>
                </a:lnTo>
                <a:lnTo>
                  <a:pt x="297053" y="377063"/>
                </a:lnTo>
                <a:lnTo>
                  <a:pt x="330581" y="350215"/>
                </a:lnTo>
                <a:lnTo>
                  <a:pt x="356489" y="307187"/>
                </a:lnTo>
                <a:lnTo>
                  <a:pt x="373062" y="251942"/>
                </a:lnTo>
                <a:lnTo>
                  <a:pt x="378574" y="188645"/>
                </a:lnTo>
                <a:lnTo>
                  <a:pt x="378587" y="188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13710" y="5501068"/>
            <a:ext cx="215900" cy="52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spc="-25" dirty="0">
                <a:latin typeface="Cambria Math"/>
                <a:cs typeface="Cambria Math"/>
              </a:rPr>
              <a:t>11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32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57500" y="5621020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973451" y="5600865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5" h="377189">
                <a:moveTo>
                  <a:pt x="85090" y="8940"/>
                </a:moveTo>
                <a:lnTo>
                  <a:pt x="47891" y="26911"/>
                </a:lnTo>
                <a:lnTo>
                  <a:pt x="22098" y="69659"/>
                </a:lnTo>
                <a:lnTo>
                  <a:pt x="5524" y="124688"/>
                </a:lnTo>
                <a:lnTo>
                  <a:pt x="0" y="188417"/>
                </a:lnTo>
                <a:lnTo>
                  <a:pt x="1333" y="220230"/>
                </a:lnTo>
                <a:lnTo>
                  <a:pt x="1371" y="221208"/>
                </a:lnTo>
                <a:lnTo>
                  <a:pt x="12420" y="280593"/>
                </a:lnTo>
                <a:lnTo>
                  <a:pt x="34023" y="330733"/>
                </a:lnTo>
                <a:lnTo>
                  <a:pt x="63690" y="365671"/>
                </a:lnTo>
                <a:lnTo>
                  <a:pt x="81407" y="377063"/>
                </a:lnTo>
                <a:lnTo>
                  <a:pt x="85090" y="368134"/>
                </a:lnTo>
                <a:lnTo>
                  <a:pt x="70866" y="356679"/>
                </a:lnTo>
                <a:lnTo>
                  <a:pt x="58318" y="341731"/>
                </a:lnTo>
                <a:lnTo>
                  <a:pt x="38227" y="301383"/>
                </a:lnTo>
                <a:lnTo>
                  <a:pt x="25539" y="249542"/>
                </a:lnTo>
                <a:lnTo>
                  <a:pt x="22491" y="221208"/>
                </a:lnTo>
                <a:lnTo>
                  <a:pt x="22377" y="220230"/>
                </a:lnTo>
                <a:lnTo>
                  <a:pt x="22402" y="156578"/>
                </a:lnTo>
                <a:lnTo>
                  <a:pt x="30924" y="99847"/>
                </a:lnTo>
                <a:lnTo>
                  <a:pt x="47637" y="53492"/>
                </a:lnTo>
                <a:lnTo>
                  <a:pt x="71018" y="20370"/>
                </a:lnTo>
                <a:lnTo>
                  <a:pt x="85090" y="8940"/>
                </a:lnTo>
                <a:close/>
              </a:path>
              <a:path w="379095" h="377189">
                <a:moveTo>
                  <a:pt x="281686" y="177622"/>
                </a:moveTo>
                <a:lnTo>
                  <a:pt x="91186" y="177622"/>
                </a:lnTo>
                <a:lnTo>
                  <a:pt x="91186" y="196672"/>
                </a:lnTo>
                <a:lnTo>
                  <a:pt x="281686" y="196672"/>
                </a:lnTo>
                <a:lnTo>
                  <a:pt x="281686" y="177622"/>
                </a:lnTo>
                <a:close/>
              </a:path>
              <a:path w="379095" h="377189">
                <a:moveTo>
                  <a:pt x="378587" y="188417"/>
                </a:moveTo>
                <a:lnTo>
                  <a:pt x="377240" y="156578"/>
                </a:lnTo>
                <a:lnTo>
                  <a:pt x="377202" y="155473"/>
                </a:lnTo>
                <a:lnTo>
                  <a:pt x="373062" y="124688"/>
                </a:lnTo>
                <a:lnTo>
                  <a:pt x="356489" y="69659"/>
                </a:lnTo>
                <a:lnTo>
                  <a:pt x="330581" y="26911"/>
                </a:lnTo>
                <a:lnTo>
                  <a:pt x="297040" y="0"/>
                </a:lnTo>
                <a:lnTo>
                  <a:pt x="293497" y="8940"/>
                </a:lnTo>
                <a:lnTo>
                  <a:pt x="307543" y="20370"/>
                </a:lnTo>
                <a:lnTo>
                  <a:pt x="320001" y="35217"/>
                </a:lnTo>
                <a:lnTo>
                  <a:pt x="340233" y="75184"/>
                </a:lnTo>
                <a:lnTo>
                  <a:pt x="352971" y="126961"/>
                </a:lnTo>
                <a:lnTo>
                  <a:pt x="357238" y="188417"/>
                </a:lnTo>
                <a:lnTo>
                  <a:pt x="357251" y="188645"/>
                </a:lnTo>
                <a:lnTo>
                  <a:pt x="352996" y="249542"/>
                </a:lnTo>
                <a:lnTo>
                  <a:pt x="340360" y="301383"/>
                </a:lnTo>
                <a:lnTo>
                  <a:pt x="320154" y="341731"/>
                </a:lnTo>
                <a:lnTo>
                  <a:pt x="293497" y="368134"/>
                </a:lnTo>
                <a:lnTo>
                  <a:pt x="297040" y="377063"/>
                </a:lnTo>
                <a:lnTo>
                  <a:pt x="330581" y="350215"/>
                </a:lnTo>
                <a:lnTo>
                  <a:pt x="356489" y="307187"/>
                </a:lnTo>
                <a:lnTo>
                  <a:pt x="373062" y="251942"/>
                </a:lnTo>
                <a:lnTo>
                  <a:pt x="378574" y="188645"/>
                </a:lnTo>
                <a:lnTo>
                  <a:pt x="378587" y="188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055620" y="5501068"/>
            <a:ext cx="215900" cy="52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440"/>
              </a:spcBef>
            </a:pPr>
            <a:r>
              <a:rPr sz="1350" spc="-50" dirty="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11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99790" y="5621020"/>
            <a:ext cx="723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mbria Math"/>
                <a:cs typeface="Cambria Math"/>
              </a:rPr>
              <a:t>.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515105" y="5600865"/>
            <a:ext cx="379095" cy="377190"/>
          </a:xfrm>
          <a:custGeom>
            <a:avLst/>
            <a:gdLst/>
            <a:ahLst/>
            <a:cxnLst/>
            <a:rect l="l" t="t" r="r" b="b"/>
            <a:pathLst>
              <a:path w="379095" h="377189">
                <a:moveTo>
                  <a:pt x="85090" y="8940"/>
                </a:moveTo>
                <a:lnTo>
                  <a:pt x="47891" y="26911"/>
                </a:lnTo>
                <a:lnTo>
                  <a:pt x="22098" y="69659"/>
                </a:lnTo>
                <a:lnTo>
                  <a:pt x="5524" y="124688"/>
                </a:lnTo>
                <a:lnTo>
                  <a:pt x="0" y="188417"/>
                </a:lnTo>
                <a:lnTo>
                  <a:pt x="1333" y="220230"/>
                </a:lnTo>
                <a:lnTo>
                  <a:pt x="1371" y="221208"/>
                </a:lnTo>
                <a:lnTo>
                  <a:pt x="12420" y="280593"/>
                </a:lnTo>
                <a:lnTo>
                  <a:pt x="34023" y="330733"/>
                </a:lnTo>
                <a:lnTo>
                  <a:pt x="63690" y="365671"/>
                </a:lnTo>
                <a:lnTo>
                  <a:pt x="81407" y="377063"/>
                </a:lnTo>
                <a:lnTo>
                  <a:pt x="85090" y="368134"/>
                </a:lnTo>
                <a:lnTo>
                  <a:pt x="70866" y="356679"/>
                </a:lnTo>
                <a:lnTo>
                  <a:pt x="58318" y="341731"/>
                </a:lnTo>
                <a:lnTo>
                  <a:pt x="38227" y="301383"/>
                </a:lnTo>
                <a:lnTo>
                  <a:pt x="25539" y="249542"/>
                </a:lnTo>
                <a:lnTo>
                  <a:pt x="22491" y="221208"/>
                </a:lnTo>
                <a:lnTo>
                  <a:pt x="22377" y="220230"/>
                </a:lnTo>
                <a:lnTo>
                  <a:pt x="22402" y="156578"/>
                </a:lnTo>
                <a:lnTo>
                  <a:pt x="30924" y="99847"/>
                </a:lnTo>
                <a:lnTo>
                  <a:pt x="47637" y="53492"/>
                </a:lnTo>
                <a:lnTo>
                  <a:pt x="71018" y="20370"/>
                </a:lnTo>
                <a:lnTo>
                  <a:pt x="85090" y="8940"/>
                </a:lnTo>
                <a:close/>
              </a:path>
              <a:path w="379095" h="377189">
                <a:moveTo>
                  <a:pt x="282956" y="177622"/>
                </a:moveTo>
                <a:lnTo>
                  <a:pt x="92456" y="177622"/>
                </a:lnTo>
                <a:lnTo>
                  <a:pt x="92456" y="196672"/>
                </a:lnTo>
                <a:lnTo>
                  <a:pt x="282956" y="196672"/>
                </a:lnTo>
                <a:lnTo>
                  <a:pt x="282956" y="177622"/>
                </a:lnTo>
                <a:close/>
              </a:path>
              <a:path w="379095" h="377189">
                <a:moveTo>
                  <a:pt x="378587" y="188417"/>
                </a:moveTo>
                <a:lnTo>
                  <a:pt x="377240" y="156578"/>
                </a:lnTo>
                <a:lnTo>
                  <a:pt x="377202" y="155473"/>
                </a:lnTo>
                <a:lnTo>
                  <a:pt x="373062" y="124688"/>
                </a:lnTo>
                <a:lnTo>
                  <a:pt x="356489" y="69659"/>
                </a:lnTo>
                <a:lnTo>
                  <a:pt x="330581" y="26911"/>
                </a:lnTo>
                <a:lnTo>
                  <a:pt x="297053" y="0"/>
                </a:lnTo>
                <a:lnTo>
                  <a:pt x="293497" y="8940"/>
                </a:lnTo>
                <a:lnTo>
                  <a:pt x="307543" y="20370"/>
                </a:lnTo>
                <a:lnTo>
                  <a:pt x="320001" y="35217"/>
                </a:lnTo>
                <a:lnTo>
                  <a:pt x="340233" y="75184"/>
                </a:lnTo>
                <a:lnTo>
                  <a:pt x="352971" y="126961"/>
                </a:lnTo>
                <a:lnTo>
                  <a:pt x="357238" y="188417"/>
                </a:lnTo>
                <a:lnTo>
                  <a:pt x="357251" y="188645"/>
                </a:lnTo>
                <a:lnTo>
                  <a:pt x="352996" y="249542"/>
                </a:lnTo>
                <a:lnTo>
                  <a:pt x="340360" y="301383"/>
                </a:lnTo>
                <a:lnTo>
                  <a:pt x="320154" y="341731"/>
                </a:lnTo>
                <a:lnTo>
                  <a:pt x="293497" y="368134"/>
                </a:lnTo>
                <a:lnTo>
                  <a:pt x="297053" y="377063"/>
                </a:lnTo>
                <a:lnTo>
                  <a:pt x="330581" y="350215"/>
                </a:lnTo>
                <a:lnTo>
                  <a:pt x="356489" y="307187"/>
                </a:lnTo>
                <a:lnTo>
                  <a:pt x="373062" y="251942"/>
                </a:lnTo>
                <a:lnTo>
                  <a:pt x="378574" y="188645"/>
                </a:lnTo>
                <a:lnTo>
                  <a:pt x="378587" y="1884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97528" y="5501068"/>
            <a:ext cx="215900" cy="5238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440"/>
              </a:spcBef>
            </a:pPr>
            <a:r>
              <a:rPr sz="1350" spc="-50" dirty="0">
                <a:latin typeface="Cambria Math"/>
                <a:cs typeface="Cambria Math"/>
              </a:rPr>
              <a:t>5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350" spc="-25" dirty="0">
                <a:latin typeface="Cambria Math"/>
                <a:cs typeface="Cambria Math"/>
              </a:rPr>
              <a:t>11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03726" y="5475604"/>
            <a:ext cx="1123315" cy="44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8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  <a:p>
            <a:pPr marL="182245">
              <a:lnSpc>
                <a:spcPts val="1920"/>
              </a:lnSpc>
            </a:pPr>
            <a:r>
              <a:rPr sz="1800" spc="-10" dirty="0">
                <a:latin typeface="Cambria Math"/>
                <a:cs typeface="Cambria Math"/>
              </a:rPr>
              <a:t>=</a:t>
            </a:r>
            <a:r>
              <a:rPr sz="1800" spc="-10" dirty="0">
                <a:latin typeface="Calibri"/>
                <a:cs typeface="Calibri"/>
              </a:rPr>
              <a:t>0.00133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75959" y="1716976"/>
            <a:ext cx="4712970" cy="8534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 marR="30480">
              <a:lnSpc>
                <a:spcPct val="100800"/>
              </a:lnSpc>
              <a:spcBef>
                <a:spcPts val="85"/>
              </a:spcBef>
            </a:pPr>
            <a:r>
              <a:rPr sz="1800" dirty="0">
                <a:latin typeface="Calibri"/>
                <a:cs typeface="Calibri"/>
              </a:rPr>
              <a:t>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(S/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baseline="23148" dirty="0">
                <a:latin typeface="Calibri"/>
                <a:cs typeface="Calibri"/>
              </a:rPr>
              <a:t>4</a:t>
            </a:r>
            <a:r>
              <a:rPr sz="1800" spc="195" baseline="23148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(N/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baseline="23148" dirty="0">
                <a:latin typeface="Calibri"/>
                <a:cs typeface="Calibri"/>
              </a:rPr>
              <a:t>4</a:t>
            </a:r>
            <a:r>
              <a:rPr sz="1800" spc="187" baseline="23148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decide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that </a:t>
            </a:r>
            <a:r>
              <a:rPr sz="1800" b="1" dirty="0">
                <a:latin typeface="Calibri"/>
                <a:cs typeface="Calibri"/>
              </a:rPr>
              <a:t>Lunch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Money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Money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Money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Money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Spam </a:t>
            </a:r>
            <a:r>
              <a:rPr sz="1800" spc="-10" dirty="0">
                <a:latin typeface="Calibri"/>
                <a:cs typeface="Calibri"/>
              </a:rPr>
              <a:t>message.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5" dirty="0"/>
              <a:t> </a:t>
            </a:r>
            <a:r>
              <a:rPr sz="2400" spc="-25" dirty="0"/>
              <a:t>:2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8739" y="993838"/>
            <a:ext cx="3515360" cy="30968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feature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ts val="3460"/>
              </a:lnSpc>
              <a:spcBef>
                <a:spcPts val="204"/>
              </a:spcBef>
            </a:pPr>
            <a:r>
              <a:rPr sz="2400" dirty="0">
                <a:latin typeface="Times New Roman"/>
                <a:cs typeface="Times New Roman"/>
              </a:rPr>
              <a:t>Today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(Outlook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Sunny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, </a:t>
            </a:r>
            <a:r>
              <a:rPr sz="2400" dirty="0">
                <a:latin typeface="Times New Roman"/>
                <a:cs typeface="Times New Roman"/>
              </a:rPr>
              <a:t>Temp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Hot,</a:t>
            </a:r>
            <a:endParaRPr sz="24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359"/>
              </a:spcBef>
            </a:pPr>
            <a:r>
              <a:rPr sz="2400" dirty="0">
                <a:latin typeface="Times New Roman"/>
                <a:cs typeface="Times New Roman"/>
              </a:rPr>
              <a:t>Humidity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Normal,</a:t>
            </a:r>
            <a:endParaRPr sz="2400">
              <a:latin typeface="Times New Roman"/>
              <a:cs typeface="Times New Roman"/>
            </a:endParaRPr>
          </a:p>
          <a:p>
            <a:pPr marL="12700" marR="1129665">
              <a:lnSpc>
                <a:spcPct val="119900"/>
              </a:lnSpc>
            </a:pPr>
            <a:r>
              <a:rPr sz="2400" dirty="0">
                <a:latin typeface="Times New Roman"/>
                <a:cs typeface="Times New Roman"/>
              </a:rPr>
              <a:t>Windy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False), </a:t>
            </a:r>
            <a:r>
              <a:rPr sz="2400" dirty="0">
                <a:latin typeface="Times New Roman"/>
                <a:cs typeface="Times New Roman"/>
              </a:rPr>
              <a:t>then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player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will </a:t>
            </a:r>
            <a:r>
              <a:rPr sz="2400" dirty="0">
                <a:latin typeface="Times New Roman"/>
                <a:cs typeface="Times New Roman"/>
              </a:rPr>
              <a:t>play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not?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89044" y="2038845"/>
            <a:ext cx="4407535" cy="366395"/>
          </a:xfrm>
          <a:custGeom>
            <a:avLst/>
            <a:gdLst/>
            <a:ahLst/>
            <a:cxnLst/>
            <a:rect l="l" t="t" r="r" b="b"/>
            <a:pathLst>
              <a:path w="4407534" h="366394">
                <a:moveTo>
                  <a:pt x="2215680" y="0"/>
                </a:moveTo>
                <a:lnTo>
                  <a:pt x="1119911" y="0"/>
                </a:lnTo>
                <a:lnTo>
                  <a:pt x="0" y="0"/>
                </a:lnTo>
                <a:lnTo>
                  <a:pt x="0" y="365772"/>
                </a:lnTo>
                <a:lnTo>
                  <a:pt x="1119886" y="365772"/>
                </a:lnTo>
                <a:lnTo>
                  <a:pt x="2215680" y="365772"/>
                </a:lnTo>
                <a:lnTo>
                  <a:pt x="2215680" y="0"/>
                </a:lnTo>
                <a:close/>
              </a:path>
              <a:path w="4407534" h="366394">
                <a:moveTo>
                  <a:pt x="4407281" y="0"/>
                </a:moveTo>
                <a:lnTo>
                  <a:pt x="3018231" y="0"/>
                </a:lnTo>
                <a:lnTo>
                  <a:pt x="2215769" y="0"/>
                </a:lnTo>
                <a:lnTo>
                  <a:pt x="2215769" y="365772"/>
                </a:lnTo>
                <a:lnTo>
                  <a:pt x="3018155" y="365772"/>
                </a:lnTo>
                <a:lnTo>
                  <a:pt x="4407281" y="365772"/>
                </a:lnTo>
                <a:lnTo>
                  <a:pt x="44072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89044" y="2770492"/>
            <a:ext cx="4407535" cy="366395"/>
          </a:xfrm>
          <a:custGeom>
            <a:avLst/>
            <a:gdLst/>
            <a:ahLst/>
            <a:cxnLst/>
            <a:rect l="l" t="t" r="r" b="b"/>
            <a:pathLst>
              <a:path w="4407534" h="366394">
                <a:moveTo>
                  <a:pt x="2215680" y="0"/>
                </a:moveTo>
                <a:lnTo>
                  <a:pt x="1119911" y="0"/>
                </a:lnTo>
                <a:lnTo>
                  <a:pt x="0" y="0"/>
                </a:lnTo>
                <a:lnTo>
                  <a:pt x="0" y="365772"/>
                </a:lnTo>
                <a:lnTo>
                  <a:pt x="1119886" y="365772"/>
                </a:lnTo>
                <a:lnTo>
                  <a:pt x="2215680" y="365772"/>
                </a:lnTo>
                <a:lnTo>
                  <a:pt x="2215680" y="0"/>
                </a:lnTo>
                <a:close/>
              </a:path>
              <a:path w="4407534" h="366394">
                <a:moveTo>
                  <a:pt x="4407281" y="0"/>
                </a:moveTo>
                <a:lnTo>
                  <a:pt x="3018231" y="0"/>
                </a:lnTo>
                <a:lnTo>
                  <a:pt x="2215769" y="0"/>
                </a:lnTo>
                <a:lnTo>
                  <a:pt x="2215769" y="365772"/>
                </a:lnTo>
                <a:lnTo>
                  <a:pt x="3018155" y="365772"/>
                </a:lnTo>
                <a:lnTo>
                  <a:pt x="4407281" y="365772"/>
                </a:lnTo>
                <a:lnTo>
                  <a:pt x="44072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89044" y="3502012"/>
            <a:ext cx="4407535" cy="366395"/>
          </a:xfrm>
          <a:custGeom>
            <a:avLst/>
            <a:gdLst/>
            <a:ahLst/>
            <a:cxnLst/>
            <a:rect l="l" t="t" r="r" b="b"/>
            <a:pathLst>
              <a:path w="4407534" h="366395">
                <a:moveTo>
                  <a:pt x="2215680" y="0"/>
                </a:moveTo>
                <a:lnTo>
                  <a:pt x="1119911" y="0"/>
                </a:lnTo>
                <a:lnTo>
                  <a:pt x="0" y="0"/>
                </a:lnTo>
                <a:lnTo>
                  <a:pt x="0" y="365772"/>
                </a:lnTo>
                <a:lnTo>
                  <a:pt x="1119886" y="365772"/>
                </a:lnTo>
                <a:lnTo>
                  <a:pt x="2215680" y="365772"/>
                </a:lnTo>
                <a:lnTo>
                  <a:pt x="2215680" y="0"/>
                </a:lnTo>
                <a:close/>
              </a:path>
              <a:path w="4407534" h="366395">
                <a:moveTo>
                  <a:pt x="4407281" y="0"/>
                </a:moveTo>
                <a:lnTo>
                  <a:pt x="3018231" y="0"/>
                </a:lnTo>
                <a:lnTo>
                  <a:pt x="2215769" y="0"/>
                </a:lnTo>
                <a:lnTo>
                  <a:pt x="2215769" y="365772"/>
                </a:lnTo>
                <a:lnTo>
                  <a:pt x="3018155" y="365772"/>
                </a:lnTo>
                <a:lnTo>
                  <a:pt x="4407281" y="365772"/>
                </a:lnTo>
                <a:lnTo>
                  <a:pt x="44072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89044" y="4233544"/>
            <a:ext cx="4407535" cy="365760"/>
          </a:xfrm>
          <a:custGeom>
            <a:avLst/>
            <a:gdLst/>
            <a:ahLst/>
            <a:cxnLst/>
            <a:rect l="l" t="t" r="r" b="b"/>
            <a:pathLst>
              <a:path w="4407534" h="365760">
                <a:moveTo>
                  <a:pt x="2215680" y="0"/>
                </a:moveTo>
                <a:lnTo>
                  <a:pt x="1119911" y="0"/>
                </a:lnTo>
                <a:lnTo>
                  <a:pt x="0" y="0"/>
                </a:lnTo>
                <a:lnTo>
                  <a:pt x="0" y="365760"/>
                </a:lnTo>
                <a:lnTo>
                  <a:pt x="1119886" y="365760"/>
                </a:lnTo>
                <a:lnTo>
                  <a:pt x="2215680" y="365760"/>
                </a:lnTo>
                <a:lnTo>
                  <a:pt x="2215680" y="0"/>
                </a:lnTo>
                <a:close/>
              </a:path>
              <a:path w="4407534" h="365760">
                <a:moveTo>
                  <a:pt x="4407281" y="0"/>
                </a:moveTo>
                <a:lnTo>
                  <a:pt x="3018231" y="0"/>
                </a:lnTo>
                <a:lnTo>
                  <a:pt x="2215769" y="0"/>
                </a:lnTo>
                <a:lnTo>
                  <a:pt x="2215769" y="365760"/>
                </a:lnTo>
                <a:lnTo>
                  <a:pt x="3018155" y="365760"/>
                </a:lnTo>
                <a:lnTo>
                  <a:pt x="4407281" y="365760"/>
                </a:lnTo>
                <a:lnTo>
                  <a:pt x="44072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282694" y="1020317"/>
          <a:ext cx="6602727" cy="5764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2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5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88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579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S.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0504D"/>
                      </a:solidFill>
                      <a:prstDash val="solid"/>
                    </a:lnL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Outlook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Temp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Humidity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Windy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pPr marL="241300" marR="391160">
                        <a:lnSpc>
                          <a:spcPct val="100899"/>
                        </a:lnSpc>
                        <a:spcBef>
                          <a:spcPts val="254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Play 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Tennis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R w="12700">
                      <a:solidFill>
                        <a:srgbClr val="C0504D"/>
                      </a:solidFill>
                      <a:prstDash val="solid"/>
                    </a:lnR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C0504D"/>
                      </a:solidFill>
                      <a:prstDash val="solid"/>
                    </a:lnL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R w="12700">
                      <a:solidFill>
                        <a:srgbClr val="C0504D"/>
                      </a:solidFill>
                      <a:prstDash val="solid"/>
                    </a:lnR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Cool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Rainy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Overcast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Hot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Normal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False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C0504D"/>
                      </a:solidFill>
                      <a:prstDash val="solid"/>
                    </a:lnL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Sunny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Mild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High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971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True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R w="12700">
                      <a:solidFill>
                        <a:srgbClr val="C0504D"/>
                      </a:solidFill>
                      <a:prstDash val="solid"/>
                    </a:lnR>
                    <a:lnT w="12700">
                      <a:solidFill>
                        <a:srgbClr val="C0504D"/>
                      </a:solidFill>
                      <a:prstDash val="solid"/>
                    </a:lnT>
                    <a:lnB w="12700">
                      <a:solidFill>
                        <a:srgbClr val="C0504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2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6296" y="1015364"/>
          <a:ext cx="424307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6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9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Outlook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Rainy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2/9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3/5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5/14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Overcast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4/9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0/5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4/14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Sunny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9525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3/9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2/5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5/14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032370" y="1015364"/>
          <a:ext cx="3705223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7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6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Temp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Hot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2/9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2/5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4/14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Mild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4/9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2/5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6/14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Cool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3/9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1/5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4/14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82283" y="3908805"/>
          <a:ext cx="424243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2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Humidity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High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3/9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4/5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7/14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Normal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6/9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1/5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7/14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114920" y="3812540"/>
          <a:ext cx="362267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6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Windy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True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3/9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3/5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6/14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False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6/9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25" dirty="0">
                          <a:latin typeface="Times New Roman"/>
                          <a:cs typeface="Times New Roman"/>
                        </a:rPr>
                        <a:t>2/5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8/14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2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1407541" y="1459864"/>
            <a:ext cx="908685" cy="379730"/>
          </a:xfrm>
          <a:custGeom>
            <a:avLst/>
            <a:gdLst/>
            <a:ahLst/>
            <a:cxnLst/>
            <a:rect l="l" t="t" r="r" b="b"/>
            <a:pathLst>
              <a:path w="908685" h="379730">
                <a:moveTo>
                  <a:pt x="787272" y="0"/>
                </a:moveTo>
                <a:lnTo>
                  <a:pt x="781939" y="15494"/>
                </a:lnTo>
                <a:lnTo>
                  <a:pt x="803917" y="24969"/>
                </a:lnTo>
                <a:lnTo>
                  <a:pt x="822801" y="38147"/>
                </a:lnTo>
                <a:lnTo>
                  <a:pt x="851281" y="75564"/>
                </a:lnTo>
                <a:lnTo>
                  <a:pt x="868140" y="125936"/>
                </a:lnTo>
                <a:lnTo>
                  <a:pt x="873760" y="187833"/>
                </a:lnTo>
                <a:lnTo>
                  <a:pt x="872355" y="221265"/>
                </a:lnTo>
                <a:lnTo>
                  <a:pt x="861115" y="278987"/>
                </a:lnTo>
                <a:lnTo>
                  <a:pt x="838491" y="324066"/>
                </a:lnTo>
                <a:lnTo>
                  <a:pt x="804150" y="354407"/>
                </a:lnTo>
                <a:lnTo>
                  <a:pt x="782573" y="363982"/>
                </a:lnTo>
                <a:lnTo>
                  <a:pt x="787272" y="379349"/>
                </a:lnTo>
                <a:lnTo>
                  <a:pt x="839073" y="355155"/>
                </a:lnTo>
                <a:lnTo>
                  <a:pt x="877061" y="313055"/>
                </a:lnTo>
                <a:lnTo>
                  <a:pt x="900493" y="256841"/>
                </a:lnTo>
                <a:lnTo>
                  <a:pt x="908304" y="189864"/>
                </a:lnTo>
                <a:lnTo>
                  <a:pt x="906372" y="155449"/>
                </a:lnTo>
                <a:lnTo>
                  <a:pt x="890730" y="93406"/>
                </a:lnTo>
                <a:lnTo>
                  <a:pt x="859674" y="43237"/>
                </a:lnTo>
                <a:lnTo>
                  <a:pt x="814804" y="9951"/>
                </a:lnTo>
                <a:lnTo>
                  <a:pt x="787272" y="0"/>
                </a:lnTo>
                <a:close/>
              </a:path>
              <a:path w="908685" h="379730">
                <a:moveTo>
                  <a:pt x="120903" y="0"/>
                </a:moveTo>
                <a:lnTo>
                  <a:pt x="69310" y="24368"/>
                </a:lnTo>
                <a:lnTo>
                  <a:pt x="31242" y="66548"/>
                </a:lnTo>
                <a:lnTo>
                  <a:pt x="7810" y="122920"/>
                </a:lnTo>
                <a:lnTo>
                  <a:pt x="114" y="187833"/>
                </a:lnTo>
                <a:lnTo>
                  <a:pt x="0" y="189864"/>
                </a:lnTo>
                <a:lnTo>
                  <a:pt x="1932" y="224704"/>
                </a:lnTo>
                <a:lnTo>
                  <a:pt x="17466" y="286287"/>
                </a:lnTo>
                <a:lnTo>
                  <a:pt x="48448" y="336343"/>
                </a:lnTo>
                <a:lnTo>
                  <a:pt x="93354" y="369490"/>
                </a:lnTo>
                <a:lnTo>
                  <a:pt x="120903" y="379349"/>
                </a:lnTo>
                <a:lnTo>
                  <a:pt x="125730" y="363982"/>
                </a:lnTo>
                <a:lnTo>
                  <a:pt x="104082" y="354407"/>
                </a:lnTo>
                <a:lnTo>
                  <a:pt x="85423" y="341106"/>
                </a:lnTo>
                <a:lnTo>
                  <a:pt x="57022" y="303275"/>
                </a:lnTo>
                <a:lnTo>
                  <a:pt x="40163" y="251650"/>
                </a:lnTo>
                <a:lnTo>
                  <a:pt x="34629" y="189864"/>
                </a:lnTo>
                <a:lnTo>
                  <a:pt x="34543" y="187833"/>
                </a:lnTo>
                <a:lnTo>
                  <a:pt x="35948" y="155449"/>
                </a:lnTo>
                <a:lnTo>
                  <a:pt x="47188" y="99304"/>
                </a:lnTo>
                <a:lnTo>
                  <a:pt x="69786" y="55016"/>
                </a:lnTo>
                <a:lnTo>
                  <a:pt x="104457" y="24969"/>
                </a:lnTo>
                <a:lnTo>
                  <a:pt x="126365" y="15494"/>
                </a:lnTo>
                <a:lnTo>
                  <a:pt x="1209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77692" y="1633092"/>
            <a:ext cx="342900" cy="28575"/>
          </a:xfrm>
          <a:custGeom>
            <a:avLst/>
            <a:gdLst/>
            <a:ahLst/>
            <a:cxnLst/>
            <a:rect l="l" t="t" r="r" b="b"/>
            <a:pathLst>
              <a:path w="342900" h="28575">
                <a:moveTo>
                  <a:pt x="342900" y="0"/>
                </a:moveTo>
                <a:lnTo>
                  <a:pt x="0" y="0"/>
                </a:lnTo>
                <a:lnTo>
                  <a:pt x="0" y="28575"/>
                </a:lnTo>
                <a:lnTo>
                  <a:pt x="342900" y="28575"/>
                </a:lnTo>
                <a:lnTo>
                  <a:pt x="3429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68929" y="1665287"/>
            <a:ext cx="368935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spc="40" dirty="0">
                <a:latin typeface="Cambria Math"/>
                <a:cs typeface="Cambria Math"/>
              </a:rPr>
              <a:t>14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40403" y="1459864"/>
            <a:ext cx="789940" cy="379730"/>
          </a:xfrm>
          <a:custGeom>
            <a:avLst/>
            <a:gdLst/>
            <a:ahLst/>
            <a:cxnLst/>
            <a:rect l="l" t="t" r="r" b="b"/>
            <a:pathLst>
              <a:path w="789939" h="379730">
                <a:moveTo>
                  <a:pt x="668909" y="0"/>
                </a:moveTo>
                <a:lnTo>
                  <a:pt x="663575" y="15494"/>
                </a:lnTo>
                <a:lnTo>
                  <a:pt x="685553" y="24969"/>
                </a:lnTo>
                <a:lnTo>
                  <a:pt x="704437" y="38147"/>
                </a:lnTo>
                <a:lnTo>
                  <a:pt x="732917" y="75564"/>
                </a:lnTo>
                <a:lnTo>
                  <a:pt x="749776" y="125936"/>
                </a:lnTo>
                <a:lnTo>
                  <a:pt x="753937" y="155076"/>
                </a:lnTo>
                <a:lnTo>
                  <a:pt x="753991" y="155449"/>
                </a:lnTo>
                <a:lnTo>
                  <a:pt x="753991" y="221265"/>
                </a:lnTo>
                <a:lnTo>
                  <a:pt x="742751" y="278987"/>
                </a:lnTo>
                <a:lnTo>
                  <a:pt x="720127" y="324066"/>
                </a:lnTo>
                <a:lnTo>
                  <a:pt x="685786" y="354407"/>
                </a:lnTo>
                <a:lnTo>
                  <a:pt x="664210" y="363982"/>
                </a:lnTo>
                <a:lnTo>
                  <a:pt x="668909" y="379349"/>
                </a:lnTo>
                <a:lnTo>
                  <a:pt x="720709" y="355155"/>
                </a:lnTo>
                <a:lnTo>
                  <a:pt x="758698" y="313055"/>
                </a:lnTo>
                <a:lnTo>
                  <a:pt x="782129" y="256841"/>
                </a:lnTo>
                <a:lnTo>
                  <a:pt x="789940" y="189864"/>
                </a:lnTo>
                <a:lnTo>
                  <a:pt x="788008" y="155449"/>
                </a:lnTo>
                <a:lnTo>
                  <a:pt x="787987" y="155076"/>
                </a:lnTo>
                <a:lnTo>
                  <a:pt x="772366" y="93406"/>
                </a:lnTo>
                <a:lnTo>
                  <a:pt x="741310" y="43237"/>
                </a:lnTo>
                <a:lnTo>
                  <a:pt x="696440" y="9951"/>
                </a:lnTo>
                <a:lnTo>
                  <a:pt x="668909" y="0"/>
                </a:lnTo>
                <a:close/>
              </a:path>
              <a:path w="789939" h="379730">
                <a:moveTo>
                  <a:pt x="121031" y="0"/>
                </a:moveTo>
                <a:lnTo>
                  <a:pt x="69373" y="24368"/>
                </a:lnTo>
                <a:lnTo>
                  <a:pt x="31242" y="66548"/>
                </a:lnTo>
                <a:lnTo>
                  <a:pt x="7810" y="122920"/>
                </a:lnTo>
                <a:lnTo>
                  <a:pt x="114" y="187833"/>
                </a:lnTo>
                <a:lnTo>
                  <a:pt x="0" y="189864"/>
                </a:lnTo>
                <a:lnTo>
                  <a:pt x="7810" y="256841"/>
                </a:lnTo>
                <a:lnTo>
                  <a:pt x="31242" y="313055"/>
                </a:lnTo>
                <a:lnTo>
                  <a:pt x="69230" y="355155"/>
                </a:lnTo>
                <a:lnTo>
                  <a:pt x="121031" y="379349"/>
                </a:lnTo>
                <a:lnTo>
                  <a:pt x="125730" y="363982"/>
                </a:lnTo>
                <a:lnTo>
                  <a:pt x="104155" y="354407"/>
                </a:lnTo>
                <a:lnTo>
                  <a:pt x="85534" y="341106"/>
                </a:lnTo>
                <a:lnTo>
                  <a:pt x="57150" y="303275"/>
                </a:lnTo>
                <a:lnTo>
                  <a:pt x="40179" y="251650"/>
                </a:lnTo>
                <a:lnTo>
                  <a:pt x="34629" y="189864"/>
                </a:lnTo>
                <a:lnTo>
                  <a:pt x="34544" y="187833"/>
                </a:lnTo>
                <a:lnTo>
                  <a:pt x="35950" y="155449"/>
                </a:lnTo>
                <a:lnTo>
                  <a:pt x="47242" y="99304"/>
                </a:lnTo>
                <a:lnTo>
                  <a:pt x="69911" y="55016"/>
                </a:lnTo>
                <a:lnTo>
                  <a:pt x="104530" y="24969"/>
                </a:lnTo>
                <a:lnTo>
                  <a:pt x="126365" y="15494"/>
                </a:lnTo>
                <a:lnTo>
                  <a:pt x="1210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1812" y="1345945"/>
            <a:ext cx="548767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77850" indent="-52705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577850" algn="l"/>
                <a:tab pos="1933575" algn="l"/>
                <a:tab pos="4149725" algn="l"/>
              </a:tabLst>
            </a:pP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80" dirty="0">
                <a:latin typeface="Cambria Math"/>
                <a:cs typeface="Cambria Math"/>
              </a:rPr>
              <a:t> </a:t>
            </a:r>
            <a:r>
              <a:rPr sz="3200" spc="-25" dirty="0">
                <a:latin typeface="Cambria Math"/>
                <a:cs typeface="Cambria Math"/>
              </a:rPr>
              <a:t>𝑌𝑒𝑠</a:t>
            </a:r>
            <a:r>
              <a:rPr sz="3200" dirty="0">
                <a:latin typeface="Cambria Math"/>
                <a:cs typeface="Cambria Math"/>
              </a:rPr>
              <a:t>	=</a:t>
            </a:r>
            <a:r>
              <a:rPr sz="3200" spc="80" dirty="0">
                <a:latin typeface="Cambria Math"/>
                <a:cs typeface="Cambria Math"/>
              </a:rPr>
              <a:t>  </a:t>
            </a:r>
            <a:r>
              <a:rPr sz="3450" baseline="45893" dirty="0">
                <a:latin typeface="Cambria Math"/>
                <a:cs typeface="Cambria Math"/>
              </a:rPr>
              <a:t>9</a:t>
            </a:r>
            <a:r>
              <a:rPr sz="3450" spc="179" baseline="45893" dirty="0">
                <a:latin typeface="Cambria Math"/>
                <a:cs typeface="Cambria Math"/>
              </a:rPr>
              <a:t>  </a:t>
            </a:r>
            <a:r>
              <a:rPr sz="3200" spc="-10" dirty="0">
                <a:latin typeface="Cambria Math"/>
                <a:cs typeface="Cambria Math"/>
              </a:rPr>
              <a:t>,</a:t>
            </a:r>
            <a:r>
              <a:rPr sz="3200" spc="-165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𝑃</a:t>
            </a:r>
            <a:r>
              <a:rPr sz="3200" spc="685" dirty="0">
                <a:latin typeface="Cambria Math"/>
                <a:cs typeface="Cambria Math"/>
              </a:rPr>
              <a:t> </a:t>
            </a:r>
            <a:r>
              <a:rPr sz="3200" spc="-25" dirty="0">
                <a:latin typeface="Cambria Math"/>
                <a:cs typeface="Cambria Math"/>
              </a:rPr>
              <a:t>𝑁𝑜</a:t>
            </a:r>
            <a:r>
              <a:rPr sz="3200" dirty="0">
                <a:latin typeface="Cambria Math"/>
                <a:cs typeface="Cambria Math"/>
              </a:rPr>
              <a:t>	=</a:t>
            </a:r>
            <a:r>
              <a:rPr sz="3200" spc="180" dirty="0">
                <a:latin typeface="Cambria Math"/>
                <a:cs typeface="Cambria Math"/>
              </a:rPr>
              <a:t> </a:t>
            </a:r>
            <a:r>
              <a:rPr sz="3200" spc="-20" dirty="0">
                <a:latin typeface="Cambria Math"/>
                <a:cs typeface="Cambria Math"/>
              </a:rPr>
              <a:t>5/14</a:t>
            </a:r>
            <a:endParaRPr sz="32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052" y="2320607"/>
            <a:ext cx="7800975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865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Today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(Sunny,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Hot,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Normal,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False)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ts val="2865"/>
              </a:lnSpc>
            </a:pPr>
            <a:r>
              <a:rPr sz="2400" dirty="0">
                <a:latin typeface="Times New Roman"/>
                <a:cs typeface="Times New Roman"/>
              </a:rPr>
              <a:t>Let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Today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Sunny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  <a:r>
              <a:rPr sz="2550" baseline="-16339" dirty="0">
                <a:latin typeface="Cambria Math"/>
                <a:cs typeface="Cambria Math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  <a:r>
              <a:rPr sz="2550" baseline="-16339" dirty="0">
                <a:latin typeface="Cambria Math"/>
                <a:cs typeface="Cambria Math"/>
              </a:rPr>
              <a:t>2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Normal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  <a:r>
              <a:rPr sz="2550" baseline="-16339" dirty="0">
                <a:latin typeface="Cambria Math"/>
                <a:cs typeface="Cambria Math"/>
              </a:rPr>
              <a:t>3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dirty="0">
                <a:latin typeface="Times New Roman"/>
                <a:cs typeface="Times New Roman"/>
              </a:rPr>
              <a:t>False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50" dirty="0">
                <a:latin typeface="Cambria Math"/>
                <a:cs typeface="Cambria Math"/>
              </a:rPr>
              <a:t>  </a:t>
            </a:r>
            <a:r>
              <a:rPr sz="2400" spc="-25" dirty="0">
                <a:latin typeface="Cambria Math"/>
                <a:cs typeface="Cambria Math"/>
              </a:rPr>
              <a:t>𝑋</a:t>
            </a:r>
            <a:r>
              <a:rPr sz="2550" spc="-37" baseline="-16339" dirty="0">
                <a:latin typeface="Cambria Math"/>
                <a:cs typeface="Cambria Math"/>
              </a:rPr>
              <a:t>4</a:t>
            </a:r>
            <a:endParaRPr sz="2550" baseline="-16339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83180" y="3815841"/>
            <a:ext cx="1733550" cy="19050"/>
          </a:xfrm>
          <a:custGeom>
            <a:avLst/>
            <a:gdLst/>
            <a:ahLst/>
            <a:cxnLst/>
            <a:rect l="l" t="t" r="r" b="b"/>
            <a:pathLst>
              <a:path w="1733550" h="19050">
                <a:moveTo>
                  <a:pt x="1733549" y="0"/>
                </a:moveTo>
                <a:lnTo>
                  <a:pt x="0" y="0"/>
                </a:lnTo>
                <a:lnTo>
                  <a:pt x="0" y="19049"/>
                </a:lnTo>
                <a:lnTo>
                  <a:pt x="1733549" y="19049"/>
                </a:lnTo>
                <a:lnTo>
                  <a:pt x="17335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2480" y="3815841"/>
            <a:ext cx="2743200" cy="19050"/>
          </a:xfrm>
          <a:custGeom>
            <a:avLst/>
            <a:gdLst/>
            <a:ahLst/>
            <a:cxnLst/>
            <a:rect l="l" t="t" r="r" b="b"/>
            <a:pathLst>
              <a:path w="2743200" h="19050">
                <a:moveTo>
                  <a:pt x="2743200" y="0"/>
                </a:moveTo>
                <a:lnTo>
                  <a:pt x="0" y="0"/>
                </a:lnTo>
                <a:lnTo>
                  <a:pt x="0" y="19049"/>
                </a:lnTo>
                <a:lnTo>
                  <a:pt x="2743200" y="19049"/>
                </a:lnTo>
                <a:lnTo>
                  <a:pt x="2743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1352" y="3505517"/>
            <a:ext cx="6553834" cy="621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60450" algn="ctr">
              <a:lnSpc>
                <a:spcPts val="1375"/>
              </a:lnSpc>
              <a:spcBef>
                <a:spcPts val="125"/>
              </a:spcBef>
              <a:tabLst>
                <a:tab pos="3080385" algn="l"/>
              </a:tabLst>
            </a:pPr>
            <a:r>
              <a:rPr sz="1700" spc="70" dirty="0">
                <a:latin typeface="Cambria Math"/>
                <a:cs typeface="Cambria Math"/>
              </a:rPr>
              <a:t>𝑃(𝑋/𝑌𝑒𝑠)</a:t>
            </a:r>
            <a:r>
              <a:rPr sz="1700" spc="45" dirty="0">
                <a:latin typeface="Cambria Math"/>
                <a:cs typeface="Cambria Math"/>
              </a:rPr>
              <a:t> </a:t>
            </a:r>
            <a:r>
              <a:rPr sz="1700" spc="60" dirty="0">
                <a:latin typeface="Cambria Math"/>
                <a:cs typeface="Cambria Math"/>
              </a:rPr>
              <a:t>𝑃(𝑌𝑒𝑠)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55" dirty="0">
                <a:latin typeface="Cambria Math"/>
                <a:cs typeface="Cambria Math"/>
              </a:rPr>
              <a:t>𝑃(𝑋</a:t>
            </a:r>
            <a:r>
              <a:rPr sz="2100" spc="82" baseline="-13888" dirty="0">
                <a:latin typeface="Cambria Math"/>
                <a:cs typeface="Cambria Math"/>
              </a:rPr>
              <a:t>1</a:t>
            </a:r>
            <a:r>
              <a:rPr sz="1700" spc="55" dirty="0">
                <a:latin typeface="Cambria Math"/>
                <a:cs typeface="Cambria Math"/>
              </a:rPr>
              <a:t>,𝑋</a:t>
            </a:r>
            <a:r>
              <a:rPr sz="2100" spc="82" baseline="-13888" dirty="0">
                <a:latin typeface="Cambria Math"/>
                <a:cs typeface="Cambria Math"/>
              </a:rPr>
              <a:t>2</a:t>
            </a:r>
            <a:r>
              <a:rPr sz="1700" spc="55" dirty="0">
                <a:latin typeface="Cambria Math"/>
                <a:cs typeface="Cambria Math"/>
              </a:rPr>
              <a:t>,𝑋</a:t>
            </a:r>
            <a:r>
              <a:rPr sz="2100" spc="82" baseline="-13888" dirty="0">
                <a:latin typeface="Cambria Math"/>
                <a:cs typeface="Cambria Math"/>
              </a:rPr>
              <a:t>3</a:t>
            </a:r>
            <a:r>
              <a:rPr sz="1700" spc="55" dirty="0">
                <a:latin typeface="Cambria Math"/>
                <a:cs typeface="Cambria Math"/>
              </a:rPr>
              <a:t>,𝑋</a:t>
            </a:r>
            <a:r>
              <a:rPr sz="2100" spc="82" baseline="-13888" dirty="0">
                <a:latin typeface="Cambria Math"/>
                <a:cs typeface="Cambria Math"/>
              </a:rPr>
              <a:t>4</a:t>
            </a:r>
            <a:r>
              <a:rPr sz="1700" spc="55" dirty="0">
                <a:latin typeface="Cambria Math"/>
                <a:cs typeface="Cambria Math"/>
              </a:rPr>
              <a:t>/𝑌𝑒𝑠)</a:t>
            </a:r>
            <a:r>
              <a:rPr sz="1700" spc="105" dirty="0">
                <a:latin typeface="Cambria Math"/>
                <a:cs typeface="Cambria Math"/>
              </a:rPr>
              <a:t> </a:t>
            </a:r>
            <a:r>
              <a:rPr sz="1700" spc="60" dirty="0">
                <a:latin typeface="Cambria Math"/>
                <a:cs typeface="Cambria Math"/>
              </a:rPr>
              <a:t>𝑃(𝑌𝑒𝑠)</a:t>
            </a:r>
            <a:endParaRPr sz="1700">
              <a:latin typeface="Cambria Math"/>
              <a:cs typeface="Cambria Math"/>
            </a:endParaRPr>
          </a:p>
          <a:p>
            <a:pPr marL="50800">
              <a:lnSpc>
                <a:spcPts val="1730"/>
              </a:lnSpc>
              <a:tabLst>
                <a:tab pos="3224530" algn="l"/>
                <a:tab pos="6274435" algn="l"/>
              </a:tabLst>
            </a:pPr>
            <a:r>
              <a:rPr sz="2400" spc="-20" dirty="0">
                <a:latin typeface="Calibri"/>
                <a:cs typeface="Calibri"/>
              </a:rPr>
              <a:t>P(Yes/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X)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=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  <a:p>
            <a:pPr marL="1060450" algn="ctr">
              <a:lnSpc>
                <a:spcPts val="1555"/>
              </a:lnSpc>
              <a:tabLst>
                <a:tab pos="3080385" algn="l"/>
              </a:tabLst>
            </a:pPr>
            <a:r>
              <a:rPr sz="1700" spc="50" dirty="0">
                <a:latin typeface="Cambria Math"/>
                <a:cs typeface="Cambria Math"/>
              </a:rPr>
              <a:t>𝑃(𝑋)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45" dirty="0">
                <a:latin typeface="Cambria Math"/>
                <a:cs typeface="Cambria Math"/>
              </a:rPr>
              <a:t>𝑃(𝑋</a:t>
            </a:r>
            <a:r>
              <a:rPr sz="2100" spc="67" baseline="-13888" dirty="0">
                <a:latin typeface="Cambria Math"/>
                <a:cs typeface="Cambria Math"/>
              </a:rPr>
              <a:t>1</a:t>
            </a:r>
            <a:r>
              <a:rPr sz="1700" spc="45" dirty="0">
                <a:latin typeface="Cambria Math"/>
                <a:cs typeface="Cambria Math"/>
              </a:rPr>
              <a:t>,𝑋</a:t>
            </a:r>
            <a:r>
              <a:rPr sz="2100" spc="67" baseline="-13888" dirty="0">
                <a:latin typeface="Cambria Math"/>
                <a:cs typeface="Cambria Math"/>
              </a:rPr>
              <a:t>2</a:t>
            </a:r>
            <a:r>
              <a:rPr sz="1700" spc="45" dirty="0">
                <a:latin typeface="Cambria Math"/>
                <a:cs typeface="Cambria Math"/>
              </a:rPr>
              <a:t>,𝑋</a:t>
            </a:r>
            <a:r>
              <a:rPr sz="2100" spc="67" baseline="-13888" dirty="0">
                <a:latin typeface="Cambria Math"/>
                <a:cs typeface="Cambria Math"/>
              </a:rPr>
              <a:t>3</a:t>
            </a:r>
            <a:r>
              <a:rPr sz="1700" spc="45" dirty="0">
                <a:latin typeface="Cambria Math"/>
                <a:cs typeface="Cambria Math"/>
              </a:rPr>
              <a:t>,𝑋</a:t>
            </a:r>
            <a:r>
              <a:rPr sz="2100" spc="67" baseline="-13888" dirty="0">
                <a:latin typeface="Cambria Math"/>
                <a:cs typeface="Cambria Math"/>
              </a:rPr>
              <a:t>4</a:t>
            </a:r>
            <a:r>
              <a:rPr sz="1700" spc="45" dirty="0">
                <a:latin typeface="Cambria Math"/>
                <a:cs typeface="Cambria Math"/>
              </a:rPr>
              <a:t>)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26681" y="3815841"/>
            <a:ext cx="3505200" cy="19050"/>
          </a:xfrm>
          <a:custGeom>
            <a:avLst/>
            <a:gdLst/>
            <a:ahLst/>
            <a:cxnLst/>
            <a:rect l="l" t="t" r="r" b="b"/>
            <a:pathLst>
              <a:path w="3505200" h="19050">
                <a:moveTo>
                  <a:pt x="3505200" y="0"/>
                </a:moveTo>
                <a:lnTo>
                  <a:pt x="0" y="0"/>
                </a:lnTo>
                <a:lnTo>
                  <a:pt x="0" y="19049"/>
                </a:lnTo>
                <a:lnTo>
                  <a:pt x="3505200" y="19049"/>
                </a:lnTo>
                <a:lnTo>
                  <a:pt x="3505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218933" y="3417189"/>
            <a:ext cx="16764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10" dirty="0">
                <a:latin typeface="Cambria Math"/>
                <a:cs typeface="Cambria Math"/>
              </a:rPr>
              <a:t>𝑃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94702" y="3400551"/>
            <a:ext cx="499745" cy="361950"/>
          </a:xfrm>
          <a:custGeom>
            <a:avLst/>
            <a:gdLst/>
            <a:ahLst/>
            <a:cxnLst/>
            <a:rect l="l" t="t" r="r" b="b"/>
            <a:pathLst>
              <a:path w="499745" h="361950">
                <a:moveTo>
                  <a:pt x="81407" y="8636"/>
                </a:moveTo>
                <a:lnTo>
                  <a:pt x="45859" y="25831"/>
                </a:lnTo>
                <a:lnTo>
                  <a:pt x="21082" y="66802"/>
                </a:lnTo>
                <a:lnTo>
                  <a:pt x="5245" y="119557"/>
                </a:lnTo>
                <a:lnTo>
                  <a:pt x="0" y="180606"/>
                </a:lnTo>
                <a:lnTo>
                  <a:pt x="1270" y="211112"/>
                </a:lnTo>
                <a:lnTo>
                  <a:pt x="1308" y="212064"/>
                </a:lnTo>
                <a:lnTo>
                  <a:pt x="11836" y="268935"/>
                </a:lnTo>
                <a:lnTo>
                  <a:pt x="32550" y="316992"/>
                </a:lnTo>
                <a:lnTo>
                  <a:pt x="60985" y="350494"/>
                </a:lnTo>
                <a:lnTo>
                  <a:pt x="77978" y="361442"/>
                </a:lnTo>
                <a:lnTo>
                  <a:pt x="81407" y="352806"/>
                </a:lnTo>
                <a:lnTo>
                  <a:pt x="67805" y="341884"/>
                </a:lnTo>
                <a:lnTo>
                  <a:pt x="55791" y="327583"/>
                </a:lnTo>
                <a:lnTo>
                  <a:pt x="36576" y="288925"/>
                </a:lnTo>
                <a:lnTo>
                  <a:pt x="24396" y="239229"/>
                </a:lnTo>
                <a:lnTo>
                  <a:pt x="20320" y="180848"/>
                </a:lnTo>
                <a:lnTo>
                  <a:pt x="21336" y="150114"/>
                </a:lnTo>
                <a:lnTo>
                  <a:pt x="29527" y="95732"/>
                </a:lnTo>
                <a:lnTo>
                  <a:pt x="45631" y="51320"/>
                </a:lnTo>
                <a:lnTo>
                  <a:pt x="67970" y="19596"/>
                </a:lnTo>
                <a:lnTo>
                  <a:pt x="81407" y="8636"/>
                </a:lnTo>
                <a:close/>
              </a:path>
              <a:path w="499745" h="361950">
                <a:moveTo>
                  <a:pt x="413004" y="177165"/>
                </a:moveTo>
                <a:lnTo>
                  <a:pt x="89154" y="177165"/>
                </a:lnTo>
                <a:lnTo>
                  <a:pt x="89154" y="196215"/>
                </a:lnTo>
                <a:lnTo>
                  <a:pt x="413004" y="196215"/>
                </a:lnTo>
                <a:lnTo>
                  <a:pt x="413004" y="177165"/>
                </a:lnTo>
                <a:close/>
              </a:path>
              <a:path w="499745" h="361950">
                <a:moveTo>
                  <a:pt x="499491" y="180606"/>
                </a:moveTo>
                <a:lnTo>
                  <a:pt x="498195" y="150114"/>
                </a:lnTo>
                <a:lnTo>
                  <a:pt x="498157" y="149047"/>
                </a:lnTo>
                <a:lnTo>
                  <a:pt x="494169" y="119557"/>
                </a:lnTo>
                <a:lnTo>
                  <a:pt x="478282" y="66802"/>
                </a:lnTo>
                <a:lnTo>
                  <a:pt x="453542" y="25831"/>
                </a:lnTo>
                <a:lnTo>
                  <a:pt x="421386" y="0"/>
                </a:lnTo>
                <a:lnTo>
                  <a:pt x="417957" y="8636"/>
                </a:lnTo>
                <a:lnTo>
                  <a:pt x="431406" y="19596"/>
                </a:lnTo>
                <a:lnTo>
                  <a:pt x="443357" y="33820"/>
                </a:lnTo>
                <a:lnTo>
                  <a:pt x="462661" y="72136"/>
                </a:lnTo>
                <a:lnTo>
                  <a:pt x="474941" y="121729"/>
                </a:lnTo>
                <a:lnTo>
                  <a:pt x="479031" y="180606"/>
                </a:lnTo>
                <a:lnTo>
                  <a:pt x="479044" y="180848"/>
                </a:lnTo>
                <a:lnTo>
                  <a:pt x="474954" y="239229"/>
                </a:lnTo>
                <a:lnTo>
                  <a:pt x="462788" y="288925"/>
                </a:lnTo>
                <a:lnTo>
                  <a:pt x="443458" y="327583"/>
                </a:lnTo>
                <a:lnTo>
                  <a:pt x="417957" y="352806"/>
                </a:lnTo>
                <a:lnTo>
                  <a:pt x="421386" y="361442"/>
                </a:lnTo>
                <a:lnTo>
                  <a:pt x="453542" y="335686"/>
                </a:lnTo>
                <a:lnTo>
                  <a:pt x="478282" y="294386"/>
                </a:lnTo>
                <a:lnTo>
                  <a:pt x="494169" y="241490"/>
                </a:lnTo>
                <a:lnTo>
                  <a:pt x="499478" y="180848"/>
                </a:lnTo>
                <a:lnTo>
                  <a:pt x="499491" y="1806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083169" y="3400551"/>
            <a:ext cx="499745" cy="361950"/>
          </a:xfrm>
          <a:custGeom>
            <a:avLst/>
            <a:gdLst/>
            <a:ahLst/>
            <a:cxnLst/>
            <a:rect l="l" t="t" r="r" b="b"/>
            <a:pathLst>
              <a:path w="499745" h="361950">
                <a:moveTo>
                  <a:pt x="81534" y="8636"/>
                </a:moveTo>
                <a:lnTo>
                  <a:pt x="45910" y="25831"/>
                </a:lnTo>
                <a:lnTo>
                  <a:pt x="21082" y="66802"/>
                </a:lnTo>
                <a:lnTo>
                  <a:pt x="5295" y="119557"/>
                </a:lnTo>
                <a:lnTo>
                  <a:pt x="0" y="180606"/>
                </a:lnTo>
                <a:lnTo>
                  <a:pt x="1282" y="211112"/>
                </a:lnTo>
                <a:lnTo>
                  <a:pt x="1320" y="212064"/>
                </a:lnTo>
                <a:lnTo>
                  <a:pt x="11887" y="268935"/>
                </a:lnTo>
                <a:lnTo>
                  <a:pt x="32575" y="316992"/>
                </a:lnTo>
                <a:lnTo>
                  <a:pt x="61048" y="350494"/>
                </a:lnTo>
                <a:lnTo>
                  <a:pt x="77978" y="361442"/>
                </a:lnTo>
                <a:lnTo>
                  <a:pt x="81534" y="352806"/>
                </a:lnTo>
                <a:lnTo>
                  <a:pt x="67932" y="341884"/>
                </a:lnTo>
                <a:lnTo>
                  <a:pt x="55905" y="327583"/>
                </a:lnTo>
                <a:lnTo>
                  <a:pt x="36576" y="288925"/>
                </a:lnTo>
                <a:lnTo>
                  <a:pt x="24460" y="239229"/>
                </a:lnTo>
                <a:lnTo>
                  <a:pt x="20447" y="180848"/>
                </a:lnTo>
                <a:lnTo>
                  <a:pt x="21463" y="150114"/>
                </a:lnTo>
                <a:lnTo>
                  <a:pt x="29603" y="95732"/>
                </a:lnTo>
                <a:lnTo>
                  <a:pt x="45643" y="51320"/>
                </a:lnTo>
                <a:lnTo>
                  <a:pt x="68072" y="19596"/>
                </a:lnTo>
                <a:lnTo>
                  <a:pt x="81534" y="8636"/>
                </a:lnTo>
                <a:close/>
              </a:path>
              <a:path w="499745" h="361950">
                <a:moveTo>
                  <a:pt x="410337" y="177165"/>
                </a:moveTo>
                <a:lnTo>
                  <a:pt x="86487" y="177165"/>
                </a:lnTo>
                <a:lnTo>
                  <a:pt x="86487" y="196215"/>
                </a:lnTo>
                <a:lnTo>
                  <a:pt x="410337" y="196215"/>
                </a:lnTo>
                <a:lnTo>
                  <a:pt x="410337" y="177165"/>
                </a:lnTo>
                <a:close/>
              </a:path>
              <a:path w="499745" h="361950">
                <a:moveTo>
                  <a:pt x="499491" y="180606"/>
                </a:moveTo>
                <a:lnTo>
                  <a:pt x="494233" y="119557"/>
                </a:lnTo>
                <a:lnTo>
                  <a:pt x="478409" y="66802"/>
                </a:lnTo>
                <a:lnTo>
                  <a:pt x="453605" y="25831"/>
                </a:lnTo>
                <a:lnTo>
                  <a:pt x="421386" y="0"/>
                </a:lnTo>
                <a:lnTo>
                  <a:pt x="417957" y="8636"/>
                </a:lnTo>
                <a:lnTo>
                  <a:pt x="431457" y="19596"/>
                </a:lnTo>
                <a:lnTo>
                  <a:pt x="443420" y="33820"/>
                </a:lnTo>
                <a:lnTo>
                  <a:pt x="462788" y="72136"/>
                </a:lnTo>
                <a:lnTo>
                  <a:pt x="475005" y="121729"/>
                </a:lnTo>
                <a:lnTo>
                  <a:pt x="477913" y="149047"/>
                </a:lnTo>
                <a:lnTo>
                  <a:pt x="478028" y="150114"/>
                </a:lnTo>
                <a:lnTo>
                  <a:pt x="479031" y="180606"/>
                </a:lnTo>
                <a:lnTo>
                  <a:pt x="479044" y="180848"/>
                </a:lnTo>
                <a:lnTo>
                  <a:pt x="478040" y="211112"/>
                </a:lnTo>
                <a:lnTo>
                  <a:pt x="469988" y="265163"/>
                </a:lnTo>
                <a:lnTo>
                  <a:pt x="454025" y="309930"/>
                </a:lnTo>
                <a:lnTo>
                  <a:pt x="431546" y="341884"/>
                </a:lnTo>
                <a:lnTo>
                  <a:pt x="417957" y="352806"/>
                </a:lnTo>
                <a:lnTo>
                  <a:pt x="421386" y="361442"/>
                </a:lnTo>
                <a:lnTo>
                  <a:pt x="453605" y="335686"/>
                </a:lnTo>
                <a:lnTo>
                  <a:pt x="478409" y="294386"/>
                </a:lnTo>
                <a:lnTo>
                  <a:pt x="494233" y="241490"/>
                </a:lnTo>
                <a:lnTo>
                  <a:pt x="499478" y="180848"/>
                </a:lnTo>
                <a:lnTo>
                  <a:pt x="499491" y="1806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470140" y="3324542"/>
            <a:ext cx="104203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739140" algn="l"/>
              </a:tabLst>
            </a:pPr>
            <a:r>
              <a:rPr sz="1400" spc="120" dirty="0">
                <a:latin typeface="Cambria Math"/>
                <a:cs typeface="Cambria Math"/>
              </a:rPr>
              <a:t>𝑋</a:t>
            </a:r>
            <a:r>
              <a:rPr sz="2100" spc="179" baseline="-13888" dirty="0">
                <a:latin typeface="Cambria Math"/>
                <a:cs typeface="Cambria Math"/>
              </a:rPr>
              <a:t>1</a:t>
            </a:r>
            <a:r>
              <a:rPr sz="2100" baseline="-13888" dirty="0">
                <a:latin typeface="Cambria Math"/>
                <a:cs typeface="Cambria Math"/>
              </a:rPr>
              <a:t>	</a:t>
            </a:r>
            <a:r>
              <a:rPr sz="1400" spc="110" dirty="0">
                <a:latin typeface="Cambria Math"/>
                <a:cs typeface="Cambria Math"/>
              </a:rPr>
              <a:t>𝑋</a:t>
            </a:r>
            <a:r>
              <a:rPr sz="2100" spc="165" baseline="-13888" dirty="0">
                <a:latin typeface="Cambria Math"/>
                <a:cs typeface="Cambria Math"/>
              </a:rPr>
              <a:t>2</a:t>
            </a:r>
            <a:endParaRPr sz="2100" baseline="-13888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771763" y="3400551"/>
            <a:ext cx="499745" cy="361950"/>
          </a:xfrm>
          <a:custGeom>
            <a:avLst/>
            <a:gdLst/>
            <a:ahLst/>
            <a:cxnLst/>
            <a:rect l="l" t="t" r="r" b="b"/>
            <a:pathLst>
              <a:path w="499745" h="361950">
                <a:moveTo>
                  <a:pt x="81407" y="8636"/>
                </a:moveTo>
                <a:lnTo>
                  <a:pt x="45859" y="25831"/>
                </a:lnTo>
                <a:lnTo>
                  <a:pt x="21082" y="66802"/>
                </a:lnTo>
                <a:lnTo>
                  <a:pt x="5245" y="119557"/>
                </a:lnTo>
                <a:lnTo>
                  <a:pt x="0" y="180606"/>
                </a:lnTo>
                <a:lnTo>
                  <a:pt x="1270" y="211112"/>
                </a:lnTo>
                <a:lnTo>
                  <a:pt x="1308" y="212064"/>
                </a:lnTo>
                <a:lnTo>
                  <a:pt x="11836" y="268935"/>
                </a:lnTo>
                <a:lnTo>
                  <a:pt x="32550" y="316992"/>
                </a:lnTo>
                <a:lnTo>
                  <a:pt x="60985" y="350494"/>
                </a:lnTo>
                <a:lnTo>
                  <a:pt x="77978" y="361442"/>
                </a:lnTo>
                <a:lnTo>
                  <a:pt x="81407" y="352806"/>
                </a:lnTo>
                <a:lnTo>
                  <a:pt x="67805" y="341884"/>
                </a:lnTo>
                <a:lnTo>
                  <a:pt x="55791" y="327583"/>
                </a:lnTo>
                <a:lnTo>
                  <a:pt x="36576" y="288925"/>
                </a:lnTo>
                <a:lnTo>
                  <a:pt x="24396" y="239229"/>
                </a:lnTo>
                <a:lnTo>
                  <a:pt x="20320" y="180848"/>
                </a:lnTo>
                <a:lnTo>
                  <a:pt x="21336" y="150114"/>
                </a:lnTo>
                <a:lnTo>
                  <a:pt x="29527" y="95732"/>
                </a:lnTo>
                <a:lnTo>
                  <a:pt x="45631" y="51320"/>
                </a:lnTo>
                <a:lnTo>
                  <a:pt x="67970" y="19596"/>
                </a:lnTo>
                <a:lnTo>
                  <a:pt x="81407" y="8636"/>
                </a:lnTo>
                <a:close/>
              </a:path>
              <a:path w="499745" h="361950">
                <a:moveTo>
                  <a:pt x="417068" y="177165"/>
                </a:moveTo>
                <a:lnTo>
                  <a:pt x="93218" y="177165"/>
                </a:lnTo>
                <a:lnTo>
                  <a:pt x="93218" y="196215"/>
                </a:lnTo>
                <a:lnTo>
                  <a:pt x="417068" y="196215"/>
                </a:lnTo>
                <a:lnTo>
                  <a:pt x="417068" y="177165"/>
                </a:lnTo>
                <a:close/>
              </a:path>
              <a:path w="499745" h="361950">
                <a:moveTo>
                  <a:pt x="499491" y="180606"/>
                </a:moveTo>
                <a:lnTo>
                  <a:pt x="498195" y="150114"/>
                </a:lnTo>
                <a:lnTo>
                  <a:pt x="498157" y="149047"/>
                </a:lnTo>
                <a:lnTo>
                  <a:pt x="494169" y="119557"/>
                </a:lnTo>
                <a:lnTo>
                  <a:pt x="478282" y="66802"/>
                </a:lnTo>
                <a:lnTo>
                  <a:pt x="453542" y="25831"/>
                </a:lnTo>
                <a:lnTo>
                  <a:pt x="421386" y="0"/>
                </a:lnTo>
                <a:lnTo>
                  <a:pt x="417957" y="8636"/>
                </a:lnTo>
                <a:lnTo>
                  <a:pt x="431406" y="19596"/>
                </a:lnTo>
                <a:lnTo>
                  <a:pt x="443357" y="33820"/>
                </a:lnTo>
                <a:lnTo>
                  <a:pt x="462661" y="72136"/>
                </a:lnTo>
                <a:lnTo>
                  <a:pt x="474941" y="121729"/>
                </a:lnTo>
                <a:lnTo>
                  <a:pt x="479031" y="180606"/>
                </a:lnTo>
                <a:lnTo>
                  <a:pt x="479044" y="180848"/>
                </a:lnTo>
                <a:lnTo>
                  <a:pt x="474954" y="239229"/>
                </a:lnTo>
                <a:lnTo>
                  <a:pt x="462788" y="288925"/>
                </a:lnTo>
                <a:lnTo>
                  <a:pt x="443458" y="327583"/>
                </a:lnTo>
                <a:lnTo>
                  <a:pt x="417957" y="352806"/>
                </a:lnTo>
                <a:lnTo>
                  <a:pt x="421386" y="361442"/>
                </a:lnTo>
                <a:lnTo>
                  <a:pt x="453542" y="335686"/>
                </a:lnTo>
                <a:lnTo>
                  <a:pt x="478282" y="294386"/>
                </a:lnTo>
                <a:lnTo>
                  <a:pt x="494169" y="241490"/>
                </a:lnTo>
                <a:lnTo>
                  <a:pt x="499478" y="180848"/>
                </a:lnTo>
                <a:lnTo>
                  <a:pt x="499491" y="1806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908035" y="3417189"/>
            <a:ext cx="1545590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01675" algn="l"/>
                <a:tab pos="1390650" algn="l"/>
              </a:tabLst>
            </a:pPr>
            <a:r>
              <a:rPr sz="1700" spc="10" dirty="0">
                <a:latin typeface="Cambria Math"/>
                <a:cs typeface="Cambria Math"/>
              </a:rPr>
              <a:t>𝑃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10" dirty="0">
                <a:latin typeface="Cambria Math"/>
                <a:cs typeface="Cambria Math"/>
              </a:rPr>
              <a:t>𝑃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10" dirty="0">
                <a:latin typeface="Cambria Math"/>
                <a:cs typeface="Cambria Math"/>
              </a:rPr>
              <a:t>𝑃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60230" y="3400551"/>
            <a:ext cx="499745" cy="361950"/>
          </a:xfrm>
          <a:custGeom>
            <a:avLst/>
            <a:gdLst/>
            <a:ahLst/>
            <a:cxnLst/>
            <a:rect l="l" t="t" r="r" b="b"/>
            <a:pathLst>
              <a:path w="499745" h="361950">
                <a:moveTo>
                  <a:pt x="81534" y="8636"/>
                </a:moveTo>
                <a:lnTo>
                  <a:pt x="45910" y="25831"/>
                </a:lnTo>
                <a:lnTo>
                  <a:pt x="21082" y="66802"/>
                </a:lnTo>
                <a:lnTo>
                  <a:pt x="5295" y="119557"/>
                </a:lnTo>
                <a:lnTo>
                  <a:pt x="0" y="180606"/>
                </a:lnTo>
                <a:lnTo>
                  <a:pt x="1282" y="211112"/>
                </a:lnTo>
                <a:lnTo>
                  <a:pt x="1320" y="212064"/>
                </a:lnTo>
                <a:lnTo>
                  <a:pt x="11887" y="268935"/>
                </a:lnTo>
                <a:lnTo>
                  <a:pt x="32575" y="316992"/>
                </a:lnTo>
                <a:lnTo>
                  <a:pt x="61048" y="350494"/>
                </a:lnTo>
                <a:lnTo>
                  <a:pt x="77978" y="361442"/>
                </a:lnTo>
                <a:lnTo>
                  <a:pt x="81534" y="352806"/>
                </a:lnTo>
                <a:lnTo>
                  <a:pt x="67932" y="341884"/>
                </a:lnTo>
                <a:lnTo>
                  <a:pt x="55905" y="327583"/>
                </a:lnTo>
                <a:lnTo>
                  <a:pt x="36576" y="288925"/>
                </a:lnTo>
                <a:lnTo>
                  <a:pt x="24460" y="239229"/>
                </a:lnTo>
                <a:lnTo>
                  <a:pt x="20447" y="180848"/>
                </a:lnTo>
                <a:lnTo>
                  <a:pt x="21463" y="150114"/>
                </a:lnTo>
                <a:lnTo>
                  <a:pt x="29603" y="95732"/>
                </a:lnTo>
                <a:lnTo>
                  <a:pt x="45643" y="51320"/>
                </a:lnTo>
                <a:lnTo>
                  <a:pt x="68072" y="19596"/>
                </a:lnTo>
                <a:lnTo>
                  <a:pt x="81534" y="8636"/>
                </a:lnTo>
                <a:close/>
              </a:path>
              <a:path w="499745" h="361950">
                <a:moveTo>
                  <a:pt x="414401" y="177165"/>
                </a:moveTo>
                <a:lnTo>
                  <a:pt x="90551" y="177165"/>
                </a:lnTo>
                <a:lnTo>
                  <a:pt x="90551" y="196215"/>
                </a:lnTo>
                <a:lnTo>
                  <a:pt x="414401" y="196215"/>
                </a:lnTo>
                <a:lnTo>
                  <a:pt x="414401" y="177165"/>
                </a:lnTo>
                <a:close/>
              </a:path>
              <a:path w="499745" h="361950">
                <a:moveTo>
                  <a:pt x="499491" y="180606"/>
                </a:moveTo>
                <a:lnTo>
                  <a:pt x="494233" y="119557"/>
                </a:lnTo>
                <a:lnTo>
                  <a:pt x="478409" y="66802"/>
                </a:lnTo>
                <a:lnTo>
                  <a:pt x="453555" y="25831"/>
                </a:lnTo>
                <a:lnTo>
                  <a:pt x="421386" y="0"/>
                </a:lnTo>
                <a:lnTo>
                  <a:pt x="417957" y="8636"/>
                </a:lnTo>
                <a:lnTo>
                  <a:pt x="431457" y="19596"/>
                </a:lnTo>
                <a:lnTo>
                  <a:pt x="443407" y="33820"/>
                </a:lnTo>
                <a:lnTo>
                  <a:pt x="462788" y="72136"/>
                </a:lnTo>
                <a:lnTo>
                  <a:pt x="475005" y="121729"/>
                </a:lnTo>
                <a:lnTo>
                  <a:pt x="477913" y="149047"/>
                </a:lnTo>
                <a:lnTo>
                  <a:pt x="478028" y="150114"/>
                </a:lnTo>
                <a:lnTo>
                  <a:pt x="479031" y="180606"/>
                </a:lnTo>
                <a:lnTo>
                  <a:pt x="479044" y="180848"/>
                </a:lnTo>
                <a:lnTo>
                  <a:pt x="478040" y="211112"/>
                </a:lnTo>
                <a:lnTo>
                  <a:pt x="469988" y="265163"/>
                </a:lnTo>
                <a:lnTo>
                  <a:pt x="454025" y="309930"/>
                </a:lnTo>
                <a:lnTo>
                  <a:pt x="431546" y="341884"/>
                </a:lnTo>
                <a:lnTo>
                  <a:pt x="417957" y="352806"/>
                </a:lnTo>
                <a:lnTo>
                  <a:pt x="421386" y="361442"/>
                </a:lnTo>
                <a:lnTo>
                  <a:pt x="453555" y="335686"/>
                </a:lnTo>
                <a:lnTo>
                  <a:pt x="478409" y="294386"/>
                </a:lnTo>
                <a:lnTo>
                  <a:pt x="494233" y="241490"/>
                </a:lnTo>
                <a:lnTo>
                  <a:pt x="499478" y="180848"/>
                </a:lnTo>
                <a:lnTo>
                  <a:pt x="499491" y="1806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848343" y="3324542"/>
            <a:ext cx="104140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739140" algn="l"/>
              </a:tabLst>
            </a:pPr>
            <a:r>
              <a:rPr sz="1400" spc="120" dirty="0">
                <a:latin typeface="Cambria Math"/>
                <a:cs typeface="Cambria Math"/>
              </a:rPr>
              <a:t>𝑋</a:t>
            </a:r>
            <a:r>
              <a:rPr sz="2100" spc="179" baseline="-13888" dirty="0">
                <a:latin typeface="Cambria Math"/>
                <a:cs typeface="Cambria Math"/>
              </a:rPr>
              <a:t>3</a:t>
            </a:r>
            <a:r>
              <a:rPr sz="2100" baseline="-13888" dirty="0">
                <a:latin typeface="Cambria Math"/>
                <a:cs typeface="Cambria Math"/>
              </a:rPr>
              <a:t>	</a:t>
            </a:r>
            <a:r>
              <a:rPr sz="1400" spc="110" dirty="0">
                <a:latin typeface="Cambria Math"/>
                <a:cs typeface="Cambria Math"/>
              </a:rPr>
              <a:t>𝑋</a:t>
            </a:r>
            <a:r>
              <a:rPr sz="2100" spc="165" baseline="-13888" dirty="0">
                <a:latin typeface="Cambria Math"/>
                <a:cs typeface="Cambria Math"/>
              </a:rPr>
              <a:t>4</a:t>
            </a:r>
            <a:endParaRPr sz="2100" baseline="-13888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78141" y="3566731"/>
            <a:ext cx="241173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01040" algn="l"/>
                <a:tab pos="1390015" algn="l"/>
                <a:tab pos="2078989" algn="l"/>
              </a:tabLst>
            </a:pPr>
            <a:r>
              <a:rPr sz="1400" spc="90" dirty="0">
                <a:latin typeface="Cambria Math"/>
                <a:cs typeface="Cambria Math"/>
              </a:rPr>
              <a:t>𝑦𝑒𝑠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90" dirty="0">
                <a:latin typeface="Cambria Math"/>
                <a:cs typeface="Cambria Math"/>
              </a:rPr>
              <a:t>𝑦𝑒𝑠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90" dirty="0">
                <a:latin typeface="Cambria Math"/>
                <a:cs typeface="Cambria Math"/>
              </a:rPr>
              <a:t>𝑦𝑒𝑠</a:t>
            </a:r>
            <a:r>
              <a:rPr sz="1400" dirty="0">
                <a:latin typeface="Cambria Math"/>
                <a:cs typeface="Cambria Math"/>
              </a:rPr>
              <a:t>	</a:t>
            </a:r>
            <a:r>
              <a:rPr sz="1400" spc="95" dirty="0">
                <a:latin typeface="Cambria Math"/>
                <a:cs typeface="Cambria Math"/>
              </a:rPr>
              <a:t>𝑦𝑒𝑠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75215" y="3417189"/>
            <a:ext cx="77787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50" dirty="0">
                <a:latin typeface="Cambria Math"/>
                <a:cs typeface="Cambria Math"/>
              </a:rPr>
              <a:t>.𝑃(𝑌𝑒𝑠)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95691" y="3838003"/>
            <a:ext cx="15811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700" spc="45" dirty="0">
                <a:latin typeface="Cambria Math"/>
                <a:cs typeface="Cambria Math"/>
              </a:rPr>
              <a:t>𝑃(𝑋</a:t>
            </a:r>
            <a:r>
              <a:rPr sz="2100" spc="67" baseline="-13888" dirty="0">
                <a:latin typeface="Cambria Math"/>
                <a:cs typeface="Cambria Math"/>
              </a:rPr>
              <a:t>1</a:t>
            </a:r>
            <a:r>
              <a:rPr sz="1700" spc="45" dirty="0">
                <a:latin typeface="Cambria Math"/>
                <a:cs typeface="Cambria Math"/>
              </a:rPr>
              <a:t>,𝑋</a:t>
            </a:r>
            <a:r>
              <a:rPr sz="2100" spc="67" baseline="-13888" dirty="0">
                <a:latin typeface="Cambria Math"/>
                <a:cs typeface="Cambria Math"/>
              </a:rPr>
              <a:t>2</a:t>
            </a:r>
            <a:r>
              <a:rPr sz="1700" spc="45" dirty="0">
                <a:latin typeface="Cambria Math"/>
                <a:cs typeface="Cambria Math"/>
              </a:rPr>
              <a:t>,𝑋</a:t>
            </a:r>
            <a:r>
              <a:rPr sz="2100" spc="67" baseline="-13888" dirty="0">
                <a:latin typeface="Cambria Math"/>
                <a:cs typeface="Cambria Math"/>
              </a:rPr>
              <a:t>3</a:t>
            </a:r>
            <a:r>
              <a:rPr sz="1700" spc="45" dirty="0">
                <a:latin typeface="Cambria Math"/>
                <a:cs typeface="Cambria Math"/>
              </a:rPr>
              <a:t>,𝑋</a:t>
            </a:r>
            <a:r>
              <a:rPr sz="2100" spc="67" baseline="-13888" dirty="0">
                <a:latin typeface="Cambria Math"/>
                <a:cs typeface="Cambria Math"/>
              </a:rPr>
              <a:t>4</a:t>
            </a:r>
            <a:r>
              <a:rPr sz="1700" spc="45" dirty="0">
                <a:latin typeface="Cambria Math"/>
                <a:cs typeface="Cambria Math"/>
              </a:rPr>
              <a:t>)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787779" y="4419219"/>
            <a:ext cx="466090" cy="377190"/>
          </a:xfrm>
          <a:custGeom>
            <a:avLst/>
            <a:gdLst/>
            <a:ahLst/>
            <a:cxnLst/>
            <a:rect l="l" t="t" r="r" b="b"/>
            <a:pathLst>
              <a:path w="466089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11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466089" h="377189">
                <a:moveTo>
                  <a:pt x="381127" y="177673"/>
                </a:moveTo>
                <a:lnTo>
                  <a:pt x="95377" y="177673"/>
                </a:lnTo>
                <a:lnTo>
                  <a:pt x="95377" y="196723"/>
                </a:lnTo>
                <a:lnTo>
                  <a:pt x="381127" y="196723"/>
                </a:lnTo>
                <a:lnTo>
                  <a:pt x="381127" y="177673"/>
                </a:lnTo>
                <a:close/>
              </a:path>
              <a:path w="466089" h="377189">
                <a:moveTo>
                  <a:pt x="466090" y="188468"/>
                </a:moveTo>
                <a:lnTo>
                  <a:pt x="460565" y="124726"/>
                </a:lnTo>
                <a:lnTo>
                  <a:pt x="443992" y="69723"/>
                </a:lnTo>
                <a:lnTo>
                  <a:pt x="418172" y="26962"/>
                </a:lnTo>
                <a:lnTo>
                  <a:pt x="384556" y="0"/>
                </a:lnTo>
                <a:lnTo>
                  <a:pt x="381000" y="8890"/>
                </a:lnTo>
                <a:lnTo>
                  <a:pt x="395058" y="20320"/>
                </a:lnTo>
                <a:lnTo>
                  <a:pt x="407555" y="35179"/>
                </a:lnTo>
                <a:lnTo>
                  <a:pt x="427736" y="75184"/>
                </a:lnTo>
                <a:lnTo>
                  <a:pt x="440524" y="127000"/>
                </a:lnTo>
                <a:lnTo>
                  <a:pt x="443572" y="155486"/>
                </a:lnTo>
                <a:lnTo>
                  <a:pt x="443699" y="156629"/>
                </a:lnTo>
                <a:lnTo>
                  <a:pt x="444741" y="188468"/>
                </a:lnTo>
                <a:lnTo>
                  <a:pt x="444754" y="188722"/>
                </a:lnTo>
                <a:lnTo>
                  <a:pt x="443699" y="220281"/>
                </a:lnTo>
                <a:lnTo>
                  <a:pt x="435267" y="276618"/>
                </a:lnTo>
                <a:lnTo>
                  <a:pt x="418566" y="323329"/>
                </a:lnTo>
                <a:lnTo>
                  <a:pt x="395135" y="356717"/>
                </a:lnTo>
                <a:lnTo>
                  <a:pt x="381000" y="368173"/>
                </a:lnTo>
                <a:lnTo>
                  <a:pt x="384556" y="377063"/>
                </a:lnTo>
                <a:lnTo>
                  <a:pt x="418172" y="350240"/>
                </a:lnTo>
                <a:lnTo>
                  <a:pt x="443992" y="307213"/>
                </a:lnTo>
                <a:lnTo>
                  <a:pt x="460552" y="251993"/>
                </a:lnTo>
                <a:lnTo>
                  <a:pt x="466077" y="188722"/>
                </a:lnTo>
                <a:lnTo>
                  <a:pt x="466090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516251" y="4419219"/>
            <a:ext cx="466090" cy="377190"/>
          </a:xfrm>
          <a:custGeom>
            <a:avLst/>
            <a:gdLst/>
            <a:ahLst/>
            <a:cxnLst/>
            <a:rect l="l" t="t" r="r" b="b"/>
            <a:pathLst>
              <a:path w="466089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24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466089" h="377189">
                <a:moveTo>
                  <a:pt x="376555" y="177673"/>
                </a:moveTo>
                <a:lnTo>
                  <a:pt x="90805" y="177673"/>
                </a:lnTo>
                <a:lnTo>
                  <a:pt x="90805" y="196723"/>
                </a:lnTo>
                <a:lnTo>
                  <a:pt x="376555" y="196723"/>
                </a:lnTo>
                <a:lnTo>
                  <a:pt x="376555" y="177673"/>
                </a:lnTo>
                <a:close/>
              </a:path>
              <a:path w="466089" h="377189">
                <a:moveTo>
                  <a:pt x="466090" y="188468"/>
                </a:moveTo>
                <a:lnTo>
                  <a:pt x="460565" y="124726"/>
                </a:lnTo>
                <a:lnTo>
                  <a:pt x="443992" y="69723"/>
                </a:lnTo>
                <a:lnTo>
                  <a:pt x="418172" y="26962"/>
                </a:lnTo>
                <a:lnTo>
                  <a:pt x="384556" y="0"/>
                </a:lnTo>
                <a:lnTo>
                  <a:pt x="381000" y="8890"/>
                </a:lnTo>
                <a:lnTo>
                  <a:pt x="395058" y="20320"/>
                </a:lnTo>
                <a:lnTo>
                  <a:pt x="407555" y="35179"/>
                </a:lnTo>
                <a:lnTo>
                  <a:pt x="427736" y="75184"/>
                </a:lnTo>
                <a:lnTo>
                  <a:pt x="440524" y="127000"/>
                </a:lnTo>
                <a:lnTo>
                  <a:pt x="443572" y="155486"/>
                </a:lnTo>
                <a:lnTo>
                  <a:pt x="443699" y="156629"/>
                </a:lnTo>
                <a:lnTo>
                  <a:pt x="444741" y="188468"/>
                </a:lnTo>
                <a:lnTo>
                  <a:pt x="444754" y="188722"/>
                </a:lnTo>
                <a:lnTo>
                  <a:pt x="443699" y="220281"/>
                </a:lnTo>
                <a:lnTo>
                  <a:pt x="435267" y="276618"/>
                </a:lnTo>
                <a:lnTo>
                  <a:pt x="418566" y="323329"/>
                </a:lnTo>
                <a:lnTo>
                  <a:pt x="395135" y="356717"/>
                </a:lnTo>
                <a:lnTo>
                  <a:pt x="381000" y="368173"/>
                </a:lnTo>
                <a:lnTo>
                  <a:pt x="384556" y="377063"/>
                </a:lnTo>
                <a:lnTo>
                  <a:pt x="418172" y="350240"/>
                </a:lnTo>
                <a:lnTo>
                  <a:pt x="443992" y="307213"/>
                </a:lnTo>
                <a:lnTo>
                  <a:pt x="460552" y="251993"/>
                </a:lnTo>
                <a:lnTo>
                  <a:pt x="466077" y="188722"/>
                </a:lnTo>
                <a:lnTo>
                  <a:pt x="466090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244723" y="4419219"/>
            <a:ext cx="466090" cy="377190"/>
          </a:xfrm>
          <a:custGeom>
            <a:avLst/>
            <a:gdLst/>
            <a:ahLst/>
            <a:cxnLst/>
            <a:rect l="l" t="t" r="r" b="b"/>
            <a:pathLst>
              <a:path w="466089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11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394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466089" h="377189">
                <a:moveTo>
                  <a:pt x="381508" y="177673"/>
                </a:moveTo>
                <a:lnTo>
                  <a:pt x="95758" y="177673"/>
                </a:lnTo>
                <a:lnTo>
                  <a:pt x="95758" y="196723"/>
                </a:lnTo>
                <a:lnTo>
                  <a:pt x="381508" y="196723"/>
                </a:lnTo>
                <a:lnTo>
                  <a:pt x="381508" y="177673"/>
                </a:lnTo>
                <a:close/>
              </a:path>
              <a:path w="466089" h="377189">
                <a:moveTo>
                  <a:pt x="466090" y="188468"/>
                </a:moveTo>
                <a:lnTo>
                  <a:pt x="460565" y="124726"/>
                </a:lnTo>
                <a:lnTo>
                  <a:pt x="443992" y="69723"/>
                </a:lnTo>
                <a:lnTo>
                  <a:pt x="418172" y="26962"/>
                </a:lnTo>
                <a:lnTo>
                  <a:pt x="384556" y="0"/>
                </a:lnTo>
                <a:lnTo>
                  <a:pt x="381000" y="8890"/>
                </a:lnTo>
                <a:lnTo>
                  <a:pt x="395058" y="20320"/>
                </a:lnTo>
                <a:lnTo>
                  <a:pt x="407555" y="35179"/>
                </a:lnTo>
                <a:lnTo>
                  <a:pt x="427736" y="75184"/>
                </a:lnTo>
                <a:lnTo>
                  <a:pt x="440524" y="127000"/>
                </a:lnTo>
                <a:lnTo>
                  <a:pt x="443572" y="155486"/>
                </a:lnTo>
                <a:lnTo>
                  <a:pt x="443699" y="156629"/>
                </a:lnTo>
                <a:lnTo>
                  <a:pt x="444741" y="188468"/>
                </a:lnTo>
                <a:lnTo>
                  <a:pt x="444754" y="188722"/>
                </a:lnTo>
                <a:lnTo>
                  <a:pt x="443699" y="220281"/>
                </a:lnTo>
                <a:lnTo>
                  <a:pt x="435267" y="276618"/>
                </a:lnTo>
                <a:lnTo>
                  <a:pt x="418566" y="323329"/>
                </a:lnTo>
                <a:lnTo>
                  <a:pt x="395135" y="356717"/>
                </a:lnTo>
                <a:lnTo>
                  <a:pt x="381000" y="368173"/>
                </a:lnTo>
                <a:lnTo>
                  <a:pt x="384556" y="377063"/>
                </a:lnTo>
                <a:lnTo>
                  <a:pt x="418172" y="350240"/>
                </a:lnTo>
                <a:lnTo>
                  <a:pt x="443992" y="307213"/>
                </a:lnTo>
                <a:lnTo>
                  <a:pt x="460565" y="251993"/>
                </a:lnTo>
                <a:lnTo>
                  <a:pt x="466077" y="188722"/>
                </a:lnTo>
                <a:lnTo>
                  <a:pt x="466090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869058" y="4610163"/>
            <a:ext cx="176657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1680" algn="l"/>
                <a:tab pos="1470660" algn="l"/>
              </a:tabLst>
            </a:pPr>
            <a:r>
              <a:rPr sz="1350" spc="25" dirty="0">
                <a:latin typeface="Cambria Math"/>
                <a:cs typeface="Cambria Math"/>
              </a:rPr>
              <a:t>𝑦𝑒𝑠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spc="25" dirty="0">
                <a:latin typeface="Cambria Math"/>
                <a:cs typeface="Cambria Math"/>
              </a:rPr>
              <a:t>𝑦𝑒𝑠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spc="25" dirty="0">
                <a:latin typeface="Cambria Math"/>
                <a:cs typeface="Cambria Math"/>
              </a:rPr>
              <a:t>𝑦𝑒𝑠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973195" y="4419219"/>
            <a:ext cx="466090" cy="377190"/>
          </a:xfrm>
          <a:custGeom>
            <a:avLst/>
            <a:gdLst/>
            <a:ahLst/>
            <a:cxnLst/>
            <a:rect l="l" t="t" r="r" b="b"/>
            <a:pathLst>
              <a:path w="466089" h="377189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24" y="12471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420" y="280644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80"/>
                </a:lnTo>
                <a:lnTo>
                  <a:pt x="22491" y="221259"/>
                </a:lnTo>
                <a:lnTo>
                  <a:pt x="22377" y="220281"/>
                </a:lnTo>
                <a:lnTo>
                  <a:pt x="22402" y="156629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466089" h="377189">
                <a:moveTo>
                  <a:pt x="376936" y="177673"/>
                </a:moveTo>
                <a:lnTo>
                  <a:pt x="91186" y="177673"/>
                </a:lnTo>
                <a:lnTo>
                  <a:pt x="91186" y="196723"/>
                </a:lnTo>
                <a:lnTo>
                  <a:pt x="376936" y="196723"/>
                </a:lnTo>
                <a:lnTo>
                  <a:pt x="376936" y="177673"/>
                </a:lnTo>
                <a:close/>
              </a:path>
              <a:path w="466089" h="377189">
                <a:moveTo>
                  <a:pt x="466090" y="188468"/>
                </a:moveTo>
                <a:lnTo>
                  <a:pt x="460578" y="124726"/>
                </a:lnTo>
                <a:lnTo>
                  <a:pt x="444119" y="69723"/>
                </a:lnTo>
                <a:lnTo>
                  <a:pt x="418185" y="26962"/>
                </a:lnTo>
                <a:lnTo>
                  <a:pt x="384556" y="0"/>
                </a:lnTo>
                <a:lnTo>
                  <a:pt x="381000" y="8890"/>
                </a:lnTo>
                <a:lnTo>
                  <a:pt x="395058" y="20320"/>
                </a:lnTo>
                <a:lnTo>
                  <a:pt x="407555" y="35179"/>
                </a:lnTo>
                <a:lnTo>
                  <a:pt x="427736" y="75184"/>
                </a:lnTo>
                <a:lnTo>
                  <a:pt x="440524" y="127000"/>
                </a:lnTo>
                <a:lnTo>
                  <a:pt x="443572" y="155486"/>
                </a:lnTo>
                <a:lnTo>
                  <a:pt x="443699" y="156629"/>
                </a:lnTo>
                <a:lnTo>
                  <a:pt x="444741" y="188468"/>
                </a:lnTo>
                <a:lnTo>
                  <a:pt x="444754" y="188722"/>
                </a:lnTo>
                <a:lnTo>
                  <a:pt x="443699" y="220281"/>
                </a:lnTo>
                <a:lnTo>
                  <a:pt x="435267" y="276618"/>
                </a:lnTo>
                <a:lnTo>
                  <a:pt x="418566" y="323329"/>
                </a:lnTo>
                <a:lnTo>
                  <a:pt x="395135" y="356717"/>
                </a:lnTo>
                <a:lnTo>
                  <a:pt x="381000" y="368173"/>
                </a:lnTo>
                <a:lnTo>
                  <a:pt x="384556" y="377063"/>
                </a:lnTo>
                <a:lnTo>
                  <a:pt x="418185" y="350240"/>
                </a:lnTo>
                <a:lnTo>
                  <a:pt x="444119" y="307213"/>
                </a:lnTo>
                <a:lnTo>
                  <a:pt x="460578" y="251993"/>
                </a:lnTo>
                <a:lnTo>
                  <a:pt x="466077" y="188722"/>
                </a:lnTo>
                <a:lnTo>
                  <a:pt x="466090" y="1884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849754" y="4360862"/>
            <a:ext cx="249872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  <a:tabLst>
                <a:tab pos="805180" algn="l"/>
                <a:tab pos="1534160" algn="l"/>
                <a:tab pos="2263140" algn="l"/>
              </a:tabLst>
            </a:pPr>
            <a:r>
              <a:rPr sz="1350" spc="-25" dirty="0">
                <a:latin typeface="Cambria Math"/>
                <a:cs typeface="Cambria Math"/>
              </a:rPr>
              <a:t>𝑋</a:t>
            </a:r>
            <a:r>
              <a:rPr sz="1575" spc="-37" baseline="-13227" dirty="0">
                <a:latin typeface="Cambria Math"/>
                <a:cs typeface="Cambria Math"/>
              </a:rPr>
              <a:t>1</a:t>
            </a:r>
            <a:r>
              <a:rPr sz="1575" baseline="-13227" dirty="0">
                <a:latin typeface="Cambria Math"/>
                <a:cs typeface="Cambria Math"/>
              </a:rPr>
              <a:t>	</a:t>
            </a:r>
            <a:r>
              <a:rPr sz="1350" spc="-25" dirty="0">
                <a:latin typeface="Cambria Math"/>
                <a:cs typeface="Cambria Math"/>
              </a:rPr>
              <a:t>𝑋</a:t>
            </a:r>
            <a:r>
              <a:rPr sz="1575" spc="-37" baseline="-13227" dirty="0">
                <a:latin typeface="Cambria Math"/>
                <a:cs typeface="Cambria Math"/>
              </a:rPr>
              <a:t>2</a:t>
            </a:r>
            <a:r>
              <a:rPr sz="1575" baseline="-13227" dirty="0">
                <a:latin typeface="Cambria Math"/>
                <a:cs typeface="Cambria Math"/>
              </a:rPr>
              <a:t>	</a:t>
            </a:r>
            <a:r>
              <a:rPr sz="1350" spc="-25" dirty="0">
                <a:latin typeface="Cambria Math"/>
                <a:cs typeface="Cambria Math"/>
              </a:rPr>
              <a:t>𝑋</a:t>
            </a:r>
            <a:r>
              <a:rPr sz="1575" spc="-37" baseline="-13227" dirty="0">
                <a:latin typeface="Cambria Math"/>
                <a:cs typeface="Cambria Math"/>
              </a:rPr>
              <a:t>3</a:t>
            </a:r>
            <a:r>
              <a:rPr sz="1575" baseline="-13227" dirty="0">
                <a:latin typeface="Cambria Math"/>
                <a:cs typeface="Cambria Math"/>
              </a:rPr>
              <a:t>	</a:t>
            </a:r>
            <a:r>
              <a:rPr sz="1350" spc="-25" dirty="0">
                <a:latin typeface="Cambria Math"/>
                <a:cs typeface="Cambria Math"/>
              </a:rPr>
              <a:t>𝑋</a:t>
            </a:r>
            <a:r>
              <a:rPr sz="1575" spc="-37" baseline="-13227" dirty="0">
                <a:latin typeface="Cambria Math"/>
                <a:cs typeface="Cambria Math"/>
              </a:rPr>
              <a:t>4</a:t>
            </a:r>
            <a:endParaRPr sz="1575" baseline="-13227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56126" y="4610163"/>
            <a:ext cx="30861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25" dirty="0">
                <a:latin typeface="Cambria Math"/>
                <a:cs typeface="Cambria Math"/>
              </a:rPr>
              <a:t>𝑦𝑒𝑠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749800" y="4501896"/>
            <a:ext cx="511809" cy="212090"/>
          </a:xfrm>
          <a:custGeom>
            <a:avLst/>
            <a:gdLst/>
            <a:ahLst/>
            <a:cxnLst/>
            <a:rect l="l" t="t" r="r" b="b"/>
            <a:pathLst>
              <a:path w="511810" h="212089">
                <a:moveTo>
                  <a:pt x="443864" y="0"/>
                </a:moveTo>
                <a:lnTo>
                  <a:pt x="440816" y="8635"/>
                </a:lnTo>
                <a:lnTo>
                  <a:pt x="453102" y="13946"/>
                </a:lnTo>
                <a:lnTo>
                  <a:pt x="463661" y="21304"/>
                </a:lnTo>
                <a:lnTo>
                  <a:pt x="485052" y="55429"/>
                </a:lnTo>
                <a:lnTo>
                  <a:pt x="491312" y="86536"/>
                </a:lnTo>
                <a:lnTo>
                  <a:pt x="491339" y="86723"/>
                </a:lnTo>
                <a:lnTo>
                  <a:pt x="492125" y="104774"/>
                </a:lnTo>
                <a:lnTo>
                  <a:pt x="491339" y="123517"/>
                </a:lnTo>
                <a:lnTo>
                  <a:pt x="488981" y="140509"/>
                </a:lnTo>
                <a:lnTo>
                  <a:pt x="472434" y="180911"/>
                </a:lnTo>
                <a:lnTo>
                  <a:pt x="441198" y="203199"/>
                </a:lnTo>
                <a:lnTo>
                  <a:pt x="443864" y="211708"/>
                </a:lnTo>
                <a:lnTo>
                  <a:pt x="484334" y="187705"/>
                </a:lnTo>
                <a:lnTo>
                  <a:pt x="507063" y="143335"/>
                </a:lnTo>
                <a:lnTo>
                  <a:pt x="511428" y="105917"/>
                </a:lnTo>
                <a:lnTo>
                  <a:pt x="510344" y="86723"/>
                </a:lnTo>
                <a:lnTo>
                  <a:pt x="493902" y="37083"/>
                </a:lnTo>
                <a:lnTo>
                  <a:pt x="459202" y="5544"/>
                </a:lnTo>
                <a:lnTo>
                  <a:pt x="443864" y="0"/>
                </a:lnTo>
                <a:close/>
              </a:path>
              <a:path w="511810" h="212089">
                <a:moveTo>
                  <a:pt x="67437" y="0"/>
                </a:moveTo>
                <a:lnTo>
                  <a:pt x="27092" y="24110"/>
                </a:lnTo>
                <a:lnTo>
                  <a:pt x="4317" y="68595"/>
                </a:lnTo>
                <a:lnTo>
                  <a:pt x="63" y="104774"/>
                </a:lnTo>
                <a:lnTo>
                  <a:pt x="0" y="105917"/>
                </a:lnTo>
                <a:lnTo>
                  <a:pt x="9751" y="159799"/>
                </a:lnTo>
                <a:lnTo>
                  <a:pt x="38607" y="198183"/>
                </a:lnTo>
                <a:lnTo>
                  <a:pt x="67437" y="211708"/>
                </a:lnTo>
                <a:lnTo>
                  <a:pt x="70103" y="203199"/>
                </a:lnTo>
                <a:lnTo>
                  <a:pt x="58056" y="197865"/>
                </a:lnTo>
                <a:lnTo>
                  <a:pt x="47640" y="190436"/>
                </a:lnTo>
                <a:lnTo>
                  <a:pt x="26322" y="155763"/>
                </a:lnTo>
                <a:lnTo>
                  <a:pt x="19351" y="105917"/>
                </a:lnTo>
                <a:lnTo>
                  <a:pt x="19303" y="104774"/>
                </a:lnTo>
                <a:lnTo>
                  <a:pt x="26322" y="55429"/>
                </a:lnTo>
                <a:lnTo>
                  <a:pt x="47736" y="21304"/>
                </a:lnTo>
                <a:lnTo>
                  <a:pt x="70485" y="8635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99452" y="4437951"/>
            <a:ext cx="44951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  <a:tab pos="2343150" algn="l"/>
                <a:tab pos="3072130" algn="l"/>
                <a:tab pos="3801110" algn="l"/>
              </a:tabLst>
            </a:pPr>
            <a:r>
              <a:rPr sz="1800" dirty="0">
                <a:latin typeface="Calibri"/>
                <a:cs typeface="Calibri"/>
              </a:rPr>
              <a:t>Consider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0" dirty="0">
                <a:latin typeface="Cambria Math"/>
                <a:cs typeface="Cambria Math"/>
              </a:rPr>
              <a:t>𝑃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𝑃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𝑃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𝑃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10" dirty="0">
                <a:latin typeface="Cambria Math"/>
                <a:cs typeface="Cambria Math"/>
              </a:rPr>
              <a:t>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𝑃</a:t>
            </a:r>
            <a:r>
              <a:rPr sz="1800" spc="390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𝑌𝑒𝑠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73776" y="4610163"/>
            <a:ext cx="12065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50" dirty="0">
                <a:latin typeface="Cambria Math"/>
                <a:cs typeface="Cambria Math"/>
              </a:rPr>
              <a:t>9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69990" y="4437951"/>
            <a:ext cx="1116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6250" algn="l"/>
                <a:tab pos="939800" algn="l"/>
              </a:tabLst>
            </a:pPr>
            <a:r>
              <a:rPr sz="1800" spc="-50" dirty="0">
                <a:latin typeface="Cambria Math"/>
                <a:cs typeface="Cambria Math"/>
              </a:rPr>
              <a:t>×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×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×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72659" y="4261398"/>
            <a:ext cx="2388870" cy="5803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434"/>
              </a:spcBef>
              <a:tabLst>
                <a:tab pos="774700" algn="l"/>
                <a:tab pos="1238885" algn="l"/>
                <a:tab pos="1703070" algn="l"/>
              </a:tabLst>
            </a:pPr>
            <a:r>
              <a:rPr sz="2700" baseline="-32407" dirty="0">
                <a:latin typeface="Cambria Math"/>
                <a:cs typeface="Cambria Math"/>
              </a:rPr>
              <a:t>=</a:t>
            </a:r>
            <a:r>
              <a:rPr sz="2700" spc="135" baseline="-32407" dirty="0">
                <a:latin typeface="Cambria Math"/>
                <a:cs typeface="Cambria Math"/>
              </a:rPr>
              <a:t> </a:t>
            </a:r>
            <a:r>
              <a:rPr sz="1350" u="heavy" spc="-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3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u="heavy" spc="-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2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u="heavy" spc="-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6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u="heavy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6</a:t>
            </a:r>
            <a:r>
              <a:rPr sz="1350" spc="495" dirty="0">
                <a:latin typeface="Cambria Math"/>
                <a:cs typeface="Cambria Math"/>
              </a:rPr>
              <a:t> </a:t>
            </a:r>
            <a:r>
              <a:rPr sz="2700" baseline="-32407" dirty="0">
                <a:latin typeface="Cambria Math"/>
                <a:cs typeface="Cambria Math"/>
              </a:rPr>
              <a:t>×</a:t>
            </a:r>
            <a:r>
              <a:rPr sz="2700" spc="592" baseline="-32407" dirty="0">
                <a:latin typeface="Cambria Math"/>
                <a:cs typeface="Cambria Math"/>
              </a:rPr>
              <a:t> </a:t>
            </a:r>
            <a:r>
              <a:rPr sz="1350" u="heavy" spc="85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 </a:t>
            </a:r>
            <a:r>
              <a:rPr sz="1350" u="heavy" spc="-50" dirty="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9</a:t>
            </a:r>
            <a:endParaRPr sz="1350">
              <a:latin typeface="Cambria Math"/>
              <a:cs typeface="Cambria Math"/>
            </a:endParaRPr>
          </a:p>
          <a:p>
            <a:pPr marL="777240">
              <a:lnSpc>
                <a:spcPct val="100000"/>
              </a:lnSpc>
              <a:spcBef>
                <a:spcPts val="250"/>
              </a:spcBef>
            </a:pPr>
            <a:r>
              <a:rPr sz="1350" spc="-50" dirty="0">
                <a:latin typeface="Cambria Math"/>
                <a:cs typeface="Cambria Math"/>
              </a:rPr>
              <a:t>9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01384" y="4610163"/>
            <a:ext cx="114173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6250" algn="l"/>
                <a:tab pos="937894" algn="l"/>
              </a:tabLst>
            </a:pPr>
            <a:r>
              <a:rPr sz="1350" spc="-50" dirty="0">
                <a:latin typeface="Cambria Math"/>
                <a:cs typeface="Cambria Math"/>
              </a:rPr>
              <a:t>9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spc="-50" dirty="0">
                <a:latin typeface="Cambria Math"/>
                <a:cs typeface="Cambria Math"/>
              </a:rPr>
              <a:t>9</a:t>
            </a:r>
            <a:r>
              <a:rPr sz="1350" dirty="0">
                <a:latin typeface="Cambria Math"/>
                <a:cs typeface="Cambria Math"/>
              </a:rPr>
              <a:t>	</a:t>
            </a:r>
            <a:r>
              <a:rPr sz="1350" spc="-25" dirty="0">
                <a:latin typeface="Cambria Math"/>
                <a:cs typeface="Cambria Math"/>
              </a:rPr>
              <a:t>14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73340" y="4437951"/>
            <a:ext cx="6654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=0.021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99452" y="4800536"/>
            <a:ext cx="27178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Similarly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P(No/X)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143887" y="5229986"/>
            <a:ext cx="527685" cy="502920"/>
          </a:xfrm>
          <a:custGeom>
            <a:avLst/>
            <a:gdLst/>
            <a:ahLst/>
            <a:cxnLst/>
            <a:rect l="l" t="t" r="r" b="b"/>
            <a:pathLst>
              <a:path w="527685" h="502920">
                <a:moveTo>
                  <a:pt x="113411" y="11938"/>
                </a:moveTo>
                <a:lnTo>
                  <a:pt x="63792" y="35902"/>
                </a:lnTo>
                <a:lnTo>
                  <a:pt x="29337" y="92837"/>
                </a:lnTo>
                <a:lnTo>
                  <a:pt x="7327" y="166268"/>
                </a:lnTo>
                <a:lnTo>
                  <a:pt x="1828" y="207302"/>
                </a:lnTo>
                <a:lnTo>
                  <a:pt x="0" y="251206"/>
                </a:lnTo>
                <a:lnTo>
                  <a:pt x="1778" y="293636"/>
                </a:lnTo>
                <a:lnTo>
                  <a:pt x="1828" y="294970"/>
                </a:lnTo>
                <a:lnTo>
                  <a:pt x="7327" y="335940"/>
                </a:lnTo>
                <a:lnTo>
                  <a:pt x="16497" y="374142"/>
                </a:lnTo>
                <a:lnTo>
                  <a:pt x="45288" y="440982"/>
                </a:lnTo>
                <a:lnTo>
                  <a:pt x="84861" y="487565"/>
                </a:lnTo>
                <a:lnTo>
                  <a:pt x="108458" y="502754"/>
                </a:lnTo>
                <a:lnTo>
                  <a:pt x="113411" y="490855"/>
                </a:lnTo>
                <a:lnTo>
                  <a:pt x="94424" y="475589"/>
                </a:lnTo>
                <a:lnTo>
                  <a:pt x="77673" y="455663"/>
                </a:lnTo>
                <a:lnTo>
                  <a:pt x="50800" y="401853"/>
                </a:lnTo>
                <a:lnTo>
                  <a:pt x="33934" y="332714"/>
                </a:lnTo>
                <a:lnTo>
                  <a:pt x="29718" y="293636"/>
                </a:lnTo>
                <a:lnTo>
                  <a:pt x="28321" y="251587"/>
                </a:lnTo>
                <a:lnTo>
                  <a:pt x="29743" y="208775"/>
                </a:lnTo>
                <a:lnTo>
                  <a:pt x="34010" y="169278"/>
                </a:lnTo>
                <a:lnTo>
                  <a:pt x="51054" y="100203"/>
                </a:lnTo>
                <a:lnTo>
                  <a:pt x="77990" y="46977"/>
                </a:lnTo>
                <a:lnTo>
                  <a:pt x="94640" y="27178"/>
                </a:lnTo>
                <a:lnTo>
                  <a:pt x="113411" y="11938"/>
                </a:lnTo>
                <a:close/>
              </a:path>
              <a:path w="527685" h="502920">
                <a:moveTo>
                  <a:pt x="406019" y="243205"/>
                </a:moveTo>
                <a:lnTo>
                  <a:pt x="120269" y="243205"/>
                </a:lnTo>
                <a:lnTo>
                  <a:pt x="120269" y="262255"/>
                </a:lnTo>
                <a:lnTo>
                  <a:pt x="406019" y="262255"/>
                </a:lnTo>
                <a:lnTo>
                  <a:pt x="406019" y="243205"/>
                </a:lnTo>
                <a:close/>
              </a:path>
              <a:path w="527685" h="502920">
                <a:moveTo>
                  <a:pt x="527558" y="251206"/>
                </a:moveTo>
                <a:lnTo>
                  <a:pt x="525780" y="208775"/>
                </a:lnTo>
                <a:lnTo>
                  <a:pt x="520204" y="166268"/>
                </a:lnTo>
                <a:lnTo>
                  <a:pt x="510997" y="128104"/>
                </a:lnTo>
                <a:lnTo>
                  <a:pt x="482130" y="61747"/>
                </a:lnTo>
                <a:lnTo>
                  <a:pt x="442506" y="15316"/>
                </a:lnTo>
                <a:lnTo>
                  <a:pt x="418846" y="0"/>
                </a:lnTo>
                <a:lnTo>
                  <a:pt x="414147" y="11938"/>
                </a:lnTo>
                <a:lnTo>
                  <a:pt x="432879" y="27178"/>
                </a:lnTo>
                <a:lnTo>
                  <a:pt x="449491" y="46977"/>
                </a:lnTo>
                <a:lnTo>
                  <a:pt x="476377" y="100203"/>
                </a:lnTo>
                <a:lnTo>
                  <a:pt x="493407" y="169278"/>
                </a:lnTo>
                <a:lnTo>
                  <a:pt x="497674" y="208775"/>
                </a:lnTo>
                <a:lnTo>
                  <a:pt x="499097" y="251206"/>
                </a:lnTo>
                <a:lnTo>
                  <a:pt x="499110" y="251587"/>
                </a:lnTo>
                <a:lnTo>
                  <a:pt x="497700" y="293636"/>
                </a:lnTo>
                <a:lnTo>
                  <a:pt x="493471" y="332714"/>
                </a:lnTo>
                <a:lnTo>
                  <a:pt x="476504" y="401853"/>
                </a:lnTo>
                <a:lnTo>
                  <a:pt x="449656" y="455663"/>
                </a:lnTo>
                <a:lnTo>
                  <a:pt x="414147" y="490855"/>
                </a:lnTo>
                <a:lnTo>
                  <a:pt x="418846" y="502754"/>
                </a:lnTo>
                <a:lnTo>
                  <a:pt x="463613" y="466979"/>
                </a:lnTo>
                <a:lnTo>
                  <a:pt x="498094" y="409587"/>
                </a:lnTo>
                <a:lnTo>
                  <a:pt x="520204" y="335940"/>
                </a:lnTo>
                <a:lnTo>
                  <a:pt x="525716" y="294970"/>
                </a:lnTo>
                <a:lnTo>
                  <a:pt x="527532" y="251587"/>
                </a:lnTo>
                <a:lnTo>
                  <a:pt x="527558" y="251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021711" y="5229986"/>
            <a:ext cx="527685" cy="502920"/>
          </a:xfrm>
          <a:custGeom>
            <a:avLst/>
            <a:gdLst/>
            <a:ahLst/>
            <a:cxnLst/>
            <a:rect l="l" t="t" r="r" b="b"/>
            <a:pathLst>
              <a:path w="527685" h="502920">
                <a:moveTo>
                  <a:pt x="113411" y="11938"/>
                </a:moveTo>
                <a:lnTo>
                  <a:pt x="63855" y="35902"/>
                </a:lnTo>
                <a:lnTo>
                  <a:pt x="29464" y="92837"/>
                </a:lnTo>
                <a:lnTo>
                  <a:pt x="7340" y="166268"/>
                </a:lnTo>
                <a:lnTo>
                  <a:pt x="1828" y="207302"/>
                </a:lnTo>
                <a:lnTo>
                  <a:pt x="0" y="251206"/>
                </a:lnTo>
                <a:lnTo>
                  <a:pt x="1778" y="293636"/>
                </a:lnTo>
                <a:lnTo>
                  <a:pt x="1828" y="294970"/>
                </a:lnTo>
                <a:lnTo>
                  <a:pt x="7340" y="335940"/>
                </a:lnTo>
                <a:lnTo>
                  <a:pt x="16548" y="374142"/>
                </a:lnTo>
                <a:lnTo>
                  <a:pt x="45389" y="440982"/>
                </a:lnTo>
                <a:lnTo>
                  <a:pt x="84874" y="487565"/>
                </a:lnTo>
                <a:lnTo>
                  <a:pt x="108458" y="502754"/>
                </a:lnTo>
                <a:lnTo>
                  <a:pt x="113411" y="490855"/>
                </a:lnTo>
                <a:lnTo>
                  <a:pt x="94500" y="475589"/>
                </a:lnTo>
                <a:lnTo>
                  <a:pt x="77787" y="455663"/>
                </a:lnTo>
                <a:lnTo>
                  <a:pt x="50927" y="401853"/>
                </a:lnTo>
                <a:lnTo>
                  <a:pt x="34061" y="332714"/>
                </a:lnTo>
                <a:lnTo>
                  <a:pt x="29845" y="293636"/>
                </a:lnTo>
                <a:lnTo>
                  <a:pt x="28448" y="251587"/>
                </a:lnTo>
                <a:lnTo>
                  <a:pt x="29845" y="208775"/>
                </a:lnTo>
                <a:lnTo>
                  <a:pt x="34086" y="169278"/>
                </a:lnTo>
                <a:lnTo>
                  <a:pt x="51181" y="100203"/>
                </a:lnTo>
                <a:lnTo>
                  <a:pt x="78054" y="46977"/>
                </a:lnTo>
                <a:lnTo>
                  <a:pt x="94665" y="27178"/>
                </a:lnTo>
                <a:lnTo>
                  <a:pt x="113411" y="11938"/>
                </a:lnTo>
                <a:close/>
              </a:path>
              <a:path w="527685" h="502920">
                <a:moveTo>
                  <a:pt x="404495" y="243205"/>
                </a:moveTo>
                <a:lnTo>
                  <a:pt x="118745" y="243205"/>
                </a:lnTo>
                <a:lnTo>
                  <a:pt x="118745" y="262255"/>
                </a:lnTo>
                <a:lnTo>
                  <a:pt x="404495" y="262255"/>
                </a:lnTo>
                <a:lnTo>
                  <a:pt x="404495" y="243205"/>
                </a:lnTo>
                <a:close/>
              </a:path>
              <a:path w="527685" h="502920">
                <a:moveTo>
                  <a:pt x="527558" y="251206"/>
                </a:moveTo>
                <a:lnTo>
                  <a:pt x="525780" y="208775"/>
                </a:lnTo>
                <a:lnTo>
                  <a:pt x="520217" y="166268"/>
                </a:lnTo>
                <a:lnTo>
                  <a:pt x="511048" y="128104"/>
                </a:lnTo>
                <a:lnTo>
                  <a:pt x="482193" y="61747"/>
                </a:lnTo>
                <a:lnTo>
                  <a:pt x="442569" y="15316"/>
                </a:lnTo>
                <a:lnTo>
                  <a:pt x="418973" y="0"/>
                </a:lnTo>
                <a:lnTo>
                  <a:pt x="414147" y="11938"/>
                </a:lnTo>
                <a:lnTo>
                  <a:pt x="432879" y="27178"/>
                </a:lnTo>
                <a:lnTo>
                  <a:pt x="449516" y="46977"/>
                </a:lnTo>
                <a:lnTo>
                  <a:pt x="476504" y="100203"/>
                </a:lnTo>
                <a:lnTo>
                  <a:pt x="493471" y="169278"/>
                </a:lnTo>
                <a:lnTo>
                  <a:pt x="497700" y="208775"/>
                </a:lnTo>
                <a:lnTo>
                  <a:pt x="499097" y="251206"/>
                </a:lnTo>
                <a:lnTo>
                  <a:pt x="499110" y="251587"/>
                </a:lnTo>
                <a:lnTo>
                  <a:pt x="497700" y="293636"/>
                </a:lnTo>
                <a:lnTo>
                  <a:pt x="493483" y="332714"/>
                </a:lnTo>
                <a:lnTo>
                  <a:pt x="476631" y="401853"/>
                </a:lnTo>
                <a:lnTo>
                  <a:pt x="449719" y="455663"/>
                </a:lnTo>
                <a:lnTo>
                  <a:pt x="414147" y="490855"/>
                </a:lnTo>
                <a:lnTo>
                  <a:pt x="418973" y="502754"/>
                </a:lnTo>
                <a:lnTo>
                  <a:pt x="463638" y="466979"/>
                </a:lnTo>
                <a:lnTo>
                  <a:pt x="498221" y="409587"/>
                </a:lnTo>
                <a:lnTo>
                  <a:pt x="520217" y="335940"/>
                </a:lnTo>
                <a:lnTo>
                  <a:pt x="525716" y="294970"/>
                </a:lnTo>
                <a:lnTo>
                  <a:pt x="527532" y="251587"/>
                </a:lnTo>
                <a:lnTo>
                  <a:pt x="527558" y="251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2229485" y="5165153"/>
            <a:ext cx="122809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29005" algn="l"/>
              </a:tabLst>
            </a:pPr>
            <a:r>
              <a:rPr sz="1700" spc="-25" dirty="0">
                <a:latin typeface="Cambria Math"/>
                <a:cs typeface="Cambria Math"/>
              </a:rPr>
              <a:t>𝑋</a:t>
            </a:r>
            <a:r>
              <a:rPr sz="2100" spc="-37" baseline="-13888" dirty="0">
                <a:latin typeface="Cambria Math"/>
                <a:cs typeface="Cambria Math"/>
              </a:rPr>
              <a:t>1</a:t>
            </a:r>
            <a:r>
              <a:rPr sz="2100" baseline="-13888" dirty="0">
                <a:latin typeface="Cambria Math"/>
                <a:cs typeface="Cambria Math"/>
              </a:rPr>
              <a:t>	</a:t>
            </a:r>
            <a:r>
              <a:rPr sz="1700" spc="-25" dirty="0">
                <a:latin typeface="Cambria Math"/>
                <a:cs typeface="Cambria Math"/>
              </a:rPr>
              <a:t>𝑋</a:t>
            </a:r>
            <a:r>
              <a:rPr sz="2100" spc="-37" baseline="-13888" dirty="0">
                <a:latin typeface="Cambria Math"/>
                <a:cs typeface="Cambria Math"/>
              </a:rPr>
              <a:t>2</a:t>
            </a:r>
            <a:endParaRPr sz="2100" baseline="-13888">
              <a:latin typeface="Cambria Math"/>
              <a:cs typeface="Cambria Math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899662" y="5229986"/>
            <a:ext cx="527685" cy="502920"/>
          </a:xfrm>
          <a:custGeom>
            <a:avLst/>
            <a:gdLst/>
            <a:ahLst/>
            <a:cxnLst/>
            <a:rect l="l" t="t" r="r" b="b"/>
            <a:pathLst>
              <a:path w="527685" h="502920">
                <a:moveTo>
                  <a:pt x="113411" y="11938"/>
                </a:moveTo>
                <a:lnTo>
                  <a:pt x="63792" y="35902"/>
                </a:lnTo>
                <a:lnTo>
                  <a:pt x="29337" y="92837"/>
                </a:lnTo>
                <a:lnTo>
                  <a:pt x="7327" y="166268"/>
                </a:lnTo>
                <a:lnTo>
                  <a:pt x="1828" y="207302"/>
                </a:lnTo>
                <a:lnTo>
                  <a:pt x="0" y="251206"/>
                </a:lnTo>
                <a:lnTo>
                  <a:pt x="1778" y="293636"/>
                </a:lnTo>
                <a:lnTo>
                  <a:pt x="1828" y="294970"/>
                </a:lnTo>
                <a:lnTo>
                  <a:pt x="7327" y="335940"/>
                </a:lnTo>
                <a:lnTo>
                  <a:pt x="16497" y="374142"/>
                </a:lnTo>
                <a:lnTo>
                  <a:pt x="45288" y="440982"/>
                </a:lnTo>
                <a:lnTo>
                  <a:pt x="84861" y="487565"/>
                </a:lnTo>
                <a:lnTo>
                  <a:pt x="108458" y="502754"/>
                </a:lnTo>
                <a:lnTo>
                  <a:pt x="113411" y="490855"/>
                </a:lnTo>
                <a:lnTo>
                  <a:pt x="94424" y="475589"/>
                </a:lnTo>
                <a:lnTo>
                  <a:pt x="77673" y="455663"/>
                </a:lnTo>
                <a:lnTo>
                  <a:pt x="50800" y="401853"/>
                </a:lnTo>
                <a:lnTo>
                  <a:pt x="33934" y="332714"/>
                </a:lnTo>
                <a:lnTo>
                  <a:pt x="29718" y="293636"/>
                </a:lnTo>
                <a:lnTo>
                  <a:pt x="28321" y="251587"/>
                </a:lnTo>
                <a:lnTo>
                  <a:pt x="29743" y="208775"/>
                </a:lnTo>
                <a:lnTo>
                  <a:pt x="34010" y="169278"/>
                </a:lnTo>
                <a:lnTo>
                  <a:pt x="51054" y="100203"/>
                </a:lnTo>
                <a:lnTo>
                  <a:pt x="77990" y="46977"/>
                </a:lnTo>
                <a:lnTo>
                  <a:pt x="94640" y="27178"/>
                </a:lnTo>
                <a:lnTo>
                  <a:pt x="113411" y="11938"/>
                </a:lnTo>
                <a:close/>
              </a:path>
              <a:path w="527685" h="502920">
                <a:moveTo>
                  <a:pt x="412369" y="243205"/>
                </a:moveTo>
                <a:lnTo>
                  <a:pt x="126619" y="243205"/>
                </a:lnTo>
                <a:lnTo>
                  <a:pt x="126619" y="262255"/>
                </a:lnTo>
                <a:lnTo>
                  <a:pt x="412369" y="262255"/>
                </a:lnTo>
                <a:lnTo>
                  <a:pt x="412369" y="243205"/>
                </a:lnTo>
                <a:close/>
              </a:path>
              <a:path w="527685" h="502920">
                <a:moveTo>
                  <a:pt x="527558" y="251206"/>
                </a:moveTo>
                <a:lnTo>
                  <a:pt x="525780" y="208775"/>
                </a:lnTo>
                <a:lnTo>
                  <a:pt x="520204" y="166268"/>
                </a:lnTo>
                <a:lnTo>
                  <a:pt x="510997" y="128104"/>
                </a:lnTo>
                <a:lnTo>
                  <a:pt x="482130" y="61747"/>
                </a:lnTo>
                <a:lnTo>
                  <a:pt x="442506" y="15316"/>
                </a:lnTo>
                <a:lnTo>
                  <a:pt x="418846" y="0"/>
                </a:lnTo>
                <a:lnTo>
                  <a:pt x="414147" y="11938"/>
                </a:lnTo>
                <a:lnTo>
                  <a:pt x="432879" y="27178"/>
                </a:lnTo>
                <a:lnTo>
                  <a:pt x="449491" y="46977"/>
                </a:lnTo>
                <a:lnTo>
                  <a:pt x="476377" y="100203"/>
                </a:lnTo>
                <a:lnTo>
                  <a:pt x="493407" y="169278"/>
                </a:lnTo>
                <a:lnTo>
                  <a:pt x="497674" y="208775"/>
                </a:lnTo>
                <a:lnTo>
                  <a:pt x="499097" y="251206"/>
                </a:lnTo>
                <a:lnTo>
                  <a:pt x="499110" y="251587"/>
                </a:lnTo>
                <a:lnTo>
                  <a:pt x="497700" y="293636"/>
                </a:lnTo>
                <a:lnTo>
                  <a:pt x="493471" y="332714"/>
                </a:lnTo>
                <a:lnTo>
                  <a:pt x="476504" y="401853"/>
                </a:lnTo>
                <a:lnTo>
                  <a:pt x="449656" y="455663"/>
                </a:lnTo>
                <a:lnTo>
                  <a:pt x="414147" y="490855"/>
                </a:lnTo>
                <a:lnTo>
                  <a:pt x="418846" y="502754"/>
                </a:lnTo>
                <a:lnTo>
                  <a:pt x="463613" y="466979"/>
                </a:lnTo>
                <a:lnTo>
                  <a:pt x="498094" y="409587"/>
                </a:lnTo>
                <a:lnTo>
                  <a:pt x="520204" y="335940"/>
                </a:lnTo>
                <a:lnTo>
                  <a:pt x="525716" y="294970"/>
                </a:lnTo>
                <a:lnTo>
                  <a:pt x="527532" y="251587"/>
                </a:lnTo>
                <a:lnTo>
                  <a:pt x="527558" y="251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999229" y="5165153"/>
            <a:ext cx="3238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700" spc="-25" dirty="0">
                <a:latin typeface="Cambria Math"/>
                <a:cs typeface="Cambria Math"/>
              </a:rPr>
              <a:t>𝑋</a:t>
            </a:r>
            <a:r>
              <a:rPr sz="2100" spc="-37" baseline="-13888" dirty="0">
                <a:latin typeface="Cambria Math"/>
                <a:cs typeface="Cambria Math"/>
              </a:rPr>
              <a:t>3</a:t>
            </a:r>
            <a:endParaRPr sz="2100" baseline="-13888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777486" y="5229986"/>
            <a:ext cx="527685" cy="502920"/>
          </a:xfrm>
          <a:custGeom>
            <a:avLst/>
            <a:gdLst/>
            <a:ahLst/>
            <a:cxnLst/>
            <a:rect l="l" t="t" r="r" b="b"/>
            <a:pathLst>
              <a:path w="527685" h="502920">
                <a:moveTo>
                  <a:pt x="113411" y="11938"/>
                </a:moveTo>
                <a:lnTo>
                  <a:pt x="63855" y="35902"/>
                </a:lnTo>
                <a:lnTo>
                  <a:pt x="29464" y="92837"/>
                </a:lnTo>
                <a:lnTo>
                  <a:pt x="7340" y="166268"/>
                </a:lnTo>
                <a:lnTo>
                  <a:pt x="1828" y="207302"/>
                </a:lnTo>
                <a:lnTo>
                  <a:pt x="0" y="251206"/>
                </a:lnTo>
                <a:lnTo>
                  <a:pt x="1778" y="293636"/>
                </a:lnTo>
                <a:lnTo>
                  <a:pt x="1828" y="294970"/>
                </a:lnTo>
                <a:lnTo>
                  <a:pt x="7340" y="335940"/>
                </a:lnTo>
                <a:lnTo>
                  <a:pt x="16548" y="374142"/>
                </a:lnTo>
                <a:lnTo>
                  <a:pt x="45389" y="440982"/>
                </a:lnTo>
                <a:lnTo>
                  <a:pt x="84874" y="487565"/>
                </a:lnTo>
                <a:lnTo>
                  <a:pt x="108458" y="502754"/>
                </a:lnTo>
                <a:lnTo>
                  <a:pt x="113411" y="490855"/>
                </a:lnTo>
                <a:lnTo>
                  <a:pt x="94500" y="475589"/>
                </a:lnTo>
                <a:lnTo>
                  <a:pt x="77787" y="455663"/>
                </a:lnTo>
                <a:lnTo>
                  <a:pt x="50927" y="401853"/>
                </a:lnTo>
                <a:lnTo>
                  <a:pt x="34061" y="332714"/>
                </a:lnTo>
                <a:lnTo>
                  <a:pt x="29845" y="293636"/>
                </a:lnTo>
                <a:lnTo>
                  <a:pt x="28448" y="251587"/>
                </a:lnTo>
                <a:lnTo>
                  <a:pt x="29845" y="208775"/>
                </a:lnTo>
                <a:lnTo>
                  <a:pt x="34099" y="169278"/>
                </a:lnTo>
                <a:lnTo>
                  <a:pt x="51181" y="100203"/>
                </a:lnTo>
                <a:lnTo>
                  <a:pt x="78054" y="46977"/>
                </a:lnTo>
                <a:lnTo>
                  <a:pt x="94665" y="27178"/>
                </a:lnTo>
                <a:lnTo>
                  <a:pt x="113411" y="11938"/>
                </a:lnTo>
                <a:close/>
              </a:path>
              <a:path w="527685" h="502920">
                <a:moveTo>
                  <a:pt x="410845" y="243205"/>
                </a:moveTo>
                <a:lnTo>
                  <a:pt x="125095" y="243205"/>
                </a:lnTo>
                <a:lnTo>
                  <a:pt x="125095" y="262255"/>
                </a:lnTo>
                <a:lnTo>
                  <a:pt x="410845" y="262255"/>
                </a:lnTo>
                <a:lnTo>
                  <a:pt x="410845" y="243205"/>
                </a:lnTo>
                <a:close/>
              </a:path>
              <a:path w="527685" h="502920">
                <a:moveTo>
                  <a:pt x="527558" y="251206"/>
                </a:moveTo>
                <a:lnTo>
                  <a:pt x="525780" y="208775"/>
                </a:lnTo>
                <a:lnTo>
                  <a:pt x="520217" y="166268"/>
                </a:lnTo>
                <a:lnTo>
                  <a:pt x="511048" y="128104"/>
                </a:lnTo>
                <a:lnTo>
                  <a:pt x="482193" y="61747"/>
                </a:lnTo>
                <a:lnTo>
                  <a:pt x="442569" y="15316"/>
                </a:lnTo>
                <a:lnTo>
                  <a:pt x="418973" y="0"/>
                </a:lnTo>
                <a:lnTo>
                  <a:pt x="414147" y="11938"/>
                </a:lnTo>
                <a:lnTo>
                  <a:pt x="432879" y="27178"/>
                </a:lnTo>
                <a:lnTo>
                  <a:pt x="449516" y="46977"/>
                </a:lnTo>
                <a:lnTo>
                  <a:pt x="476504" y="100203"/>
                </a:lnTo>
                <a:lnTo>
                  <a:pt x="493471" y="169278"/>
                </a:lnTo>
                <a:lnTo>
                  <a:pt x="497700" y="208775"/>
                </a:lnTo>
                <a:lnTo>
                  <a:pt x="499097" y="251206"/>
                </a:lnTo>
                <a:lnTo>
                  <a:pt x="499110" y="251587"/>
                </a:lnTo>
                <a:lnTo>
                  <a:pt x="497700" y="293636"/>
                </a:lnTo>
                <a:lnTo>
                  <a:pt x="493483" y="332714"/>
                </a:lnTo>
                <a:lnTo>
                  <a:pt x="476631" y="401853"/>
                </a:lnTo>
                <a:lnTo>
                  <a:pt x="449719" y="455663"/>
                </a:lnTo>
                <a:lnTo>
                  <a:pt x="414147" y="490855"/>
                </a:lnTo>
                <a:lnTo>
                  <a:pt x="418973" y="502754"/>
                </a:lnTo>
                <a:lnTo>
                  <a:pt x="463638" y="466979"/>
                </a:lnTo>
                <a:lnTo>
                  <a:pt x="498221" y="409587"/>
                </a:lnTo>
                <a:lnTo>
                  <a:pt x="520217" y="335940"/>
                </a:lnTo>
                <a:lnTo>
                  <a:pt x="525716" y="294970"/>
                </a:lnTo>
                <a:lnTo>
                  <a:pt x="527532" y="251587"/>
                </a:lnTo>
                <a:lnTo>
                  <a:pt x="527558" y="2512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877815" y="5165153"/>
            <a:ext cx="3238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700" spc="-25" dirty="0">
                <a:latin typeface="Cambria Math"/>
                <a:cs typeface="Cambria Math"/>
              </a:rPr>
              <a:t>𝑋</a:t>
            </a:r>
            <a:r>
              <a:rPr sz="2100" spc="-37" baseline="-13888" dirty="0">
                <a:latin typeface="Cambria Math"/>
                <a:cs typeface="Cambria Math"/>
              </a:rPr>
              <a:t>4</a:t>
            </a:r>
            <a:endParaRPr sz="2100" baseline="-13888">
              <a:latin typeface="Cambria Math"/>
              <a:cs typeface="Cambria Math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717921" y="5340222"/>
            <a:ext cx="542925" cy="282575"/>
          </a:xfrm>
          <a:custGeom>
            <a:avLst/>
            <a:gdLst/>
            <a:ahLst/>
            <a:cxnLst/>
            <a:rect l="l" t="t" r="r" b="b"/>
            <a:pathLst>
              <a:path w="542925" h="282575">
                <a:moveTo>
                  <a:pt x="452627" y="0"/>
                </a:moveTo>
                <a:lnTo>
                  <a:pt x="448563" y="11429"/>
                </a:lnTo>
                <a:lnTo>
                  <a:pt x="464873" y="18522"/>
                </a:lnTo>
                <a:lnTo>
                  <a:pt x="478932" y="28352"/>
                </a:lnTo>
                <a:lnTo>
                  <a:pt x="507513" y="73852"/>
                </a:lnTo>
                <a:lnTo>
                  <a:pt x="515803" y="115339"/>
                </a:lnTo>
                <a:lnTo>
                  <a:pt x="516889" y="139699"/>
                </a:lnTo>
                <a:lnTo>
                  <a:pt x="515842" y="164633"/>
                </a:lnTo>
                <a:lnTo>
                  <a:pt x="507460" y="207547"/>
                </a:lnTo>
                <a:lnTo>
                  <a:pt x="478964" y="253796"/>
                </a:lnTo>
                <a:lnTo>
                  <a:pt x="448944" y="270840"/>
                </a:lnTo>
                <a:lnTo>
                  <a:pt x="452627" y="282295"/>
                </a:lnTo>
                <a:lnTo>
                  <a:pt x="491077" y="264231"/>
                </a:lnTo>
                <a:lnTo>
                  <a:pt x="519429" y="232917"/>
                </a:lnTo>
                <a:lnTo>
                  <a:pt x="536860" y="191119"/>
                </a:lnTo>
                <a:lnTo>
                  <a:pt x="542670" y="141223"/>
                </a:lnTo>
                <a:lnTo>
                  <a:pt x="541214" y="115623"/>
                </a:lnTo>
                <a:lnTo>
                  <a:pt x="529490" y="69429"/>
                </a:lnTo>
                <a:lnTo>
                  <a:pt x="506420" y="32093"/>
                </a:lnTo>
                <a:lnTo>
                  <a:pt x="473082" y="7379"/>
                </a:lnTo>
                <a:lnTo>
                  <a:pt x="452627" y="0"/>
                </a:lnTo>
                <a:close/>
              </a:path>
              <a:path w="542925" h="282575">
                <a:moveTo>
                  <a:pt x="90042" y="0"/>
                </a:moveTo>
                <a:lnTo>
                  <a:pt x="51593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85" y="139699"/>
                </a:lnTo>
                <a:lnTo>
                  <a:pt x="0" y="141223"/>
                </a:lnTo>
                <a:lnTo>
                  <a:pt x="1452" y="167177"/>
                </a:lnTo>
                <a:lnTo>
                  <a:pt x="13073" y="213036"/>
                </a:lnTo>
                <a:lnTo>
                  <a:pt x="36071" y="250232"/>
                </a:lnTo>
                <a:lnTo>
                  <a:pt x="69496" y="274917"/>
                </a:lnTo>
                <a:lnTo>
                  <a:pt x="90042" y="282295"/>
                </a:lnTo>
                <a:lnTo>
                  <a:pt x="93599" y="270840"/>
                </a:lnTo>
                <a:lnTo>
                  <a:pt x="77475" y="263717"/>
                </a:lnTo>
                <a:lnTo>
                  <a:pt x="63579" y="253796"/>
                </a:lnTo>
                <a:lnTo>
                  <a:pt x="35103" y="207547"/>
                </a:lnTo>
                <a:lnTo>
                  <a:pt x="26808" y="164633"/>
                </a:lnTo>
                <a:lnTo>
                  <a:pt x="25843" y="141223"/>
                </a:lnTo>
                <a:lnTo>
                  <a:pt x="25780" y="139699"/>
                </a:lnTo>
                <a:lnTo>
                  <a:pt x="29908" y="93678"/>
                </a:lnTo>
                <a:lnTo>
                  <a:pt x="42417" y="56133"/>
                </a:lnTo>
                <a:lnTo>
                  <a:pt x="77743" y="18522"/>
                </a:lnTo>
                <a:lnTo>
                  <a:pt x="93979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699452" y="5258371"/>
            <a:ext cx="5466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1050" algn="l"/>
                <a:tab pos="2929255" algn="l"/>
                <a:tab pos="3807460" algn="l"/>
                <a:tab pos="4686300" algn="l"/>
              </a:tabLst>
            </a:pPr>
            <a:r>
              <a:rPr sz="2400" dirty="0">
                <a:latin typeface="Calibri"/>
                <a:cs typeface="Calibri"/>
              </a:rPr>
              <a:t>Consider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𝑃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60" dirty="0">
                <a:latin typeface="Cambria Math"/>
                <a:cs typeface="Cambria Math"/>
              </a:rPr>
              <a:t>𝑃</a:t>
            </a:r>
            <a:r>
              <a:rPr sz="2400" dirty="0">
                <a:latin typeface="Cambria Math"/>
                <a:cs typeface="Cambria Math"/>
              </a:rPr>
              <a:t>	.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𝑃</a:t>
            </a:r>
            <a:r>
              <a:rPr sz="2400" spc="520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𝑛𝑜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683756" y="5473191"/>
            <a:ext cx="133350" cy="19050"/>
          </a:xfrm>
          <a:custGeom>
            <a:avLst/>
            <a:gdLst/>
            <a:ahLst/>
            <a:cxnLst/>
            <a:rect l="l" t="t" r="r" b="b"/>
            <a:pathLst>
              <a:path w="133350" h="19050">
                <a:moveTo>
                  <a:pt x="133350" y="0"/>
                </a:moveTo>
                <a:lnTo>
                  <a:pt x="0" y="0"/>
                </a:lnTo>
                <a:lnTo>
                  <a:pt x="0" y="19050"/>
                </a:lnTo>
                <a:lnTo>
                  <a:pt x="133350" y="19050"/>
                </a:lnTo>
                <a:lnTo>
                  <a:pt x="1333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302881" y="5473191"/>
            <a:ext cx="133350" cy="19050"/>
          </a:xfrm>
          <a:custGeom>
            <a:avLst/>
            <a:gdLst/>
            <a:ahLst/>
            <a:cxnLst/>
            <a:rect l="l" t="t" r="r" b="b"/>
            <a:pathLst>
              <a:path w="133350" h="19050">
                <a:moveTo>
                  <a:pt x="133350" y="0"/>
                </a:moveTo>
                <a:lnTo>
                  <a:pt x="0" y="0"/>
                </a:lnTo>
                <a:lnTo>
                  <a:pt x="0" y="19050"/>
                </a:lnTo>
                <a:lnTo>
                  <a:pt x="133350" y="19050"/>
                </a:lnTo>
                <a:lnTo>
                  <a:pt x="1333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2256154" y="5497512"/>
            <a:ext cx="51879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90905" algn="l"/>
                <a:tab pos="1769110" algn="l"/>
                <a:tab pos="2647950" algn="l"/>
                <a:tab pos="4432300" algn="l"/>
                <a:tab pos="5047615" algn="l"/>
              </a:tabLst>
            </a:pPr>
            <a:r>
              <a:rPr sz="1700" spc="105" dirty="0">
                <a:latin typeface="Cambria Math"/>
                <a:cs typeface="Cambria Math"/>
              </a:rPr>
              <a:t>𝑛𝑜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105" dirty="0">
                <a:latin typeface="Cambria Math"/>
                <a:cs typeface="Cambria Math"/>
              </a:rPr>
              <a:t>𝑛𝑜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95" dirty="0">
                <a:latin typeface="Cambria Math"/>
                <a:cs typeface="Cambria Math"/>
              </a:rPr>
              <a:t>𝑛𝑜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105" dirty="0">
                <a:latin typeface="Cambria Math"/>
                <a:cs typeface="Cambria Math"/>
              </a:rPr>
              <a:t>𝑛𝑜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5" dirty="0">
                <a:latin typeface="Cambria Math"/>
                <a:cs typeface="Cambria Math"/>
              </a:rPr>
              <a:t>5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5" dirty="0">
                <a:latin typeface="Cambria Math"/>
                <a:cs typeface="Cambria Math"/>
              </a:rPr>
              <a:t>5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912481" y="5473191"/>
            <a:ext cx="133350" cy="19050"/>
          </a:xfrm>
          <a:custGeom>
            <a:avLst/>
            <a:gdLst/>
            <a:ahLst/>
            <a:cxnLst/>
            <a:rect l="l" t="t" r="r" b="b"/>
            <a:pathLst>
              <a:path w="133350" h="19050">
                <a:moveTo>
                  <a:pt x="133350" y="0"/>
                </a:moveTo>
                <a:lnTo>
                  <a:pt x="0" y="0"/>
                </a:lnTo>
                <a:lnTo>
                  <a:pt x="0" y="19050"/>
                </a:lnTo>
                <a:lnTo>
                  <a:pt x="133350" y="19050"/>
                </a:lnTo>
                <a:lnTo>
                  <a:pt x="1333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531606" y="5473191"/>
            <a:ext cx="133350" cy="19050"/>
          </a:xfrm>
          <a:custGeom>
            <a:avLst/>
            <a:gdLst/>
            <a:ahLst/>
            <a:cxnLst/>
            <a:rect l="l" t="t" r="r" b="b"/>
            <a:pathLst>
              <a:path w="133350" h="19050">
                <a:moveTo>
                  <a:pt x="133350" y="0"/>
                </a:moveTo>
                <a:lnTo>
                  <a:pt x="0" y="0"/>
                </a:lnTo>
                <a:lnTo>
                  <a:pt x="0" y="19050"/>
                </a:lnTo>
                <a:lnTo>
                  <a:pt x="133350" y="19050"/>
                </a:lnTo>
                <a:lnTo>
                  <a:pt x="1333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6300851" y="5007189"/>
            <a:ext cx="2399665" cy="77914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670"/>
              </a:spcBef>
              <a:tabLst>
                <a:tab pos="1002665" algn="l"/>
                <a:tab pos="1618615" algn="l"/>
                <a:tab pos="2233930" algn="l"/>
              </a:tabLst>
            </a:pPr>
            <a:r>
              <a:rPr sz="3600" baseline="-32407" dirty="0">
                <a:latin typeface="Cambria Math"/>
                <a:cs typeface="Cambria Math"/>
              </a:rPr>
              <a:t>=</a:t>
            </a:r>
            <a:r>
              <a:rPr sz="3600" spc="195" baseline="-32407" dirty="0">
                <a:latin typeface="Cambria Math"/>
                <a:cs typeface="Cambria Math"/>
              </a:rPr>
              <a:t> </a:t>
            </a:r>
            <a:r>
              <a:rPr sz="1700" spc="5" dirty="0">
                <a:latin typeface="Cambria Math"/>
                <a:cs typeface="Cambria Math"/>
              </a:rPr>
              <a:t>2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5" dirty="0">
                <a:latin typeface="Cambria Math"/>
                <a:cs typeface="Cambria Math"/>
              </a:rPr>
              <a:t>2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5" dirty="0">
                <a:latin typeface="Cambria Math"/>
                <a:cs typeface="Cambria Math"/>
              </a:rPr>
              <a:t>1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5" dirty="0">
                <a:latin typeface="Cambria Math"/>
                <a:cs typeface="Cambria Math"/>
              </a:rPr>
              <a:t>2</a:t>
            </a:r>
            <a:endParaRPr sz="1700">
              <a:latin typeface="Cambria Math"/>
              <a:cs typeface="Cambria Math"/>
            </a:endParaRPr>
          </a:p>
          <a:p>
            <a:pPr marR="30480" algn="r">
              <a:lnSpc>
                <a:spcPct val="100000"/>
              </a:lnSpc>
              <a:spcBef>
                <a:spcPts val="434"/>
              </a:spcBef>
              <a:tabLst>
                <a:tab pos="614680" algn="l"/>
              </a:tabLst>
            </a:pPr>
            <a:r>
              <a:rPr sz="1700" spc="5" dirty="0">
                <a:latin typeface="Cambria Math"/>
                <a:cs typeface="Cambria Math"/>
              </a:rPr>
              <a:t>5</a:t>
            </a:r>
            <a:r>
              <a:rPr sz="1700" dirty="0">
                <a:latin typeface="Cambria Math"/>
                <a:cs typeface="Cambria Math"/>
              </a:rPr>
              <a:t>	</a:t>
            </a:r>
            <a:r>
              <a:rPr sz="1700" spc="-5" dirty="0">
                <a:latin typeface="Cambria Math"/>
                <a:cs typeface="Cambria Math"/>
              </a:rPr>
              <a:t>5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939280" y="5258371"/>
            <a:ext cx="20897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7380" algn="l"/>
                <a:tab pos="1243330" algn="l"/>
                <a:tab pos="1858645" algn="l"/>
              </a:tabLst>
            </a:pPr>
            <a:r>
              <a:rPr sz="2400" spc="-50" dirty="0">
                <a:latin typeface="Cambria Math"/>
                <a:cs typeface="Cambria Math"/>
              </a:rPr>
              <a:t>×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×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×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×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9141206" y="5473191"/>
            <a:ext cx="257175" cy="19050"/>
          </a:xfrm>
          <a:custGeom>
            <a:avLst/>
            <a:gdLst/>
            <a:ahLst/>
            <a:cxnLst/>
            <a:rect l="l" t="t" r="r" b="b"/>
            <a:pathLst>
              <a:path w="257175" h="19050">
                <a:moveTo>
                  <a:pt x="257175" y="0"/>
                </a:moveTo>
                <a:lnTo>
                  <a:pt x="0" y="0"/>
                </a:lnTo>
                <a:lnTo>
                  <a:pt x="0" y="19050"/>
                </a:lnTo>
                <a:lnTo>
                  <a:pt x="257175" y="19050"/>
                </a:lnTo>
                <a:lnTo>
                  <a:pt x="257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9202166" y="5165153"/>
            <a:ext cx="15240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5" dirty="0">
                <a:latin typeface="Cambria Math"/>
                <a:cs typeface="Cambria Math"/>
              </a:rPr>
              <a:t>5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137650" y="5497512"/>
            <a:ext cx="29210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80" dirty="0">
                <a:latin typeface="Cambria Math"/>
                <a:cs typeface="Cambria Math"/>
              </a:rPr>
              <a:t>14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9471279" y="5258371"/>
            <a:ext cx="8832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imes New Roman"/>
                <a:cs typeface="Times New Roman"/>
              </a:rPr>
              <a:t>=0.005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75652" y="5716270"/>
            <a:ext cx="663320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P(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Yes/X)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&gt;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P(No/X)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Hence,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Player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play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Tennis.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1925"/>
            <a:ext cx="10667999" cy="762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1295" y="337819"/>
            <a:ext cx="4934585" cy="5401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8980">
              <a:lnSpc>
                <a:spcPct val="100000"/>
              </a:lnSpc>
              <a:spcBef>
                <a:spcPts val="10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Example:3</a:t>
            </a:r>
            <a:endParaRPr sz="2400">
              <a:latin typeface="Arial"/>
              <a:cs typeface="Arial"/>
            </a:endParaRPr>
          </a:p>
          <a:p>
            <a:pPr marL="12700" marR="6350" indent="451484" algn="just">
              <a:lnSpc>
                <a:spcPct val="149900"/>
              </a:lnSpc>
              <a:spcBef>
                <a:spcPts val="500"/>
              </a:spcBef>
              <a:buAutoNum type="alphaLcParenBoth"/>
              <a:tabLst>
                <a:tab pos="464184" algn="l"/>
              </a:tabLst>
            </a:pPr>
            <a:r>
              <a:rPr sz="2400" dirty="0">
                <a:latin typeface="Times New Roman"/>
                <a:cs typeface="Times New Roman"/>
              </a:rPr>
              <a:t>Estimate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Conditional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Probability</a:t>
            </a:r>
            <a:r>
              <a:rPr sz="2400" spc="2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of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attributes</a:t>
            </a:r>
            <a:r>
              <a:rPr sz="2400" spc="20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{colour,</a:t>
            </a:r>
            <a:r>
              <a:rPr sz="2400" spc="1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legs,</a:t>
            </a:r>
            <a:r>
              <a:rPr sz="2400" spc="17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height, </a:t>
            </a:r>
            <a:r>
              <a:rPr sz="2400" dirty="0">
                <a:latin typeface="Times New Roman"/>
                <a:cs typeface="Times New Roman"/>
              </a:rPr>
              <a:t>smelly}</a:t>
            </a:r>
            <a:r>
              <a:rPr sz="2400" spc="320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315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15" dirty="0">
                <a:latin typeface="Times New Roman"/>
                <a:cs typeface="Times New Roman"/>
              </a:rPr>
              <a:t>   </a:t>
            </a:r>
            <a:r>
              <a:rPr sz="2400" dirty="0">
                <a:latin typeface="Times New Roman"/>
                <a:cs typeface="Times New Roman"/>
              </a:rPr>
              <a:t>species</a:t>
            </a:r>
            <a:r>
              <a:rPr sz="2400" spc="310" dirty="0">
                <a:latin typeface="Times New Roman"/>
                <a:cs typeface="Times New Roman"/>
              </a:rPr>
              <a:t>   </a:t>
            </a:r>
            <a:r>
              <a:rPr sz="2400" spc="-10" dirty="0">
                <a:latin typeface="Times New Roman"/>
                <a:cs typeface="Times New Roman"/>
              </a:rPr>
              <a:t>classes:</a:t>
            </a:r>
            <a:endParaRPr sz="24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S1,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S2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}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400" spc="-10" dirty="0">
                <a:latin typeface="Times New Roman"/>
                <a:cs typeface="Times New Roman"/>
              </a:rPr>
              <a:t>table.</a:t>
            </a:r>
            <a:endParaRPr sz="2400">
              <a:latin typeface="Times New Roman"/>
              <a:cs typeface="Times New Roman"/>
            </a:endParaRPr>
          </a:p>
          <a:p>
            <a:pPr marL="12700" marR="6350" indent="433705">
              <a:lnSpc>
                <a:spcPts val="4360"/>
              </a:lnSpc>
              <a:spcBef>
                <a:spcPts val="315"/>
              </a:spcBef>
              <a:buAutoNum type="alphaLcParenBoth" startAt="2"/>
              <a:tabLst>
                <a:tab pos="446405" algn="l"/>
              </a:tabLst>
            </a:pP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probabilities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table </a:t>
            </a:r>
            <a:r>
              <a:rPr sz="2400" dirty="0">
                <a:latin typeface="Times New Roman"/>
                <a:cs typeface="Times New Roman"/>
              </a:rPr>
              <a:t>estimate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probabilities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005"/>
              </a:spcBef>
            </a:pPr>
            <a:r>
              <a:rPr sz="2400" dirty="0">
                <a:latin typeface="Times New Roman"/>
                <a:cs typeface="Times New Roman"/>
              </a:rPr>
              <a:t>new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instance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Colour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=Green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Legs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Height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Tall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Smelly=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No}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422900" y="1201927"/>
          <a:ext cx="6667499" cy="4594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22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Colour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Legs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Height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Smelly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Species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White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Short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Green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Green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Short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White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Short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Green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Short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White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White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Tall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No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White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Short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Yes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S2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3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85457" y="1519491"/>
            <a:ext cx="27000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1740" algn="l"/>
                <a:tab pos="2601595" algn="l"/>
              </a:tabLst>
            </a:pPr>
            <a:r>
              <a:rPr sz="2400" spc="-10" dirty="0">
                <a:latin typeface="Arial MT"/>
                <a:cs typeface="Arial MT"/>
              </a:rPr>
              <a:t>P(S1)=</a:t>
            </a:r>
            <a:r>
              <a:rPr sz="2400" dirty="0">
                <a:latin typeface="Arial MT"/>
                <a:cs typeface="Arial MT"/>
              </a:rPr>
              <a:t>	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P(S2)=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0" dirty="0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0387" y="1535407"/>
            <a:ext cx="131050" cy="4873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9254" y="1535407"/>
            <a:ext cx="126682" cy="487325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52450" y="2219325"/>
          <a:ext cx="3598545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9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Colour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White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R="46355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Green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R="46355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1/4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387970" y="1807972"/>
          <a:ext cx="3598545" cy="1111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9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Legs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¼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4/4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¾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0/4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20712" y="3751326"/>
          <a:ext cx="3596640" cy="111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Height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Arial MT"/>
                          <a:cs typeface="Arial MT"/>
                        </a:rPr>
                        <a:t>Tall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¾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Short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¼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389494" y="3504057"/>
          <a:ext cx="3596640" cy="111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Smelly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Yes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¾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¼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No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¼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3/4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3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38250"/>
            <a:ext cx="10972799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Naïve</a:t>
            </a:r>
            <a:r>
              <a:rPr sz="2400" spc="-90" dirty="0"/>
              <a:t> </a:t>
            </a:r>
            <a:r>
              <a:rPr sz="2400" dirty="0"/>
              <a:t>Bayes</a:t>
            </a:r>
            <a:r>
              <a:rPr sz="2400" spc="-25" dirty="0"/>
              <a:t> </a:t>
            </a:r>
            <a:r>
              <a:rPr sz="2400" dirty="0"/>
              <a:t>for</a:t>
            </a:r>
            <a:r>
              <a:rPr sz="2400" spc="-60" dirty="0"/>
              <a:t> </a:t>
            </a:r>
            <a:r>
              <a:rPr sz="2400" spc="-20" dirty="0"/>
              <a:t>Text</a:t>
            </a:r>
            <a:r>
              <a:rPr sz="2400" spc="-75" dirty="0"/>
              <a:t> </a:t>
            </a:r>
            <a:r>
              <a:rPr sz="2400" spc="-10" dirty="0"/>
              <a:t>Classification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75" y="1114422"/>
            <a:ext cx="9896475" cy="56673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5" dirty="0"/>
              <a:t> </a:t>
            </a:r>
            <a:r>
              <a:rPr sz="2400" spc="-25" dirty="0"/>
              <a:t>4: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04775" y="904811"/>
            <a:ext cx="11077575" cy="5277485"/>
            <a:chOff x="104775" y="904811"/>
            <a:chExt cx="11077575" cy="52774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775" y="1009650"/>
              <a:ext cx="11077575" cy="51720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5400" y="904811"/>
              <a:ext cx="2205101" cy="7762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207772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25" dirty="0"/>
              <a:t> </a:t>
            </a:r>
            <a:r>
              <a:rPr sz="2400" dirty="0"/>
              <a:t>4</a:t>
            </a:r>
            <a:r>
              <a:rPr sz="2400" spc="-95" dirty="0"/>
              <a:t> </a:t>
            </a:r>
            <a:r>
              <a:rPr sz="2400" dirty="0"/>
              <a:t>Solution:</a:t>
            </a:r>
            <a:r>
              <a:rPr sz="2400" spc="-155" dirty="0"/>
              <a:t> </a:t>
            </a:r>
            <a:r>
              <a:rPr sz="2400" dirty="0"/>
              <a:t>Apply</a:t>
            </a:r>
            <a:r>
              <a:rPr sz="2400" spc="-25" dirty="0"/>
              <a:t> </a:t>
            </a:r>
            <a:r>
              <a:rPr sz="2400" dirty="0"/>
              <a:t>Laplace</a:t>
            </a:r>
            <a:r>
              <a:rPr sz="2400" spc="-30" dirty="0"/>
              <a:t> </a:t>
            </a:r>
            <a:r>
              <a:rPr sz="2400" spc="-10" dirty="0"/>
              <a:t>smoothing</a:t>
            </a:r>
            <a:endParaRPr sz="2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98725" y="3999484"/>
          <a:ext cx="8216900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Word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P(Word/Sport)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P(Word/Not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Sport)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2/11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1/9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very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1/11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0/9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close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0/11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1/9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game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2/11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0/9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422650" y="1226311"/>
          <a:ext cx="4508500" cy="2444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0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Text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80" dirty="0">
                          <a:latin typeface="Calibri"/>
                          <a:cs typeface="Calibri"/>
                        </a:rPr>
                        <a:t>“A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great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game”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“The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election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over”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“Very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clean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match”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spc="-80" dirty="0">
                          <a:latin typeface="Calibri"/>
                          <a:cs typeface="Calibri"/>
                        </a:rPr>
                        <a:t>“A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clean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forgettable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game”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“It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close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election”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22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222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4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3250" y="1060450"/>
          <a:ext cx="4508500" cy="2444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0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Text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05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05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80" dirty="0">
                          <a:latin typeface="Calibri"/>
                          <a:cs typeface="Calibri"/>
                        </a:rPr>
                        <a:t>“A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great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game”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“The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election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over”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034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“Very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clean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match”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3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spc="-80" dirty="0">
                          <a:latin typeface="Calibri"/>
                          <a:cs typeface="Calibri"/>
                        </a:rPr>
                        <a:t>“A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clean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forgettable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game”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“It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was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close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election”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sports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493003" y="1376362"/>
            <a:ext cx="4977765" cy="20040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4900"/>
              </a:lnSpc>
              <a:spcBef>
                <a:spcPts val="35"/>
              </a:spcBef>
            </a:pPr>
            <a:r>
              <a:rPr sz="1550" dirty="0">
                <a:solidFill>
                  <a:srgbClr val="2B3D51"/>
                </a:solidFill>
                <a:latin typeface="Lucida Sans Unicode"/>
                <a:cs typeface="Lucida Sans Unicode"/>
              </a:rPr>
              <a:t>Which</a:t>
            </a:r>
            <a:r>
              <a:rPr sz="1550" spc="-75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2B3D51"/>
                </a:solidFill>
                <a:latin typeface="Lucida Sans Unicode"/>
                <a:cs typeface="Lucida Sans Unicode"/>
              </a:rPr>
              <a:t>tag</a:t>
            </a:r>
            <a:r>
              <a:rPr sz="1550" spc="-35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2B3D51"/>
                </a:solidFill>
                <a:latin typeface="Lucida Sans Unicode"/>
                <a:cs typeface="Lucida Sans Unicode"/>
              </a:rPr>
              <a:t>does</a:t>
            </a:r>
            <a:r>
              <a:rPr sz="1550" spc="-80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2B3D51"/>
                </a:solidFill>
                <a:latin typeface="Lucida Sans Unicode"/>
                <a:cs typeface="Lucida Sans Unicode"/>
              </a:rPr>
              <a:t>the</a:t>
            </a:r>
            <a:r>
              <a:rPr sz="1550" spc="-60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2B3D51"/>
                </a:solidFill>
                <a:latin typeface="Lucida Sans Unicode"/>
                <a:cs typeface="Lucida Sans Unicode"/>
              </a:rPr>
              <a:t>sentence</a:t>
            </a:r>
            <a:r>
              <a:rPr sz="1550" spc="-75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i="1" dirty="0">
                <a:solidFill>
                  <a:srgbClr val="2B3D51"/>
                </a:solidFill>
                <a:latin typeface="Calibri"/>
                <a:cs typeface="Calibri"/>
              </a:rPr>
              <a:t>A</a:t>
            </a:r>
            <a:r>
              <a:rPr sz="1550" i="1" spc="4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B3D51"/>
                </a:solidFill>
                <a:latin typeface="Calibri"/>
                <a:cs typeface="Calibri"/>
              </a:rPr>
              <a:t>very</a:t>
            </a:r>
            <a:r>
              <a:rPr sz="1550" i="1" spc="11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B3D51"/>
                </a:solidFill>
                <a:latin typeface="Calibri"/>
                <a:cs typeface="Calibri"/>
              </a:rPr>
              <a:t>close</a:t>
            </a:r>
            <a:r>
              <a:rPr sz="1550" i="1" spc="5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B3D51"/>
                </a:solidFill>
                <a:latin typeface="Calibri"/>
                <a:cs typeface="Calibri"/>
              </a:rPr>
              <a:t>game</a:t>
            </a:r>
            <a:r>
              <a:rPr sz="1550" i="1" spc="18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2B3D51"/>
                </a:solidFill>
                <a:latin typeface="Lucida Sans Unicode"/>
                <a:cs typeface="Lucida Sans Unicode"/>
              </a:rPr>
              <a:t>belong </a:t>
            </a:r>
            <a:r>
              <a:rPr sz="1550" dirty="0">
                <a:solidFill>
                  <a:srgbClr val="2B3D51"/>
                </a:solidFill>
                <a:latin typeface="Lucida Sans Unicode"/>
                <a:cs typeface="Lucida Sans Unicode"/>
              </a:rPr>
              <a:t>to?</a:t>
            </a:r>
            <a:r>
              <a:rPr sz="1550" spc="40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spc="-40" dirty="0">
                <a:solidFill>
                  <a:srgbClr val="2B3D51"/>
                </a:solidFill>
                <a:latin typeface="Lucida Sans Unicode"/>
                <a:cs typeface="Lucida Sans Unicode"/>
              </a:rPr>
              <a:t>i.e.</a:t>
            </a:r>
            <a:r>
              <a:rPr sz="1550" spc="-15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2B3D51"/>
                </a:solidFill>
                <a:latin typeface="Lucida Sans Unicode"/>
                <a:cs typeface="Lucida Sans Unicode"/>
              </a:rPr>
              <a:t>P(sports|</a:t>
            </a:r>
            <a:r>
              <a:rPr sz="1550" spc="-70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i="1" dirty="0">
                <a:solidFill>
                  <a:srgbClr val="2B3D51"/>
                </a:solidFill>
                <a:latin typeface="Calibri"/>
                <a:cs typeface="Calibri"/>
              </a:rPr>
              <a:t>A</a:t>
            </a:r>
            <a:r>
              <a:rPr sz="1550" i="1" spc="8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B3D51"/>
                </a:solidFill>
                <a:latin typeface="Calibri"/>
                <a:cs typeface="Calibri"/>
              </a:rPr>
              <a:t>very</a:t>
            </a:r>
            <a:r>
              <a:rPr sz="1550" i="1" spc="14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2B3D51"/>
                </a:solidFill>
                <a:latin typeface="Calibri"/>
                <a:cs typeface="Calibri"/>
              </a:rPr>
              <a:t>close</a:t>
            </a:r>
            <a:r>
              <a:rPr sz="1550" i="1" spc="8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550" i="1" spc="-20" dirty="0">
                <a:solidFill>
                  <a:srgbClr val="2B3D51"/>
                </a:solidFill>
                <a:latin typeface="Calibri"/>
                <a:cs typeface="Calibri"/>
              </a:rPr>
              <a:t>game</a:t>
            </a:r>
            <a:r>
              <a:rPr sz="1550" spc="-20" dirty="0">
                <a:solidFill>
                  <a:srgbClr val="2B3D51"/>
                </a:solidFill>
                <a:latin typeface="Lucida Sans Unicode"/>
                <a:cs typeface="Lucida Sans Unicode"/>
              </a:rPr>
              <a:t>)</a:t>
            </a:r>
            <a:endParaRPr sz="1550">
              <a:latin typeface="Lucida Sans Unicode"/>
              <a:cs typeface="Lucida Sans Unicode"/>
            </a:endParaRPr>
          </a:p>
          <a:p>
            <a:pPr marL="88900">
              <a:lnSpc>
                <a:spcPct val="100000"/>
              </a:lnSpc>
              <a:spcBef>
                <a:spcPts val="1160"/>
              </a:spcBef>
            </a:pPr>
            <a:r>
              <a:rPr sz="1550" spc="-20" dirty="0">
                <a:solidFill>
                  <a:srgbClr val="2B3D51"/>
                </a:solidFill>
                <a:latin typeface="Lucida Sans Unicode"/>
                <a:cs typeface="Lucida Sans Unicode"/>
              </a:rPr>
              <a:t>Using</a:t>
            </a:r>
            <a:r>
              <a:rPr sz="1550" spc="10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2B3D51"/>
                </a:solidFill>
                <a:latin typeface="Lucida Sans Unicode"/>
                <a:cs typeface="Lucida Sans Unicode"/>
              </a:rPr>
              <a:t>Bayes</a:t>
            </a:r>
            <a:r>
              <a:rPr sz="1550" spc="50" dirty="0">
                <a:solidFill>
                  <a:srgbClr val="2B3D51"/>
                </a:solidFill>
                <a:latin typeface="Lucida Sans Unicode"/>
                <a:cs typeface="Lucida Sans Unicode"/>
              </a:rPr>
              <a:t> </a:t>
            </a:r>
            <a:r>
              <a:rPr sz="1550" spc="-10" dirty="0">
                <a:solidFill>
                  <a:srgbClr val="2B3D51"/>
                </a:solidFill>
                <a:latin typeface="Lucida Sans Unicode"/>
                <a:cs typeface="Lucida Sans Unicode"/>
              </a:rPr>
              <a:t>Theorem:</a:t>
            </a:r>
            <a:endParaRPr sz="1550">
              <a:latin typeface="Lucida Sans Unicode"/>
              <a:cs typeface="Lucida Sans Unicode"/>
            </a:endParaRPr>
          </a:p>
          <a:p>
            <a:pPr marL="88900">
              <a:lnSpc>
                <a:spcPct val="100000"/>
              </a:lnSpc>
              <a:spcBef>
                <a:spcPts val="1490"/>
              </a:spcBef>
            </a:pPr>
            <a:r>
              <a:rPr sz="1200" spc="-35" dirty="0">
                <a:solidFill>
                  <a:srgbClr val="2B3D51"/>
                </a:solidFill>
                <a:latin typeface="Arial Black"/>
                <a:cs typeface="Arial Black"/>
              </a:rPr>
              <a:t>P(sports|</a:t>
            </a:r>
            <a:r>
              <a:rPr sz="1200" spc="-135" dirty="0">
                <a:solidFill>
                  <a:srgbClr val="2B3D51"/>
                </a:solidFill>
                <a:latin typeface="Arial Black"/>
                <a:cs typeface="Arial Black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A</a:t>
            </a:r>
            <a:r>
              <a:rPr sz="1200" b="1" i="1" spc="-3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very</a:t>
            </a:r>
            <a:r>
              <a:rPr sz="1200" b="1" i="1" spc="6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close</a:t>
            </a:r>
            <a:r>
              <a:rPr sz="1200" b="1" i="1" spc="3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spc="-20" dirty="0">
                <a:solidFill>
                  <a:srgbClr val="2B3D51"/>
                </a:solidFill>
                <a:latin typeface="Calibri"/>
                <a:cs typeface="Calibri"/>
              </a:rPr>
              <a:t>game</a:t>
            </a:r>
            <a:r>
              <a:rPr sz="1200" spc="-20" dirty="0">
                <a:solidFill>
                  <a:srgbClr val="2B3D51"/>
                </a:solidFill>
                <a:latin typeface="Arial Black"/>
                <a:cs typeface="Arial Black"/>
              </a:rPr>
              <a:t>)</a:t>
            </a:r>
            <a:endParaRPr sz="1200">
              <a:latin typeface="Arial Black"/>
              <a:cs typeface="Arial Black"/>
            </a:endParaRPr>
          </a:p>
          <a:p>
            <a:pPr marL="88900">
              <a:lnSpc>
                <a:spcPct val="100000"/>
              </a:lnSpc>
              <a:spcBef>
                <a:spcPts val="1415"/>
              </a:spcBef>
            </a:pPr>
            <a:r>
              <a:rPr sz="1200" spc="-110" dirty="0">
                <a:solidFill>
                  <a:srgbClr val="2B3D51"/>
                </a:solidFill>
                <a:latin typeface="Arial Black"/>
                <a:cs typeface="Arial Black"/>
              </a:rPr>
              <a:t>=</a:t>
            </a:r>
            <a:r>
              <a:rPr sz="1200" spc="-114" dirty="0">
                <a:solidFill>
                  <a:srgbClr val="2B3D51"/>
                </a:solidFill>
                <a:latin typeface="Arial Black"/>
                <a:cs typeface="Arial Black"/>
              </a:rPr>
              <a:t> </a:t>
            </a:r>
            <a:r>
              <a:rPr sz="1200" spc="-50" dirty="0">
                <a:solidFill>
                  <a:srgbClr val="2B3D51"/>
                </a:solidFill>
                <a:latin typeface="Arial Black"/>
                <a:cs typeface="Arial Black"/>
              </a:rPr>
              <a:t>P(</a:t>
            </a:r>
            <a:r>
              <a:rPr sz="1200" b="1" i="1" spc="-50" dirty="0">
                <a:solidFill>
                  <a:srgbClr val="2B3D51"/>
                </a:solidFill>
                <a:latin typeface="Calibri"/>
                <a:cs typeface="Calibri"/>
              </a:rPr>
              <a:t>A</a:t>
            </a:r>
            <a:r>
              <a:rPr sz="1200" b="1" i="1" spc="-3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very</a:t>
            </a:r>
            <a:r>
              <a:rPr sz="1200" b="1" i="1" spc="-2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close</a:t>
            </a:r>
            <a:r>
              <a:rPr sz="1200" b="1" i="1" spc="1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game|</a:t>
            </a:r>
            <a:r>
              <a:rPr sz="1200" b="1" i="1" spc="2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spc="-75" dirty="0">
                <a:solidFill>
                  <a:srgbClr val="2B3D51"/>
                </a:solidFill>
                <a:latin typeface="Arial Black"/>
                <a:cs typeface="Arial Black"/>
              </a:rPr>
              <a:t>sports)</a:t>
            </a:r>
            <a:r>
              <a:rPr sz="1200" spc="-60" dirty="0">
                <a:solidFill>
                  <a:srgbClr val="2B3D51"/>
                </a:solidFill>
                <a:latin typeface="Arial Black"/>
                <a:cs typeface="Arial Black"/>
              </a:rPr>
              <a:t> </a:t>
            </a:r>
            <a:r>
              <a:rPr sz="1200" spc="-10" dirty="0">
                <a:solidFill>
                  <a:srgbClr val="2B3D51"/>
                </a:solidFill>
                <a:latin typeface="Arial Black"/>
                <a:cs typeface="Arial Black"/>
              </a:rPr>
              <a:t>P(sports)</a:t>
            </a:r>
            <a:endParaRPr sz="1200">
              <a:latin typeface="Arial Black"/>
              <a:cs typeface="Arial Black"/>
            </a:endParaRPr>
          </a:p>
          <a:p>
            <a:pPr marL="222250">
              <a:lnSpc>
                <a:spcPts val="1435"/>
              </a:lnSpc>
              <a:spcBef>
                <a:spcPts val="65"/>
              </a:spcBef>
            </a:pPr>
            <a:r>
              <a:rPr sz="1200" b="1" dirty="0">
                <a:latin typeface="Tahoma"/>
                <a:cs typeface="Tahoma"/>
              </a:rPr>
              <a:t>---</a:t>
            </a:r>
            <a:r>
              <a:rPr sz="1200" b="1" spc="-70" dirty="0">
                <a:latin typeface="Tahoma"/>
                <a:cs typeface="Tahoma"/>
              </a:rPr>
              <a:t>-</a:t>
            </a:r>
            <a:r>
              <a:rPr sz="1200" b="1" dirty="0">
                <a:latin typeface="Tahoma"/>
                <a:cs typeface="Tahoma"/>
              </a:rPr>
              <a:t>-----</a:t>
            </a:r>
            <a:r>
              <a:rPr sz="1200" b="1" spc="-70" dirty="0">
                <a:latin typeface="Tahoma"/>
                <a:cs typeface="Tahoma"/>
              </a:rPr>
              <a:t>-</a:t>
            </a:r>
            <a:r>
              <a:rPr sz="1200" b="1" dirty="0">
                <a:latin typeface="Tahoma"/>
                <a:cs typeface="Tahoma"/>
              </a:rPr>
              <a:t>-----</a:t>
            </a:r>
            <a:r>
              <a:rPr sz="1200" b="1" spc="-70" dirty="0">
                <a:latin typeface="Tahoma"/>
                <a:cs typeface="Tahoma"/>
              </a:rPr>
              <a:t>-</a:t>
            </a:r>
            <a:r>
              <a:rPr sz="1200" b="1" dirty="0">
                <a:latin typeface="Tahoma"/>
                <a:cs typeface="Tahoma"/>
              </a:rPr>
              <a:t>-----</a:t>
            </a:r>
            <a:r>
              <a:rPr sz="1200" b="1" spc="-70" dirty="0">
                <a:latin typeface="Tahoma"/>
                <a:cs typeface="Tahoma"/>
              </a:rPr>
              <a:t>-</a:t>
            </a:r>
            <a:r>
              <a:rPr sz="1200" b="1" dirty="0">
                <a:latin typeface="Tahoma"/>
                <a:cs typeface="Tahoma"/>
              </a:rPr>
              <a:t>-----</a:t>
            </a:r>
            <a:r>
              <a:rPr sz="1200" b="1" spc="-70" dirty="0">
                <a:latin typeface="Tahoma"/>
                <a:cs typeface="Tahoma"/>
              </a:rPr>
              <a:t>-</a:t>
            </a:r>
            <a:r>
              <a:rPr sz="1200" b="1" dirty="0">
                <a:latin typeface="Tahoma"/>
                <a:cs typeface="Tahoma"/>
              </a:rPr>
              <a:t>-----</a:t>
            </a:r>
            <a:r>
              <a:rPr sz="1200" b="1" spc="-70" dirty="0">
                <a:latin typeface="Tahoma"/>
                <a:cs typeface="Tahoma"/>
              </a:rPr>
              <a:t>-</a:t>
            </a:r>
            <a:r>
              <a:rPr sz="1200" b="1" dirty="0">
                <a:latin typeface="Tahoma"/>
                <a:cs typeface="Tahoma"/>
              </a:rPr>
              <a:t>-----</a:t>
            </a:r>
            <a:r>
              <a:rPr sz="1200" b="1" spc="-70" dirty="0">
                <a:latin typeface="Tahoma"/>
                <a:cs typeface="Tahoma"/>
              </a:rPr>
              <a:t>-</a:t>
            </a:r>
            <a:r>
              <a:rPr sz="1200" b="1" dirty="0">
                <a:latin typeface="Tahoma"/>
                <a:cs typeface="Tahoma"/>
              </a:rPr>
              <a:t>------</a:t>
            </a:r>
            <a:endParaRPr sz="1200">
              <a:latin typeface="Tahoma"/>
              <a:cs typeface="Tahoma"/>
            </a:endParaRPr>
          </a:p>
          <a:p>
            <a:pPr marL="1003935">
              <a:lnSpc>
                <a:spcPts val="1435"/>
              </a:lnSpc>
            </a:pPr>
            <a:r>
              <a:rPr sz="1200" spc="-65" dirty="0">
                <a:solidFill>
                  <a:srgbClr val="2B3D51"/>
                </a:solidFill>
                <a:latin typeface="Arial Black"/>
                <a:cs typeface="Arial Black"/>
              </a:rPr>
              <a:t>P(</a:t>
            </a:r>
            <a:r>
              <a:rPr sz="1200" b="1" i="1" spc="-65" dirty="0">
                <a:solidFill>
                  <a:srgbClr val="2B3D51"/>
                </a:solidFill>
                <a:latin typeface="Calibri"/>
                <a:cs typeface="Calibri"/>
              </a:rPr>
              <a:t>A</a:t>
            </a:r>
            <a:r>
              <a:rPr sz="1200" b="1" i="1" spc="-2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very</a:t>
            </a:r>
            <a:r>
              <a:rPr sz="1200" b="1" i="1" spc="25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dirty="0">
                <a:solidFill>
                  <a:srgbClr val="2B3D51"/>
                </a:solidFill>
                <a:latin typeface="Calibri"/>
                <a:cs typeface="Calibri"/>
              </a:rPr>
              <a:t>close</a:t>
            </a:r>
            <a:r>
              <a:rPr sz="1200" b="1" i="1" spc="20" dirty="0">
                <a:solidFill>
                  <a:srgbClr val="2B3D51"/>
                </a:solidFill>
                <a:latin typeface="Calibri"/>
                <a:cs typeface="Calibri"/>
              </a:rPr>
              <a:t> </a:t>
            </a:r>
            <a:r>
              <a:rPr sz="1200" b="1" i="1" spc="-20" dirty="0">
                <a:solidFill>
                  <a:srgbClr val="2B3D51"/>
                </a:solidFill>
                <a:latin typeface="Calibri"/>
                <a:cs typeface="Calibri"/>
              </a:rPr>
              <a:t>game)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80210" y="4083113"/>
            <a:ext cx="694182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ahoma"/>
                <a:cs typeface="Tahoma"/>
              </a:rPr>
              <a:t>We</a:t>
            </a:r>
            <a:r>
              <a:rPr sz="1550" spc="10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assume</a:t>
            </a:r>
            <a:r>
              <a:rPr sz="1550" spc="10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that</a:t>
            </a:r>
            <a:r>
              <a:rPr sz="1550" spc="10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every</a:t>
            </a:r>
            <a:r>
              <a:rPr sz="1550" spc="7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word</a:t>
            </a:r>
            <a:r>
              <a:rPr sz="1550" spc="6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in</a:t>
            </a:r>
            <a:r>
              <a:rPr sz="1550" spc="13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a</a:t>
            </a:r>
            <a:r>
              <a:rPr sz="1550" spc="114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sentence</a:t>
            </a:r>
            <a:r>
              <a:rPr sz="1550" spc="10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is</a:t>
            </a:r>
            <a:r>
              <a:rPr sz="1550" spc="135" dirty="0">
                <a:latin typeface="Tahoma"/>
                <a:cs typeface="Tahoma"/>
              </a:rPr>
              <a:t> </a:t>
            </a:r>
            <a:r>
              <a:rPr sz="1550" b="1" dirty="0">
                <a:latin typeface="Tahoma"/>
                <a:cs typeface="Tahoma"/>
              </a:rPr>
              <a:t>independent</a:t>
            </a:r>
            <a:r>
              <a:rPr sz="1550" b="1" spc="14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of</a:t>
            </a:r>
            <a:r>
              <a:rPr sz="1550" spc="5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the</a:t>
            </a:r>
            <a:r>
              <a:rPr sz="1550" spc="10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other</a:t>
            </a:r>
            <a:r>
              <a:rPr sz="1550" spc="60" dirty="0">
                <a:latin typeface="Tahoma"/>
                <a:cs typeface="Tahoma"/>
              </a:rPr>
              <a:t> </a:t>
            </a:r>
            <a:r>
              <a:rPr sz="1550" spc="-20" dirty="0">
                <a:latin typeface="Tahoma"/>
                <a:cs typeface="Tahoma"/>
              </a:rPr>
              <a:t>ones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4550" y="5941377"/>
            <a:ext cx="88836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ahoma"/>
                <a:cs typeface="Tahoma"/>
              </a:rPr>
              <a:t>“close”</a:t>
            </a:r>
            <a:r>
              <a:rPr sz="1550" spc="11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doesn’t</a:t>
            </a:r>
            <a:r>
              <a:rPr sz="1550" spc="6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appear</a:t>
            </a:r>
            <a:r>
              <a:rPr sz="1550" spc="9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in</a:t>
            </a:r>
            <a:r>
              <a:rPr sz="1550" spc="8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sentences</a:t>
            </a:r>
            <a:r>
              <a:rPr sz="1550" spc="114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of</a:t>
            </a:r>
            <a:r>
              <a:rPr sz="1550" spc="8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sports</a:t>
            </a:r>
            <a:r>
              <a:rPr sz="1550" spc="114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tag,</a:t>
            </a:r>
            <a:r>
              <a:rPr sz="1550" spc="204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So</a:t>
            </a:r>
            <a:r>
              <a:rPr sz="1550" spc="20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P(close</a:t>
            </a:r>
            <a:r>
              <a:rPr sz="1550" spc="5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|</a:t>
            </a:r>
            <a:r>
              <a:rPr sz="1550" spc="14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sports)</a:t>
            </a:r>
            <a:r>
              <a:rPr sz="1550" spc="5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=</a:t>
            </a:r>
            <a:r>
              <a:rPr sz="1550" spc="21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0,</a:t>
            </a:r>
            <a:r>
              <a:rPr sz="1550" spc="11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which</a:t>
            </a:r>
            <a:r>
              <a:rPr sz="1550" spc="8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makes</a:t>
            </a:r>
            <a:r>
              <a:rPr sz="1550" spc="11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product</a:t>
            </a:r>
            <a:r>
              <a:rPr sz="1550" spc="150" dirty="0">
                <a:latin typeface="Tahoma"/>
                <a:cs typeface="Tahoma"/>
              </a:rPr>
              <a:t> </a:t>
            </a:r>
            <a:r>
              <a:rPr sz="1550" spc="-50" dirty="0">
                <a:latin typeface="Tahoma"/>
                <a:cs typeface="Tahoma"/>
              </a:rPr>
              <a:t>0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19250" y="4610036"/>
            <a:ext cx="214629" cy="196215"/>
            <a:chOff x="1619250" y="4610036"/>
            <a:chExt cx="214629" cy="1962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4812" y="4647403"/>
              <a:ext cx="46037" cy="15881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19250" y="4610036"/>
              <a:ext cx="214312" cy="16668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4522" y="4599916"/>
            <a:ext cx="140017" cy="282178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085146" y="4647374"/>
            <a:ext cx="140335" cy="149860"/>
            <a:chOff x="2085146" y="4647374"/>
            <a:chExt cx="140335" cy="14986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85146" y="4647374"/>
              <a:ext cx="139769" cy="1493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1724" y="4732029"/>
              <a:ext cx="73958" cy="2747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2408424" y="4619561"/>
            <a:ext cx="625475" cy="290830"/>
            <a:chOff x="2408424" y="4619561"/>
            <a:chExt cx="625475" cy="29083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08424" y="4685233"/>
              <a:ext cx="64713" cy="927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28875" y="4619561"/>
              <a:ext cx="128587" cy="20478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80021" y="4685045"/>
              <a:ext cx="83469" cy="9286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47950" y="4629086"/>
              <a:ext cx="204787" cy="18573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09875" y="4629086"/>
              <a:ext cx="223837" cy="280987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3208972" y="4552886"/>
            <a:ext cx="293370" cy="271780"/>
            <a:chOff x="3208972" y="4552886"/>
            <a:chExt cx="293370" cy="271780"/>
          </a:xfrm>
        </p:grpSpPr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08972" y="4685102"/>
              <a:ext cx="140017" cy="11157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05175" y="4552886"/>
              <a:ext cx="119062" cy="27146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18416" y="4675577"/>
              <a:ext cx="83343" cy="10228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3561159" y="4666234"/>
            <a:ext cx="226695" cy="111760"/>
            <a:chOff x="3561159" y="4666234"/>
            <a:chExt cx="226695" cy="111760"/>
          </a:xfrm>
        </p:grpSpPr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61159" y="4666234"/>
              <a:ext cx="102155" cy="11144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85222" y="4684983"/>
              <a:ext cx="102155" cy="83469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1666875" y="5067363"/>
            <a:ext cx="224154" cy="234315"/>
            <a:chOff x="1666875" y="5067363"/>
            <a:chExt cx="224154" cy="234315"/>
          </a:xfrm>
        </p:grpSpPr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03274" y="5133305"/>
              <a:ext cx="36739" cy="16815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66875" y="5067363"/>
              <a:ext cx="223837" cy="195262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2037357" y="5057243"/>
            <a:ext cx="349250" cy="282575"/>
            <a:chOff x="2037357" y="5057243"/>
            <a:chExt cx="349250" cy="282575"/>
          </a:xfrm>
        </p:grpSpPr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037357" y="5057243"/>
              <a:ext cx="130571" cy="28217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52650" y="5067363"/>
              <a:ext cx="233362" cy="22383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246709" y="5180198"/>
              <a:ext cx="92868" cy="36634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2437266" y="5113985"/>
            <a:ext cx="140970" cy="111760"/>
            <a:chOff x="2437266" y="5113985"/>
            <a:chExt cx="140970" cy="111760"/>
          </a:xfrm>
        </p:grpSpPr>
        <p:pic>
          <p:nvPicPr>
            <p:cNvPr id="35" name="object 3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37266" y="5132980"/>
              <a:ext cx="102280" cy="9260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532062" y="5113985"/>
              <a:ext cx="46037" cy="92743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2637171" y="5132847"/>
            <a:ext cx="188595" cy="102235"/>
            <a:chOff x="2637171" y="5132847"/>
            <a:chExt cx="188595" cy="102235"/>
          </a:xfrm>
        </p:grpSpPr>
        <p:pic>
          <p:nvPicPr>
            <p:cNvPr id="38" name="object 3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637171" y="5142310"/>
              <a:ext cx="83469" cy="92743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723197" y="5132847"/>
              <a:ext cx="102155" cy="92868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885167" y="5114106"/>
            <a:ext cx="111578" cy="168275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3209043" y="5019738"/>
            <a:ext cx="340360" cy="252729"/>
            <a:chOff x="3209043" y="5019738"/>
            <a:chExt cx="340360" cy="252729"/>
          </a:xfrm>
        </p:grpSpPr>
        <p:pic>
          <p:nvPicPr>
            <p:cNvPr id="42" name="object 4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209043" y="5113953"/>
              <a:ext cx="158926" cy="13045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324225" y="5019738"/>
              <a:ext cx="157162" cy="25241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456572" y="5113930"/>
              <a:ext cx="92743" cy="92604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3608652" y="5038788"/>
            <a:ext cx="349250" cy="205104"/>
            <a:chOff x="3608652" y="5038788"/>
            <a:chExt cx="349250" cy="205104"/>
          </a:xfrm>
        </p:grpSpPr>
        <p:pic>
          <p:nvPicPr>
            <p:cNvPr id="46" name="object 4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608652" y="5113854"/>
              <a:ext cx="83343" cy="10228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713747" y="5114081"/>
              <a:ext cx="102017" cy="11157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790950" y="5038788"/>
              <a:ext cx="166687" cy="204787"/>
            </a:xfrm>
            <a:prstGeom prst="rect">
              <a:avLst/>
            </a:prstGeom>
          </p:spPr>
        </p:pic>
      </p:grpSp>
      <p:pic>
        <p:nvPicPr>
          <p:cNvPr id="49" name="object 4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951839" y="4666304"/>
            <a:ext cx="121133" cy="168275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4904372" y="4665202"/>
            <a:ext cx="112395" cy="75565"/>
            <a:chOff x="4904372" y="4665202"/>
            <a:chExt cx="112395" cy="75565"/>
          </a:xfrm>
        </p:grpSpPr>
        <p:pic>
          <p:nvPicPr>
            <p:cNvPr id="51" name="object 5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904372" y="4665202"/>
              <a:ext cx="92743" cy="1825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923422" y="4712979"/>
              <a:ext cx="92743" cy="27475"/>
            </a:xfrm>
            <a:prstGeom prst="rect">
              <a:avLst/>
            </a:prstGeom>
          </p:spPr>
        </p:pic>
      </p:grpSp>
      <p:grpSp>
        <p:nvGrpSpPr>
          <p:cNvPr id="53" name="object 53"/>
          <p:cNvGrpSpPr/>
          <p:nvPr/>
        </p:nvGrpSpPr>
        <p:grpSpPr>
          <a:xfrm>
            <a:off x="5143500" y="4524311"/>
            <a:ext cx="652780" cy="290830"/>
            <a:chOff x="5143500" y="4524311"/>
            <a:chExt cx="652780" cy="290830"/>
          </a:xfrm>
        </p:grpSpPr>
        <p:pic>
          <p:nvPicPr>
            <p:cNvPr id="54" name="object 5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143500" y="4562411"/>
              <a:ext cx="138112" cy="21431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143500" y="4543361"/>
              <a:ext cx="233362" cy="19526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343525" y="4533836"/>
              <a:ext cx="185737" cy="26193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457825" y="4543361"/>
              <a:ext cx="233362" cy="233362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533117" y="4646548"/>
              <a:ext cx="111578" cy="3651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619750" y="4524311"/>
              <a:ext cx="176212" cy="290512"/>
            </a:xfrm>
            <a:prstGeom prst="rect">
              <a:avLst/>
            </a:prstGeom>
          </p:spPr>
        </p:pic>
      </p:grpSp>
      <p:grpSp>
        <p:nvGrpSpPr>
          <p:cNvPr id="60" name="object 60"/>
          <p:cNvGrpSpPr/>
          <p:nvPr/>
        </p:nvGrpSpPr>
        <p:grpSpPr>
          <a:xfrm>
            <a:off x="5915025" y="4505261"/>
            <a:ext cx="1081405" cy="281305"/>
            <a:chOff x="5915025" y="4505261"/>
            <a:chExt cx="1081405" cy="281305"/>
          </a:xfrm>
        </p:grpSpPr>
        <p:pic>
          <p:nvPicPr>
            <p:cNvPr id="61" name="object 6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915025" y="4571936"/>
              <a:ext cx="119062" cy="20478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915025" y="4533836"/>
              <a:ext cx="204787" cy="185737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086475" y="4514786"/>
              <a:ext cx="214312" cy="261937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266316" y="4599258"/>
              <a:ext cx="111578" cy="83469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305550" y="4533836"/>
              <a:ext cx="157162" cy="204787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456997" y="4589795"/>
              <a:ext cx="102155" cy="92868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505575" y="4552886"/>
              <a:ext cx="204787" cy="16668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648450" y="4533836"/>
              <a:ext cx="204787" cy="242887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772275" y="4505261"/>
              <a:ext cx="223837" cy="280987"/>
            </a:xfrm>
            <a:prstGeom prst="rect">
              <a:avLst/>
            </a:prstGeom>
          </p:spPr>
        </p:pic>
      </p:grpSp>
      <p:grpSp>
        <p:nvGrpSpPr>
          <p:cNvPr id="70" name="object 70"/>
          <p:cNvGrpSpPr/>
          <p:nvPr/>
        </p:nvGrpSpPr>
        <p:grpSpPr>
          <a:xfrm>
            <a:off x="7077075" y="4448111"/>
            <a:ext cx="1186180" cy="309880"/>
            <a:chOff x="7077075" y="4448111"/>
            <a:chExt cx="1186180" cy="309880"/>
          </a:xfrm>
        </p:grpSpPr>
        <p:pic>
          <p:nvPicPr>
            <p:cNvPr id="71" name="object 7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086600" y="4524311"/>
              <a:ext cx="128587" cy="21431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077075" y="4514786"/>
              <a:ext cx="204787" cy="176212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277100" y="4486211"/>
              <a:ext cx="195262" cy="252412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448550" y="4543361"/>
              <a:ext cx="214312" cy="195262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600950" y="4448111"/>
              <a:ext cx="147637" cy="27146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714342" y="4580270"/>
              <a:ext cx="111578" cy="102155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820025" y="4505261"/>
              <a:ext cx="166687" cy="21431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7934325" y="4533836"/>
              <a:ext cx="204787" cy="185737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077200" y="4486211"/>
              <a:ext cx="185737" cy="271462"/>
            </a:xfrm>
            <a:prstGeom prst="rect">
              <a:avLst/>
            </a:prstGeom>
          </p:spPr>
        </p:pic>
      </p:grpSp>
      <p:grpSp>
        <p:nvGrpSpPr>
          <p:cNvPr id="80" name="object 80"/>
          <p:cNvGrpSpPr/>
          <p:nvPr/>
        </p:nvGrpSpPr>
        <p:grpSpPr>
          <a:xfrm>
            <a:off x="8334375" y="4467161"/>
            <a:ext cx="214629" cy="215265"/>
            <a:chOff x="8334375" y="4467161"/>
            <a:chExt cx="214629" cy="215265"/>
          </a:xfrm>
        </p:grpSpPr>
        <p:pic>
          <p:nvPicPr>
            <p:cNvPr id="81" name="object 81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390059" y="4532883"/>
              <a:ext cx="36634" cy="149351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8334375" y="4467161"/>
              <a:ext cx="214312" cy="176212"/>
            </a:xfrm>
            <a:prstGeom prst="rect">
              <a:avLst/>
            </a:prstGeom>
          </p:spPr>
        </p:pic>
      </p:grpSp>
      <p:pic>
        <p:nvPicPr>
          <p:cNvPr id="83" name="object 83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8600122" y="4428426"/>
            <a:ext cx="111442" cy="196691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8790582" y="4475865"/>
            <a:ext cx="130571" cy="187215"/>
          </a:xfrm>
          <a:prstGeom prst="rect">
            <a:avLst/>
          </a:prstGeom>
        </p:spPr>
      </p:pic>
      <p:grpSp>
        <p:nvGrpSpPr>
          <p:cNvPr id="85" name="object 85"/>
          <p:cNvGrpSpPr/>
          <p:nvPr/>
        </p:nvGrpSpPr>
        <p:grpSpPr>
          <a:xfrm>
            <a:off x="4009032" y="4505261"/>
            <a:ext cx="1873250" cy="805180"/>
            <a:chOff x="4009032" y="4505261"/>
            <a:chExt cx="1873250" cy="805180"/>
          </a:xfrm>
        </p:grpSpPr>
        <p:pic>
          <p:nvPicPr>
            <p:cNvPr id="86" name="object 86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4123332" y="4665995"/>
              <a:ext cx="130571" cy="92868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4238625" y="4610036"/>
              <a:ext cx="442912" cy="185737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4610100" y="4505261"/>
              <a:ext cx="233362" cy="366712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4009032" y="5104581"/>
              <a:ext cx="139898" cy="158926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4133850" y="5067363"/>
              <a:ext cx="233362" cy="185737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4286250" y="5057838"/>
              <a:ext cx="357187" cy="195262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628091" y="5113797"/>
              <a:ext cx="92604" cy="92868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752975" y="4914963"/>
              <a:ext cx="147637" cy="395287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4876800" y="5010086"/>
              <a:ext cx="204787" cy="214312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5038725" y="5029263"/>
              <a:ext cx="138112" cy="261937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5085216" y="5056708"/>
              <a:ext cx="111578" cy="9274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5191125" y="5000561"/>
              <a:ext cx="204787" cy="195262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351916" y="5037527"/>
              <a:ext cx="102280" cy="10228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5438775" y="4886261"/>
              <a:ext cx="147637" cy="290512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5524500" y="5000561"/>
              <a:ext cx="185737" cy="204787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476875" y="4952936"/>
              <a:ext cx="214312" cy="119062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5648325" y="4867338"/>
              <a:ext cx="233362" cy="423862"/>
            </a:xfrm>
            <a:prstGeom prst="rect">
              <a:avLst/>
            </a:prstGeom>
          </p:spPr>
        </p:pic>
      </p:grpSp>
      <p:grpSp>
        <p:nvGrpSpPr>
          <p:cNvPr id="103" name="object 103"/>
          <p:cNvGrpSpPr/>
          <p:nvPr/>
        </p:nvGrpSpPr>
        <p:grpSpPr>
          <a:xfrm>
            <a:off x="5943600" y="5046354"/>
            <a:ext cx="205104" cy="130810"/>
            <a:chOff x="5943600" y="5046354"/>
            <a:chExt cx="205104" cy="130810"/>
          </a:xfrm>
        </p:grpSpPr>
        <p:pic>
          <p:nvPicPr>
            <p:cNvPr id="104" name="object 104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5989971" y="5046354"/>
              <a:ext cx="92743" cy="27475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5943600" y="5057711"/>
              <a:ext cx="204787" cy="119062"/>
            </a:xfrm>
            <a:prstGeom prst="rect">
              <a:avLst/>
            </a:prstGeom>
          </p:spPr>
        </p:pic>
      </p:grpSp>
      <p:grpSp>
        <p:nvGrpSpPr>
          <p:cNvPr id="106" name="object 106"/>
          <p:cNvGrpSpPr/>
          <p:nvPr/>
        </p:nvGrpSpPr>
        <p:grpSpPr>
          <a:xfrm>
            <a:off x="6305550" y="4829111"/>
            <a:ext cx="1776730" cy="414655"/>
            <a:chOff x="6305550" y="4829111"/>
            <a:chExt cx="1776730" cy="414655"/>
          </a:xfrm>
        </p:grpSpPr>
        <p:pic>
          <p:nvPicPr>
            <p:cNvPr id="107" name="object 107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6360999" y="4980805"/>
              <a:ext cx="36739" cy="16827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6305550" y="4924361"/>
              <a:ext cx="204787" cy="185737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6524625" y="4867211"/>
              <a:ext cx="195262" cy="319087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6705600" y="4943411"/>
              <a:ext cx="223837" cy="166687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6934200" y="4857686"/>
              <a:ext cx="147637" cy="328612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7067550" y="4905311"/>
              <a:ext cx="195262" cy="214312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7219950" y="4943538"/>
              <a:ext cx="119062" cy="300037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219950" y="4943411"/>
              <a:ext cx="204787" cy="195262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418841" y="4989845"/>
              <a:ext cx="111578" cy="102155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7477125" y="4933886"/>
              <a:ext cx="223837" cy="195262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7639050" y="4829111"/>
              <a:ext cx="147637" cy="290512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7724775" y="4943411"/>
              <a:ext cx="185737" cy="204787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7677150" y="4905311"/>
              <a:ext cx="204787" cy="128587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7867650" y="4838763"/>
              <a:ext cx="214312" cy="395287"/>
            </a:xfrm>
            <a:prstGeom prst="rect">
              <a:avLst/>
            </a:prstGeom>
          </p:spPr>
        </p:pic>
      </p:grpSp>
      <p:pic>
        <p:nvPicPr>
          <p:cNvPr id="121" name="object 121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4475842" y="5476053"/>
            <a:ext cx="111578" cy="177854"/>
          </a:xfrm>
          <a:prstGeom prst="rect">
            <a:avLst/>
          </a:prstGeom>
        </p:spPr>
      </p:pic>
      <p:grpSp>
        <p:nvGrpSpPr>
          <p:cNvPr id="122" name="object 122"/>
          <p:cNvGrpSpPr/>
          <p:nvPr/>
        </p:nvGrpSpPr>
        <p:grpSpPr>
          <a:xfrm>
            <a:off x="4723484" y="5372100"/>
            <a:ext cx="521334" cy="300990"/>
            <a:chOff x="4723484" y="5372100"/>
            <a:chExt cx="521334" cy="300990"/>
          </a:xfrm>
        </p:grpSpPr>
        <p:pic>
          <p:nvPicPr>
            <p:cNvPr id="123" name="object 123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4723484" y="5447599"/>
              <a:ext cx="158811" cy="225238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4857750" y="5438775"/>
              <a:ext cx="271462" cy="204787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5029200" y="5372100"/>
              <a:ext cx="138112" cy="290512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5142366" y="5513721"/>
              <a:ext cx="102280" cy="83469"/>
            </a:xfrm>
            <a:prstGeom prst="rect">
              <a:avLst/>
            </a:prstGeom>
          </p:spPr>
        </p:pic>
      </p:grpSp>
      <p:grpSp>
        <p:nvGrpSpPr>
          <p:cNvPr id="127" name="object 127"/>
          <p:cNvGrpSpPr/>
          <p:nvPr/>
        </p:nvGrpSpPr>
        <p:grpSpPr>
          <a:xfrm>
            <a:off x="5304102" y="5504259"/>
            <a:ext cx="207645" cy="102870"/>
            <a:chOff x="5304102" y="5504259"/>
            <a:chExt cx="207645" cy="102870"/>
          </a:xfrm>
        </p:grpSpPr>
        <p:pic>
          <p:nvPicPr>
            <p:cNvPr id="128" name="object 128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5304102" y="5504316"/>
              <a:ext cx="83343" cy="102280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5427996" y="5504259"/>
              <a:ext cx="83469" cy="102155"/>
            </a:xfrm>
            <a:prstGeom prst="rect">
              <a:avLst/>
            </a:prstGeom>
          </p:spPr>
        </p:pic>
      </p:grpSp>
      <p:pic>
        <p:nvPicPr>
          <p:cNvPr id="130" name="object 130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5599211" y="5371519"/>
            <a:ext cx="55364" cy="291674"/>
          </a:xfrm>
          <a:prstGeom prst="rect">
            <a:avLst/>
          </a:prstGeom>
        </p:spPr>
      </p:pic>
      <p:grpSp>
        <p:nvGrpSpPr>
          <p:cNvPr id="131" name="object 131"/>
          <p:cNvGrpSpPr/>
          <p:nvPr/>
        </p:nvGrpSpPr>
        <p:grpSpPr>
          <a:xfrm>
            <a:off x="5742539" y="5305425"/>
            <a:ext cx="1016000" cy="433705"/>
            <a:chOff x="5742539" y="5305425"/>
            <a:chExt cx="1016000" cy="433705"/>
          </a:xfrm>
        </p:grpSpPr>
        <p:pic>
          <p:nvPicPr>
            <p:cNvPr id="132" name="object 132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5742539" y="5428384"/>
              <a:ext cx="121133" cy="130319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5848350" y="5419725"/>
              <a:ext cx="147637" cy="290512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5876925" y="5410263"/>
              <a:ext cx="204787" cy="166687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6010275" y="5410263"/>
              <a:ext cx="214312" cy="166687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6172200" y="5362638"/>
              <a:ext cx="195262" cy="214312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6286500" y="5305425"/>
              <a:ext cx="166687" cy="290512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6343650" y="5410200"/>
              <a:ext cx="185737" cy="214312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6324600" y="5391213"/>
              <a:ext cx="223837" cy="119062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6524625" y="5314950"/>
              <a:ext cx="233362" cy="423862"/>
            </a:xfrm>
            <a:prstGeom prst="rect">
              <a:avLst/>
            </a:prstGeom>
          </p:spPr>
        </p:pic>
      </p:grpSp>
      <p:grpSp>
        <p:nvGrpSpPr>
          <p:cNvPr id="141" name="object 141"/>
          <p:cNvGrpSpPr/>
          <p:nvPr/>
        </p:nvGrpSpPr>
        <p:grpSpPr>
          <a:xfrm>
            <a:off x="6934200" y="5353050"/>
            <a:ext cx="1167130" cy="281305"/>
            <a:chOff x="6934200" y="5353050"/>
            <a:chExt cx="1167130" cy="281305"/>
          </a:xfrm>
        </p:grpSpPr>
        <p:pic>
          <p:nvPicPr>
            <p:cNvPr id="142" name="object 142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6989518" y="5428488"/>
              <a:ext cx="27475" cy="158686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6934200" y="5381688"/>
              <a:ext cx="223837" cy="176212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7153275" y="5353050"/>
              <a:ext cx="223837" cy="280987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7419022" y="5428399"/>
              <a:ext cx="111442" cy="168388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7505700" y="5410263"/>
              <a:ext cx="223837" cy="176212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7677150" y="5410200"/>
              <a:ext cx="300037" cy="185737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7934325" y="5391150"/>
              <a:ext cx="166687" cy="204787"/>
            </a:xfrm>
            <a:prstGeom prst="rect">
              <a:avLst/>
            </a:prstGeom>
          </p:spPr>
        </p:pic>
      </p:grpSp>
      <p:pic>
        <p:nvPicPr>
          <p:cNvPr id="149" name="object 149"/>
          <p:cNvPicPr/>
          <p:nvPr/>
        </p:nvPicPr>
        <p:blipFill>
          <a:blip r:embed="rId121" cstate="print"/>
          <a:stretch>
            <a:fillRect/>
          </a:stretch>
        </p:blipFill>
        <p:spPr>
          <a:xfrm>
            <a:off x="8180387" y="5295370"/>
            <a:ext cx="46037" cy="253603"/>
          </a:xfrm>
          <a:prstGeom prst="rect">
            <a:avLst/>
          </a:prstGeom>
        </p:spPr>
      </p:pic>
      <p:grpSp>
        <p:nvGrpSpPr>
          <p:cNvPr id="150" name="object 150"/>
          <p:cNvGrpSpPr/>
          <p:nvPr/>
        </p:nvGrpSpPr>
        <p:grpSpPr>
          <a:xfrm>
            <a:off x="8210550" y="4390961"/>
            <a:ext cx="2091055" cy="1376680"/>
            <a:chOff x="8210550" y="4390961"/>
            <a:chExt cx="2091055" cy="1376680"/>
          </a:xfrm>
        </p:grpSpPr>
        <p:pic>
          <p:nvPicPr>
            <p:cNvPr id="151" name="object 151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9000209" y="4494602"/>
              <a:ext cx="149469" cy="102280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9144000" y="4438586"/>
              <a:ext cx="347662" cy="214312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9439275" y="4457636"/>
              <a:ext cx="223837" cy="204787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9496425" y="4390961"/>
              <a:ext cx="261937" cy="347662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8246949" y="4951983"/>
              <a:ext cx="45924" cy="140017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8210550" y="4895786"/>
              <a:ext cx="204787" cy="204787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8401050" y="4838636"/>
              <a:ext cx="233362" cy="347662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8675874" y="4942088"/>
              <a:ext cx="64713" cy="74083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8677275" y="4867211"/>
              <a:ext cx="166687" cy="204787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8763000" y="4876736"/>
              <a:ext cx="204787" cy="185737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8858250" y="4867211"/>
              <a:ext cx="261937" cy="185737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9048750" y="4857686"/>
              <a:ext cx="233362" cy="252412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9267825" y="4743386"/>
              <a:ext cx="128587" cy="395287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9363075" y="4848161"/>
              <a:ext cx="176212" cy="204787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9467850" y="4848161"/>
              <a:ext cx="166687" cy="309562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9561966" y="4904058"/>
              <a:ext cx="111578" cy="83469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9695497" y="4885070"/>
              <a:ext cx="102155" cy="92868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9772650" y="4791011"/>
              <a:ext cx="214312" cy="242887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9934575" y="4695761"/>
              <a:ext cx="128587" cy="319087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9972675" y="4829111"/>
              <a:ext cx="195262" cy="223837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9990471" y="4827279"/>
              <a:ext cx="83469" cy="27475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10039350" y="4733861"/>
              <a:ext cx="261937" cy="414337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8304892" y="5371210"/>
              <a:ext cx="111578" cy="140017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8401050" y="5343524"/>
              <a:ext cx="128587" cy="300037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8410575" y="5353113"/>
              <a:ext cx="223837" cy="166687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8619217" y="5390260"/>
              <a:ext cx="111578" cy="102155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8752472" y="5389960"/>
              <a:ext cx="102017" cy="83469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8839200" y="5210238"/>
              <a:ext cx="138112" cy="309562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8896350" y="5353113"/>
              <a:ext cx="185737" cy="204787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8877300" y="5276913"/>
              <a:ext cx="204787" cy="128587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8896350" y="5200649"/>
              <a:ext cx="366712" cy="5667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 4</a:t>
            </a:r>
            <a:r>
              <a:rPr sz="2400" spc="-65" dirty="0"/>
              <a:t> </a:t>
            </a:r>
            <a:r>
              <a:rPr sz="2400" dirty="0"/>
              <a:t>Solution:</a:t>
            </a:r>
            <a:r>
              <a:rPr sz="2400" spc="-55" dirty="0"/>
              <a:t> </a:t>
            </a:r>
            <a:r>
              <a:rPr sz="2400" dirty="0"/>
              <a:t>Laplace</a:t>
            </a:r>
            <a:r>
              <a:rPr sz="2400" spc="-65" dirty="0"/>
              <a:t> </a:t>
            </a:r>
            <a:r>
              <a:rPr sz="2400" spc="-10" dirty="0"/>
              <a:t>smoothing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23925"/>
            <a:ext cx="12039599" cy="57721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207772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25" dirty="0"/>
              <a:t> </a:t>
            </a:r>
            <a:r>
              <a:rPr sz="2400" dirty="0"/>
              <a:t>4</a:t>
            </a:r>
            <a:r>
              <a:rPr sz="2400" spc="-95" dirty="0"/>
              <a:t> </a:t>
            </a:r>
            <a:r>
              <a:rPr sz="2400" dirty="0"/>
              <a:t>Solution:</a:t>
            </a:r>
            <a:r>
              <a:rPr sz="2400" spc="-155" dirty="0"/>
              <a:t> </a:t>
            </a:r>
            <a:r>
              <a:rPr sz="2400" dirty="0"/>
              <a:t>Apply</a:t>
            </a:r>
            <a:r>
              <a:rPr sz="2400" spc="-25" dirty="0"/>
              <a:t> </a:t>
            </a:r>
            <a:r>
              <a:rPr sz="2400" dirty="0"/>
              <a:t>Laplace</a:t>
            </a:r>
            <a:r>
              <a:rPr sz="2400" spc="-30" dirty="0"/>
              <a:t> </a:t>
            </a:r>
            <a:r>
              <a:rPr sz="2400" spc="-10" dirty="0"/>
              <a:t>smoothing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66800"/>
            <a:ext cx="9324974" cy="561022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-5" dirty="0"/>
              <a:t> </a:t>
            </a:r>
            <a:r>
              <a:rPr sz="2400" spc="-25" dirty="0"/>
              <a:t>5: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23925"/>
            <a:ext cx="11953874" cy="577215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5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047750"/>
            <a:ext cx="9029700" cy="53911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5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028700"/>
            <a:ext cx="9563100" cy="539115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5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42875" y="1009650"/>
            <a:ext cx="10168255" cy="5343525"/>
            <a:chOff x="142875" y="1009650"/>
            <a:chExt cx="10168255" cy="53435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75" y="1009650"/>
              <a:ext cx="10001250" cy="53435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0" y="1581086"/>
              <a:ext cx="9663176" cy="41291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5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1076325"/>
            <a:ext cx="866775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Example</a:t>
            </a:r>
            <a:r>
              <a:rPr sz="2400" spc="5" dirty="0"/>
              <a:t> </a:t>
            </a:r>
            <a:r>
              <a:rPr sz="2400" dirty="0"/>
              <a:t>5</a:t>
            </a:r>
            <a:r>
              <a:rPr sz="2400" spc="-65" dirty="0"/>
              <a:t> </a:t>
            </a:r>
            <a:r>
              <a:rPr sz="2400" spc="-10" dirty="0"/>
              <a:t>Solution: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152400" y="923925"/>
            <a:ext cx="11925300" cy="3076575"/>
            <a:chOff x="152400" y="923925"/>
            <a:chExt cx="11925300" cy="3076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00" y="923925"/>
              <a:ext cx="5124450" cy="30765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24525" y="1143000"/>
              <a:ext cx="6353175" cy="20669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58025" y="1781175"/>
              <a:ext cx="3510026" cy="135724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57850" y="4057650"/>
            <a:ext cx="6324600" cy="196215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Naïve</a:t>
            </a:r>
            <a:r>
              <a:rPr sz="2400" spc="-60" dirty="0"/>
              <a:t> </a:t>
            </a:r>
            <a:r>
              <a:rPr sz="2400" dirty="0"/>
              <a:t>Bayes</a:t>
            </a:r>
            <a:r>
              <a:rPr sz="2400" spc="10" dirty="0"/>
              <a:t> </a:t>
            </a:r>
            <a:r>
              <a:rPr sz="2400" spc="-10" dirty="0"/>
              <a:t>Classifier</a:t>
            </a:r>
            <a:r>
              <a:rPr sz="2400" spc="-105" dirty="0"/>
              <a:t> </a:t>
            </a:r>
            <a:r>
              <a:rPr sz="2400" spc="-10" dirty="0"/>
              <a:t>Applications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5" y="923925"/>
            <a:ext cx="1194435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Practical</a:t>
            </a:r>
            <a:r>
              <a:rPr sz="2400" spc="-100" dirty="0"/>
              <a:t> </a:t>
            </a:r>
            <a:r>
              <a:rPr sz="2400" dirty="0"/>
              <a:t>Issues</a:t>
            </a:r>
            <a:r>
              <a:rPr sz="2400" spc="-25" dirty="0"/>
              <a:t> </a:t>
            </a:r>
            <a:r>
              <a:rPr sz="2400" dirty="0"/>
              <a:t>of</a:t>
            </a:r>
            <a:r>
              <a:rPr sz="2400" spc="-10" dirty="0"/>
              <a:t> </a:t>
            </a:r>
            <a:r>
              <a:rPr sz="2400" dirty="0"/>
              <a:t>Bayesian</a:t>
            </a:r>
            <a:r>
              <a:rPr sz="2400" spc="-75" dirty="0"/>
              <a:t> </a:t>
            </a:r>
            <a:r>
              <a:rPr sz="2400" spc="-10" dirty="0"/>
              <a:t>learning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" y="1085850"/>
            <a:ext cx="11534775" cy="488632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85153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Practical</a:t>
            </a:r>
            <a:r>
              <a:rPr sz="2400" spc="-100" dirty="0"/>
              <a:t> </a:t>
            </a:r>
            <a:r>
              <a:rPr sz="2400" dirty="0"/>
              <a:t>Issues</a:t>
            </a:r>
            <a:r>
              <a:rPr sz="2400" spc="-25" dirty="0"/>
              <a:t> </a:t>
            </a:r>
            <a:r>
              <a:rPr sz="2400" dirty="0"/>
              <a:t>of</a:t>
            </a:r>
            <a:r>
              <a:rPr sz="2400" spc="-10" dirty="0"/>
              <a:t> </a:t>
            </a:r>
            <a:r>
              <a:rPr sz="2400" dirty="0"/>
              <a:t>Bayesian</a:t>
            </a:r>
            <a:r>
              <a:rPr sz="2400" spc="-75" dirty="0"/>
              <a:t> </a:t>
            </a:r>
            <a:r>
              <a:rPr sz="2400" spc="-10" dirty="0"/>
              <a:t>learning</a:t>
            </a:r>
            <a:endParaRPr sz="2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076325"/>
            <a:ext cx="11925300" cy="395287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1925"/>
            <a:ext cx="10667999" cy="762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26390" y="337819"/>
            <a:ext cx="5200650" cy="4210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3885">
              <a:lnSpc>
                <a:spcPct val="100000"/>
              </a:lnSpc>
              <a:spcBef>
                <a:spcPts val="10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Glossary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0F1141"/>
              </a:buClr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Bayes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theorem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864"/>
              </a:spcBef>
              <a:buClr>
                <a:srgbClr val="0F1141"/>
              </a:buClr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MAP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Hypothesis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945"/>
              </a:spcBef>
              <a:buClr>
                <a:srgbClr val="0F1141"/>
              </a:buClr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ML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Estimate</a:t>
            </a:r>
            <a:endParaRPr sz="32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1939"/>
              </a:spcBef>
              <a:buClr>
                <a:srgbClr val="0F1141"/>
              </a:buClr>
              <a:buFont typeface="Wingdings"/>
              <a:buChar char=""/>
              <a:tabLst>
                <a:tab pos="355600" algn="l"/>
              </a:tabLst>
            </a:pPr>
            <a:r>
              <a:rPr sz="3200" dirty="0">
                <a:latin typeface="Arial MT"/>
                <a:cs typeface="Arial MT"/>
              </a:rPr>
              <a:t>Naïve</a:t>
            </a:r>
            <a:r>
              <a:rPr sz="3200" spc="-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Bayes</a:t>
            </a:r>
            <a:r>
              <a:rPr sz="3200" spc="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theorem</a:t>
            </a:r>
            <a:endParaRPr sz="32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945"/>
              </a:spcBef>
              <a:buClr>
                <a:srgbClr val="0F1141"/>
              </a:buClr>
              <a:buFont typeface="Wingdings"/>
              <a:buChar char=""/>
              <a:tabLst>
                <a:tab pos="354965" algn="l"/>
              </a:tabLst>
            </a:pPr>
            <a:r>
              <a:rPr sz="3200" dirty="0">
                <a:latin typeface="Arial MT"/>
                <a:cs typeface="Arial MT"/>
              </a:rPr>
              <a:t>NB</a:t>
            </a:r>
            <a:r>
              <a:rPr sz="3200" spc="-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Laplace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correction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dirty="0"/>
              <a:t>Practice</a:t>
            </a:r>
            <a:r>
              <a:rPr spc="-75" dirty="0"/>
              <a:t> </a:t>
            </a:r>
            <a:r>
              <a:rPr dirty="0"/>
              <a:t>Problems</a:t>
            </a:r>
            <a:r>
              <a:rPr spc="-70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159" y="1237678"/>
            <a:ext cx="10677525" cy="288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Two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candidates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competing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positions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board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directors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12700" marR="219075">
              <a:lnSpc>
                <a:spcPts val="4960"/>
              </a:lnSpc>
              <a:spcBef>
                <a:spcPts val="430"/>
              </a:spcBef>
            </a:pPr>
            <a:r>
              <a:rPr sz="2400" dirty="0">
                <a:latin typeface="Calibri"/>
                <a:cs typeface="Calibri"/>
              </a:rPr>
              <a:t>company.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probabilities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sets will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0.6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25" dirty="0">
                <a:latin typeface="Calibri"/>
                <a:cs typeface="Calibri"/>
              </a:rPr>
              <a:t>0.4 </a:t>
            </a:r>
            <a:r>
              <a:rPr sz="2400" dirty="0">
                <a:latin typeface="Calibri"/>
                <a:cs typeface="Calibri"/>
              </a:rPr>
              <a:t>respectively.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wins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introducing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20" dirty="0">
                <a:latin typeface="Calibri"/>
                <a:cs typeface="Calibri"/>
              </a:rPr>
              <a:t>0.8,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corresponding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wins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0.3.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probability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introduced?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75" y="962025"/>
            <a:ext cx="11906250" cy="493395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dirty="0"/>
              <a:t>Practice</a:t>
            </a:r>
            <a:r>
              <a:rPr spc="-75" dirty="0"/>
              <a:t> </a:t>
            </a:r>
            <a:r>
              <a:rPr dirty="0"/>
              <a:t>Problems</a:t>
            </a:r>
            <a:r>
              <a:rPr spc="-70" dirty="0"/>
              <a:t> </a:t>
            </a:r>
            <a:r>
              <a:rPr spc="-50" dirty="0"/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975" y="1066800"/>
            <a:ext cx="11830050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550" y="1019175"/>
            <a:ext cx="11468100" cy="523875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Conti..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763" y="2419413"/>
            <a:ext cx="1627124" cy="1592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90470" y="2800667"/>
            <a:ext cx="427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0.35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0521" y="4286726"/>
            <a:ext cx="213701" cy="20431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219450" y="1763267"/>
            <a:ext cx="2040255" cy="3263265"/>
            <a:chOff x="3219450" y="1763267"/>
            <a:chExt cx="2040255" cy="326326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9450" y="3152775"/>
              <a:ext cx="485775" cy="3714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10051" y="1843150"/>
              <a:ext cx="1544955" cy="3178175"/>
            </a:xfrm>
            <a:custGeom>
              <a:avLst/>
              <a:gdLst/>
              <a:ahLst/>
              <a:cxnLst/>
              <a:rect l="l" t="t" r="r" b="b"/>
              <a:pathLst>
                <a:path w="1544954" h="3178175">
                  <a:moveTo>
                    <a:pt x="19050" y="466725"/>
                  </a:moveTo>
                  <a:lnTo>
                    <a:pt x="1379474" y="0"/>
                  </a:lnTo>
                </a:path>
                <a:path w="1544954" h="3178175">
                  <a:moveTo>
                    <a:pt x="0" y="514350"/>
                  </a:moveTo>
                  <a:lnTo>
                    <a:pt x="1512824" y="861949"/>
                  </a:lnTo>
                </a:path>
                <a:path w="1544954" h="3178175">
                  <a:moveTo>
                    <a:pt x="0" y="1282700"/>
                  </a:moveTo>
                  <a:lnTo>
                    <a:pt x="1446149" y="857250"/>
                  </a:lnTo>
                </a:path>
                <a:path w="1544954" h="3178175">
                  <a:moveTo>
                    <a:pt x="19050" y="1285875"/>
                  </a:moveTo>
                  <a:lnTo>
                    <a:pt x="1544574" y="1841500"/>
                  </a:lnTo>
                </a:path>
                <a:path w="1544954" h="3178175">
                  <a:moveTo>
                    <a:pt x="57150" y="2528824"/>
                  </a:moveTo>
                  <a:lnTo>
                    <a:pt x="1442974" y="1895475"/>
                  </a:lnTo>
                </a:path>
                <a:path w="1544954" h="3178175">
                  <a:moveTo>
                    <a:pt x="95250" y="2533650"/>
                  </a:moveTo>
                  <a:lnTo>
                    <a:pt x="1358900" y="3178175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31856" y="1763267"/>
              <a:ext cx="614045" cy="2401570"/>
            </a:xfrm>
            <a:custGeom>
              <a:avLst/>
              <a:gdLst/>
              <a:ahLst/>
              <a:cxnLst/>
              <a:rect l="l" t="t" r="r" b="b"/>
              <a:pathLst>
                <a:path w="614045" h="2401570">
                  <a:moveTo>
                    <a:pt x="103263" y="1088212"/>
                  </a:moveTo>
                  <a:lnTo>
                    <a:pt x="97345" y="1048512"/>
                  </a:lnTo>
                  <a:lnTo>
                    <a:pt x="84188" y="1016241"/>
                  </a:lnTo>
                  <a:lnTo>
                    <a:pt x="84188" y="1103122"/>
                  </a:lnTo>
                  <a:lnTo>
                    <a:pt x="83756" y="1106551"/>
                  </a:lnTo>
                  <a:lnTo>
                    <a:pt x="83680" y="1107186"/>
                  </a:lnTo>
                  <a:lnTo>
                    <a:pt x="81902" y="1114552"/>
                  </a:lnTo>
                  <a:lnTo>
                    <a:pt x="80505" y="1117854"/>
                  </a:lnTo>
                  <a:lnTo>
                    <a:pt x="78727" y="1120648"/>
                  </a:lnTo>
                  <a:lnTo>
                    <a:pt x="76949" y="1123569"/>
                  </a:lnTo>
                  <a:lnTo>
                    <a:pt x="61201" y="1131570"/>
                  </a:lnTo>
                  <a:lnTo>
                    <a:pt x="55867" y="1132459"/>
                  </a:lnTo>
                  <a:lnTo>
                    <a:pt x="51168" y="1132205"/>
                  </a:lnTo>
                  <a:lnTo>
                    <a:pt x="47104" y="1130681"/>
                  </a:lnTo>
                  <a:lnTo>
                    <a:pt x="43040" y="1129284"/>
                  </a:lnTo>
                  <a:lnTo>
                    <a:pt x="24511" y="1092619"/>
                  </a:lnTo>
                  <a:lnTo>
                    <a:pt x="18643" y="1050671"/>
                  </a:lnTo>
                  <a:lnTo>
                    <a:pt x="18529" y="1048512"/>
                  </a:lnTo>
                  <a:lnTo>
                    <a:pt x="18973" y="1042924"/>
                  </a:lnTo>
                  <a:lnTo>
                    <a:pt x="19037" y="1042162"/>
                  </a:lnTo>
                  <a:lnTo>
                    <a:pt x="20434" y="1036701"/>
                  </a:lnTo>
                  <a:lnTo>
                    <a:pt x="21704" y="1031113"/>
                  </a:lnTo>
                  <a:lnTo>
                    <a:pt x="24117" y="1026541"/>
                  </a:lnTo>
                  <a:lnTo>
                    <a:pt x="27546" y="1022985"/>
                  </a:lnTo>
                  <a:lnTo>
                    <a:pt x="30848" y="1019429"/>
                  </a:lnTo>
                  <a:lnTo>
                    <a:pt x="35420" y="1017143"/>
                  </a:lnTo>
                  <a:lnTo>
                    <a:pt x="34886" y="1017143"/>
                  </a:lnTo>
                  <a:lnTo>
                    <a:pt x="41897" y="1016000"/>
                  </a:lnTo>
                  <a:lnTo>
                    <a:pt x="45453" y="1015365"/>
                  </a:lnTo>
                  <a:lnTo>
                    <a:pt x="48628" y="1015238"/>
                  </a:lnTo>
                  <a:lnTo>
                    <a:pt x="51676" y="1015746"/>
                  </a:lnTo>
                  <a:lnTo>
                    <a:pt x="54597" y="1016127"/>
                  </a:lnTo>
                  <a:lnTo>
                    <a:pt x="57391" y="1017143"/>
                  </a:lnTo>
                  <a:lnTo>
                    <a:pt x="62471" y="1020445"/>
                  </a:lnTo>
                  <a:lnTo>
                    <a:pt x="64884" y="1022731"/>
                  </a:lnTo>
                  <a:lnTo>
                    <a:pt x="66916" y="1025525"/>
                  </a:lnTo>
                  <a:lnTo>
                    <a:pt x="69075" y="1028319"/>
                  </a:lnTo>
                  <a:lnTo>
                    <a:pt x="77584" y="1050671"/>
                  </a:lnTo>
                  <a:lnTo>
                    <a:pt x="79108" y="1056132"/>
                  </a:lnTo>
                  <a:lnTo>
                    <a:pt x="84188" y="1103122"/>
                  </a:lnTo>
                  <a:lnTo>
                    <a:pt x="84188" y="1016241"/>
                  </a:lnTo>
                  <a:lnTo>
                    <a:pt x="83439" y="1015365"/>
                  </a:lnTo>
                  <a:lnTo>
                    <a:pt x="83324" y="1015238"/>
                  </a:lnTo>
                  <a:lnTo>
                    <a:pt x="76314" y="1007110"/>
                  </a:lnTo>
                  <a:lnTo>
                    <a:pt x="70599" y="1003300"/>
                  </a:lnTo>
                  <a:lnTo>
                    <a:pt x="57264" y="998982"/>
                  </a:lnTo>
                  <a:lnTo>
                    <a:pt x="49390" y="998728"/>
                  </a:lnTo>
                  <a:lnTo>
                    <a:pt x="30975" y="1001903"/>
                  </a:lnTo>
                  <a:lnTo>
                    <a:pt x="23355" y="1005078"/>
                  </a:lnTo>
                  <a:lnTo>
                    <a:pt x="17513" y="1009777"/>
                  </a:lnTo>
                  <a:lnTo>
                    <a:pt x="11671" y="1014349"/>
                  </a:lnTo>
                  <a:lnTo>
                    <a:pt x="0" y="1059446"/>
                  </a:lnTo>
                  <a:lnTo>
                    <a:pt x="317" y="1064895"/>
                  </a:lnTo>
                  <a:lnTo>
                    <a:pt x="431" y="1066863"/>
                  </a:lnTo>
                  <a:lnTo>
                    <a:pt x="7924" y="1106551"/>
                  </a:lnTo>
                  <a:lnTo>
                    <a:pt x="26911" y="1140460"/>
                  </a:lnTo>
                  <a:lnTo>
                    <a:pt x="53835" y="1148842"/>
                  </a:lnTo>
                  <a:lnTo>
                    <a:pt x="72250" y="1145667"/>
                  </a:lnTo>
                  <a:lnTo>
                    <a:pt x="79870" y="1142492"/>
                  </a:lnTo>
                  <a:lnTo>
                    <a:pt x="85712" y="1137793"/>
                  </a:lnTo>
                  <a:lnTo>
                    <a:pt x="91554" y="1133221"/>
                  </a:lnTo>
                  <a:lnTo>
                    <a:pt x="92100" y="1132459"/>
                  </a:lnTo>
                  <a:lnTo>
                    <a:pt x="95872" y="1127252"/>
                  </a:lnTo>
                  <a:lnTo>
                    <a:pt x="98793" y="1120013"/>
                  </a:lnTo>
                  <a:lnTo>
                    <a:pt x="101714" y="1112901"/>
                  </a:lnTo>
                  <a:lnTo>
                    <a:pt x="103212" y="1104773"/>
                  </a:lnTo>
                  <a:lnTo>
                    <a:pt x="103263" y="1088212"/>
                  </a:lnTo>
                  <a:close/>
                </a:path>
                <a:path w="614045" h="2401570">
                  <a:moveTo>
                    <a:pt x="158483" y="1121664"/>
                  </a:moveTo>
                  <a:lnTo>
                    <a:pt x="156806" y="1112012"/>
                  </a:lnTo>
                  <a:lnTo>
                    <a:pt x="156705" y="1111377"/>
                  </a:lnTo>
                  <a:lnTo>
                    <a:pt x="155308" y="1108202"/>
                  </a:lnTo>
                  <a:lnTo>
                    <a:pt x="153276" y="1106805"/>
                  </a:lnTo>
                  <a:lnTo>
                    <a:pt x="151371" y="1105408"/>
                  </a:lnTo>
                  <a:lnTo>
                    <a:pt x="148069" y="1105027"/>
                  </a:lnTo>
                  <a:lnTo>
                    <a:pt x="139179" y="1106551"/>
                  </a:lnTo>
                  <a:lnTo>
                    <a:pt x="136131" y="1107948"/>
                  </a:lnTo>
                  <a:lnTo>
                    <a:pt x="133337" y="1112012"/>
                  </a:lnTo>
                  <a:lnTo>
                    <a:pt x="133083" y="1115695"/>
                  </a:lnTo>
                  <a:lnTo>
                    <a:pt x="133972" y="1120902"/>
                  </a:lnTo>
                  <a:lnTo>
                    <a:pt x="134747" y="1125220"/>
                  </a:lnTo>
                  <a:lnTo>
                    <a:pt x="134861" y="1125855"/>
                  </a:lnTo>
                  <a:lnTo>
                    <a:pt x="136309" y="1129284"/>
                  </a:lnTo>
                  <a:lnTo>
                    <a:pt x="136436" y="1129284"/>
                  </a:lnTo>
                  <a:lnTo>
                    <a:pt x="138455" y="1130681"/>
                  </a:lnTo>
                  <a:lnTo>
                    <a:pt x="140195" y="1131951"/>
                  </a:lnTo>
                  <a:lnTo>
                    <a:pt x="143370" y="1132205"/>
                  </a:lnTo>
                  <a:lnTo>
                    <a:pt x="152387" y="1130681"/>
                  </a:lnTo>
                  <a:lnTo>
                    <a:pt x="155308" y="1129284"/>
                  </a:lnTo>
                  <a:lnTo>
                    <a:pt x="156832" y="1127252"/>
                  </a:lnTo>
                  <a:lnTo>
                    <a:pt x="158229" y="1125220"/>
                  </a:lnTo>
                  <a:lnTo>
                    <a:pt x="158483" y="1121664"/>
                  </a:lnTo>
                  <a:close/>
                </a:path>
                <a:path w="614045" h="2401570">
                  <a:moveTo>
                    <a:pt x="200393" y="2359660"/>
                  </a:moveTo>
                  <a:lnTo>
                    <a:pt x="193865" y="2320607"/>
                  </a:lnTo>
                  <a:lnTo>
                    <a:pt x="182511" y="2295525"/>
                  </a:lnTo>
                  <a:lnTo>
                    <a:pt x="182511" y="2359660"/>
                  </a:lnTo>
                  <a:lnTo>
                    <a:pt x="182232" y="2362327"/>
                  </a:lnTo>
                  <a:lnTo>
                    <a:pt x="181216" y="2365502"/>
                  </a:lnTo>
                  <a:lnTo>
                    <a:pt x="180200" y="2368804"/>
                  </a:lnTo>
                  <a:lnTo>
                    <a:pt x="178549" y="2371598"/>
                  </a:lnTo>
                  <a:lnTo>
                    <a:pt x="176263" y="2374138"/>
                  </a:lnTo>
                  <a:lnTo>
                    <a:pt x="174078" y="2376678"/>
                  </a:lnTo>
                  <a:lnTo>
                    <a:pt x="173977" y="2376805"/>
                  </a:lnTo>
                  <a:lnTo>
                    <a:pt x="170929" y="2378964"/>
                  </a:lnTo>
                  <a:lnTo>
                    <a:pt x="167246" y="2380742"/>
                  </a:lnTo>
                  <a:lnTo>
                    <a:pt x="162420" y="2382901"/>
                  </a:lnTo>
                  <a:lnTo>
                    <a:pt x="157721" y="2383917"/>
                  </a:lnTo>
                  <a:lnTo>
                    <a:pt x="149085" y="2383155"/>
                  </a:lnTo>
                  <a:lnTo>
                    <a:pt x="121539" y="2352827"/>
                  </a:lnTo>
                  <a:lnTo>
                    <a:pt x="104127" y="2311781"/>
                  </a:lnTo>
                  <a:lnTo>
                    <a:pt x="102603" y="2294255"/>
                  </a:lnTo>
                  <a:lnTo>
                    <a:pt x="103619" y="2289302"/>
                  </a:lnTo>
                  <a:lnTo>
                    <a:pt x="106032" y="2284857"/>
                  </a:lnTo>
                  <a:lnTo>
                    <a:pt x="108318" y="2280539"/>
                  </a:lnTo>
                  <a:lnTo>
                    <a:pt x="112255" y="2276983"/>
                  </a:lnTo>
                  <a:lnTo>
                    <a:pt x="121272" y="2272792"/>
                  </a:lnTo>
                  <a:lnTo>
                    <a:pt x="124320" y="2271776"/>
                  </a:lnTo>
                  <a:lnTo>
                    <a:pt x="127368" y="2271522"/>
                  </a:lnTo>
                  <a:lnTo>
                    <a:pt x="130289" y="2271141"/>
                  </a:lnTo>
                  <a:lnTo>
                    <a:pt x="134848" y="2271522"/>
                  </a:lnTo>
                  <a:lnTo>
                    <a:pt x="133731" y="2271522"/>
                  </a:lnTo>
                  <a:lnTo>
                    <a:pt x="136131" y="2272284"/>
                  </a:lnTo>
                  <a:lnTo>
                    <a:pt x="164452" y="2303272"/>
                  </a:lnTo>
                  <a:lnTo>
                    <a:pt x="179819" y="2338705"/>
                  </a:lnTo>
                  <a:lnTo>
                    <a:pt x="180835" y="2343023"/>
                  </a:lnTo>
                  <a:lnTo>
                    <a:pt x="181851" y="2347214"/>
                  </a:lnTo>
                  <a:lnTo>
                    <a:pt x="182359" y="2351151"/>
                  </a:lnTo>
                  <a:lnTo>
                    <a:pt x="182410" y="2352827"/>
                  </a:lnTo>
                  <a:lnTo>
                    <a:pt x="182511" y="2359660"/>
                  </a:lnTo>
                  <a:lnTo>
                    <a:pt x="182511" y="2295525"/>
                  </a:lnTo>
                  <a:lnTo>
                    <a:pt x="180073" y="2290965"/>
                  </a:lnTo>
                  <a:lnTo>
                    <a:pt x="176110" y="2284336"/>
                  </a:lnTo>
                  <a:lnTo>
                    <a:pt x="172072" y="2278253"/>
                  </a:lnTo>
                  <a:lnTo>
                    <a:pt x="167093" y="2271141"/>
                  </a:lnTo>
                  <a:lnTo>
                    <a:pt x="166738" y="2270633"/>
                  </a:lnTo>
                  <a:lnTo>
                    <a:pt x="128257" y="2253869"/>
                  </a:lnTo>
                  <a:lnTo>
                    <a:pt x="120637" y="2255647"/>
                  </a:lnTo>
                  <a:lnTo>
                    <a:pt x="88379" y="2280793"/>
                  </a:lnTo>
                  <a:lnTo>
                    <a:pt x="85064" y="2294255"/>
                  </a:lnTo>
                  <a:lnTo>
                    <a:pt x="84950" y="2295271"/>
                  </a:lnTo>
                  <a:lnTo>
                    <a:pt x="84886" y="2307374"/>
                  </a:lnTo>
                  <a:lnTo>
                    <a:pt x="85648" y="2313368"/>
                  </a:lnTo>
                  <a:lnTo>
                    <a:pt x="85699" y="2313775"/>
                  </a:lnTo>
                  <a:lnTo>
                    <a:pt x="101409" y="2356789"/>
                  </a:lnTo>
                  <a:lnTo>
                    <a:pt x="124320" y="2390140"/>
                  </a:lnTo>
                  <a:lnTo>
                    <a:pt x="157086" y="2401062"/>
                  </a:lnTo>
                  <a:lnTo>
                    <a:pt x="164706" y="2399284"/>
                  </a:lnTo>
                  <a:lnTo>
                    <a:pt x="172834" y="2395347"/>
                  </a:lnTo>
                  <a:lnTo>
                    <a:pt x="181597" y="2391283"/>
                  </a:lnTo>
                  <a:lnTo>
                    <a:pt x="188074" y="2386203"/>
                  </a:lnTo>
                  <a:lnTo>
                    <a:pt x="189776" y="2383917"/>
                  </a:lnTo>
                  <a:lnTo>
                    <a:pt x="192519" y="2380234"/>
                  </a:lnTo>
                  <a:lnTo>
                    <a:pt x="196964" y="2374138"/>
                  </a:lnTo>
                  <a:lnTo>
                    <a:pt x="199504" y="2367280"/>
                  </a:lnTo>
                  <a:lnTo>
                    <a:pt x="200393" y="2359660"/>
                  </a:lnTo>
                  <a:close/>
                </a:path>
                <a:path w="614045" h="2401570">
                  <a:moveTo>
                    <a:pt x="259067" y="2348865"/>
                  </a:moveTo>
                  <a:lnTo>
                    <a:pt x="258432" y="2345309"/>
                  </a:lnTo>
                  <a:lnTo>
                    <a:pt x="253987" y="2335911"/>
                  </a:lnTo>
                  <a:lnTo>
                    <a:pt x="251701" y="2333117"/>
                  </a:lnTo>
                  <a:lnTo>
                    <a:pt x="249415" y="2332355"/>
                  </a:lnTo>
                  <a:lnTo>
                    <a:pt x="247129" y="2331466"/>
                  </a:lnTo>
                  <a:lnTo>
                    <a:pt x="244081" y="2332101"/>
                  </a:lnTo>
                  <a:lnTo>
                    <a:pt x="240017" y="2334006"/>
                  </a:lnTo>
                  <a:lnTo>
                    <a:pt x="235826" y="2335911"/>
                  </a:lnTo>
                  <a:lnTo>
                    <a:pt x="233286" y="2338070"/>
                  </a:lnTo>
                  <a:lnTo>
                    <a:pt x="232346" y="2340483"/>
                  </a:lnTo>
                  <a:lnTo>
                    <a:pt x="231635" y="2342642"/>
                  </a:lnTo>
                  <a:lnTo>
                    <a:pt x="232270" y="2346198"/>
                  </a:lnTo>
                  <a:lnTo>
                    <a:pt x="234607" y="2351151"/>
                  </a:lnTo>
                  <a:lnTo>
                    <a:pt x="236715" y="2355723"/>
                  </a:lnTo>
                  <a:lnTo>
                    <a:pt x="239001" y="2358390"/>
                  </a:lnTo>
                  <a:lnTo>
                    <a:pt x="241287" y="2359279"/>
                  </a:lnTo>
                  <a:lnTo>
                    <a:pt x="243573" y="2360041"/>
                  </a:lnTo>
                  <a:lnTo>
                    <a:pt x="246748" y="2359533"/>
                  </a:lnTo>
                  <a:lnTo>
                    <a:pt x="250685" y="2357628"/>
                  </a:lnTo>
                  <a:lnTo>
                    <a:pt x="254876" y="2355723"/>
                  </a:lnTo>
                  <a:lnTo>
                    <a:pt x="257416" y="2353564"/>
                  </a:lnTo>
                  <a:lnTo>
                    <a:pt x="258305" y="2351151"/>
                  </a:lnTo>
                  <a:lnTo>
                    <a:pt x="259067" y="2348865"/>
                  </a:lnTo>
                  <a:close/>
                </a:path>
                <a:path w="614045" h="2401570">
                  <a:moveTo>
                    <a:pt x="272249" y="1059053"/>
                  </a:moveTo>
                  <a:lnTo>
                    <a:pt x="266280" y="1019352"/>
                  </a:lnTo>
                  <a:lnTo>
                    <a:pt x="258902" y="996442"/>
                  </a:lnTo>
                  <a:lnTo>
                    <a:pt x="258813" y="996188"/>
                  </a:lnTo>
                  <a:lnTo>
                    <a:pt x="254876" y="989076"/>
                  </a:lnTo>
                  <a:lnTo>
                    <a:pt x="253428" y="987399"/>
                  </a:lnTo>
                  <a:lnTo>
                    <a:pt x="253428" y="1066165"/>
                  </a:lnTo>
                  <a:lnTo>
                    <a:pt x="253212" y="1069936"/>
                  </a:lnTo>
                  <a:lnTo>
                    <a:pt x="253098" y="1074039"/>
                  </a:lnTo>
                  <a:lnTo>
                    <a:pt x="252666" y="1077353"/>
                  </a:lnTo>
                  <a:lnTo>
                    <a:pt x="252590" y="1077976"/>
                  </a:lnTo>
                  <a:lnTo>
                    <a:pt x="250812" y="1085469"/>
                  </a:lnTo>
                  <a:lnTo>
                    <a:pt x="249542" y="1088644"/>
                  </a:lnTo>
                  <a:lnTo>
                    <a:pt x="247637" y="1091565"/>
                  </a:lnTo>
                  <a:lnTo>
                    <a:pt x="245859" y="1094359"/>
                  </a:lnTo>
                  <a:lnTo>
                    <a:pt x="243573" y="1096772"/>
                  </a:lnTo>
                  <a:lnTo>
                    <a:pt x="240652" y="1098550"/>
                  </a:lnTo>
                  <a:lnTo>
                    <a:pt x="237731" y="1100455"/>
                  </a:lnTo>
                  <a:lnTo>
                    <a:pt x="234302" y="1101725"/>
                  </a:lnTo>
                  <a:lnTo>
                    <a:pt x="230111" y="1102487"/>
                  </a:lnTo>
                  <a:lnTo>
                    <a:pt x="224904" y="1103376"/>
                  </a:lnTo>
                  <a:lnTo>
                    <a:pt x="220205" y="1103122"/>
                  </a:lnTo>
                  <a:lnTo>
                    <a:pt x="195122" y="1069936"/>
                  </a:lnTo>
                  <a:lnTo>
                    <a:pt x="187680" y="1021461"/>
                  </a:lnTo>
                  <a:lnTo>
                    <a:pt x="187566" y="1019352"/>
                  </a:lnTo>
                  <a:lnTo>
                    <a:pt x="187896" y="1013714"/>
                  </a:lnTo>
                  <a:lnTo>
                    <a:pt x="187947" y="1013079"/>
                  </a:lnTo>
                  <a:lnTo>
                    <a:pt x="190741" y="1002030"/>
                  </a:lnTo>
                  <a:lnTo>
                    <a:pt x="193027" y="997458"/>
                  </a:lnTo>
                  <a:lnTo>
                    <a:pt x="196456" y="993902"/>
                  </a:lnTo>
                  <a:lnTo>
                    <a:pt x="199885" y="990219"/>
                  </a:lnTo>
                  <a:lnTo>
                    <a:pt x="204317" y="988060"/>
                  </a:lnTo>
                  <a:lnTo>
                    <a:pt x="203873" y="988060"/>
                  </a:lnTo>
                  <a:lnTo>
                    <a:pt x="210934" y="986790"/>
                  </a:lnTo>
                  <a:lnTo>
                    <a:pt x="214363" y="986282"/>
                  </a:lnTo>
                  <a:lnTo>
                    <a:pt x="218630" y="986282"/>
                  </a:lnTo>
                  <a:lnTo>
                    <a:pt x="245097" y="1015873"/>
                  </a:lnTo>
                  <a:lnTo>
                    <a:pt x="246494" y="1021461"/>
                  </a:lnTo>
                  <a:lnTo>
                    <a:pt x="248018" y="1027049"/>
                  </a:lnTo>
                  <a:lnTo>
                    <a:pt x="249415" y="1033399"/>
                  </a:lnTo>
                  <a:lnTo>
                    <a:pt x="250558" y="1040511"/>
                  </a:lnTo>
                  <a:lnTo>
                    <a:pt x="251396" y="1045438"/>
                  </a:lnTo>
                  <a:lnTo>
                    <a:pt x="252209" y="1050798"/>
                  </a:lnTo>
                  <a:lnTo>
                    <a:pt x="253225" y="1060704"/>
                  </a:lnTo>
                  <a:lnTo>
                    <a:pt x="253288" y="1061974"/>
                  </a:lnTo>
                  <a:lnTo>
                    <a:pt x="253365" y="1063459"/>
                  </a:lnTo>
                  <a:lnTo>
                    <a:pt x="253428" y="1066165"/>
                  </a:lnTo>
                  <a:lnTo>
                    <a:pt x="253428" y="987399"/>
                  </a:lnTo>
                  <a:lnTo>
                    <a:pt x="252463" y="986282"/>
                  </a:lnTo>
                  <a:lnTo>
                    <a:pt x="250050" y="983488"/>
                  </a:lnTo>
                  <a:lnTo>
                    <a:pt x="245224" y="978027"/>
                  </a:lnTo>
                  <a:lnTo>
                    <a:pt x="239509" y="974090"/>
                  </a:lnTo>
                  <a:lnTo>
                    <a:pt x="232778" y="972058"/>
                  </a:lnTo>
                  <a:lnTo>
                    <a:pt x="226174" y="969899"/>
                  </a:lnTo>
                  <a:lnTo>
                    <a:pt x="218300" y="969518"/>
                  </a:lnTo>
                  <a:lnTo>
                    <a:pt x="209283" y="971169"/>
                  </a:lnTo>
                  <a:lnTo>
                    <a:pt x="199885" y="972693"/>
                  </a:lnTo>
                  <a:lnTo>
                    <a:pt x="192265" y="975868"/>
                  </a:lnTo>
                  <a:lnTo>
                    <a:pt x="180581" y="985266"/>
                  </a:lnTo>
                  <a:lnTo>
                    <a:pt x="176263" y="991108"/>
                  </a:lnTo>
                  <a:lnTo>
                    <a:pt x="173469" y="998347"/>
                  </a:lnTo>
                  <a:lnTo>
                    <a:pt x="170548" y="1005459"/>
                  </a:lnTo>
                  <a:lnTo>
                    <a:pt x="169138" y="1013079"/>
                  </a:lnTo>
                  <a:lnTo>
                    <a:pt x="169024" y="1013714"/>
                  </a:lnTo>
                  <a:lnTo>
                    <a:pt x="168910" y="1030287"/>
                  </a:lnTo>
                  <a:lnTo>
                    <a:pt x="169240" y="1035812"/>
                  </a:lnTo>
                  <a:lnTo>
                    <a:pt x="176911" y="1077353"/>
                  </a:lnTo>
                  <a:lnTo>
                    <a:pt x="195821" y="1111250"/>
                  </a:lnTo>
                  <a:lnTo>
                    <a:pt x="222745" y="1119632"/>
                  </a:lnTo>
                  <a:lnTo>
                    <a:pt x="241160" y="1116457"/>
                  </a:lnTo>
                  <a:lnTo>
                    <a:pt x="248780" y="1113409"/>
                  </a:lnTo>
                  <a:lnTo>
                    <a:pt x="260464" y="1104011"/>
                  </a:lnTo>
                  <a:lnTo>
                    <a:pt x="260934" y="1103376"/>
                  </a:lnTo>
                  <a:lnTo>
                    <a:pt x="264909" y="1098042"/>
                  </a:lnTo>
                  <a:lnTo>
                    <a:pt x="267703" y="1090930"/>
                  </a:lnTo>
                  <a:lnTo>
                    <a:pt x="270624" y="1083691"/>
                  </a:lnTo>
                  <a:lnTo>
                    <a:pt x="272122" y="1075563"/>
                  </a:lnTo>
                  <a:lnTo>
                    <a:pt x="272211" y="1069936"/>
                  </a:lnTo>
                  <a:lnTo>
                    <a:pt x="272249" y="1059053"/>
                  </a:lnTo>
                  <a:close/>
                </a:path>
                <a:path w="614045" h="2401570">
                  <a:moveTo>
                    <a:pt x="343103" y="187401"/>
                  </a:moveTo>
                  <a:lnTo>
                    <a:pt x="342303" y="180086"/>
                  </a:lnTo>
                  <a:lnTo>
                    <a:pt x="342201" y="179197"/>
                  </a:lnTo>
                  <a:lnTo>
                    <a:pt x="342125" y="178435"/>
                  </a:lnTo>
                  <a:lnTo>
                    <a:pt x="332778" y="140398"/>
                  </a:lnTo>
                  <a:lnTo>
                    <a:pt x="324091" y="119926"/>
                  </a:lnTo>
                  <a:lnTo>
                    <a:pt x="324091" y="192786"/>
                  </a:lnTo>
                  <a:lnTo>
                    <a:pt x="323329" y="200279"/>
                  </a:lnTo>
                  <a:lnTo>
                    <a:pt x="295262" y="221869"/>
                  </a:lnTo>
                  <a:lnTo>
                    <a:pt x="291071" y="220980"/>
                  </a:lnTo>
                  <a:lnTo>
                    <a:pt x="263588" y="186143"/>
                  </a:lnTo>
                  <a:lnTo>
                    <a:pt x="251828" y="143129"/>
                  </a:lnTo>
                  <a:lnTo>
                    <a:pt x="251485" y="137541"/>
                  </a:lnTo>
                  <a:lnTo>
                    <a:pt x="251523" y="136131"/>
                  </a:lnTo>
                  <a:lnTo>
                    <a:pt x="277355" y="106299"/>
                  </a:lnTo>
                  <a:lnTo>
                    <a:pt x="283324" y="106299"/>
                  </a:lnTo>
                  <a:lnTo>
                    <a:pt x="310629" y="137541"/>
                  </a:lnTo>
                  <a:lnTo>
                    <a:pt x="317106" y="155829"/>
                  </a:lnTo>
                  <a:lnTo>
                    <a:pt x="318757" y="160909"/>
                  </a:lnTo>
                  <a:lnTo>
                    <a:pt x="320154" y="165862"/>
                  </a:lnTo>
                  <a:lnTo>
                    <a:pt x="322440" y="175514"/>
                  </a:lnTo>
                  <a:lnTo>
                    <a:pt x="322922" y="178435"/>
                  </a:lnTo>
                  <a:lnTo>
                    <a:pt x="323049" y="179197"/>
                  </a:lnTo>
                  <a:lnTo>
                    <a:pt x="323075" y="179362"/>
                  </a:lnTo>
                  <a:lnTo>
                    <a:pt x="323202" y="180086"/>
                  </a:lnTo>
                  <a:lnTo>
                    <a:pt x="323710" y="184404"/>
                  </a:lnTo>
                  <a:lnTo>
                    <a:pt x="323862" y="186143"/>
                  </a:lnTo>
                  <a:lnTo>
                    <a:pt x="323964" y="187401"/>
                  </a:lnTo>
                  <a:lnTo>
                    <a:pt x="324091" y="192786"/>
                  </a:lnTo>
                  <a:lnTo>
                    <a:pt x="324091" y="119926"/>
                  </a:lnTo>
                  <a:lnTo>
                    <a:pt x="323710" y="119126"/>
                  </a:lnTo>
                  <a:lnTo>
                    <a:pt x="319519" y="110871"/>
                  </a:lnTo>
                  <a:lnTo>
                    <a:pt x="316077" y="106299"/>
                  </a:lnTo>
                  <a:lnTo>
                    <a:pt x="314566" y="104267"/>
                  </a:lnTo>
                  <a:lnTo>
                    <a:pt x="309105" y="99441"/>
                  </a:lnTo>
                  <a:lnTo>
                    <a:pt x="303644" y="94488"/>
                  </a:lnTo>
                  <a:lnTo>
                    <a:pt x="297421" y="91440"/>
                  </a:lnTo>
                  <a:lnTo>
                    <a:pt x="290436" y="90297"/>
                  </a:lnTo>
                  <a:lnTo>
                    <a:pt x="283578" y="89027"/>
                  </a:lnTo>
                  <a:lnTo>
                    <a:pt x="275831" y="89789"/>
                  </a:lnTo>
                  <a:lnTo>
                    <a:pt x="267068" y="92583"/>
                  </a:lnTo>
                  <a:lnTo>
                    <a:pt x="257924" y="95377"/>
                  </a:lnTo>
                  <a:lnTo>
                    <a:pt x="250812" y="99441"/>
                  </a:lnTo>
                  <a:lnTo>
                    <a:pt x="233387" y="136131"/>
                  </a:lnTo>
                  <a:lnTo>
                    <a:pt x="233400" y="143129"/>
                  </a:lnTo>
                  <a:lnTo>
                    <a:pt x="233845" y="148590"/>
                  </a:lnTo>
                  <a:lnTo>
                    <a:pt x="233921" y="149479"/>
                  </a:lnTo>
                  <a:lnTo>
                    <a:pt x="234797" y="155829"/>
                  </a:lnTo>
                  <a:lnTo>
                    <a:pt x="234886" y="156552"/>
                  </a:lnTo>
                  <a:lnTo>
                    <a:pt x="245999" y="195033"/>
                  </a:lnTo>
                  <a:lnTo>
                    <a:pt x="266814" y="228346"/>
                  </a:lnTo>
                  <a:lnTo>
                    <a:pt x="272275" y="233172"/>
                  </a:lnTo>
                  <a:lnTo>
                    <a:pt x="278498" y="236220"/>
                  </a:lnTo>
                  <a:lnTo>
                    <a:pt x="292341" y="238760"/>
                  </a:lnTo>
                  <a:lnTo>
                    <a:pt x="300088" y="237998"/>
                  </a:lnTo>
                  <a:lnTo>
                    <a:pt x="335267" y="217551"/>
                  </a:lnTo>
                  <a:lnTo>
                    <a:pt x="335394" y="217424"/>
                  </a:lnTo>
                  <a:lnTo>
                    <a:pt x="338950" y="211074"/>
                  </a:lnTo>
                  <a:lnTo>
                    <a:pt x="340817" y="203708"/>
                  </a:lnTo>
                  <a:lnTo>
                    <a:pt x="342760" y="195961"/>
                  </a:lnTo>
                  <a:lnTo>
                    <a:pt x="343090" y="188722"/>
                  </a:lnTo>
                  <a:lnTo>
                    <a:pt x="343103" y="187401"/>
                  </a:lnTo>
                  <a:close/>
                </a:path>
                <a:path w="614045" h="2401570">
                  <a:moveTo>
                    <a:pt x="346062" y="2181860"/>
                  </a:moveTo>
                  <a:lnTo>
                    <a:pt x="345046" y="2181860"/>
                  </a:lnTo>
                  <a:lnTo>
                    <a:pt x="345554" y="2181987"/>
                  </a:lnTo>
                  <a:lnTo>
                    <a:pt x="346062" y="2181860"/>
                  </a:lnTo>
                  <a:close/>
                </a:path>
                <a:path w="614045" h="2401570">
                  <a:moveTo>
                    <a:pt x="355536" y="2273579"/>
                  </a:moveTo>
                  <a:lnTo>
                    <a:pt x="354901" y="2268740"/>
                  </a:lnTo>
                  <a:lnTo>
                    <a:pt x="354850" y="2268321"/>
                  </a:lnTo>
                  <a:lnTo>
                    <a:pt x="353428" y="2261616"/>
                  </a:lnTo>
                  <a:lnTo>
                    <a:pt x="339115" y="2225256"/>
                  </a:lnTo>
                  <a:lnTo>
                    <a:pt x="337553" y="2222347"/>
                  </a:lnTo>
                  <a:lnTo>
                    <a:pt x="337553" y="2278380"/>
                  </a:lnTo>
                  <a:lnTo>
                    <a:pt x="337426" y="2289429"/>
                  </a:lnTo>
                  <a:lnTo>
                    <a:pt x="336410" y="2292604"/>
                  </a:lnTo>
                  <a:lnTo>
                    <a:pt x="335394" y="2295906"/>
                  </a:lnTo>
                  <a:lnTo>
                    <a:pt x="333870" y="2298827"/>
                  </a:lnTo>
                  <a:lnTo>
                    <a:pt x="331571" y="2301240"/>
                  </a:lnTo>
                  <a:lnTo>
                    <a:pt x="329171" y="2303907"/>
                  </a:lnTo>
                  <a:lnTo>
                    <a:pt x="326250" y="2306066"/>
                  </a:lnTo>
                  <a:lnTo>
                    <a:pt x="317614" y="2310130"/>
                  </a:lnTo>
                  <a:lnTo>
                    <a:pt x="313042" y="2311019"/>
                  </a:lnTo>
                  <a:lnTo>
                    <a:pt x="308724" y="2310638"/>
                  </a:lnTo>
                  <a:lnTo>
                    <a:pt x="304406" y="2310384"/>
                  </a:lnTo>
                  <a:lnTo>
                    <a:pt x="300088" y="2308479"/>
                  </a:lnTo>
                  <a:lnTo>
                    <a:pt x="295897" y="2305177"/>
                  </a:lnTo>
                  <a:lnTo>
                    <a:pt x="291706" y="2302002"/>
                  </a:lnTo>
                  <a:lnTo>
                    <a:pt x="269748" y="2266061"/>
                  </a:lnTo>
                  <a:lnTo>
                    <a:pt x="259791" y="2240470"/>
                  </a:lnTo>
                  <a:lnTo>
                    <a:pt x="259689" y="2240153"/>
                  </a:lnTo>
                  <a:lnTo>
                    <a:pt x="259562" y="2239772"/>
                  </a:lnTo>
                  <a:lnTo>
                    <a:pt x="259435" y="2239391"/>
                  </a:lnTo>
                  <a:lnTo>
                    <a:pt x="259321" y="2239010"/>
                  </a:lnTo>
                  <a:lnTo>
                    <a:pt x="258102" y="2233041"/>
                  </a:lnTo>
                  <a:lnTo>
                    <a:pt x="257987" y="2230120"/>
                  </a:lnTo>
                  <a:lnTo>
                    <a:pt x="257873" y="2225256"/>
                  </a:lnTo>
                  <a:lnTo>
                    <a:pt x="257797" y="2221484"/>
                  </a:lnTo>
                  <a:lnTo>
                    <a:pt x="258813" y="2216404"/>
                  </a:lnTo>
                  <a:lnTo>
                    <a:pt x="261175" y="2212175"/>
                  </a:lnTo>
                  <a:lnTo>
                    <a:pt x="263512" y="2207641"/>
                  </a:lnTo>
                  <a:lnTo>
                    <a:pt x="267449" y="2204085"/>
                  </a:lnTo>
                  <a:lnTo>
                    <a:pt x="276466" y="2199894"/>
                  </a:lnTo>
                  <a:lnTo>
                    <a:pt x="279514" y="2199005"/>
                  </a:lnTo>
                  <a:lnTo>
                    <a:pt x="285483" y="2198243"/>
                  </a:lnTo>
                  <a:lnTo>
                    <a:pt x="288531" y="2198497"/>
                  </a:lnTo>
                  <a:lnTo>
                    <a:pt x="291325" y="2199386"/>
                  </a:lnTo>
                  <a:lnTo>
                    <a:pt x="294246" y="2200275"/>
                  </a:lnTo>
                  <a:lnTo>
                    <a:pt x="297192" y="2201926"/>
                  </a:lnTo>
                  <a:lnTo>
                    <a:pt x="299834" y="2204085"/>
                  </a:lnTo>
                  <a:lnTo>
                    <a:pt x="302628" y="2206244"/>
                  </a:lnTo>
                  <a:lnTo>
                    <a:pt x="325678" y="2242566"/>
                  </a:lnTo>
                  <a:lnTo>
                    <a:pt x="328028" y="2247519"/>
                  </a:lnTo>
                  <a:lnTo>
                    <a:pt x="337553" y="2278380"/>
                  </a:lnTo>
                  <a:lnTo>
                    <a:pt x="337553" y="2222347"/>
                  </a:lnTo>
                  <a:lnTo>
                    <a:pt x="335267" y="2218080"/>
                  </a:lnTo>
                  <a:lnTo>
                    <a:pt x="331304" y="2211489"/>
                  </a:lnTo>
                  <a:lnTo>
                    <a:pt x="327266" y="2205482"/>
                  </a:lnTo>
                  <a:lnTo>
                    <a:pt x="322199" y="2198243"/>
                  </a:lnTo>
                  <a:lnTo>
                    <a:pt x="321932" y="2197862"/>
                  </a:lnTo>
                  <a:lnTo>
                    <a:pt x="316217" y="2191893"/>
                  </a:lnTo>
                  <a:lnTo>
                    <a:pt x="304025" y="2183765"/>
                  </a:lnTo>
                  <a:lnTo>
                    <a:pt x="298196" y="2181860"/>
                  </a:lnTo>
                  <a:lnTo>
                    <a:pt x="304393" y="2181860"/>
                  </a:lnTo>
                  <a:lnTo>
                    <a:pt x="344538" y="2181860"/>
                  </a:lnTo>
                  <a:lnTo>
                    <a:pt x="343852" y="2181352"/>
                  </a:lnTo>
                  <a:lnTo>
                    <a:pt x="296633" y="2181352"/>
                  </a:lnTo>
                  <a:lnTo>
                    <a:pt x="297408" y="2181606"/>
                  </a:lnTo>
                  <a:lnTo>
                    <a:pt x="290436" y="2181352"/>
                  </a:lnTo>
                  <a:lnTo>
                    <a:pt x="252463" y="2195830"/>
                  </a:lnTo>
                  <a:lnTo>
                    <a:pt x="248018" y="2201926"/>
                  </a:lnTo>
                  <a:lnTo>
                    <a:pt x="243573" y="2207895"/>
                  </a:lnTo>
                  <a:lnTo>
                    <a:pt x="241033" y="2214753"/>
                  </a:lnTo>
                  <a:lnTo>
                    <a:pt x="240372" y="2220468"/>
                  </a:lnTo>
                  <a:lnTo>
                    <a:pt x="240258" y="2221484"/>
                  </a:lnTo>
                  <a:lnTo>
                    <a:pt x="240144" y="2222500"/>
                  </a:lnTo>
                  <a:lnTo>
                    <a:pt x="239382" y="2230120"/>
                  </a:lnTo>
                  <a:lnTo>
                    <a:pt x="240017" y="2238502"/>
                  </a:lnTo>
                  <a:lnTo>
                    <a:pt x="242303" y="2247519"/>
                  </a:lnTo>
                  <a:lnTo>
                    <a:pt x="256603" y="2283904"/>
                  </a:lnTo>
                  <a:lnTo>
                    <a:pt x="279514" y="2317242"/>
                  </a:lnTo>
                  <a:lnTo>
                    <a:pt x="312280" y="2328164"/>
                  </a:lnTo>
                  <a:lnTo>
                    <a:pt x="319900" y="2326386"/>
                  </a:lnTo>
                  <a:lnTo>
                    <a:pt x="336791" y="2318512"/>
                  </a:lnTo>
                  <a:lnTo>
                    <a:pt x="343268" y="2313432"/>
                  </a:lnTo>
                  <a:lnTo>
                    <a:pt x="345020" y="2311019"/>
                  </a:lnTo>
                  <a:lnTo>
                    <a:pt x="352056" y="2301367"/>
                  </a:lnTo>
                  <a:lnTo>
                    <a:pt x="352158" y="2301240"/>
                  </a:lnTo>
                  <a:lnTo>
                    <a:pt x="354698" y="2294382"/>
                  </a:lnTo>
                  <a:lnTo>
                    <a:pt x="355269" y="2289429"/>
                  </a:lnTo>
                  <a:lnTo>
                    <a:pt x="355384" y="2288413"/>
                  </a:lnTo>
                  <a:lnTo>
                    <a:pt x="355498" y="2287524"/>
                  </a:lnTo>
                  <a:lnTo>
                    <a:pt x="355536" y="2273579"/>
                  </a:lnTo>
                  <a:close/>
                </a:path>
                <a:path w="614045" h="2401570">
                  <a:moveTo>
                    <a:pt x="389496" y="1049528"/>
                  </a:moveTo>
                  <a:lnTo>
                    <a:pt x="388988" y="1047115"/>
                  </a:lnTo>
                  <a:lnTo>
                    <a:pt x="388607" y="1044575"/>
                  </a:lnTo>
                  <a:lnTo>
                    <a:pt x="387896" y="1042797"/>
                  </a:lnTo>
                  <a:lnTo>
                    <a:pt x="385813" y="1040384"/>
                  </a:lnTo>
                  <a:lnTo>
                    <a:pt x="384797" y="1039876"/>
                  </a:lnTo>
                  <a:lnTo>
                    <a:pt x="383527" y="1040130"/>
                  </a:lnTo>
                  <a:lnTo>
                    <a:pt x="367398" y="1042797"/>
                  </a:lnTo>
                  <a:lnTo>
                    <a:pt x="354520" y="967994"/>
                  </a:lnTo>
                  <a:lnTo>
                    <a:pt x="352234" y="954659"/>
                  </a:lnTo>
                  <a:lnTo>
                    <a:pt x="351650" y="951357"/>
                  </a:lnTo>
                  <a:lnTo>
                    <a:pt x="351358" y="950976"/>
                  </a:lnTo>
                  <a:lnTo>
                    <a:pt x="351269" y="950849"/>
                  </a:lnTo>
                  <a:lnTo>
                    <a:pt x="350634" y="950468"/>
                  </a:lnTo>
                  <a:lnTo>
                    <a:pt x="349872" y="950087"/>
                  </a:lnTo>
                  <a:lnTo>
                    <a:pt x="348475" y="950087"/>
                  </a:lnTo>
                  <a:lnTo>
                    <a:pt x="348475" y="1046099"/>
                  </a:lnTo>
                  <a:lnTo>
                    <a:pt x="302501" y="1054100"/>
                  </a:lnTo>
                  <a:lnTo>
                    <a:pt x="334886" y="967994"/>
                  </a:lnTo>
                  <a:lnTo>
                    <a:pt x="335013" y="967994"/>
                  </a:lnTo>
                  <a:lnTo>
                    <a:pt x="348475" y="1046099"/>
                  </a:lnTo>
                  <a:lnTo>
                    <a:pt x="348475" y="950087"/>
                  </a:lnTo>
                  <a:lnTo>
                    <a:pt x="340283" y="950087"/>
                  </a:lnTo>
                  <a:lnTo>
                    <a:pt x="339204" y="950214"/>
                  </a:lnTo>
                  <a:lnTo>
                    <a:pt x="322948" y="956564"/>
                  </a:lnTo>
                  <a:lnTo>
                    <a:pt x="287134" y="1051687"/>
                  </a:lnTo>
                  <a:lnTo>
                    <a:pt x="286880" y="1052703"/>
                  </a:lnTo>
                  <a:lnTo>
                    <a:pt x="286499" y="1053719"/>
                  </a:lnTo>
                  <a:lnTo>
                    <a:pt x="286372" y="1054608"/>
                  </a:lnTo>
                  <a:lnTo>
                    <a:pt x="286245" y="1062863"/>
                  </a:lnTo>
                  <a:lnTo>
                    <a:pt x="286499" y="1064260"/>
                  </a:lnTo>
                  <a:lnTo>
                    <a:pt x="286880" y="1066038"/>
                  </a:lnTo>
                  <a:lnTo>
                    <a:pt x="287134" y="1067435"/>
                  </a:lnTo>
                  <a:lnTo>
                    <a:pt x="290182" y="1071753"/>
                  </a:lnTo>
                  <a:lnTo>
                    <a:pt x="292976" y="1071753"/>
                  </a:lnTo>
                  <a:lnTo>
                    <a:pt x="351269" y="1061720"/>
                  </a:lnTo>
                  <a:lnTo>
                    <a:pt x="356273" y="1091311"/>
                  </a:lnTo>
                  <a:lnTo>
                    <a:pt x="359384" y="1093978"/>
                  </a:lnTo>
                  <a:lnTo>
                    <a:pt x="362953" y="1093978"/>
                  </a:lnTo>
                  <a:lnTo>
                    <a:pt x="364477" y="1093724"/>
                  </a:lnTo>
                  <a:lnTo>
                    <a:pt x="366255" y="1093470"/>
                  </a:lnTo>
                  <a:lnTo>
                    <a:pt x="368160" y="1093089"/>
                  </a:lnTo>
                  <a:lnTo>
                    <a:pt x="369684" y="1092835"/>
                  </a:lnTo>
                  <a:lnTo>
                    <a:pt x="370827" y="1092454"/>
                  </a:lnTo>
                  <a:lnTo>
                    <a:pt x="375272" y="1088390"/>
                  </a:lnTo>
                  <a:lnTo>
                    <a:pt x="370751" y="1061720"/>
                  </a:lnTo>
                  <a:lnTo>
                    <a:pt x="370192" y="1058418"/>
                  </a:lnTo>
                  <a:lnTo>
                    <a:pt x="386194" y="1055751"/>
                  </a:lnTo>
                  <a:lnTo>
                    <a:pt x="387464" y="1055497"/>
                  </a:lnTo>
                  <a:lnTo>
                    <a:pt x="388480" y="1054608"/>
                  </a:lnTo>
                  <a:lnTo>
                    <a:pt x="388607" y="1054100"/>
                  </a:lnTo>
                  <a:lnTo>
                    <a:pt x="388861" y="1053084"/>
                  </a:lnTo>
                  <a:lnTo>
                    <a:pt x="389318" y="1051687"/>
                  </a:lnTo>
                  <a:lnTo>
                    <a:pt x="389496" y="1049528"/>
                  </a:lnTo>
                  <a:close/>
                </a:path>
                <a:path w="614045" h="2401570">
                  <a:moveTo>
                    <a:pt x="400418" y="200787"/>
                  </a:moveTo>
                  <a:lnTo>
                    <a:pt x="400164" y="197231"/>
                  </a:lnTo>
                  <a:lnTo>
                    <a:pt x="398640" y="192151"/>
                  </a:lnTo>
                  <a:lnTo>
                    <a:pt x="397192" y="187452"/>
                  </a:lnTo>
                  <a:lnTo>
                    <a:pt x="397116" y="187198"/>
                  </a:lnTo>
                  <a:lnTo>
                    <a:pt x="395211" y="184277"/>
                  </a:lnTo>
                  <a:lnTo>
                    <a:pt x="391121" y="182118"/>
                  </a:lnTo>
                  <a:lnTo>
                    <a:pt x="387718" y="182118"/>
                  </a:lnTo>
                  <a:lnTo>
                    <a:pt x="383527" y="183388"/>
                  </a:lnTo>
                  <a:lnTo>
                    <a:pt x="379082" y="184785"/>
                  </a:lnTo>
                  <a:lnTo>
                    <a:pt x="376288" y="186563"/>
                  </a:lnTo>
                  <a:lnTo>
                    <a:pt x="375145" y="188849"/>
                  </a:lnTo>
                  <a:lnTo>
                    <a:pt x="374002" y="191008"/>
                  </a:lnTo>
                  <a:lnTo>
                    <a:pt x="383527" y="209804"/>
                  </a:lnTo>
                  <a:lnTo>
                    <a:pt x="386283" y="209804"/>
                  </a:lnTo>
                  <a:lnTo>
                    <a:pt x="390893" y="208407"/>
                  </a:lnTo>
                  <a:lnTo>
                    <a:pt x="395338" y="207010"/>
                  </a:lnTo>
                  <a:lnTo>
                    <a:pt x="398132" y="205232"/>
                  </a:lnTo>
                  <a:lnTo>
                    <a:pt x="399275" y="202946"/>
                  </a:lnTo>
                  <a:lnTo>
                    <a:pt x="400418" y="200787"/>
                  </a:lnTo>
                  <a:close/>
                </a:path>
                <a:path w="614045" h="2401570">
                  <a:moveTo>
                    <a:pt x="408635" y="2181860"/>
                  </a:moveTo>
                  <a:lnTo>
                    <a:pt x="408584" y="2181352"/>
                  </a:lnTo>
                  <a:lnTo>
                    <a:pt x="347332" y="2181352"/>
                  </a:lnTo>
                  <a:lnTo>
                    <a:pt x="346316" y="2181860"/>
                  </a:lnTo>
                  <a:lnTo>
                    <a:pt x="408635" y="2181860"/>
                  </a:lnTo>
                  <a:close/>
                </a:path>
                <a:path w="614045" h="2401570">
                  <a:moveTo>
                    <a:pt x="427037" y="2181352"/>
                  </a:moveTo>
                  <a:lnTo>
                    <a:pt x="426974" y="2177923"/>
                  </a:lnTo>
                  <a:lnTo>
                    <a:pt x="426732" y="2175383"/>
                  </a:lnTo>
                  <a:lnTo>
                    <a:pt x="426631" y="2174367"/>
                  </a:lnTo>
                  <a:lnTo>
                    <a:pt x="426580" y="2173732"/>
                  </a:lnTo>
                  <a:lnTo>
                    <a:pt x="425310" y="2169287"/>
                  </a:lnTo>
                  <a:lnTo>
                    <a:pt x="424230" y="2165096"/>
                  </a:lnTo>
                  <a:lnTo>
                    <a:pt x="424167" y="2164842"/>
                  </a:lnTo>
                  <a:lnTo>
                    <a:pt x="422605" y="2160778"/>
                  </a:lnTo>
                  <a:lnTo>
                    <a:pt x="422516" y="2160524"/>
                  </a:lnTo>
                  <a:lnTo>
                    <a:pt x="419379" y="2153666"/>
                  </a:lnTo>
                  <a:lnTo>
                    <a:pt x="418452" y="2151634"/>
                  </a:lnTo>
                  <a:lnTo>
                    <a:pt x="390385" y="2134489"/>
                  </a:lnTo>
                  <a:lnTo>
                    <a:pt x="384797" y="2134997"/>
                  </a:lnTo>
                  <a:lnTo>
                    <a:pt x="379209" y="2135378"/>
                  </a:lnTo>
                  <a:lnTo>
                    <a:pt x="373240" y="2137156"/>
                  </a:lnTo>
                  <a:lnTo>
                    <a:pt x="362826" y="2141982"/>
                  </a:lnTo>
                  <a:lnTo>
                    <a:pt x="359270" y="2144141"/>
                  </a:lnTo>
                  <a:lnTo>
                    <a:pt x="356095" y="2146681"/>
                  </a:lnTo>
                  <a:lnTo>
                    <a:pt x="352793" y="2149094"/>
                  </a:lnTo>
                  <a:lnTo>
                    <a:pt x="349999" y="2151634"/>
                  </a:lnTo>
                  <a:lnTo>
                    <a:pt x="347586" y="2154301"/>
                  </a:lnTo>
                  <a:lnTo>
                    <a:pt x="345173" y="2156841"/>
                  </a:lnTo>
                  <a:lnTo>
                    <a:pt x="343141" y="2159254"/>
                  </a:lnTo>
                  <a:lnTo>
                    <a:pt x="340347" y="2163572"/>
                  </a:lnTo>
                  <a:lnTo>
                    <a:pt x="339458" y="2165096"/>
                  </a:lnTo>
                  <a:lnTo>
                    <a:pt x="338950" y="2166239"/>
                  </a:lnTo>
                  <a:lnTo>
                    <a:pt x="338442" y="2167255"/>
                  </a:lnTo>
                  <a:lnTo>
                    <a:pt x="338188" y="2168144"/>
                  </a:lnTo>
                  <a:lnTo>
                    <a:pt x="338162" y="2170430"/>
                  </a:lnTo>
                  <a:lnTo>
                    <a:pt x="338442" y="2171827"/>
                  </a:lnTo>
                  <a:lnTo>
                    <a:pt x="338696" y="2172589"/>
                  </a:lnTo>
                  <a:lnTo>
                    <a:pt x="339458" y="2174367"/>
                  </a:lnTo>
                  <a:lnTo>
                    <a:pt x="339839" y="2175383"/>
                  </a:lnTo>
                  <a:lnTo>
                    <a:pt x="340474" y="2176780"/>
                  </a:lnTo>
                  <a:lnTo>
                    <a:pt x="341236" y="2177923"/>
                  </a:lnTo>
                  <a:lnTo>
                    <a:pt x="341744" y="2178812"/>
                  </a:lnTo>
                  <a:lnTo>
                    <a:pt x="342379" y="2179828"/>
                  </a:lnTo>
                  <a:lnTo>
                    <a:pt x="343014" y="2180590"/>
                  </a:lnTo>
                  <a:lnTo>
                    <a:pt x="343522" y="2180971"/>
                  </a:lnTo>
                  <a:lnTo>
                    <a:pt x="343890" y="2181352"/>
                  </a:lnTo>
                  <a:lnTo>
                    <a:pt x="347332" y="2181352"/>
                  </a:lnTo>
                  <a:lnTo>
                    <a:pt x="348348" y="2180082"/>
                  </a:lnTo>
                  <a:lnTo>
                    <a:pt x="349491" y="2178177"/>
                  </a:lnTo>
                  <a:lnTo>
                    <a:pt x="352285" y="2173986"/>
                  </a:lnTo>
                  <a:lnTo>
                    <a:pt x="356095" y="2168906"/>
                  </a:lnTo>
                  <a:lnTo>
                    <a:pt x="358381" y="2166239"/>
                  </a:lnTo>
                  <a:lnTo>
                    <a:pt x="361302" y="2163572"/>
                  </a:lnTo>
                  <a:lnTo>
                    <a:pt x="364096" y="2160778"/>
                  </a:lnTo>
                  <a:lnTo>
                    <a:pt x="367652" y="2158492"/>
                  </a:lnTo>
                  <a:lnTo>
                    <a:pt x="371843" y="2156460"/>
                  </a:lnTo>
                  <a:lnTo>
                    <a:pt x="375526" y="2154809"/>
                  </a:lnTo>
                  <a:lnTo>
                    <a:pt x="378460" y="2154047"/>
                  </a:lnTo>
                  <a:lnTo>
                    <a:pt x="377304" y="2154047"/>
                  </a:lnTo>
                  <a:lnTo>
                    <a:pt x="382257" y="2153666"/>
                  </a:lnTo>
                  <a:lnTo>
                    <a:pt x="386308" y="2153666"/>
                  </a:lnTo>
                  <a:lnTo>
                    <a:pt x="398767" y="2159889"/>
                  </a:lnTo>
                  <a:lnTo>
                    <a:pt x="401053" y="2162048"/>
                  </a:lnTo>
                  <a:lnTo>
                    <a:pt x="402831" y="2164588"/>
                  </a:lnTo>
                  <a:lnTo>
                    <a:pt x="403987" y="2167255"/>
                  </a:lnTo>
                  <a:lnTo>
                    <a:pt x="405498" y="2170430"/>
                  </a:lnTo>
                  <a:lnTo>
                    <a:pt x="406666" y="2173732"/>
                  </a:lnTo>
                  <a:lnTo>
                    <a:pt x="407428" y="2176780"/>
                  </a:lnTo>
                  <a:lnTo>
                    <a:pt x="408470" y="2180590"/>
                  </a:lnTo>
                  <a:lnTo>
                    <a:pt x="408584" y="2181352"/>
                  </a:lnTo>
                  <a:lnTo>
                    <a:pt x="427037" y="2181352"/>
                  </a:lnTo>
                  <a:close/>
                </a:path>
                <a:path w="614045" h="2401570">
                  <a:moveTo>
                    <a:pt x="470903" y="2249170"/>
                  </a:moveTo>
                  <a:lnTo>
                    <a:pt x="470649" y="2248154"/>
                  </a:lnTo>
                  <a:lnTo>
                    <a:pt x="470547" y="2247709"/>
                  </a:lnTo>
                  <a:lnTo>
                    <a:pt x="470496" y="2247519"/>
                  </a:lnTo>
                  <a:lnTo>
                    <a:pt x="470395" y="2247011"/>
                  </a:lnTo>
                  <a:lnTo>
                    <a:pt x="469887" y="2245995"/>
                  </a:lnTo>
                  <a:lnTo>
                    <a:pt x="469379" y="2244725"/>
                  </a:lnTo>
                  <a:lnTo>
                    <a:pt x="468871" y="2243582"/>
                  </a:lnTo>
                  <a:lnTo>
                    <a:pt x="468312" y="2242693"/>
                  </a:lnTo>
                  <a:lnTo>
                    <a:pt x="467601" y="2241677"/>
                  </a:lnTo>
                  <a:lnTo>
                    <a:pt x="467093" y="2240788"/>
                  </a:lnTo>
                  <a:lnTo>
                    <a:pt x="466458" y="2240153"/>
                  </a:lnTo>
                  <a:lnTo>
                    <a:pt x="465696" y="2239772"/>
                  </a:lnTo>
                  <a:lnTo>
                    <a:pt x="465061" y="2239391"/>
                  </a:lnTo>
                  <a:lnTo>
                    <a:pt x="464108" y="2239010"/>
                  </a:lnTo>
                  <a:lnTo>
                    <a:pt x="462521" y="2239010"/>
                  </a:lnTo>
                  <a:lnTo>
                    <a:pt x="461733" y="2239391"/>
                  </a:lnTo>
                  <a:lnTo>
                    <a:pt x="405117" y="2266061"/>
                  </a:lnTo>
                  <a:lnTo>
                    <a:pt x="418388" y="2226602"/>
                  </a:lnTo>
                  <a:lnTo>
                    <a:pt x="425310" y="2200275"/>
                  </a:lnTo>
                  <a:lnTo>
                    <a:pt x="425386" y="2199894"/>
                  </a:lnTo>
                  <a:lnTo>
                    <a:pt x="425500" y="2199386"/>
                  </a:lnTo>
                  <a:lnTo>
                    <a:pt x="425577" y="2199005"/>
                  </a:lnTo>
                  <a:lnTo>
                    <a:pt x="425678" y="2198497"/>
                  </a:lnTo>
                  <a:lnTo>
                    <a:pt x="425729" y="2198243"/>
                  </a:lnTo>
                  <a:lnTo>
                    <a:pt x="425818" y="2197862"/>
                  </a:lnTo>
                  <a:lnTo>
                    <a:pt x="426834" y="2190877"/>
                  </a:lnTo>
                  <a:lnTo>
                    <a:pt x="426948" y="2185035"/>
                  </a:lnTo>
                  <a:lnTo>
                    <a:pt x="427024" y="2181860"/>
                  </a:lnTo>
                  <a:lnTo>
                    <a:pt x="408635" y="2181860"/>
                  </a:lnTo>
                  <a:lnTo>
                    <a:pt x="408698" y="2195830"/>
                  </a:lnTo>
                  <a:lnTo>
                    <a:pt x="408419" y="2197862"/>
                  </a:lnTo>
                  <a:lnTo>
                    <a:pt x="408368" y="2198243"/>
                  </a:lnTo>
                  <a:lnTo>
                    <a:pt x="408266" y="2199005"/>
                  </a:lnTo>
                  <a:lnTo>
                    <a:pt x="408152" y="2199894"/>
                  </a:lnTo>
                  <a:lnTo>
                    <a:pt x="408038" y="2200783"/>
                  </a:lnTo>
                  <a:lnTo>
                    <a:pt x="406615" y="2207641"/>
                  </a:lnTo>
                  <a:lnTo>
                    <a:pt x="405371" y="2214118"/>
                  </a:lnTo>
                  <a:lnTo>
                    <a:pt x="403186" y="2221484"/>
                  </a:lnTo>
                  <a:lnTo>
                    <a:pt x="403085" y="2221865"/>
                  </a:lnTo>
                  <a:lnTo>
                    <a:pt x="400037" y="2231009"/>
                  </a:lnTo>
                  <a:lnTo>
                    <a:pt x="386448" y="2270125"/>
                  </a:lnTo>
                  <a:lnTo>
                    <a:pt x="386067" y="2271395"/>
                  </a:lnTo>
                  <a:lnTo>
                    <a:pt x="385559" y="2273579"/>
                  </a:lnTo>
                  <a:lnTo>
                    <a:pt x="385559" y="2278380"/>
                  </a:lnTo>
                  <a:lnTo>
                    <a:pt x="385940" y="2279396"/>
                  </a:lnTo>
                  <a:lnTo>
                    <a:pt x="386321" y="2280539"/>
                  </a:lnTo>
                  <a:lnTo>
                    <a:pt x="387464" y="2283079"/>
                  </a:lnTo>
                  <a:lnTo>
                    <a:pt x="388226" y="2284603"/>
                  </a:lnTo>
                  <a:lnTo>
                    <a:pt x="388861" y="2285746"/>
                  </a:lnTo>
                  <a:lnTo>
                    <a:pt x="389623" y="2286635"/>
                  </a:lnTo>
                  <a:lnTo>
                    <a:pt x="390258" y="2287524"/>
                  </a:lnTo>
                  <a:lnTo>
                    <a:pt x="391020" y="2288159"/>
                  </a:lnTo>
                  <a:lnTo>
                    <a:pt x="391782" y="2288413"/>
                  </a:lnTo>
                  <a:lnTo>
                    <a:pt x="392544" y="2288794"/>
                  </a:lnTo>
                  <a:lnTo>
                    <a:pt x="394512" y="2288794"/>
                  </a:lnTo>
                  <a:lnTo>
                    <a:pt x="395846" y="2288413"/>
                  </a:lnTo>
                  <a:lnTo>
                    <a:pt x="396862" y="2287905"/>
                  </a:lnTo>
                  <a:lnTo>
                    <a:pt x="443331" y="2266061"/>
                  </a:lnTo>
                  <a:lnTo>
                    <a:pt x="468998" y="2253996"/>
                  </a:lnTo>
                  <a:lnTo>
                    <a:pt x="469633" y="2253742"/>
                  </a:lnTo>
                  <a:lnTo>
                    <a:pt x="470141" y="2253361"/>
                  </a:lnTo>
                  <a:lnTo>
                    <a:pt x="470522" y="2252726"/>
                  </a:lnTo>
                  <a:lnTo>
                    <a:pt x="470801" y="2252345"/>
                  </a:lnTo>
                  <a:lnTo>
                    <a:pt x="470903" y="2249170"/>
                  </a:lnTo>
                  <a:close/>
                </a:path>
                <a:path w="614045" h="2401570">
                  <a:moveTo>
                    <a:pt x="506437" y="133858"/>
                  </a:moveTo>
                  <a:lnTo>
                    <a:pt x="505904" y="129032"/>
                  </a:lnTo>
                  <a:lnTo>
                    <a:pt x="505777" y="127889"/>
                  </a:lnTo>
                  <a:lnTo>
                    <a:pt x="505701" y="127127"/>
                  </a:lnTo>
                  <a:lnTo>
                    <a:pt x="496443" y="89408"/>
                  </a:lnTo>
                  <a:lnTo>
                    <a:pt x="487349" y="67856"/>
                  </a:lnTo>
                  <a:lnTo>
                    <a:pt x="487349" y="133858"/>
                  </a:lnTo>
                  <a:lnTo>
                    <a:pt x="487337" y="144780"/>
                  </a:lnTo>
                  <a:lnTo>
                    <a:pt x="487222" y="145923"/>
                  </a:lnTo>
                  <a:lnTo>
                    <a:pt x="487108" y="147066"/>
                  </a:lnTo>
                  <a:lnTo>
                    <a:pt x="486981" y="148336"/>
                  </a:lnTo>
                  <a:lnTo>
                    <a:pt x="486905" y="149098"/>
                  </a:lnTo>
                  <a:lnTo>
                    <a:pt x="486143" y="152019"/>
                  </a:lnTo>
                  <a:lnTo>
                    <a:pt x="486079" y="152273"/>
                  </a:lnTo>
                  <a:lnTo>
                    <a:pt x="486016" y="152527"/>
                  </a:lnTo>
                  <a:lnTo>
                    <a:pt x="483793" y="157353"/>
                  </a:lnTo>
                  <a:lnTo>
                    <a:pt x="483120" y="158750"/>
                  </a:lnTo>
                  <a:lnTo>
                    <a:pt x="481190" y="161290"/>
                  </a:lnTo>
                  <a:lnTo>
                    <a:pt x="478523" y="163449"/>
                  </a:lnTo>
                  <a:lnTo>
                    <a:pt x="475983" y="165735"/>
                  </a:lnTo>
                  <a:lnTo>
                    <a:pt x="472681" y="167386"/>
                  </a:lnTo>
                  <a:lnTo>
                    <a:pt x="463537" y="170307"/>
                  </a:lnTo>
                  <a:lnTo>
                    <a:pt x="458965" y="170561"/>
                  </a:lnTo>
                  <a:lnTo>
                    <a:pt x="450456" y="168783"/>
                  </a:lnTo>
                  <a:lnTo>
                    <a:pt x="427228" y="134899"/>
                  </a:lnTo>
                  <a:lnTo>
                    <a:pt x="416661" y="98171"/>
                  </a:lnTo>
                  <a:lnTo>
                    <a:pt x="415404" y="91948"/>
                  </a:lnTo>
                  <a:lnTo>
                    <a:pt x="434327" y="56642"/>
                  </a:lnTo>
                  <a:lnTo>
                    <a:pt x="437756" y="55499"/>
                  </a:lnTo>
                  <a:lnTo>
                    <a:pt x="440131" y="55118"/>
                  </a:lnTo>
                  <a:lnTo>
                    <a:pt x="446900" y="55118"/>
                  </a:lnTo>
                  <a:lnTo>
                    <a:pt x="460362" y="62738"/>
                  </a:lnTo>
                  <a:lnTo>
                    <a:pt x="462902" y="65278"/>
                  </a:lnTo>
                  <a:lnTo>
                    <a:pt x="478548" y="97409"/>
                  </a:lnTo>
                  <a:lnTo>
                    <a:pt x="478650" y="97663"/>
                  </a:lnTo>
                  <a:lnTo>
                    <a:pt x="486727" y="127889"/>
                  </a:lnTo>
                  <a:lnTo>
                    <a:pt x="486854" y="128524"/>
                  </a:lnTo>
                  <a:lnTo>
                    <a:pt x="486918" y="129032"/>
                  </a:lnTo>
                  <a:lnTo>
                    <a:pt x="487349" y="133858"/>
                  </a:lnTo>
                  <a:lnTo>
                    <a:pt x="487349" y="67856"/>
                  </a:lnTo>
                  <a:lnTo>
                    <a:pt x="483095" y="59563"/>
                  </a:lnTo>
                  <a:lnTo>
                    <a:pt x="479691" y="55118"/>
                  </a:lnTo>
                  <a:lnTo>
                    <a:pt x="478142" y="53086"/>
                  </a:lnTo>
                  <a:lnTo>
                    <a:pt x="447154" y="37846"/>
                  </a:lnTo>
                  <a:lnTo>
                    <a:pt x="439407" y="38481"/>
                  </a:lnTo>
                  <a:lnTo>
                    <a:pt x="430644" y="41275"/>
                  </a:lnTo>
                  <a:lnTo>
                    <a:pt x="421500" y="44069"/>
                  </a:lnTo>
                  <a:lnTo>
                    <a:pt x="414388" y="48260"/>
                  </a:lnTo>
                  <a:lnTo>
                    <a:pt x="404101" y="59055"/>
                  </a:lnTo>
                  <a:lnTo>
                    <a:pt x="400545" y="65532"/>
                  </a:lnTo>
                  <a:lnTo>
                    <a:pt x="398767" y="73025"/>
                  </a:lnTo>
                  <a:lnTo>
                    <a:pt x="396951" y="80137"/>
                  </a:lnTo>
                  <a:lnTo>
                    <a:pt x="396862" y="80518"/>
                  </a:lnTo>
                  <a:lnTo>
                    <a:pt x="396811" y="81495"/>
                  </a:lnTo>
                  <a:lnTo>
                    <a:pt x="396709" y="83820"/>
                  </a:lnTo>
                  <a:lnTo>
                    <a:pt x="396582" y="89916"/>
                  </a:lnTo>
                  <a:lnTo>
                    <a:pt x="397383" y="97155"/>
                  </a:lnTo>
                  <a:lnTo>
                    <a:pt x="397497" y="98171"/>
                  </a:lnTo>
                  <a:lnTo>
                    <a:pt x="398310" y="104140"/>
                  </a:lnTo>
                  <a:lnTo>
                    <a:pt x="398373" y="104521"/>
                  </a:lnTo>
                  <a:lnTo>
                    <a:pt x="398462" y="105244"/>
                  </a:lnTo>
                  <a:lnTo>
                    <a:pt x="409587" y="143764"/>
                  </a:lnTo>
                  <a:lnTo>
                    <a:pt x="430390" y="177038"/>
                  </a:lnTo>
                  <a:lnTo>
                    <a:pt x="434860" y="181102"/>
                  </a:lnTo>
                  <a:lnTo>
                    <a:pt x="436105" y="182118"/>
                  </a:lnTo>
                  <a:lnTo>
                    <a:pt x="442074" y="185039"/>
                  </a:lnTo>
                  <a:lnTo>
                    <a:pt x="448932" y="186182"/>
                  </a:lnTo>
                  <a:lnTo>
                    <a:pt x="455917" y="187452"/>
                  </a:lnTo>
                  <a:lnTo>
                    <a:pt x="494855" y="170561"/>
                  </a:lnTo>
                  <a:lnTo>
                    <a:pt x="506336" y="144780"/>
                  </a:lnTo>
                  <a:lnTo>
                    <a:pt x="506437" y="133858"/>
                  </a:lnTo>
                  <a:close/>
                </a:path>
                <a:path w="614045" h="2401570">
                  <a:moveTo>
                    <a:pt x="613905" y="104140"/>
                  </a:moveTo>
                  <a:lnTo>
                    <a:pt x="613321" y="98806"/>
                  </a:lnTo>
                  <a:lnTo>
                    <a:pt x="613194" y="97663"/>
                  </a:lnTo>
                  <a:lnTo>
                    <a:pt x="613143" y="97155"/>
                  </a:lnTo>
                  <a:lnTo>
                    <a:pt x="610616" y="89408"/>
                  </a:lnTo>
                  <a:lnTo>
                    <a:pt x="608952" y="83820"/>
                  </a:lnTo>
                  <a:lnTo>
                    <a:pt x="606285" y="78613"/>
                  </a:lnTo>
                  <a:lnTo>
                    <a:pt x="605955" y="78232"/>
                  </a:lnTo>
                  <a:lnTo>
                    <a:pt x="602729" y="74434"/>
                  </a:lnTo>
                  <a:lnTo>
                    <a:pt x="599389" y="70231"/>
                  </a:lnTo>
                  <a:lnTo>
                    <a:pt x="595109" y="66802"/>
                  </a:lnTo>
                  <a:lnTo>
                    <a:pt x="590156" y="64516"/>
                  </a:lnTo>
                  <a:lnTo>
                    <a:pt x="585330" y="62357"/>
                  </a:lnTo>
                  <a:lnTo>
                    <a:pt x="579742" y="61087"/>
                  </a:lnTo>
                  <a:lnTo>
                    <a:pt x="566407" y="61087"/>
                  </a:lnTo>
                  <a:lnTo>
                    <a:pt x="560311" y="62103"/>
                  </a:lnTo>
                  <a:lnTo>
                    <a:pt x="552323" y="64516"/>
                  </a:lnTo>
                  <a:lnTo>
                    <a:pt x="549389" y="65532"/>
                  </a:lnTo>
                  <a:lnTo>
                    <a:pt x="546595" y="66421"/>
                  </a:lnTo>
                  <a:lnTo>
                    <a:pt x="544055" y="67310"/>
                  </a:lnTo>
                  <a:lnTo>
                    <a:pt x="541642" y="68072"/>
                  </a:lnTo>
                  <a:lnTo>
                    <a:pt x="539229" y="69088"/>
                  </a:lnTo>
                  <a:lnTo>
                    <a:pt x="536943" y="70231"/>
                  </a:lnTo>
                  <a:lnTo>
                    <a:pt x="524751" y="31496"/>
                  </a:lnTo>
                  <a:lnTo>
                    <a:pt x="574027" y="16129"/>
                  </a:lnTo>
                  <a:lnTo>
                    <a:pt x="575297" y="15748"/>
                  </a:lnTo>
                  <a:lnTo>
                    <a:pt x="576059" y="14732"/>
                  </a:lnTo>
                  <a:lnTo>
                    <a:pt x="576567" y="11430"/>
                  </a:lnTo>
                  <a:lnTo>
                    <a:pt x="576186" y="9398"/>
                  </a:lnTo>
                  <a:lnTo>
                    <a:pt x="575424" y="6858"/>
                  </a:lnTo>
                  <a:lnTo>
                    <a:pt x="575043" y="5461"/>
                  </a:lnTo>
                  <a:lnTo>
                    <a:pt x="570090" y="0"/>
                  </a:lnTo>
                  <a:lnTo>
                    <a:pt x="569341" y="0"/>
                  </a:lnTo>
                  <a:lnTo>
                    <a:pt x="505828" y="19939"/>
                  </a:lnTo>
                  <a:lnTo>
                    <a:pt x="504431" y="20955"/>
                  </a:lnTo>
                  <a:lnTo>
                    <a:pt x="502907" y="24003"/>
                  </a:lnTo>
                  <a:lnTo>
                    <a:pt x="502907" y="25908"/>
                  </a:lnTo>
                  <a:lnTo>
                    <a:pt x="503669" y="28194"/>
                  </a:lnTo>
                  <a:lnTo>
                    <a:pt x="521195" y="84328"/>
                  </a:lnTo>
                  <a:lnTo>
                    <a:pt x="522084" y="86995"/>
                  </a:lnTo>
                  <a:lnTo>
                    <a:pt x="523100" y="88646"/>
                  </a:lnTo>
                  <a:lnTo>
                    <a:pt x="525386" y="89916"/>
                  </a:lnTo>
                  <a:lnTo>
                    <a:pt x="526910" y="89916"/>
                  </a:lnTo>
                  <a:lnTo>
                    <a:pt x="528434" y="89408"/>
                  </a:lnTo>
                  <a:lnTo>
                    <a:pt x="529310" y="89154"/>
                  </a:lnTo>
                  <a:lnTo>
                    <a:pt x="531139" y="88646"/>
                  </a:lnTo>
                  <a:lnTo>
                    <a:pt x="531291" y="88646"/>
                  </a:lnTo>
                  <a:lnTo>
                    <a:pt x="534403" y="87376"/>
                  </a:lnTo>
                  <a:lnTo>
                    <a:pt x="537451" y="85979"/>
                  </a:lnTo>
                  <a:lnTo>
                    <a:pt x="540372" y="84582"/>
                  </a:lnTo>
                  <a:lnTo>
                    <a:pt x="544055" y="83185"/>
                  </a:lnTo>
                  <a:lnTo>
                    <a:pt x="548373" y="81788"/>
                  </a:lnTo>
                  <a:lnTo>
                    <a:pt x="553656" y="80137"/>
                  </a:lnTo>
                  <a:lnTo>
                    <a:pt x="553097" y="80137"/>
                  </a:lnTo>
                  <a:lnTo>
                    <a:pt x="559930" y="78867"/>
                  </a:lnTo>
                  <a:lnTo>
                    <a:pt x="563054" y="78613"/>
                  </a:lnTo>
                  <a:lnTo>
                    <a:pt x="562216" y="78613"/>
                  </a:lnTo>
                  <a:lnTo>
                    <a:pt x="569455" y="78232"/>
                  </a:lnTo>
                  <a:lnTo>
                    <a:pt x="574687" y="78867"/>
                  </a:lnTo>
                  <a:lnTo>
                    <a:pt x="573963" y="78867"/>
                  </a:lnTo>
                  <a:lnTo>
                    <a:pt x="577202" y="80137"/>
                  </a:lnTo>
                  <a:lnTo>
                    <a:pt x="594093" y="107569"/>
                  </a:lnTo>
                  <a:lnTo>
                    <a:pt x="593902" y="109601"/>
                  </a:lnTo>
                  <a:lnTo>
                    <a:pt x="593801" y="110617"/>
                  </a:lnTo>
                  <a:lnTo>
                    <a:pt x="593712" y="111633"/>
                  </a:lnTo>
                  <a:lnTo>
                    <a:pt x="563054" y="138938"/>
                  </a:lnTo>
                  <a:lnTo>
                    <a:pt x="562914" y="138938"/>
                  </a:lnTo>
                  <a:lnTo>
                    <a:pt x="558342" y="139954"/>
                  </a:lnTo>
                  <a:lnTo>
                    <a:pt x="556907" y="139954"/>
                  </a:lnTo>
                  <a:lnTo>
                    <a:pt x="550913" y="140335"/>
                  </a:lnTo>
                  <a:lnTo>
                    <a:pt x="547484" y="140335"/>
                  </a:lnTo>
                  <a:lnTo>
                    <a:pt x="543191" y="139954"/>
                  </a:lnTo>
                  <a:lnTo>
                    <a:pt x="542518" y="139954"/>
                  </a:lnTo>
                  <a:lnTo>
                    <a:pt x="539483" y="139446"/>
                  </a:lnTo>
                  <a:lnTo>
                    <a:pt x="537108" y="138938"/>
                  </a:lnTo>
                  <a:lnTo>
                    <a:pt x="533387" y="138938"/>
                  </a:lnTo>
                  <a:lnTo>
                    <a:pt x="533006" y="139192"/>
                  </a:lnTo>
                  <a:lnTo>
                    <a:pt x="532498" y="139954"/>
                  </a:lnTo>
                  <a:lnTo>
                    <a:pt x="532345" y="140335"/>
                  </a:lnTo>
                  <a:lnTo>
                    <a:pt x="532244" y="143764"/>
                  </a:lnTo>
                  <a:lnTo>
                    <a:pt x="532498" y="144780"/>
                  </a:lnTo>
                  <a:lnTo>
                    <a:pt x="532752" y="145923"/>
                  </a:lnTo>
                  <a:lnTo>
                    <a:pt x="533133" y="147066"/>
                  </a:lnTo>
                  <a:lnTo>
                    <a:pt x="533514" y="148336"/>
                  </a:lnTo>
                  <a:lnTo>
                    <a:pt x="533768" y="149098"/>
                  </a:lnTo>
                  <a:lnTo>
                    <a:pt x="533895" y="149479"/>
                  </a:lnTo>
                  <a:lnTo>
                    <a:pt x="534657" y="151257"/>
                  </a:lnTo>
                  <a:lnTo>
                    <a:pt x="535038" y="152019"/>
                  </a:lnTo>
                  <a:lnTo>
                    <a:pt x="535800" y="153035"/>
                  </a:lnTo>
                  <a:lnTo>
                    <a:pt x="536054" y="153543"/>
                  </a:lnTo>
                  <a:lnTo>
                    <a:pt x="536435" y="153924"/>
                  </a:lnTo>
                  <a:lnTo>
                    <a:pt x="536816" y="154178"/>
                  </a:lnTo>
                  <a:lnTo>
                    <a:pt x="537324" y="154559"/>
                  </a:lnTo>
                  <a:lnTo>
                    <a:pt x="538378" y="155194"/>
                  </a:lnTo>
                  <a:lnTo>
                    <a:pt x="538721" y="155194"/>
                  </a:lnTo>
                  <a:lnTo>
                    <a:pt x="540118" y="155575"/>
                  </a:lnTo>
                  <a:lnTo>
                    <a:pt x="544563" y="156083"/>
                  </a:lnTo>
                  <a:lnTo>
                    <a:pt x="553707" y="156083"/>
                  </a:lnTo>
                  <a:lnTo>
                    <a:pt x="557390" y="155702"/>
                  </a:lnTo>
                  <a:lnTo>
                    <a:pt x="560641" y="155194"/>
                  </a:lnTo>
                  <a:lnTo>
                    <a:pt x="560463" y="155194"/>
                  </a:lnTo>
                  <a:lnTo>
                    <a:pt x="565391" y="154559"/>
                  </a:lnTo>
                  <a:lnTo>
                    <a:pt x="596976" y="140335"/>
                  </a:lnTo>
                  <a:lnTo>
                    <a:pt x="598893" y="138938"/>
                  </a:lnTo>
                  <a:lnTo>
                    <a:pt x="599059" y="138938"/>
                  </a:lnTo>
                  <a:lnTo>
                    <a:pt x="603872" y="133858"/>
                  </a:lnTo>
                  <a:lnTo>
                    <a:pt x="613041" y="112560"/>
                  </a:lnTo>
                  <a:lnTo>
                    <a:pt x="613143" y="111633"/>
                  </a:lnTo>
                  <a:lnTo>
                    <a:pt x="613270" y="110617"/>
                  </a:lnTo>
                  <a:lnTo>
                    <a:pt x="613740" y="105791"/>
                  </a:lnTo>
                  <a:lnTo>
                    <a:pt x="613867" y="104521"/>
                  </a:lnTo>
                  <a:lnTo>
                    <a:pt x="613905" y="1041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00903" y="1610042"/>
            <a:ext cx="137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29478" y="2713291"/>
            <a:ext cx="137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18378" y="3584511"/>
            <a:ext cx="137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6101" y="4948491"/>
            <a:ext cx="137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43600" y="1533525"/>
            <a:ext cx="5610225" cy="436245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14375" y="1646491"/>
            <a:ext cx="14916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TREE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DIAGRAM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80104" y="2172652"/>
            <a:ext cx="25907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E1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dirty="0"/>
              <a:t>Practice</a:t>
            </a:r>
            <a:r>
              <a:rPr spc="-75" dirty="0"/>
              <a:t> </a:t>
            </a:r>
            <a:r>
              <a:rPr dirty="0"/>
              <a:t>Problems</a:t>
            </a:r>
            <a:r>
              <a:rPr spc="-70" dirty="0"/>
              <a:t> </a:t>
            </a:r>
            <a:r>
              <a:rPr spc="-50" dirty="0"/>
              <a:t>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923925"/>
            <a:ext cx="11734800" cy="505777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104900"/>
            <a:ext cx="11887200" cy="489585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dirty="0"/>
              <a:t>Practice</a:t>
            </a:r>
            <a:r>
              <a:rPr spc="-75" dirty="0"/>
              <a:t> </a:t>
            </a:r>
            <a:r>
              <a:rPr dirty="0"/>
              <a:t>Problems</a:t>
            </a:r>
            <a:r>
              <a:rPr spc="-70" dirty="0"/>
              <a:t> </a:t>
            </a:r>
            <a:r>
              <a:rPr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981900"/>
            <a:ext cx="11520170" cy="15233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0" marR="5080" indent="-343535" algn="just">
              <a:lnSpc>
                <a:spcPct val="152800"/>
              </a:lnSpc>
              <a:spcBef>
                <a:spcPts val="55"/>
              </a:spcBef>
              <a:buFont typeface="Arial MT"/>
              <a:buChar char="•"/>
              <a:tabLst>
                <a:tab pos="355600" algn="l"/>
              </a:tabLst>
            </a:pP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The</a:t>
            </a:r>
            <a:r>
              <a:rPr sz="2150" b="1" spc="229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chances</a:t>
            </a:r>
            <a:r>
              <a:rPr sz="2150" b="1" spc="254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that</a:t>
            </a:r>
            <a:r>
              <a:rPr sz="2150" b="1" spc="22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an</a:t>
            </a:r>
            <a:r>
              <a:rPr sz="2150" b="1" spc="16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academician,</a:t>
            </a:r>
            <a:r>
              <a:rPr sz="2150" b="1" spc="22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</a:t>
            </a:r>
            <a:r>
              <a:rPr sz="2150" b="1" spc="22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business</a:t>
            </a:r>
            <a:r>
              <a:rPr sz="2150" b="1" spc="23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man</a:t>
            </a:r>
            <a:r>
              <a:rPr sz="2150" b="1" spc="24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and</a:t>
            </a:r>
            <a:r>
              <a:rPr sz="2150" b="1" spc="22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</a:t>
            </a:r>
            <a:r>
              <a:rPr sz="2150" b="1" spc="22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politician</a:t>
            </a:r>
            <a:r>
              <a:rPr sz="2150" b="1" spc="23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becoming</a:t>
            </a:r>
            <a:r>
              <a:rPr sz="2150" b="1" spc="22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Vice</a:t>
            </a:r>
            <a:r>
              <a:rPr sz="2150" b="1" spc="21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Chancellor</a:t>
            </a:r>
            <a:r>
              <a:rPr sz="2150" b="1" spc="21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spc="-25" dirty="0">
                <a:solidFill>
                  <a:srgbClr val="EA3E25"/>
                </a:solidFill>
                <a:latin typeface="Calibri"/>
                <a:cs typeface="Calibri"/>
              </a:rPr>
              <a:t>of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an</a:t>
            </a:r>
            <a:r>
              <a:rPr sz="2150" b="1" spc="4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university</a:t>
            </a:r>
            <a:r>
              <a:rPr sz="2150" b="1" spc="6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are</a:t>
            </a:r>
            <a:r>
              <a:rPr sz="2150" b="1" spc="5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0.5,</a:t>
            </a:r>
            <a:r>
              <a:rPr sz="2150" b="1" spc="5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0.3</a:t>
            </a:r>
            <a:r>
              <a:rPr sz="2150" b="1" spc="5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and</a:t>
            </a:r>
            <a:r>
              <a:rPr sz="2150" b="1" spc="6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0.2</a:t>
            </a:r>
            <a:r>
              <a:rPr sz="2150" b="1" spc="6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respectively.</a:t>
            </a:r>
            <a:r>
              <a:rPr sz="2150" b="1" spc="5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The</a:t>
            </a:r>
            <a:r>
              <a:rPr sz="2150" b="1" spc="7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probability</a:t>
            </a:r>
            <a:r>
              <a:rPr sz="2150" b="1" spc="6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that</a:t>
            </a:r>
            <a:r>
              <a:rPr sz="2150" b="1" spc="6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research</a:t>
            </a:r>
            <a:r>
              <a:rPr sz="2150" b="1" spc="8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work</a:t>
            </a:r>
            <a:r>
              <a:rPr sz="2150" b="1" spc="6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will</a:t>
            </a:r>
            <a:r>
              <a:rPr sz="2150" b="1" spc="6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spc="-25" dirty="0">
                <a:solidFill>
                  <a:srgbClr val="EA3E25"/>
                </a:solidFill>
                <a:latin typeface="Calibri"/>
                <a:cs typeface="Calibri"/>
              </a:rPr>
              <a:t>be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promoted</a:t>
            </a:r>
            <a:r>
              <a:rPr sz="2150" b="1" spc="39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in</a:t>
            </a:r>
            <a:r>
              <a:rPr sz="2150" b="1" spc="39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the</a:t>
            </a:r>
            <a:r>
              <a:rPr sz="2150" b="1" spc="38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university</a:t>
            </a:r>
            <a:r>
              <a:rPr sz="2150" b="1" spc="39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by</a:t>
            </a:r>
            <a:r>
              <a:rPr sz="2150" b="1" spc="34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these</a:t>
            </a:r>
            <a:r>
              <a:rPr sz="2150" b="1" spc="43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3</a:t>
            </a:r>
            <a:r>
              <a:rPr sz="2150" b="1" spc="38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gentlemen</a:t>
            </a:r>
            <a:r>
              <a:rPr sz="2150" b="1" spc="35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are</a:t>
            </a:r>
            <a:r>
              <a:rPr sz="2150" b="1" spc="37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respectively</a:t>
            </a:r>
            <a:r>
              <a:rPr sz="2150" b="1" spc="41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are</a:t>
            </a:r>
            <a:r>
              <a:rPr sz="2150" b="1" spc="37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0.8,</a:t>
            </a:r>
            <a:r>
              <a:rPr sz="2150" b="1" spc="38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0.6</a:t>
            </a:r>
            <a:r>
              <a:rPr sz="2150" b="1" spc="38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and</a:t>
            </a:r>
            <a:r>
              <a:rPr sz="2150" b="1" spc="40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0.4.</a:t>
            </a:r>
            <a:r>
              <a:rPr sz="2150" b="1" spc="38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It</a:t>
            </a:r>
            <a:r>
              <a:rPr sz="2150" b="1" spc="38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spc="-25" dirty="0">
                <a:solidFill>
                  <a:srgbClr val="EA3E25"/>
                </a:solidFill>
                <a:latin typeface="Calibri"/>
                <a:cs typeface="Calibri"/>
              </a:rPr>
              <a:t>is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2479738"/>
            <a:ext cx="7782559" cy="1499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>
              <a:lnSpc>
                <a:spcPct val="154300"/>
              </a:lnSpc>
              <a:spcBef>
                <a:spcPts val="90"/>
              </a:spcBef>
            </a:pP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found</a:t>
            </a:r>
            <a:r>
              <a:rPr sz="2150" b="1" spc="8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Research</a:t>
            </a:r>
            <a:r>
              <a:rPr sz="2150" b="1" spc="8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work</a:t>
            </a:r>
            <a:r>
              <a:rPr sz="2150" b="1" spc="7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has</a:t>
            </a:r>
            <a:r>
              <a:rPr sz="2150" b="1" spc="8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been</a:t>
            </a:r>
            <a:r>
              <a:rPr sz="2150" b="1" spc="9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promoted</a:t>
            </a:r>
            <a:r>
              <a:rPr sz="2150" b="1" spc="7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by</a:t>
            </a:r>
            <a:r>
              <a:rPr sz="2150" b="1" spc="5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the</a:t>
            </a:r>
            <a:r>
              <a:rPr sz="2150" b="1" spc="7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spc="-10" dirty="0">
                <a:solidFill>
                  <a:srgbClr val="EA3E25"/>
                </a:solidFill>
                <a:latin typeface="Calibri"/>
                <a:cs typeface="Calibri"/>
              </a:rPr>
              <a:t>university.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academician</a:t>
            </a:r>
            <a:r>
              <a:rPr sz="2150" b="1" spc="8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has</a:t>
            </a:r>
            <a:r>
              <a:rPr sz="2150" b="1" spc="114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become</a:t>
            </a:r>
            <a:r>
              <a:rPr sz="2150" b="1" spc="145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the</a:t>
            </a:r>
            <a:r>
              <a:rPr sz="2150" b="1" spc="90" dirty="0">
                <a:solidFill>
                  <a:srgbClr val="EA3E25"/>
                </a:solidFill>
                <a:latin typeface="Calibri"/>
                <a:cs typeface="Calibri"/>
              </a:rPr>
              <a:t> </a:t>
            </a:r>
            <a:r>
              <a:rPr sz="2150" b="1" spc="-25" dirty="0">
                <a:solidFill>
                  <a:srgbClr val="EA3E25"/>
                </a:solidFill>
                <a:latin typeface="Calibri"/>
                <a:cs typeface="Calibri"/>
              </a:rPr>
              <a:t>VC?</a:t>
            </a:r>
            <a:endParaRPr sz="21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25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spc="-35" dirty="0">
                <a:solidFill>
                  <a:srgbClr val="001F5F"/>
                </a:solidFill>
                <a:latin typeface="Times New Roman"/>
                <a:cs typeface="Times New Roman"/>
              </a:rPr>
              <a:t>Solution: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07426" y="2653347"/>
            <a:ext cx="3497579" cy="3575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What</a:t>
            </a:r>
            <a:r>
              <a:rPr sz="2150" b="1" spc="6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is</a:t>
            </a:r>
            <a:r>
              <a:rPr sz="2150" b="1" spc="8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the</a:t>
            </a:r>
            <a:r>
              <a:rPr sz="2150" b="1" spc="80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chance</a:t>
            </a:r>
            <a:r>
              <a:rPr sz="2150" b="1" spc="6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dirty="0">
                <a:solidFill>
                  <a:srgbClr val="EA3E25"/>
                </a:solidFill>
                <a:latin typeface="Calibri"/>
                <a:cs typeface="Calibri"/>
              </a:rPr>
              <a:t>that</a:t>
            </a:r>
            <a:r>
              <a:rPr sz="2150" b="1" spc="75" dirty="0">
                <a:solidFill>
                  <a:srgbClr val="EA3E25"/>
                </a:solidFill>
                <a:latin typeface="Calibri"/>
                <a:cs typeface="Calibri"/>
              </a:rPr>
              <a:t>  </a:t>
            </a:r>
            <a:r>
              <a:rPr sz="2150" b="1" spc="35" dirty="0">
                <a:solidFill>
                  <a:srgbClr val="EA3E25"/>
                </a:solidFill>
                <a:latin typeface="Calibri"/>
                <a:cs typeface="Calibri"/>
              </a:rPr>
              <a:t>an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3914775"/>
            <a:ext cx="9010650" cy="1066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5110" y="5178425"/>
            <a:ext cx="8283348" cy="877887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Conti..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5" y="1047750"/>
            <a:ext cx="8696325" cy="519112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dirty="0"/>
              <a:t>Practice</a:t>
            </a:r>
            <a:r>
              <a:rPr spc="-75" dirty="0"/>
              <a:t> </a:t>
            </a:r>
            <a:r>
              <a:rPr dirty="0"/>
              <a:t>Problems</a:t>
            </a:r>
            <a:r>
              <a:rPr spc="-70" dirty="0"/>
              <a:t> </a:t>
            </a:r>
            <a:r>
              <a:rPr spc="-50" dirty="0"/>
              <a:t>5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450" y="1076325"/>
            <a:ext cx="11458575" cy="527685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650" y="1028700"/>
            <a:ext cx="11944350" cy="475297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96621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Practice</a:t>
            </a:r>
            <a:r>
              <a:rPr sz="2400" spc="-40" dirty="0"/>
              <a:t> </a:t>
            </a:r>
            <a:r>
              <a:rPr sz="2400" dirty="0"/>
              <a:t>Problems</a:t>
            </a:r>
            <a:r>
              <a:rPr sz="2400" spc="-110" dirty="0"/>
              <a:t> </a:t>
            </a:r>
            <a:r>
              <a:rPr sz="2400" spc="-50" dirty="0"/>
              <a:t>6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85457" y="1465770"/>
            <a:ext cx="11268075" cy="2315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0200"/>
              </a:lnSpc>
              <a:spcBef>
                <a:spcPts val="95"/>
              </a:spcBef>
            </a:pPr>
            <a:r>
              <a:rPr sz="2000" dirty="0">
                <a:latin typeface="Calibri"/>
                <a:cs typeface="Calibri"/>
              </a:rPr>
              <a:t>Seventy</a:t>
            </a:r>
            <a:r>
              <a:rPr sz="2000" spc="2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percent</a:t>
            </a:r>
            <a:r>
              <a:rPr sz="2000" spc="2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2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light</a:t>
            </a:r>
            <a:r>
              <a:rPr sz="2000" spc="25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aircraft</a:t>
            </a:r>
            <a:r>
              <a:rPr sz="2000" spc="2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disappear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while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2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flight</a:t>
            </a:r>
            <a:r>
              <a:rPr sz="2000" spc="2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2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2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certain</a:t>
            </a:r>
            <a:r>
              <a:rPr sz="2000" spc="2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country</a:t>
            </a:r>
            <a:r>
              <a:rPr sz="2000" spc="2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2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subsequently </a:t>
            </a:r>
            <a:r>
              <a:rPr sz="2000" dirty="0">
                <a:latin typeface="Calibri"/>
                <a:cs typeface="Calibri"/>
              </a:rPr>
              <a:t>discovered.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aircraft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discovered,60%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emergency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locator,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whereas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90%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aircraft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discovered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locator. </a:t>
            </a:r>
            <a:r>
              <a:rPr sz="2000" dirty="0">
                <a:latin typeface="Calibri"/>
                <a:cs typeface="Calibri"/>
              </a:rPr>
              <a:t>Suppose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light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aircraft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disappeared.</a:t>
            </a:r>
            <a:endParaRPr sz="20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emergency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locator,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 not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discovered.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Calibri"/>
                <a:cs typeface="Calibri"/>
              </a:rPr>
              <a:t>(b)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doesn’t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locator,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discovered.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795" y="1579880"/>
            <a:ext cx="9587865" cy="27590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3829"/>
              </a:lnSpc>
              <a:spcBef>
                <a:spcPts val="265"/>
              </a:spcBef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tree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diagram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below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shows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probability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four </a:t>
            </a:r>
            <a:r>
              <a:rPr sz="3200" dirty="0">
                <a:latin typeface="Calibri"/>
                <a:cs typeface="Calibri"/>
              </a:rPr>
              <a:t>disjoint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options;</a:t>
            </a:r>
            <a:endParaRPr sz="3200">
              <a:latin typeface="Calibri"/>
              <a:cs typeface="Calibri"/>
            </a:endParaRPr>
          </a:p>
          <a:p>
            <a:pPr marL="104775">
              <a:lnSpc>
                <a:spcPct val="100000"/>
              </a:lnSpc>
              <a:spcBef>
                <a:spcPts val="690"/>
              </a:spcBef>
            </a:pPr>
            <a:r>
              <a:rPr sz="3200" dirty="0">
                <a:latin typeface="Calibri"/>
                <a:cs typeface="Calibri"/>
              </a:rPr>
              <a:t>P(the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flight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discovered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locator)</a:t>
            </a:r>
            <a:endParaRPr sz="3200">
              <a:latin typeface="Calibri"/>
              <a:cs typeface="Calibri"/>
            </a:endParaRPr>
          </a:p>
          <a:p>
            <a:pPr marL="2408555">
              <a:lnSpc>
                <a:spcPct val="100000"/>
              </a:lnSpc>
              <a:spcBef>
                <a:spcPts val="740"/>
              </a:spcBef>
            </a:pPr>
            <a:r>
              <a:rPr sz="3200" dirty="0">
                <a:latin typeface="Calibri"/>
                <a:cs typeface="Calibri"/>
              </a:rPr>
              <a:t>=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P(discovered)P(locator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discovered)</a:t>
            </a:r>
            <a:endParaRPr sz="3200">
              <a:latin typeface="Calibri"/>
              <a:cs typeface="Calibri"/>
            </a:endParaRPr>
          </a:p>
          <a:p>
            <a:pPr marL="2408555">
              <a:lnSpc>
                <a:spcPct val="100000"/>
              </a:lnSpc>
              <a:spcBef>
                <a:spcPts val="740"/>
              </a:spcBef>
            </a:pPr>
            <a:r>
              <a:rPr sz="3200" dirty="0">
                <a:latin typeface="Calibri"/>
                <a:cs typeface="Calibri"/>
              </a:rPr>
              <a:t>=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(.7)(.6)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.42.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396621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Practice</a:t>
            </a:r>
            <a:r>
              <a:rPr sz="2400" spc="-40" dirty="0"/>
              <a:t> </a:t>
            </a:r>
            <a:r>
              <a:rPr sz="2400" dirty="0"/>
              <a:t>Problems</a:t>
            </a:r>
            <a:r>
              <a:rPr sz="2400" spc="-110" dirty="0"/>
              <a:t> </a:t>
            </a:r>
            <a:r>
              <a:rPr sz="2400" spc="-50" dirty="0"/>
              <a:t>7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821372" y="1439481"/>
            <a:ext cx="10591800" cy="2314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50200"/>
              </a:lnSpc>
              <a:spcBef>
                <a:spcPts val="90"/>
              </a:spcBef>
            </a:pPr>
            <a:r>
              <a:rPr sz="2000" dirty="0">
                <a:latin typeface="Calibri"/>
                <a:cs typeface="Calibri"/>
              </a:rPr>
              <a:t>Two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firms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consider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bidding</a:t>
            </a:r>
            <a:r>
              <a:rPr sz="2000" spc="3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road-</a:t>
            </a:r>
            <a:r>
              <a:rPr sz="2000" dirty="0">
                <a:latin typeface="Calibri"/>
                <a:cs typeface="Calibri"/>
              </a:rPr>
              <a:t>building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job,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3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awarded </a:t>
            </a:r>
            <a:r>
              <a:rPr sz="2000" dirty="0">
                <a:latin typeface="Calibri"/>
                <a:cs typeface="Calibri"/>
              </a:rPr>
              <a:t>depending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amounts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bids.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Firm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submits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bid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3/4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get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job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provided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firm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bid.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3/4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bid,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does,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job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1/3. (a)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 will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job?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(b)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V </a:t>
            </a:r>
            <a:r>
              <a:rPr sz="2000" dirty="0">
                <a:latin typeface="Calibri"/>
                <a:cs typeface="Calibri"/>
              </a:rPr>
              <a:t>gets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job,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what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bid?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1847850"/>
            <a:ext cx="108204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2975" y="2234057"/>
            <a:ext cx="2686050" cy="2705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819900"/>
            <a:ext cx="12191999" cy="3809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372093" y="4505007"/>
            <a:ext cx="290131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b="0" dirty="0">
                <a:solidFill>
                  <a:srgbClr val="000000"/>
                </a:solidFill>
                <a:latin typeface="Calibri"/>
                <a:cs typeface="Calibri"/>
              </a:rPr>
              <a:t>Thank</a:t>
            </a:r>
            <a:r>
              <a:rPr sz="54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5400" b="0" spc="-25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endParaRPr sz="5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4850" y="790575"/>
            <a:ext cx="2857500" cy="1600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07BA72441AEE45A3CAE1ADD5070980" ma:contentTypeVersion="28" ma:contentTypeDescription="Create a new document." ma:contentTypeScope="" ma:versionID="8e86f45206d69f05d65aef40a1733e8e">
  <xsd:schema xmlns:xsd="http://www.w3.org/2001/XMLSchema" xmlns:xs="http://www.w3.org/2001/XMLSchema" xmlns:p="http://schemas.microsoft.com/office/2006/metadata/properties" xmlns:ns2="2723f1bc-7802-4c44-b827-a549654b530e" targetNamespace="http://schemas.microsoft.com/office/2006/metadata/properties" ma:root="true" ma:fieldsID="7466106287e23552aae4aa153fe08158" ns2:_="">
    <xsd:import namespace="2723f1bc-7802-4c44-b827-a549654b530e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23f1bc-7802-4c44-b827-a549654b530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2723f1bc-7802-4c44-b827-a549654b530e" xsi:nil="true"/>
    <FolderType xmlns="2723f1bc-7802-4c44-b827-a549654b530e" xsi:nil="true"/>
    <LMS_Mappings xmlns="2723f1bc-7802-4c44-b827-a549654b530e" xsi:nil="true"/>
    <DefaultSectionNames xmlns="2723f1bc-7802-4c44-b827-a549654b530e" xsi:nil="true"/>
    <AppVersion xmlns="2723f1bc-7802-4c44-b827-a549654b530e" xsi:nil="true"/>
    <TeamsChannelId xmlns="2723f1bc-7802-4c44-b827-a549654b530e" xsi:nil="true"/>
    <IsNotebookLocked xmlns="2723f1bc-7802-4c44-b827-a549654b530e" xsi:nil="true"/>
    <CultureName xmlns="2723f1bc-7802-4c44-b827-a549654b530e" xsi:nil="true"/>
    <Students xmlns="2723f1bc-7802-4c44-b827-a549654b530e">
      <UserInfo>
        <DisplayName/>
        <AccountId xsi:nil="true"/>
        <AccountType/>
      </UserInfo>
    </Students>
    <Templates xmlns="2723f1bc-7802-4c44-b827-a549654b530e" xsi:nil="true"/>
    <Self_Registration_Enabled xmlns="2723f1bc-7802-4c44-b827-a549654b530e" xsi:nil="true"/>
    <Invited_Students xmlns="2723f1bc-7802-4c44-b827-a549654b530e" xsi:nil="true"/>
    <Teachers xmlns="2723f1bc-7802-4c44-b827-a549654b530e">
      <UserInfo>
        <DisplayName/>
        <AccountId xsi:nil="true"/>
        <AccountType/>
      </UserInfo>
    </Teachers>
    <Student_Groups xmlns="2723f1bc-7802-4c44-b827-a549654b530e">
      <UserInfo>
        <DisplayName/>
        <AccountId xsi:nil="true"/>
        <AccountType/>
      </UserInfo>
    </Student_Groups>
    <Teams_Channel_Section_Location xmlns="2723f1bc-7802-4c44-b827-a549654b530e" xsi:nil="true"/>
    <Owner xmlns="2723f1bc-7802-4c44-b827-a549654b530e">
      <UserInfo>
        <DisplayName/>
        <AccountId xsi:nil="true"/>
        <AccountType/>
      </UserInfo>
    </Owner>
    <Distribution_Groups xmlns="2723f1bc-7802-4c44-b827-a549654b530e" xsi:nil="true"/>
    <Math_Settings xmlns="2723f1bc-7802-4c44-b827-a549654b530e" xsi:nil="true"/>
    <Has_Teacher_Only_SectionGroup xmlns="2723f1bc-7802-4c44-b827-a549654b530e" xsi:nil="true"/>
    <Is_Collaboration_Space_Locked xmlns="2723f1bc-7802-4c44-b827-a549654b530e" xsi:nil="true"/>
    <Invited_Teachers xmlns="2723f1bc-7802-4c44-b827-a549654b530e" xsi:nil="true"/>
  </documentManagement>
</p:properties>
</file>

<file path=customXml/itemProps1.xml><?xml version="1.0" encoding="utf-8"?>
<ds:datastoreItem xmlns:ds="http://schemas.openxmlformats.org/officeDocument/2006/customXml" ds:itemID="{36412023-AEED-4127-B536-72DADE6D5E11}"/>
</file>

<file path=customXml/itemProps2.xml><?xml version="1.0" encoding="utf-8"?>
<ds:datastoreItem xmlns:ds="http://schemas.openxmlformats.org/officeDocument/2006/customXml" ds:itemID="{210A4CCA-32A6-43C1-B7E8-3998AADD296F}"/>
</file>

<file path=customXml/itemProps3.xml><?xml version="1.0" encoding="utf-8"?>
<ds:datastoreItem xmlns:ds="http://schemas.openxmlformats.org/officeDocument/2006/customXml" ds:itemID="{0DD65D59-14B6-477A-A0F1-728CE8CE4CE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</TotalTime>
  <Words>4272</Words>
  <Application>Microsoft Office PowerPoint</Application>
  <PresentationFormat>Widescreen</PresentationFormat>
  <Paragraphs>1028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6" baseType="lpstr">
      <vt:lpstr>Arial</vt:lpstr>
      <vt:lpstr>Arial Black</vt:lpstr>
      <vt:lpstr>Arial MT</vt:lpstr>
      <vt:lpstr>Calibri</vt:lpstr>
      <vt:lpstr>Cambria Math</vt:lpstr>
      <vt:lpstr>Courier New</vt:lpstr>
      <vt:lpstr>Georgia</vt:lpstr>
      <vt:lpstr>Lucida Sans Unicode</vt:lpstr>
      <vt:lpstr>Symbol</vt:lpstr>
      <vt:lpstr>Tahoma</vt:lpstr>
      <vt:lpstr>Times New Roman</vt:lpstr>
      <vt:lpstr>Wingdings</vt:lpstr>
      <vt:lpstr>Office Theme</vt:lpstr>
      <vt:lpstr>Introduction to Statistical Methods</vt:lpstr>
      <vt:lpstr>PowerPoint Presentation</vt:lpstr>
      <vt:lpstr>Revise</vt:lpstr>
      <vt:lpstr>Contact Session 4</vt:lpstr>
      <vt:lpstr>BAYE’S THEOREM:</vt:lpstr>
      <vt:lpstr>Proof:</vt:lpstr>
      <vt:lpstr>Proof:(Continuation)</vt:lpstr>
      <vt:lpstr>Proof:(Continuation)</vt:lpstr>
      <vt:lpstr>Example:1</vt:lpstr>
      <vt:lpstr>Solution:</vt:lpstr>
      <vt:lpstr>Example:2</vt:lpstr>
      <vt:lpstr>PowerPoint Presentation</vt:lpstr>
      <vt:lpstr>Example:3</vt:lpstr>
      <vt:lpstr>Solution:</vt:lpstr>
      <vt:lpstr>Bayes' Theorem for Hypothesis</vt:lpstr>
      <vt:lpstr>Example 4</vt:lpstr>
      <vt:lpstr>Example 4: Solution</vt:lpstr>
      <vt:lpstr>Baye’s Theorem</vt:lpstr>
      <vt:lpstr>PowerPoint Presentation</vt:lpstr>
      <vt:lpstr>Choosing hypothesis</vt:lpstr>
      <vt:lpstr>Bayes Theorem: Example : 5</vt:lpstr>
      <vt:lpstr>Steps to Apply Bayes Theorem</vt:lpstr>
      <vt:lpstr>continuation</vt:lpstr>
      <vt:lpstr>Bayesian Learning</vt:lpstr>
      <vt:lpstr>Naive Bayes Classifier</vt:lpstr>
      <vt:lpstr>Generative Model</vt:lpstr>
      <vt:lpstr>Conditional Independence</vt:lpstr>
      <vt:lpstr>Naïve Bayes assumes 𝑿𝒊 are conditionally independent given 𝒀</vt:lpstr>
      <vt:lpstr>PowerPoint Presentation</vt:lpstr>
      <vt:lpstr>Example 1:</vt:lpstr>
      <vt:lpstr>Example 1: Solution</vt:lpstr>
      <vt:lpstr>Example 1: Solution</vt:lpstr>
      <vt:lpstr>Example 1: Continued</vt:lpstr>
      <vt:lpstr>Example 1: Solution</vt:lpstr>
      <vt:lpstr>Example 1: Solution</vt:lpstr>
      <vt:lpstr>Example :2</vt:lpstr>
      <vt:lpstr>Example 2 Solution:</vt:lpstr>
      <vt:lpstr>Example 2 Solution:</vt:lpstr>
      <vt:lpstr>PowerPoint Presentation</vt:lpstr>
      <vt:lpstr>Example 3 Solution:</vt:lpstr>
      <vt:lpstr>Example 3 Solution:</vt:lpstr>
      <vt:lpstr>Naïve Bayes for Text Classification</vt:lpstr>
      <vt:lpstr>Example 4:</vt:lpstr>
      <vt:lpstr>Example 4 Solution: Apply Laplace smoothing</vt:lpstr>
      <vt:lpstr>Example 4 Solution:</vt:lpstr>
      <vt:lpstr>Example 4 Solution: Laplace smoothing</vt:lpstr>
      <vt:lpstr>Example 4 Solution: Apply Laplace smoothing</vt:lpstr>
      <vt:lpstr>Example 5:</vt:lpstr>
      <vt:lpstr>Example 5 Solution:</vt:lpstr>
      <vt:lpstr>Example 5 Solution:</vt:lpstr>
      <vt:lpstr>Example 5 Solution:</vt:lpstr>
      <vt:lpstr>Example 5 Solution:</vt:lpstr>
      <vt:lpstr>Example 5 Solution:</vt:lpstr>
      <vt:lpstr>Naïve Bayes Classifier Applications</vt:lpstr>
      <vt:lpstr>Practical Issues of Bayesian learning</vt:lpstr>
      <vt:lpstr>Practical Issues of Bayesian learning</vt:lpstr>
      <vt:lpstr>PowerPoint Presentation</vt:lpstr>
      <vt:lpstr>Practice Problems 1</vt:lpstr>
      <vt:lpstr>Solution</vt:lpstr>
      <vt:lpstr>Practice Problems 2</vt:lpstr>
      <vt:lpstr>Solution</vt:lpstr>
      <vt:lpstr>Conti..</vt:lpstr>
      <vt:lpstr>Practice Problems 3</vt:lpstr>
      <vt:lpstr>Solution</vt:lpstr>
      <vt:lpstr>Practice Problems 4</vt:lpstr>
      <vt:lpstr>Conti..</vt:lpstr>
      <vt:lpstr>Practice Problems 5</vt:lpstr>
      <vt:lpstr>Solution</vt:lpstr>
      <vt:lpstr>Practice Problems 6</vt:lpstr>
      <vt:lpstr>Solution</vt:lpstr>
      <vt:lpstr>Practice Problems 7</vt:lpstr>
      <vt:lpstr>Solution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krishna kumari</dc:creator>
  <cp:lastModifiedBy>krishna kumari</cp:lastModifiedBy>
  <cp:revision>1</cp:revision>
  <dcterms:created xsi:type="dcterms:W3CDTF">2026-08-16T09:56:05Z</dcterms:created>
  <dcterms:modified xsi:type="dcterms:W3CDTF">2026-08-16T12:11:20Z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2026-08-16T00:00:00Z</vt:filetime>
  </property>
  <property fmtid="{D5CDD505-2E9C-101B-9397-08002B2CF9AE}" pid="4" name="LastSaved">
    <vt:filetime>2026-08-16T00:00:00Z</vt:filetime>
  </property>
  <property fmtid="{D5CDD505-2E9C-101B-9397-08002B2CF9AE}" pid="5" name="ContentTypeId">
    <vt:lpwstr>0x0101008507BA72441AEE45A3CAE1ADD5070980</vt:lpwstr>
  </property>
</Properties>
</file>