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6829-6C4D-D673-0C18-2C790731C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DFC02-B5E5-3A81-49E5-B761AF310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6AB4-0B5D-603F-AC11-A745463C8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3BCFF-506B-EC68-171D-31FB3156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774C-A5B3-5E17-AB6B-E74E34CF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34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630C-AF6E-6825-1BBC-2635E8D3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88D7E-FE6B-7F51-5F49-478A658A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96E3-F648-57A2-64B1-DC5781A16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5C9D-2945-354A-31F5-DE1B0435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8603C-A3A1-729D-93F4-8FD96DC2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9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5238-A4C6-4856-AF07-A40AB806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F429F-BD00-83C2-FD9B-27C5885E1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5D0A-5612-967B-0BA9-36D6E73C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A095E-EFFC-710A-F043-712FF685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773B1-8A40-E144-1219-9A7AAC6F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42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144-405C-82C1-6A8E-4CE7AC77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4643-2351-C6A0-5C63-A5526C1C3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1E69E-C729-ECE6-BB30-BCFC0AC3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66-6A79-B19B-40E0-8744BFE0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4201-928D-8E36-86E9-964E5A81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153D7-3246-4F27-F00B-71B20235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5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E5D3-35CE-E78B-72B5-3E3E527C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E9265-5F80-4E08-6F48-93CDF97BE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6A132-DE34-3967-0CD6-52B666E9B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AAC3A-1B5B-952A-1ACB-2090D3E3D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AA3E9-CAD0-F4EE-EE25-AC9177290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3078D-FFB3-CC6B-57D8-ECCD0F1F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8B6DD-484D-1812-D5A2-618AEC6C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63F42-514E-5B48-E180-34BA686B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46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96286-E29F-50D3-F69A-354B0E5E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8E23A-EFB7-82EF-BC0E-9CA13F9A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9960E-A7F9-427A-F393-9A0DA9FE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BB685-067A-ECDC-96CC-91CED181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17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8271C-B58D-CEB9-3B52-7651332F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FEC0C-25F6-9F67-849E-51FE34AA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C1848-2F87-D31B-FD8B-342C4038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8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5EB7-1E80-31EB-886F-1805A764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B3566-3C64-BBC4-D5ED-B68BB606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25430-3F20-2317-25DC-EADF49E0E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EA278-C99E-0CB1-BA18-86F9193C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690A-6E24-3C36-72D0-52C8849A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87821-44D8-5B8F-8196-B4612F37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79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EFAC-46BD-E8DE-683E-90203516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075B0-DB37-D7AE-0A03-9A5340D90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29E40-FC72-8527-9AFF-D4811AB0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9C37B-F8E4-86A2-B965-BCABAFFD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C57D1-425A-8E9D-DE0C-31F88018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594D2-A896-C143-D6F5-83B518C4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2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B2C6-3357-904F-F83F-FE56BFEA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ED582-7ADC-10EB-E561-BBCEF1083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142DD-6930-F98B-F4B8-9051899D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7203A-566F-86F3-46D0-29AA33E9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BC693-CBBA-4DFA-C784-16CBD358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1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E6A7C-C858-77BA-78A6-2DCFA20B2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65E52-337B-891C-A25B-28ED3A2F0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47D47-9AC1-2327-5D6F-BDA6F7C3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3FA8-BE4B-D84E-F18D-67D9FADA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4E288-D74E-8275-6496-F6E5EBC9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0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71E23-D108-E7F4-847B-91E28529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8DC16-09E0-4E34-2AD7-27B50D88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1C39A-4511-77CD-6C18-F67C70ECE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F77DA-D16F-496B-9E3E-9D026200554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56851-A825-D006-2344-E9D5D8032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7C5CC-3A40-36E7-ACE3-272248480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FA305-3EF4-4747-B4F0-99379FE4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1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FBCC-188A-88ED-4D92-A7CE7DC5A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1E2CB-7039-0C8B-B290-ADD686DC2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491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/>
          </p:cNvSpPr>
          <p:nvPr/>
        </p:nvSpPr>
        <p:spPr bwMode="auto">
          <a:xfrm>
            <a:off x="1981200" y="152401"/>
            <a:ext cx="8229600" cy="3968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chemeClr val="tx2"/>
                </a:solidFill>
                <a:latin typeface="Arial Rounded MT Bold" panose="020F0704030504030204" pitchFamily="34" charset="0"/>
              </a:rPr>
              <a:t>Properties of Types of measurement:</a:t>
            </a:r>
          </a:p>
        </p:txBody>
      </p:sp>
      <p:graphicFrame>
        <p:nvGraphicFramePr>
          <p:cNvPr id="3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32334"/>
              </p:ext>
            </p:extLst>
          </p:nvPr>
        </p:nvGraphicFramePr>
        <p:xfrm>
          <a:off x="50800" y="549276"/>
          <a:ext cx="11531600" cy="6111250"/>
        </p:xfrm>
        <a:graphic>
          <a:graphicData uri="http://schemas.openxmlformats.org/drawingml/2006/table">
            <a:tbl>
              <a:tblPr/>
              <a:tblGrid>
                <a:gridCol w="239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2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9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Type of measurement Scale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Types of attitude Scales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Rules for assigning numbers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Statistics/ Statistical tests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1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Nominal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Dichotomous Yes or No Scales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Objects are either identical or different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Percentages/ Mode/frequency.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80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Ordinal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Comparative rank order itemized category, paired comparison.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Objects are greater or lesser in comparison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Percentile, median, ranking range,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Georgia" pitchFamily="18" charset="0"/>
                        </a:rPr>
                        <a:t>quartiles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Georgia" pitchFamily="18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Georgia" pitchFamily="18" charset="0"/>
                        </a:rPr>
                        <a:t>; rank order correlation coefficient , sign test.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67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Interval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Lickert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, Staple , Numerical, semantic deferential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Interval between adjacent ranks are equal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Mean , Standard deviation,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Georgia" pitchFamily="18" charset="0"/>
                        </a:rPr>
                        <a:t>correlation coefficient; t-test, Z-test, regression analysis &amp; factor analysis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01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Georgia" pitchFamily="18" charset="0"/>
                          <a:cs typeface="Times New Roman" pitchFamily="18" charset="0"/>
                        </a:rPr>
                        <a:t> Ratio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Certain Scales with special instructions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itchFamily="18" charset="0"/>
                          <a:cs typeface="Times New Roman" pitchFamily="18" charset="0"/>
                        </a:rPr>
                        <a:t>There is a meaningful zero, comp of absolute magnitude is possible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All mathematical and statistical operations can be carried out using the ratio scale data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Georgia" pitchFamily="18" charset="0"/>
                      </a:endParaRPr>
                    </a:p>
                  </a:txBody>
                  <a:tcPr marL="91434" marR="91434" marT="45708" marB="457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82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28" ma:contentTypeDescription="Create a new document." ma:contentTypeScope="" ma:versionID="8e86f45206d69f05d65aef40a1733e8e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7466106287e23552aae4aa153fe08158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2723f1bc-7802-4c44-b827-a549654b530e" xsi:nil="true"/>
    <FolderType xmlns="2723f1bc-7802-4c44-b827-a549654b530e" xsi:nil="true"/>
    <LMS_Mappings xmlns="2723f1bc-7802-4c44-b827-a549654b530e" xsi:nil="true"/>
    <DefaultSectionNames xmlns="2723f1bc-7802-4c44-b827-a549654b530e" xsi:nil="true"/>
    <AppVersion xmlns="2723f1bc-7802-4c44-b827-a549654b530e" xsi:nil="true"/>
    <TeamsChannelId xmlns="2723f1bc-7802-4c44-b827-a549654b530e" xsi:nil="true"/>
    <IsNotebookLocked xmlns="2723f1bc-7802-4c44-b827-a549654b530e" xsi:nil="true"/>
    <CultureName xmlns="2723f1bc-7802-4c44-b827-a549654b530e" xsi:nil="true"/>
    <Students xmlns="2723f1bc-7802-4c44-b827-a549654b530e">
      <UserInfo>
        <DisplayName/>
        <AccountId xsi:nil="true"/>
        <AccountType/>
      </UserInfo>
    </Students>
    <Templates xmlns="2723f1bc-7802-4c44-b827-a549654b530e" xsi:nil="true"/>
    <Self_Registration_Enabled xmlns="2723f1bc-7802-4c44-b827-a549654b530e" xsi:nil="true"/>
    <Invited_Students xmlns="2723f1bc-7802-4c44-b827-a549654b530e" xsi:nil="true"/>
    <Teachers xmlns="2723f1bc-7802-4c44-b827-a549654b530e">
      <UserInfo>
        <DisplayName/>
        <AccountId xsi:nil="true"/>
        <AccountType/>
      </UserInfo>
    </Teachers>
    <Student_Groups xmlns="2723f1bc-7802-4c44-b827-a549654b530e">
      <UserInfo>
        <DisplayName/>
        <AccountId xsi:nil="true"/>
        <AccountType/>
      </UserInfo>
    </Student_Groups>
    <Teams_Channel_Section_Location xmlns="2723f1bc-7802-4c44-b827-a549654b530e" xsi:nil="true"/>
    <Owner xmlns="2723f1bc-7802-4c44-b827-a549654b530e">
      <UserInfo>
        <DisplayName/>
        <AccountId xsi:nil="true"/>
        <AccountType/>
      </UserInfo>
    </Owner>
    <Distribution_Groups xmlns="2723f1bc-7802-4c44-b827-a549654b530e" xsi:nil="true"/>
    <Math_Settings xmlns="2723f1bc-7802-4c44-b827-a549654b530e" xsi:nil="true"/>
    <Has_Teacher_Only_SectionGroup xmlns="2723f1bc-7802-4c44-b827-a549654b530e" xsi:nil="true"/>
    <Is_Collaboration_Space_Locked xmlns="2723f1bc-7802-4c44-b827-a549654b530e" xsi:nil="true"/>
    <Invited_Teachers xmlns="2723f1bc-7802-4c44-b827-a549654b530e" xsi:nil="true"/>
  </documentManagement>
</p:properties>
</file>

<file path=customXml/itemProps1.xml><?xml version="1.0" encoding="utf-8"?>
<ds:datastoreItem xmlns:ds="http://schemas.openxmlformats.org/officeDocument/2006/customXml" ds:itemID="{95843191-9FD7-4AE3-ABFE-2A2B4CDEDA60}"/>
</file>

<file path=customXml/itemProps2.xml><?xml version="1.0" encoding="utf-8"?>
<ds:datastoreItem xmlns:ds="http://schemas.openxmlformats.org/officeDocument/2006/customXml" ds:itemID="{B7247EBE-31CD-4719-9D61-7A9F8DBB6572}"/>
</file>

<file path=customXml/itemProps3.xml><?xml version="1.0" encoding="utf-8"?>
<ds:datastoreItem xmlns:ds="http://schemas.openxmlformats.org/officeDocument/2006/customXml" ds:itemID="{D1858802-F088-4D3B-A7BB-29C40EDC2D0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Georgia</vt:lpstr>
      <vt:lpstr>Wingdings 2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Shelok India</dc:creator>
  <cp:lastModifiedBy>Shelok India</cp:lastModifiedBy>
  <cp:revision>1</cp:revision>
  <dcterms:created xsi:type="dcterms:W3CDTF">2026-08-04T16:27:22Z</dcterms:created>
  <dcterms:modified xsi:type="dcterms:W3CDTF">2026-08-04T16:28:27Z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